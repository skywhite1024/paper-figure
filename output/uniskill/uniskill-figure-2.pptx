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0fdae54839469c" /><Relationship Type="http://schemas.openxmlformats.org/officeDocument/2006/relationships/extended-properties" Target="/docProps/app.xml" Id="R5b264aad34c647d1" /><Relationship Type="http://schemas.openxmlformats.org/officeDocument/2006/relationships/officeDocument" Target="/ppt/presentation.xml" Id="Rb0bf94cc00204c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3ccf7b39544d15"/>
  </p:sldMasterIdLst>
  <p:notesMasterIdLst>
    <p:notesMasterId xmlns:r="http://schemas.openxmlformats.org/officeDocument/2006/relationships" r:id="Rb2b61dc0bb774bbe"/>
  </p:notesMasterIdLst>
  <p:sldIdLst>
    <p:sldId xmlns:r="http://schemas.openxmlformats.org/officeDocument/2006/relationships" id="256" r:id="Re9ffd10221b04cde"/>
  </p:sldIdLst>
  <p:sldSz cx="11315700" cy="46291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f1aa6405e74abd" /><Relationship Type="http://schemas.openxmlformats.org/officeDocument/2006/relationships/slideMaster" Target="/ppt/slideMasters/slideMaster1.xml" Id="R5f3ccf7b39544d15" /><Relationship Type="http://schemas.openxmlformats.org/officeDocument/2006/relationships/notesMaster" Target="/ppt/notesMasters/notesMaster1.xml" Id="Rb2b61dc0bb774bbe" /><Relationship Type="http://schemas.openxmlformats.org/officeDocument/2006/relationships/presProps" Target="/ppt/presProps.xml" Id="R057a55898f354119" /><Relationship Type="http://schemas.openxmlformats.org/officeDocument/2006/relationships/tableStyles" Target="/ppt/tableStyles.xml" Id="Ra1b984c0c6734585" /><Relationship Type="http://schemas.openxmlformats.org/officeDocument/2006/relationships/slide" Target="/ppt/slides/slide1.xml" Id="Re9ffd10221b04c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1d5f270a994a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8f7221a5fd4e28" /><Relationship Type="http://schemas.openxmlformats.org/officeDocument/2006/relationships/notesMaster" Target="/ppt/notesMasters/notesMaster1.xml" Id="R5d2c3f5e9ba142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"UniSkill: Imitating Human Videos via Cross-Embodiment Skill Representations",</a:t>
            </a:r>
          </a:p>
          <a:p xmlns:a="http://schemas.openxmlformats.org/drawingml/2006/main">
            <a:r>
              <a:t>  "paper_url": "https://arxiv.org/abs/2505.08787v4",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"unverified",</a:t>
            </a:r>
          </a:p>
          <a:p xmlns:a="http://schemas.openxmlformats.org/drawingml/2006/main">
            <a:r>
              <a:t>  "notes": "Source-native geometry and ordinary typeable labels, source mathematical glyph outlines and separately isolated photographs/icons. Source image transforms, masks and clipping retained; no whole-figure backdrop.",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"4446f50c7995807a7dfa139e8d90fbc244966d232a56e44e2c838940fba85efb",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108,</a:t>
            </a:r>
          </a:p>
          <a:p xmlns:a="http://schemas.openxmlformats.org/drawingml/2006/main">
            <a:r>
              <a:t>    73,</a:t>
            </a:r>
          </a:p>
          <a:p xmlns:a="http://schemas.openxmlformats.org/drawingml/2006/main">
            <a:r>
              <a:t>    504,</a:t>
            </a:r>
          </a:p>
          <a:p xmlns:a="http://schemas.openxmlformats.org/drawingml/2006/main">
            <a:r>
              <a:t>    235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"Source inspected; preview and independent editor QA pending.",</a:t>
            </a:r>
          </a:p>
          <a:p xmlns:a="http://schemas.openxmlformats.org/drawingml/2006/main">
            <a:r>
              <a:t>  "font_substitutions": "Type3 ordinary text uses width-fitted Times New Roman; source mathematical glyphs remain native outlines.",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"98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"unhandled image/shading at seq 27: [111.35780334472656, 153.59600830078125, 158.89202880859375, 180.33401489257812]; requires reviewed raster region",</a:t>
            </a:r>
          </a:p>
          <a:p xmlns:a="http://schemas.openxmlformats.org/drawingml/2006/main">
            <a:r>
              <a:t>    "unhandled image/shading at seq 29: [304.0557861328125, 100.58099365234375, 351.5899963378906, 127.3189926147461]; requires reviewed raster region",</a:t>
            </a:r>
          </a:p>
          <a:p xmlns:a="http://schemas.openxmlformats.org/drawingml/2006/main">
            <a:r>
              <a:t>    "unhandled image/shading at seq 31: [107.40802001953125, 158.20599365234375, 154.94224548339844, 184.94400024414062]; requires reviewed raster region",</a:t>
            </a:r>
          </a:p>
          <a:p xmlns:a="http://schemas.openxmlformats.org/drawingml/2006/main">
            <a:r>
              <a:t>    "unhandled image/shading at seq 32: [107.40802001953125, 158.20599365234375, 154.94224548339844, 184.94400024414062]; requires reviewed raster region",</a:t>
            </a:r>
          </a:p>
          <a:p xmlns:a="http://schemas.openxmlformats.org/drawingml/2006/main">
            <a:r>
              <a:t>    "unhandled image/shading at seq 34: [206.5230255126953, 100.1199951171875, 254.0572509765625, 126.85799407958984]; requires reviewed raster region",</a:t>
            </a:r>
          </a:p>
          <a:p xmlns:a="http://schemas.openxmlformats.org/drawingml/2006/main">
            <a:r>
              <a:t>    "unhandled image/shading at seq 36: [151.51419067382812, 153.59600830078125, 199.0484161376953, 180.33401489257812]; requires reviewed raster region",</a:t>
            </a:r>
          </a:p>
          <a:p xmlns:a="http://schemas.openxmlformats.org/drawingml/2006/main">
            <a:r>
              <a:t>    "unhandled image/shading at seq 38: [337.29718017578125, 100.58099365234375, 384.8313903808594, 127.3189926147461]; requires reviewed raster region",</a:t>
            </a:r>
          </a:p>
          <a:p xmlns:a="http://schemas.openxmlformats.org/drawingml/2006/main">
            <a:r>
              <a:t>    "unhandled image/shading at seq 40: [146.3751983642578, 158.20599365234375, 193.103759765625, 184.94400024414062]; requires reviewed raster region",</a:t>
            </a:r>
          </a:p>
          <a:p xmlns:a="http://schemas.openxmlformats.org/drawingml/2006/main">
            <a:r>
              <a:t>    "unhandled image/shading at seq 42: [207.22720336914062, 185.86598205566406, 253.9557647705078, 212.60398864746094]; requires reviewed raster region",</a:t>
            </a:r>
          </a:p>
          <a:p xmlns:a="http://schemas.openxmlformats.org/drawingml/2006/main">
            <a:r>
              <a:t>    "unhandled image/shading at seq 46: [301.0279846191406, 105.6520004272461, 348.56219482421875, 132.38999938964844]; requires reviewed raster region",</a:t>
            </a:r>
          </a:p>
          <a:p xmlns:a="http://schemas.openxmlformats.org/drawingml/2006/main">
            <a:r>
              <a:t>    "unhandled image/shading at seq 48: [333.54119873046875, 105.6520004272461, 380.269775390625, 132.38999938964844]; requires reviewed raster region",</a:t>
            </a:r>
          </a:p>
          <a:p xmlns:a="http://schemas.openxmlformats.org/drawingml/2006/main">
            <a:r>
              <a:t>    "unhandled image/shading at seq 80: [285.02398681640625, 162.95428466796875, 311.7619934082031, 211.08267211914062]; requires reviewed raster region",</a:t>
            </a:r>
          </a:p>
          <a:p xmlns:a="http://schemas.openxmlformats.org/drawingml/2006/main">
            <a:r>
              <a:t>    "unhandled image/shading at seq 83: [288.2509765625, 180.33399963378906, 293.7829895019531, 185.86599731445312]; requires reviewed raster region",</a:t>
            </a:r>
          </a:p>
          <a:p xmlns:a="http://schemas.openxmlformats.org/drawingml/2006/main">
            <a:r>
              <a:t>    "unhandled image/shading at seq 84: [253.67599487304688, 145.18174743652344, 280.41400146484375, 172.15225219726562]; requires reviewed raster region",</a:t>
            </a:r>
          </a:p>
          <a:p xmlns:a="http://schemas.openxmlformats.org/drawingml/2006/main">
            <a:r>
              <a:t>    "unhandled image/shading at seq 85: [248.9350128173828, 145.29800415039062, 296.46923828125, 172.0360107421875]; requires reviewed raster region",</a:t>
            </a:r>
          </a:p>
          <a:p xmlns:a="http://schemas.openxmlformats.org/drawingml/2006/main">
            <a:r>
              <a:t>    "unhandled image/shading at seq 87: [401.19598388671875, 155.11727905273438, 427.9339904785156, 203.24566650390625]; requires reviewed raster region",</a:t>
            </a:r>
          </a:p>
          <a:p xmlns:a="http://schemas.openxmlformats.org/drawingml/2006/main">
            <a:r>
              <a:t>    "unhandled image/shading at seq 90: [403.5010070800781, 172.95799255371094, 409.03302001953125, 178.489990234375]; requires reviewed raster region",</a:t>
            </a:r>
          </a:p>
          <a:p xmlns:a="http://schemas.openxmlformats.org/drawingml/2006/main">
            <a:r>
              <a:t>    "unhandled image/shading at seq 91: [448.2179870605469, 155.11727905273438, 474.95599365234375, 203.24566650390625]; requires reviewed raster region",</a:t>
            </a:r>
          </a:p>
          <a:p xmlns:a="http://schemas.openxmlformats.org/drawingml/2006/main">
            <a:r>
              <a:t>    "unhandled image/shading at seq 94: [450.52301025390625, 172.95799255371094, 456.0550231933594, 178.489990234375]; requires reviewed raster region",</a:t>
            </a:r>
          </a:p>
          <a:p xmlns:a="http://schemas.openxmlformats.org/drawingml/2006/main">
            <a:r>
              <a:t>    "unhandled image/shading at seq 102: [461.3309020996094, 192.32000732421875, 508.8651123046875, 219.05801391601562]; requires reviewed raster region",</a:t>
            </a:r>
          </a:p>
          <a:p xmlns:a="http://schemas.openxmlformats.org/drawingml/2006/main">
            <a:r>
              <a:t>    "unhandled image/shading at seq 104: [414.30889892578125, 192.32000732421875, 461.8431091308594, 219.05801391601562]; requires reviewed raster region",</a:t>
            </a:r>
          </a:p>
          <a:p xmlns:a="http://schemas.openxmlformats.org/drawingml/2006/main">
            <a:r>
              <a:t>    "unhandled image/shading at seq 106: [367.2868957519531, 192.32000732421875, 414.82110595703125, 219.05801391601562]; requires reviewed raster region",</a:t>
            </a:r>
          </a:p>
          <a:p xmlns:a="http://schemas.openxmlformats.org/drawingml/2006/main">
            <a:r>
              <a:t>    "unhandled image/shading at seq 110: [382.09356689453125, 104.72998809814453, 418.45440673828125, 131.46798706054688]; requires reviewed raster region",</a:t>
            </a:r>
          </a:p>
          <a:p xmlns:a="http://schemas.openxmlformats.org/drawingml/2006/main">
            <a:r>
              <a:t>    "unhandled image/shading at seq 111: [381.11688232421875, 104.72998809814453, 428.6510925292969, 131.46798706054688]; requires reviewed raster region",</a:t>
            </a:r>
          </a:p>
          <a:p xmlns:a="http://schemas.openxmlformats.org/drawingml/2006/main">
            <a:r>
              <a:t>    "unhandled image/shading at seq 112: [381.68157958984375, 104.72998809814453, 428.08636474609375, 131.46798706054688]; requires reviewed raster region",</a:t>
            </a:r>
          </a:p>
          <a:p xmlns:a="http://schemas.openxmlformats.org/drawingml/2006/main">
            <a:r>
              <a:t>    "unhandled image/shading at seq 114: [387.1645812988281, 100.58099365234375, 423.5254211425781, 127.3189926147461]; requires reviewed raster region",</a:t>
            </a:r>
          </a:p>
          <a:p xmlns:a="http://schemas.openxmlformats.org/drawingml/2006/main">
            <a:r>
              <a:t>    "unhandled image/shading at seq 115: [386.1878967285156, 100.58099365234375, 433.72210693359375, 127.3189926147461]; requires reviewed raster region",</a:t>
            </a:r>
          </a:p>
          <a:p xmlns:a="http://schemas.openxmlformats.org/drawingml/2006/main">
            <a:r>
              <a:t>    "unhandled image/shading at seq 117: [376.7920837402344, 108.8790054321289, 413.1529235839844, 135.61700439453125]; requires reviewed raster region",</a:t>
            </a:r>
          </a:p>
          <a:p xmlns:a="http://schemas.openxmlformats.org/drawingml/2006/main">
            <a:r>
              <a:t>    "unhandled image/shading at seq 118: [376.0458984375, 108.8790054321289, 423.5801086425781, 135.61700439453125]; requires reviewed raster region",</a:t>
            </a:r>
          </a:p>
          <a:p xmlns:a="http://schemas.openxmlformats.org/drawingml/2006/main">
            <a:r>
              <a:t>    "unhandled image/shading at seq 119: [376.610595703125, 108.8790054321289, 423.015380859375, 135.61700439453125]; requires reviewed raster region",</a:t>
            </a:r>
          </a:p>
          <a:p xmlns:a="http://schemas.openxmlformats.org/drawingml/2006/main">
            <a:r>
              <a:t>    "unhandled image/shading at seq 121: [371.7210693359375, 113.02799224853516, 408.0819091796875, 139.7659912109375]; requires reviewed raster region",</a:t>
            </a:r>
          </a:p>
          <a:p xmlns:a="http://schemas.openxmlformats.org/drawingml/2006/main">
            <a:r>
              <a:t>    "unhandled image/shading at seq 122: [371.5395812988281, 113.02799224853516, 417.9443664550781, 139.7659912109375]; requires reviewed raster region",</a:t>
            </a:r>
          </a:p>
          <a:p xmlns:a="http://schemas.openxmlformats.org/drawingml/2006/main">
            <a:r>
              <a:t>    "unhandled image/shading at seq 126: [461.1260070800781, 102.42499542236328, 466.65802001953125, 107.95699310302734]; requires reviewed raster region",</a:t>
            </a:r>
          </a:p>
          <a:p xmlns:a="http://schemas.openxmlformats.org/drawingml/2006/main">
            <a:r>
              <a:t>    "unhandled image/shading at seq 129: [456.05499267578125, 106.11299896240234, 461.5870056152344, 111.6449966430664]; requires reviewed raster region",</a:t>
            </a:r>
          </a:p>
          <a:p xmlns:a="http://schemas.openxmlformats.org/drawingml/2006/main">
            <a:r>
              <a:t>    "unhandled image/shading at seq 157: [450.9840087890625, 109.80099487304688, 456.5160217285156, 115.33299255371094]; requires reviewed raster region",</a:t>
            </a:r>
          </a:p>
          <a:p xmlns:a="http://schemas.openxmlformats.org/drawingml/2006/main">
            <a:r>
              <a:t>    "unhandled image/shading at seq 164: [127.822998046875, 102.88599395751953, 140.27000427246094, 115.33299255371094]; requires reviewed raster region",</a:t>
            </a:r>
          </a:p>
          <a:p xmlns:a="http://schemas.openxmlformats.org/drawingml/2006/main">
            <a:r>
              <a:t>    "unhandled image/shading at seq 165: [114.22350311279297, 102.88599395751953, 126.67050170898438, 115.33299255371094]; requires reviewed raster region",</a:t>
            </a:r>
          </a:p>
          <a:p xmlns:a="http://schemas.openxmlformats.org/drawingml/2006/main">
            <a:r>
              <a:t>    "unhandled image/shading at seq 168: [130.58900451660156, 123.88728332519531, 135.88241577148438, 137.6657257080078]; requires reviewed raster region",</a:t>
            </a:r>
          </a:p>
          <a:p xmlns:a="http://schemas.openxmlformats.org/drawingml/2006/main">
            <a:r>
              <a:t>    "unhandled image/shading at seq 169: [134.94830322265625, 123.99657440185547, 140.24171447753906, 137.55641174316406]; requires reviewed raster region",</a:t>
            </a:r>
          </a:p>
          <a:p xmlns:a="http://schemas.openxmlformats.org/drawingml/2006/main">
            <a:r>
              <a:t>    "unhandled image/shading at seq 170: [139.30755615234375, 123.88728332519531, 144.60096740722656, 137.6657257080078]; requires reviewed raster region",</a:t>
            </a:r>
          </a:p>
          <a:p xmlns:a="http://schemas.openxmlformats.org/drawingml/2006/main">
            <a:r>
              <a:t>    "unhandled image/shading at seq 171: [143.66685485839844, 123.88728332519531, 148.96026611328125, 137.6657257080078]; requires reviewed raster region",</a:t>
            </a:r>
          </a:p>
          <a:p xmlns:a="http://schemas.openxmlformats.org/drawingml/2006/main">
            <a:r>
              <a:t>    "unhandled image/shading at seq 172: [148.026123046875, 123.88728332519531, 153.3195343017578, 137.6657257080078]; requires reviewed raster region",</a:t>
            </a:r>
          </a:p>
          <a:p xmlns:a="http://schemas.openxmlformats.org/drawingml/2006/main">
            <a:r>
              <a:t>    "unhandled image/shading at seq 173: [152.38539123535156, 123.90242004394531, 157.67880249023438, 137.6505889892578]; requires reviewed raster region",</a:t>
            </a:r>
          </a:p>
          <a:p xmlns:a="http://schemas.openxmlformats.org/drawingml/2006/main">
            <a:r>
              <a:t>    "unhandled image/shading at seq 174: [152.38539123535156, 123.88728332519531, 157.67880249023438, 137.6657257080078]; requires reviewed raster region",</a:t>
            </a:r>
          </a:p>
          <a:p xmlns:a="http://schemas.openxmlformats.org/drawingml/2006/main">
            <a:r>
              <a:t>    "unhandled image/shading at seq 175: [156.6707305908203, 124.09199523925781, 161.80068969726562, 137.46099853515625]; requires reviewed raster region",</a:t>
            </a:r>
          </a:p>
          <a:p xmlns:a="http://schemas.openxmlformats.org/drawingml/2006/main">
            <a:r>
              <a:t>    "unhandled image/shading at seq 176: [156.66200256347656, 124.09199523925781, 161.80941772460938, 137.46099853515625]; requires reviewed raster region",</a:t>
            </a:r>
          </a:p>
          <a:p xmlns:a="http://schemas.openxmlformats.org/drawingml/2006/main">
            <a:r>
              <a:t>    "unhandled image/shading at seq 177: [160.79258728027344, 123.88728332519531, 166.08599853515625, 137.6657257080078]; requires reviewed raster region",</a:t>
            </a:r>
          </a:p>
          <a:p xmlns:a="http://schemas.openxmlformats.org/drawingml/2006/main">
            <a:r>
              <a:t>    "unhandled image/shading at seq 178: [128.28399658203125, 194.625, 133.8159942626953, 200.15699768066406]; requires reviewed raster region",</a:t>
            </a:r>
          </a:p>
          <a:p xmlns:a="http://schemas.openxmlformats.org/drawingml/2006/main">
            <a:r>
              <a:t>    "unhandled image/shading at seq 183: [208.03700256347656, 147.14199829101562, 213.56900024414062, 152.6739959716797]; requires reviewed raster region",</a:t>
            </a:r>
          </a:p>
          <a:p xmlns:a="http://schemas.openxmlformats.org/drawingml/2006/main">
            <a:r>
              <a:t>    "unhandled image/shading at seq 195: [252.52349853515625, 103.34700012207031, 264.9704895019531, 115.79399871826172]; requires reviewed raster region",</a:t>
            </a:r>
          </a:p>
          <a:p xmlns:a="http://schemas.openxmlformats.org/drawingml/2006/main">
            <a:r>
              <a:t>    "unhandled image/shading at seq 208: [317.7550048828125, 145.7589874267578, 323.2870178222656, 151.29098510742188];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"text_editability": "Source ordinary labels are typeable; source mathematical notation remains editable paths rather than live equations. Individual source photographs, decorative icons and source effects remain raster.",</a:t>
            </a:r>
          </a:p>
          <a:p xmlns:a="http://schemas.openxmlformats.org/drawingml/2006/main">
            <a:r>
              <a:t>  "native_clipping": "Convex source SVG clip boundaries applied directly to native geometry; affected cubic paths sampled at &lt;=0.12 scene-pixel spacing. Verified PDF group opacities restored for prompt and dynamics-model stacks.",</a:t>
            </a:r>
          </a:p>
          <a:p xmlns:a="http://schemas.openxmlformats.org/drawingml/2006/main">
            <a:r>
              <a:t>  "extraction_warnings_reviewed": [</a:t>
            </a:r>
          </a:p>
          <a:p xmlns:a="http://schemas.openxmlformats.org/drawingml/2006/main">
            <a:r>
              <a:t>    "Every source image instance is isolated with original SVG transforms, masks and clips; no full-panel bitmap. Source custom dashed paths expanded to native editable line segments."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f782f876914b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6e25de087148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a909065e174b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89f19c39d44a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ab386caf134f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fed20d379843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ADFA6F-9A5F-4524-9FF5-0EE4741D0E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1570" y="1748790"/>
            <a:ext cx="9052560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2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4615131-81E3-4EE5-A070-D1812F34B3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97355" y="2546033"/>
            <a:ext cx="792099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4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CD0A9B2-6307-4175-9713-04D54C02DB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1570" y="1928813"/>
            <a:ext cx="905256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83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F5BC81-4454-4F05-8BD1-40AE09E57E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6508" y="360045"/>
            <a:ext cx="10042684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2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3C64A4-225B-4A46-B6FA-8074718F60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6508" y="1285875"/>
            <a:ext cx="10042684" cy="288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430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1pPr>
            <a:lvl2pPr marL="36004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2pPr>
            <a:lvl3pPr marL="56578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3pPr>
            <a:lvl4pPr marL="77152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4pPr>
            <a:lvl5pPr marL="97726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5pPr>
            <a:lvl6pPr marL="118300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6pPr>
            <a:lvl7pPr marL="138874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7pPr>
            <a:lvl8pPr marL="159448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8pPr>
            <a:lvl9pPr marL="180022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3D9924-206A-4555-BEF7-BCF7DEAC6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6508" y="360045"/>
            <a:ext cx="10042684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2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BCCE6F-B97B-4C9A-80BD-789C57ECCD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6508" y="1285875"/>
            <a:ext cx="4667726" cy="288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430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1pPr>
            <a:lvl2pPr marL="36004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2pPr>
            <a:lvl3pPr marL="56578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3pPr>
            <a:lvl4pPr marL="77152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4pPr>
            <a:lvl5pPr marL="97726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5pPr>
            <a:lvl6pPr marL="118300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6pPr>
            <a:lvl7pPr marL="138874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7pPr>
            <a:lvl8pPr marL="159448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8pPr>
            <a:lvl9pPr marL="180022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13908F7-A208-4F58-9EEE-D1313E3D4D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11466" y="1285875"/>
            <a:ext cx="4667726" cy="288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1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430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1pPr>
            <a:lvl2pPr marL="36004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2pPr>
            <a:lvl3pPr marL="56578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3pPr>
            <a:lvl4pPr marL="77152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4pPr>
            <a:lvl5pPr marL="97726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5pPr>
            <a:lvl6pPr marL="118300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6pPr>
            <a:lvl7pPr marL="138874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7pPr>
            <a:lvl8pPr marL="159448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8pPr>
            <a:lvl9pPr marL="180022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C577D5-BBED-45AA-9029-57B34831B7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6508" y="360045"/>
            <a:ext cx="10042684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2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644B29-C01A-49AF-8C8B-2D2E2EED02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6508" y="1285875"/>
            <a:ext cx="4667726" cy="288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1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430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1pPr>
            <a:lvl2pPr marL="36004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2pPr>
            <a:lvl3pPr marL="56578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3pPr>
            <a:lvl4pPr marL="77152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4pPr>
            <a:lvl5pPr marL="97726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5pPr>
            <a:lvl6pPr marL="118300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6pPr>
            <a:lvl7pPr marL="138874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7pPr>
            <a:lvl8pPr marL="159448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8pPr>
            <a:lvl9pPr marL="1800225" indent="-154305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f2c55fa81d418b" /><Relationship Type="http://schemas.openxmlformats.org/officeDocument/2006/relationships/slideLayout" Target="/ppt/slideLayouts/slideLayout1.xml" Id="R86d6a25830e04c9d" /><Relationship Type="http://schemas.openxmlformats.org/officeDocument/2006/relationships/slideLayout" Target="/ppt/slideLayouts/slideLayout2.xml" Id="R62928de854014579" /><Relationship Type="http://schemas.openxmlformats.org/officeDocument/2006/relationships/slideLayout" Target="/ppt/slideLayouts/slideLayout3.xml" Id="Ra92db3a1fea94dfa" /><Relationship Type="http://schemas.openxmlformats.org/officeDocument/2006/relationships/slideLayout" Target="/ppt/slideLayouts/slideLayout4.xml" Id="Ra9bbf276bfe842a7" /><Relationship Type="http://schemas.openxmlformats.org/officeDocument/2006/relationships/slideLayout" Target="/ppt/slideLayouts/slideLayout5.xml" Id="R33f15dd7e4494cdc" /><Relationship Type="http://schemas.openxmlformats.org/officeDocument/2006/relationships/slideLayout" Target="/ppt/slideLayouts/slideLayout6.xml" Id="Rfeba49dff9f64a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d6a25830e04c9d"/>
    <p:sldLayoutId xmlns:r="http://schemas.openxmlformats.org/officeDocument/2006/relationships" id="2147483650" r:id="R62928de854014579"/>
    <p:sldLayoutId xmlns:r="http://schemas.openxmlformats.org/officeDocument/2006/relationships" id="2147483651" r:id="Ra92db3a1fea94dfa"/>
    <p:sldLayoutId xmlns:r="http://schemas.openxmlformats.org/officeDocument/2006/relationships" id="2147483652" r:id="Ra9bbf276bfe842a7"/>
    <p:sldLayoutId xmlns:r="http://schemas.openxmlformats.org/officeDocument/2006/relationships" id="2147483653" r:id="R33f15dd7e4494cdc"/>
    <p:sldLayoutId xmlns:r="http://schemas.openxmlformats.org/officeDocument/2006/relationships" id="2147483654" r:id="Rfeba49dff9f64a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f084e480474fa3" /><Relationship Type="http://schemas.openxmlformats.org/officeDocument/2006/relationships/image" Target="/ppt/media/image.png" Id="R2dd92577f1aa4e59" /><Relationship Type="http://schemas.openxmlformats.org/officeDocument/2006/relationships/image" Target="/ppt/media/image2.png" Id="R8c2ae73c76a44e8a" /><Relationship Type="http://schemas.openxmlformats.org/officeDocument/2006/relationships/image" Target="/ppt/media/image3.png" Id="Rb685468498af41ef" /><Relationship Type="http://schemas.openxmlformats.org/officeDocument/2006/relationships/image" Target="/ppt/media/image4.png" Id="Ra21b43b82aaa47a7" /><Relationship Type="http://schemas.openxmlformats.org/officeDocument/2006/relationships/image" Target="/ppt/media/image5.png" Id="R0d2e7d726fb04399" /><Relationship Type="http://schemas.openxmlformats.org/officeDocument/2006/relationships/image" Target="/ppt/media/image6.png" Id="R758b7dd1896e4b84" /><Relationship Type="http://schemas.openxmlformats.org/officeDocument/2006/relationships/image" Target="/ppt/media/image7.png" Id="R1fe639c3666040eb" /><Relationship Type="http://schemas.openxmlformats.org/officeDocument/2006/relationships/image" Target="/ppt/media/image8.png" Id="Rb89aff2c2f724653" /><Relationship Type="http://schemas.openxmlformats.org/officeDocument/2006/relationships/image" Target="/ppt/media/image9.png" Id="Re0a4a587c0704ac4" /><Relationship Type="http://schemas.openxmlformats.org/officeDocument/2006/relationships/image" Target="/ppt/media/image10.png" Id="R1a916ac5ff514199" /><Relationship Type="http://schemas.openxmlformats.org/officeDocument/2006/relationships/image" Target="/ppt/media/image11.png" Id="R466879e29ea74675" /><Relationship Type="http://schemas.openxmlformats.org/officeDocument/2006/relationships/image" Target="/ppt/media/image12.png" Id="R5dd1b178ec094172" /><Relationship Type="http://schemas.openxmlformats.org/officeDocument/2006/relationships/image" Target="/ppt/media/image13.png" Id="Rc6212420c48e4db7" /><Relationship Type="http://schemas.openxmlformats.org/officeDocument/2006/relationships/image" Target="/ppt/media/image14.png" Id="Ra7a8ec3845ec4cc8" /><Relationship Type="http://schemas.openxmlformats.org/officeDocument/2006/relationships/image" Target="/ppt/media/image15.png" Id="R17bd8cde7c6f4ddf" /><Relationship Type="http://schemas.openxmlformats.org/officeDocument/2006/relationships/image" Target="/ppt/media/image16.png" Id="R859007b49b3844c6" /><Relationship Type="http://schemas.openxmlformats.org/officeDocument/2006/relationships/image" Target="/ppt/media/image17.png" Id="R68e812b8aa1446aa" /><Relationship Type="http://schemas.openxmlformats.org/officeDocument/2006/relationships/image" Target="/ppt/media/image18.png" Id="Rb8c48a4c019b4897" /><Relationship Type="http://schemas.openxmlformats.org/officeDocument/2006/relationships/image" Target="/ppt/media/image19.png" Id="Rbed0ee91be7d4d5a" /><Relationship Type="http://schemas.openxmlformats.org/officeDocument/2006/relationships/image" Target="/ppt/media/image20.png" Id="R3e9c2162e6ab48bc" /><Relationship Type="http://schemas.openxmlformats.org/officeDocument/2006/relationships/image" Target="/ppt/media/image21.png" Id="R23b6c3162ca14537" /><Relationship Type="http://schemas.openxmlformats.org/officeDocument/2006/relationships/image" Target="/ppt/media/image22.png" Id="Rf8e2989ecaca47f5" /><Relationship Type="http://schemas.openxmlformats.org/officeDocument/2006/relationships/image" Target="/ppt/media/image23.png" Id="Ra80395d83a634a62" /><Relationship Type="http://schemas.openxmlformats.org/officeDocument/2006/relationships/image" Target="/ppt/media/image24.png" Id="R5b81649d26704458" /><Relationship Type="http://schemas.openxmlformats.org/officeDocument/2006/relationships/image" Target="/ppt/media/image25.png" Id="R93c276b081694ba5" /><Relationship Type="http://schemas.openxmlformats.org/officeDocument/2006/relationships/image" Target="/ppt/media/image26.png" Id="Ra18de8d1e8ae47b7" /><Relationship Type="http://schemas.openxmlformats.org/officeDocument/2006/relationships/image" Target="/ppt/media/image27.png" Id="R42d6b96dc126486b" /><Relationship Type="http://schemas.openxmlformats.org/officeDocument/2006/relationships/image" Target="/ppt/media/image28.png" Id="Ra5845e014f414d4b" /><Relationship Type="http://schemas.openxmlformats.org/officeDocument/2006/relationships/image" Target="/ppt/media/image29.png" Id="Rf489800fa4d94db5" /><Relationship Type="http://schemas.openxmlformats.org/officeDocument/2006/relationships/image" Target="/ppt/media/image30.png" Id="Rc09792810703484a" /><Relationship Type="http://schemas.openxmlformats.org/officeDocument/2006/relationships/image" Target="/ppt/media/image31.png" Id="Rc66a0c1aa213453a" /><Relationship Type="http://schemas.openxmlformats.org/officeDocument/2006/relationships/image" Target="/ppt/media/image32.png" Id="Red24ba7c97624c99" /><Relationship Type="http://schemas.openxmlformats.org/officeDocument/2006/relationships/image" Target="/ppt/media/image33.png" Id="Rc1471f1d698848c0" /><Relationship Type="http://schemas.openxmlformats.org/officeDocument/2006/relationships/image" Target="/ppt/media/image34.png" Id="R8df8db5f921b4085" /><Relationship Type="http://schemas.openxmlformats.org/officeDocument/2006/relationships/image" Target="/ppt/media/image35.png" Id="Rafcb3df288854a2b" /><Relationship Type="http://schemas.openxmlformats.org/officeDocument/2006/relationships/image" Target="/ppt/media/image36.png" Id="R10e4554685ac401a" /><Relationship Type="http://schemas.openxmlformats.org/officeDocument/2006/relationships/image" Target="/ppt/media/image37.png" Id="R657044aceb464758" /><Relationship Type="http://schemas.openxmlformats.org/officeDocument/2006/relationships/image" Target="/ppt/media/image38.png" Id="R2f94469beaf4462d" /><Relationship Type="http://schemas.openxmlformats.org/officeDocument/2006/relationships/image" Target="/ppt/media/image39.png" Id="Rb38d708beffe4000" /><Relationship Type="http://schemas.openxmlformats.org/officeDocument/2006/relationships/image" Target="/ppt/media/image40.png" Id="Raa291dfe46a1436c" /><Relationship Type="http://schemas.openxmlformats.org/officeDocument/2006/relationships/image" Target="/ppt/media/image41.png" Id="R0fa92fa06a2a4b11" /><Relationship Type="http://schemas.openxmlformats.org/officeDocument/2006/relationships/image" Target="/ppt/media/image42.png" Id="Rb683e84264df4b7e" /><Relationship Type="http://schemas.openxmlformats.org/officeDocument/2006/relationships/image" Target="/ppt/media/image43.png" Id="R07a7bab0c6754bdd" /><Relationship Type="http://schemas.openxmlformats.org/officeDocument/2006/relationships/image" Target="/ppt/media/image44.png" Id="R05de733b1ecb498d" /><Relationship Type="http://schemas.openxmlformats.org/officeDocument/2006/relationships/image" Target="/ppt/media/image45.png" Id="Rd752a01edc434672" /><Relationship Type="http://schemas.openxmlformats.org/officeDocument/2006/relationships/image" Target="/ppt/media/image46.png" Id="R588ca7ece8e04681" /><Relationship Type="http://schemas.openxmlformats.org/officeDocument/2006/relationships/image" Target="/ppt/media/image47.png" Id="R1f4ad9bddd6949be" /><Relationship Type="http://schemas.openxmlformats.org/officeDocument/2006/relationships/image" Target="/ppt/media/image48.png" Id="Rccba448d5c6b4b33" /><Relationship Type="http://schemas.openxmlformats.org/officeDocument/2006/relationships/image" Target="/ppt/media/image49.png" Id="R76d615bc00584662" /><Relationship Type="http://schemas.openxmlformats.org/officeDocument/2006/relationships/image" Target="/ppt/media/image50.png" Id="Rd4c7aae426d44277" /><Relationship Type="http://schemas.openxmlformats.org/officeDocument/2006/relationships/image" Target="/ppt/media/image51.png" Id="Rd24c9b70907b4d07" /><Relationship Type="http://schemas.openxmlformats.org/officeDocument/2006/relationships/notesSlide" Target="/ppt/notesSlides/notesSlide1.xml" Id="Rf2ab9e93937e48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2" name="pdf-path-1">
            <a:extLst xmlns:a="http://schemas.openxmlformats.org/drawingml/2006/main">
              <a:ext uri="{FF2B5EF4-FFF2-40B4-BE49-F238E27FC236}">
                <a16:creationId xmlns:a16="http://schemas.microsoft.com/office/drawing/2014/main" id="{E95B5A8D-3053-4777-A1B0-71E39085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46" y="37262"/>
            <a:ext cx="7521825" cy="4571057"/>
          </a:xfrm>
          <a:custGeom xmlns:a="http://schemas.openxmlformats.org/drawingml/2006/main">
            <a:pathLst>
              <a:path w="7521825" h="4571057">
                <a:moveTo>
                  <a:pt x="0" y="263462"/>
                </a:moveTo>
                <a:cubicBezTo>
                  <a:pt x="0" y="117956"/>
                  <a:pt x="117956" y="0"/>
                  <a:pt x="263462" y="0"/>
                </a:cubicBezTo>
                <a:lnTo>
                  <a:pt x="7258364" y="0"/>
                </a:lnTo>
                <a:cubicBezTo>
                  <a:pt x="7403870" y="0"/>
                  <a:pt x="7521825" y="117956"/>
                  <a:pt x="7521825" y="263462"/>
                </a:cubicBezTo>
                <a:lnTo>
                  <a:pt x="7521825" y="4307595"/>
                </a:lnTo>
                <a:cubicBezTo>
                  <a:pt x="7521825" y="4453101"/>
                  <a:pt x="7403870" y="4571057"/>
                  <a:pt x="7258364" y="4571057"/>
                </a:cubicBezTo>
                <a:lnTo>
                  <a:pt x="263461" y="4571057"/>
                </a:lnTo>
                <a:cubicBezTo>
                  <a:pt x="117956" y="4571057"/>
                  <a:pt x="0" y="4453101"/>
                  <a:pt x="0" y="4307595"/>
                </a:cubicBezTo>
                <a:lnTo>
                  <a:pt x="0" y="263462"/>
                </a:lnTo>
              </a:path>
            </a:pathLst>
          </a:custGeom>
          <a:solidFill xmlns:a="http://schemas.openxmlformats.org/drawingml/2006/main">
            <a:srgbClr val="FAFF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2">
            <a:extLst xmlns:a="http://schemas.openxmlformats.org/drawingml/2006/main">
              <a:ext uri="{FF2B5EF4-FFF2-40B4-BE49-F238E27FC236}">
                <a16:creationId xmlns:a16="http://schemas.microsoft.com/office/drawing/2014/main" id="{88920483-9A1B-4463-998A-F6D71A98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" y="24089"/>
            <a:ext cx="7548172" cy="4597403"/>
          </a:xfrm>
          <a:custGeom xmlns:a="http://schemas.openxmlformats.org/drawingml/2006/main">
            <a:pathLst>
              <a:path w="7548172" h="4597403">
                <a:moveTo>
                  <a:pt x="276635" y="13173"/>
                </a:moveTo>
                <a:lnTo>
                  <a:pt x="276635" y="26346"/>
                </a:lnTo>
                <a:lnTo>
                  <a:pt x="7271537" y="26346"/>
                </a:lnTo>
                <a:lnTo>
                  <a:pt x="7271537" y="13173"/>
                </a:lnTo>
                <a:lnTo>
                  <a:pt x="7271537" y="13173"/>
                </a:lnTo>
                <a:lnTo>
                  <a:pt x="276635" y="13173"/>
                </a:lnTo>
                <a:lnTo>
                  <a:pt x="276635" y="13173"/>
                </a:lnTo>
                <a:lnTo>
                  <a:pt x="276635" y="13173"/>
                </a:lnTo>
                <a:close/>
                <a:moveTo>
                  <a:pt x="7534999" y="276635"/>
                </a:moveTo>
                <a:lnTo>
                  <a:pt x="7521825" y="276635"/>
                </a:lnTo>
                <a:lnTo>
                  <a:pt x="7521825" y="4320768"/>
                </a:lnTo>
                <a:lnTo>
                  <a:pt x="7534999" y="4320768"/>
                </a:lnTo>
                <a:lnTo>
                  <a:pt x="7534999" y="4320768"/>
                </a:lnTo>
                <a:lnTo>
                  <a:pt x="7534999" y="276635"/>
                </a:lnTo>
                <a:lnTo>
                  <a:pt x="7534999" y="276635"/>
                </a:lnTo>
                <a:close/>
                <a:moveTo>
                  <a:pt x="7271537" y="4584230"/>
                </a:moveTo>
                <a:lnTo>
                  <a:pt x="7271537" y="4571057"/>
                </a:lnTo>
                <a:lnTo>
                  <a:pt x="276634" y="4571057"/>
                </a:lnTo>
                <a:lnTo>
                  <a:pt x="276634" y="4584230"/>
                </a:lnTo>
                <a:lnTo>
                  <a:pt x="276634" y="4584230"/>
                </a:lnTo>
                <a:lnTo>
                  <a:pt x="7271537" y="4584230"/>
                </a:lnTo>
                <a:lnTo>
                  <a:pt x="7271537" y="4584230"/>
                </a:lnTo>
                <a:close/>
                <a:moveTo>
                  <a:pt x="13173" y="4320768"/>
                </a:moveTo>
                <a:lnTo>
                  <a:pt x="26346" y="4320768"/>
                </a:lnTo>
                <a:lnTo>
                  <a:pt x="26346" y="276635"/>
                </a:lnTo>
                <a:lnTo>
                  <a:pt x="13173" y="276635"/>
                </a:lnTo>
                <a:close/>
                <a:moveTo>
                  <a:pt x="276634" y="4584230"/>
                </a:moveTo>
                <a:lnTo>
                  <a:pt x="276634" y="4571057"/>
                </a:lnTo>
                <a:lnTo>
                  <a:pt x="275546" y="4571055"/>
                </a:lnTo>
                <a:lnTo>
                  <a:pt x="274460" y="4571048"/>
                </a:lnTo>
                <a:lnTo>
                  <a:pt x="273374" y="4571036"/>
                </a:lnTo>
                <a:lnTo>
                  <a:pt x="272289" y="4571020"/>
                </a:lnTo>
                <a:lnTo>
                  <a:pt x="271206" y="4570999"/>
                </a:lnTo>
                <a:lnTo>
                  <a:pt x="270124" y="4570974"/>
                </a:lnTo>
                <a:lnTo>
                  <a:pt x="269042" y="4570944"/>
                </a:lnTo>
                <a:lnTo>
                  <a:pt x="267962" y="4570909"/>
                </a:lnTo>
                <a:lnTo>
                  <a:pt x="266883" y="4570870"/>
                </a:lnTo>
                <a:lnTo>
                  <a:pt x="265806" y="4570827"/>
                </a:lnTo>
                <a:lnTo>
                  <a:pt x="264729" y="4570779"/>
                </a:lnTo>
                <a:lnTo>
                  <a:pt x="263654" y="4570726"/>
                </a:lnTo>
                <a:lnTo>
                  <a:pt x="262580" y="4570669"/>
                </a:lnTo>
                <a:lnTo>
                  <a:pt x="261507" y="4570607"/>
                </a:lnTo>
                <a:lnTo>
                  <a:pt x="260435" y="4570541"/>
                </a:lnTo>
                <a:lnTo>
                  <a:pt x="259364" y="4570470"/>
                </a:lnTo>
                <a:lnTo>
                  <a:pt x="258295" y="4570395"/>
                </a:lnTo>
                <a:lnTo>
                  <a:pt x="257227" y="4570316"/>
                </a:lnTo>
                <a:lnTo>
                  <a:pt x="256160" y="4570232"/>
                </a:lnTo>
                <a:lnTo>
                  <a:pt x="255095" y="4570143"/>
                </a:lnTo>
                <a:lnTo>
                  <a:pt x="254030" y="4570050"/>
                </a:lnTo>
                <a:lnTo>
                  <a:pt x="252967" y="4569953"/>
                </a:lnTo>
                <a:lnTo>
                  <a:pt x="251906" y="4569851"/>
                </a:lnTo>
                <a:lnTo>
                  <a:pt x="250845" y="4569744"/>
                </a:lnTo>
                <a:lnTo>
                  <a:pt x="249786" y="4569634"/>
                </a:lnTo>
                <a:lnTo>
                  <a:pt x="248728" y="4569519"/>
                </a:lnTo>
                <a:lnTo>
                  <a:pt x="247672" y="4569399"/>
                </a:lnTo>
                <a:lnTo>
                  <a:pt x="246616" y="4569275"/>
                </a:lnTo>
                <a:lnTo>
                  <a:pt x="245563" y="4569147"/>
                </a:lnTo>
                <a:lnTo>
                  <a:pt x="244510" y="4569015"/>
                </a:lnTo>
                <a:lnTo>
                  <a:pt x="243459" y="4568878"/>
                </a:lnTo>
                <a:lnTo>
                  <a:pt x="242409" y="4568736"/>
                </a:lnTo>
                <a:lnTo>
                  <a:pt x="241361" y="4568591"/>
                </a:lnTo>
                <a:lnTo>
                  <a:pt x="240314" y="4568441"/>
                </a:lnTo>
                <a:lnTo>
                  <a:pt x="239269" y="4568287"/>
                </a:lnTo>
                <a:lnTo>
                  <a:pt x="238224" y="4568128"/>
                </a:lnTo>
                <a:lnTo>
                  <a:pt x="237182" y="4567965"/>
                </a:lnTo>
                <a:lnTo>
                  <a:pt x="236140" y="4567798"/>
                </a:lnTo>
                <a:lnTo>
                  <a:pt x="235100" y="4567627"/>
                </a:lnTo>
                <a:lnTo>
                  <a:pt x="234062" y="4567451"/>
                </a:lnTo>
                <a:lnTo>
                  <a:pt x="233025" y="4567271"/>
                </a:lnTo>
                <a:lnTo>
                  <a:pt x="231990" y="4567087"/>
                </a:lnTo>
                <a:lnTo>
                  <a:pt x="230955" y="4566898"/>
                </a:lnTo>
                <a:lnTo>
                  <a:pt x="229923" y="4566706"/>
                </a:lnTo>
                <a:lnTo>
                  <a:pt x="228892" y="4566509"/>
                </a:lnTo>
                <a:lnTo>
                  <a:pt x="227862" y="4566308"/>
                </a:lnTo>
                <a:lnTo>
                  <a:pt x="226834" y="4566102"/>
                </a:lnTo>
                <a:lnTo>
                  <a:pt x="225808" y="4565893"/>
                </a:lnTo>
                <a:lnTo>
                  <a:pt x="224783" y="4565679"/>
                </a:lnTo>
                <a:lnTo>
                  <a:pt x="223759" y="4565461"/>
                </a:lnTo>
                <a:lnTo>
                  <a:pt x="222737" y="4565239"/>
                </a:lnTo>
                <a:lnTo>
                  <a:pt x="221717" y="4565013"/>
                </a:lnTo>
                <a:lnTo>
                  <a:pt x="220698" y="4564783"/>
                </a:lnTo>
                <a:lnTo>
                  <a:pt x="219681" y="4564548"/>
                </a:lnTo>
                <a:lnTo>
                  <a:pt x="218665" y="4564310"/>
                </a:lnTo>
                <a:lnTo>
                  <a:pt x="217651" y="4564067"/>
                </a:lnTo>
                <a:lnTo>
                  <a:pt x="216639" y="4563820"/>
                </a:lnTo>
                <a:lnTo>
                  <a:pt x="215628" y="4563569"/>
                </a:lnTo>
                <a:lnTo>
                  <a:pt x="214619" y="4563314"/>
                </a:lnTo>
                <a:lnTo>
                  <a:pt x="213611" y="4563055"/>
                </a:lnTo>
                <a:lnTo>
                  <a:pt x="212605" y="4562792"/>
                </a:lnTo>
                <a:lnTo>
                  <a:pt x="211601" y="4562525"/>
                </a:lnTo>
                <a:lnTo>
                  <a:pt x="210598" y="4562254"/>
                </a:lnTo>
                <a:lnTo>
                  <a:pt x="209598" y="4561978"/>
                </a:lnTo>
                <a:lnTo>
                  <a:pt x="208598" y="4561699"/>
                </a:lnTo>
                <a:lnTo>
                  <a:pt x="207601" y="4561415"/>
                </a:lnTo>
                <a:lnTo>
                  <a:pt x="206605" y="4561128"/>
                </a:lnTo>
                <a:lnTo>
                  <a:pt x="205611" y="4560837"/>
                </a:lnTo>
                <a:lnTo>
                  <a:pt x="204618" y="4560541"/>
                </a:lnTo>
                <a:lnTo>
                  <a:pt x="203627" y="4560242"/>
                </a:lnTo>
                <a:lnTo>
                  <a:pt x="202638" y="4559938"/>
                </a:lnTo>
                <a:lnTo>
                  <a:pt x="201651" y="4559631"/>
                </a:lnTo>
                <a:lnTo>
                  <a:pt x="200666" y="4559320"/>
                </a:lnTo>
                <a:lnTo>
                  <a:pt x="199682" y="4559004"/>
                </a:lnTo>
                <a:lnTo>
                  <a:pt x="198700" y="4558685"/>
                </a:lnTo>
                <a:lnTo>
                  <a:pt x="197720" y="4558362"/>
                </a:lnTo>
                <a:lnTo>
                  <a:pt x="196741" y="4558035"/>
                </a:lnTo>
                <a:lnTo>
                  <a:pt x="195765" y="4557704"/>
                </a:lnTo>
                <a:lnTo>
                  <a:pt x="194790" y="4557369"/>
                </a:lnTo>
                <a:lnTo>
                  <a:pt x="193817" y="4557030"/>
                </a:lnTo>
                <a:lnTo>
                  <a:pt x="192846" y="4556688"/>
                </a:lnTo>
                <a:lnTo>
                  <a:pt x="191876" y="4556341"/>
                </a:lnTo>
                <a:lnTo>
                  <a:pt x="190909" y="4555991"/>
                </a:lnTo>
                <a:lnTo>
                  <a:pt x="189943" y="4555637"/>
                </a:lnTo>
                <a:lnTo>
                  <a:pt x="188980" y="4555278"/>
                </a:lnTo>
                <a:lnTo>
                  <a:pt x="188018" y="4554916"/>
                </a:lnTo>
                <a:lnTo>
                  <a:pt x="187058" y="4554551"/>
                </a:lnTo>
                <a:lnTo>
                  <a:pt x="186100" y="4554181"/>
                </a:lnTo>
                <a:lnTo>
                  <a:pt x="185143" y="4553808"/>
                </a:lnTo>
                <a:lnTo>
                  <a:pt x="184189" y="4553430"/>
                </a:lnTo>
                <a:lnTo>
                  <a:pt x="183237" y="4553049"/>
                </a:lnTo>
                <a:lnTo>
                  <a:pt x="182286" y="4552665"/>
                </a:lnTo>
                <a:lnTo>
                  <a:pt x="181338" y="4552276"/>
                </a:lnTo>
                <a:lnTo>
                  <a:pt x="180391" y="4551884"/>
                </a:lnTo>
                <a:lnTo>
                  <a:pt x="179447" y="4551488"/>
                </a:lnTo>
                <a:lnTo>
                  <a:pt x="178504" y="4551088"/>
                </a:lnTo>
                <a:lnTo>
                  <a:pt x="177563" y="4550684"/>
                </a:lnTo>
                <a:lnTo>
                  <a:pt x="176625" y="4550277"/>
                </a:lnTo>
                <a:lnTo>
                  <a:pt x="175688" y="4549866"/>
                </a:lnTo>
                <a:lnTo>
                  <a:pt x="174753" y="4549451"/>
                </a:lnTo>
                <a:lnTo>
                  <a:pt x="173821" y="4549033"/>
                </a:lnTo>
                <a:lnTo>
                  <a:pt x="172890" y="4548611"/>
                </a:lnTo>
                <a:lnTo>
                  <a:pt x="171961" y="4548185"/>
                </a:lnTo>
                <a:lnTo>
                  <a:pt x="171035" y="4547755"/>
                </a:lnTo>
                <a:lnTo>
                  <a:pt x="170110" y="4547322"/>
                </a:lnTo>
                <a:lnTo>
                  <a:pt x="169188" y="4546885"/>
                </a:lnTo>
                <a:lnTo>
                  <a:pt x="168268" y="4546445"/>
                </a:lnTo>
                <a:lnTo>
                  <a:pt x="167349" y="4546001"/>
                </a:lnTo>
                <a:lnTo>
                  <a:pt x="166433" y="4545553"/>
                </a:lnTo>
                <a:lnTo>
                  <a:pt x="165519" y="4545102"/>
                </a:lnTo>
                <a:lnTo>
                  <a:pt x="164607" y="4544647"/>
                </a:lnTo>
                <a:lnTo>
                  <a:pt x="163697" y="4544188"/>
                </a:lnTo>
                <a:lnTo>
                  <a:pt x="162789" y="4543726"/>
                </a:lnTo>
                <a:lnTo>
                  <a:pt x="161884" y="4543261"/>
                </a:lnTo>
                <a:lnTo>
                  <a:pt x="160980" y="4542791"/>
                </a:lnTo>
                <a:lnTo>
                  <a:pt x="160079" y="4542318"/>
                </a:lnTo>
                <a:lnTo>
                  <a:pt x="159180" y="4541842"/>
                </a:lnTo>
                <a:lnTo>
                  <a:pt x="158283" y="4541362"/>
                </a:lnTo>
                <a:lnTo>
                  <a:pt x="157388" y="4540879"/>
                </a:lnTo>
                <a:lnTo>
                  <a:pt x="156495" y="4540392"/>
                </a:lnTo>
                <a:lnTo>
                  <a:pt x="155605" y="4539901"/>
                </a:lnTo>
                <a:lnTo>
                  <a:pt x="154717" y="4539407"/>
                </a:lnTo>
                <a:lnTo>
                  <a:pt x="153831" y="4538910"/>
                </a:lnTo>
                <a:lnTo>
                  <a:pt x="152947" y="4538409"/>
                </a:lnTo>
                <a:lnTo>
                  <a:pt x="152065" y="4537904"/>
                </a:lnTo>
                <a:lnTo>
                  <a:pt x="151186" y="4537397"/>
                </a:lnTo>
                <a:lnTo>
                  <a:pt x="150309" y="4536885"/>
                </a:lnTo>
                <a:lnTo>
                  <a:pt x="149434" y="4536370"/>
                </a:lnTo>
                <a:lnTo>
                  <a:pt x="148562" y="4535852"/>
                </a:lnTo>
                <a:lnTo>
                  <a:pt x="147692" y="4535330"/>
                </a:lnTo>
                <a:lnTo>
                  <a:pt x="146824" y="4534805"/>
                </a:lnTo>
                <a:lnTo>
                  <a:pt x="145958" y="4534277"/>
                </a:lnTo>
                <a:lnTo>
                  <a:pt x="145095" y="4533745"/>
                </a:lnTo>
                <a:lnTo>
                  <a:pt x="144234" y="4533210"/>
                </a:lnTo>
                <a:lnTo>
                  <a:pt x="143375" y="4532671"/>
                </a:lnTo>
                <a:lnTo>
                  <a:pt x="142519" y="4532129"/>
                </a:lnTo>
                <a:lnTo>
                  <a:pt x="141665" y="4531583"/>
                </a:lnTo>
                <a:lnTo>
                  <a:pt x="140813" y="4531035"/>
                </a:lnTo>
                <a:lnTo>
                  <a:pt x="139964" y="4530482"/>
                </a:lnTo>
                <a:lnTo>
                  <a:pt x="139117" y="4529927"/>
                </a:lnTo>
                <a:lnTo>
                  <a:pt x="138273" y="4529368"/>
                </a:lnTo>
                <a:lnTo>
                  <a:pt x="137431" y="4528806"/>
                </a:lnTo>
                <a:lnTo>
                  <a:pt x="136591" y="4528241"/>
                </a:lnTo>
                <a:lnTo>
                  <a:pt x="135754" y="4527672"/>
                </a:lnTo>
                <a:lnTo>
                  <a:pt x="134919" y="4527100"/>
                </a:lnTo>
                <a:lnTo>
                  <a:pt x="134086" y="4526525"/>
                </a:lnTo>
                <a:lnTo>
                  <a:pt x="133256" y="4525946"/>
                </a:lnTo>
                <a:lnTo>
                  <a:pt x="132429" y="4525364"/>
                </a:lnTo>
                <a:lnTo>
                  <a:pt x="131604" y="4524779"/>
                </a:lnTo>
                <a:lnTo>
                  <a:pt x="130781" y="4524191"/>
                </a:lnTo>
                <a:lnTo>
                  <a:pt x="129961" y="4523599"/>
                </a:lnTo>
                <a:lnTo>
                  <a:pt x="129144" y="4523005"/>
                </a:lnTo>
                <a:lnTo>
                  <a:pt x="128329" y="4522407"/>
                </a:lnTo>
                <a:lnTo>
                  <a:pt x="127516" y="4521805"/>
                </a:lnTo>
                <a:lnTo>
                  <a:pt x="126706" y="4521201"/>
                </a:lnTo>
                <a:lnTo>
                  <a:pt x="125898" y="4520593"/>
                </a:lnTo>
                <a:lnTo>
                  <a:pt x="125093" y="4519983"/>
                </a:lnTo>
                <a:lnTo>
                  <a:pt x="124291" y="4519369"/>
                </a:lnTo>
                <a:lnTo>
                  <a:pt x="123491" y="4518752"/>
                </a:lnTo>
                <a:lnTo>
                  <a:pt x="122693" y="4518131"/>
                </a:lnTo>
                <a:lnTo>
                  <a:pt x="121899" y="4517508"/>
                </a:lnTo>
                <a:lnTo>
                  <a:pt x="121106" y="4516881"/>
                </a:lnTo>
                <a:lnTo>
                  <a:pt x="120317" y="4516252"/>
                </a:lnTo>
                <a:lnTo>
                  <a:pt x="119530" y="4515619"/>
                </a:lnTo>
                <a:lnTo>
                  <a:pt x="118745" y="4514983"/>
                </a:lnTo>
                <a:lnTo>
                  <a:pt x="117964" y="4514344"/>
                </a:lnTo>
                <a:lnTo>
                  <a:pt x="117185" y="4513702"/>
                </a:lnTo>
                <a:lnTo>
                  <a:pt x="116408" y="4513057"/>
                </a:lnTo>
                <a:lnTo>
                  <a:pt x="115634" y="4512409"/>
                </a:lnTo>
                <a:lnTo>
                  <a:pt x="114863" y="4511758"/>
                </a:lnTo>
                <a:lnTo>
                  <a:pt x="114094" y="4511103"/>
                </a:lnTo>
                <a:lnTo>
                  <a:pt x="113328" y="4510446"/>
                </a:lnTo>
                <a:lnTo>
                  <a:pt x="112565" y="4509786"/>
                </a:lnTo>
                <a:lnTo>
                  <a:pt x="111805" y="4509122"/>
                </a:lnTo>
                <a:lnTo>
                  <a:pt x="111047" y="4508456"/>
                </a:lnTo>
                <a:lnTo>
                  <a:pt x="110292" y="4507787"/>
                </a:lnTo>
                <a:lnTo>
                  <a:pt x="109540" y="4507114"/>
                </a:lnTo>
                <a:lnTo>
                  <a:pt x="108790" y="4506439"/>
                </a:lnTo>
                <a:lnTo>
                  <a:pt x="108043" y="4505761"/>
                </a:lnTo>
                <a:lnTo>
                  <a:pt x="107299" y="4505079"/>
                </a:lnTo>
                <a:lnTo>
                  <a:pt x="106558" y="4504395"/>
                </a:lnTo>
                <a:lnTo>
                  <a:pt x="105819" y="4503708"/>
                </a:lnTo>
                <a:lnTo>
                  <a:pt x="105083" y="4503018"/>
                </a:lnTo>
                <a:lnTo>
                  <a:pt x="104350" y="4502325"/>
                </a:lnTo>
                <a:lnTo>
                  <a:pt x="103620" y="4501629"/>
                </a:lnTo>
                <a:lnTo>
                  <a:pt x="102892" y="4500930"/>
                </a:lnTo>
                <a:lnTo>
                  <a:pt x="102168" y="4500228"/>
                </a:lnTo>
                <a:lnTo>
                  <a:pt x="101446" y="4499523"/>
                </a:lnTo>
                <a:lnTo>
                  <a:pt x="100727" y="4498816"/>
                </a:lnTo>
                <a:lnTo>
                  <a:pt x="100011" y="4498105"/>
                </a:lnTo>
                <a:lnTo>
                  <a:pt x="99297" y="4497392"/>
                </a:lnTo>
                <a:lnTo>
                  <a:pt x="98587" y="4496676"/>
                </a:lnTo>
                <a:lnTo>
                  <a:pt x="97880" y="4495957"/>
                </a:lnTo>
                <a:lnTo>
                  <a:pt x="97175" y="4495235"/>
                </a:lnTo>
                <a:lnTo>
                  <a:pt x="96473" y="4494511"/>
                </a:lnTo>
                <a:lnTo>
                  <a:pt x="95774" y="4493783"/>
                </a:lnTo>
                <a:lnTo>
                  <a:pt x="95078" y="4493053"/>
                </a:lnTo>
                <a:lnTo>
                  <a:pt x="94385" y="4492320"/>
                </a:lnTo>
                <a:lnTo>
                  <a:pt x="93695" y="4491584"/>
                </a:lnTo>
                <a:lnTo>
                  <a:pt x="93008" y="4490845"/>
                </a:lnTo>
                <a:lnTo>
                  <a:pt x="92324" y="4490104"/>
                </a:lnTo>
                <a:lnTo>
                  <a:pt x="91642" y="4489360"/>
                </a:lnTo>
                <a:lnTo>
                  <a:pt x="90964" y="4488613"/>
                </a:lnTo>
                <a:lnTo>
                  <a:pt x="90289" y="4487863"/>
                </a:lnTo>
                <a:lnTo>
                  <a:pt x="89616" y="4487111"/>
                </a:lnTo>
                <a:lnTo>
                  <a:pt x="88947" y="4486356"/>
                </a:lnTo>
                <a:lnTo>
                  <a:pt x="88281" y="4485598"/>
                </a:lnTo>
                <a:lnTo>
                  <a:pt x="87617" y="4484838"/>
                </a:lnTo>
                <a:lnTo>
                  <a:pt x="86957" y="4484074"/>
                </a:lnTo>
                <a:lnTo>
                  <a:pt x="86299" y="4483308"/>
                </a:lnTo>
                <a:lnTo>
                  <a:pt x="85645" y="4482540"/>
                </a:lnTo>
                <a:lnTo>
                  <a:pt x="84994" y="4481769"/>
                </a:lnTo>
                <a:lnTo>
                  <a:pt x="84346" y="4480995"/>
                </a:lnTo>
                <a:lnTo>
                  <a:pt x="83701" y="4480218"/>
                </a:lnTo>
                <a:lnTo>
                  <a:pt x="83059" y="4479439"/>
                </a:lnTo>
                <a:lnTo>
                  <a:pt x="82420" y="4478657"/>
                </a:lnTo>
                <a:lnTo>
                  <a:pt x="81784" y="4477873"/>
                </a:lnTo>
                <a:lnTo>
                  <a:pt x="81151" y="4477086"/>
                </a:lnTo>
                <a:lnTo>
                  <a:pt x="80521" y="4476296"/>
                </a:lnTo>
                <a:lnTo>
                  <a:pt x="79895" y="4475504"/>
                </a:lnTo>
                <a:lnTo>
                  <a:pt x="79272" y="4474709"/>
                </a:lnTo>
                <a:lnTo>
                  <a:pt x="78651" y="4473912"/>
                </a:lnTo>
                <a:lnTo>
                  <a:pt x="78034" y="4473112"/>
                </a:lnTo>
                <a:lnTo>
                  <a:pt x="77420" y="4472310"/>
                </a:lnTo>
                <a:lnTo>
                  <a:pt x="76810" y="4471505"/>
                </a:lnTo>
                <a:lnTo>
                  <a:pt x="76202" y="4470697"/>
                </a:lnTo>
                <a:lnTo>
                  <a:pt x="75598" y="4469887"/>
                </a:lnTo>
                <a:lnTo>
                  <a:pt x="74996" y="4469074"/>
                </a:lnTo>
                <a:lnTo>
                  <a:pt x="74398" y="4468259"/>
                </a:lnTo>
                <a:lnTo>
                  <a:pt x="73804" y="4467442"/>
                </a:lnTo>
                <a:lnTo>
                  <a:pt x="73212" y="4466621"/>
                </a:lnTo>
                <a:lnTo>
                  <a:pt x="72624" y="4465799"/>
                </a:lnTo>
                <a:lnTo>
                  <a:pt x="72039" y="4464974"/>
                </a:lnTo>
                <a:lnTo>
                  <a:pt x="71457" y="4464146"/>
                </a:lnTo>
                <a:lnTo>
                  <a:pt x="70878" y="4463316"/>
                </a:lnTo>
                <a:lnTo>
                  <a:pt x="70303" y="4462484"/>
                </a:lnTo>
                <a:lnTo>
                  <a:pt x="69731" y="4461649"/>
                </a:lnTo>
                <a:lnTo>
                  <a:pt x="69162" y="4460812"/>
                </a:lnTo>
                <a:lnTo>
                  <a:pt x="68597" y="4459972"/>
                </a:lnTo>
                <a:lnTo>
                  <a:pt x="68035" y="4459130"/>
                </a:lnTo>
                <a:lnTo>
                  <a:pt x="67476" y="4458286"/>
                </a:lnTo>
                <a:lnTo>
                  <a:pt x="66920" y="4457439"/>
                </a:lnTo>
                <a:lnTo>
                  <a:pt x="66368" y="4456590"/>
                </a:lnTo>
                <a:lnTo>
                  <a:pt x="65819" y="4455738"/>
                </a:lnTo>
                <a:lnTo>
                  <a:pt x="65274" y="4454884"/>
                </a:lnTo>
                <a:lnTo>
                  <a:pt x="64732" y="4454028"/>
                </a:lnTo>
                <a:lnTo>
                  <a:pt x="64193" y="4453169"/>
                </a:lnTo>
                <a:lnTo>
                  <a:pt x="63658" y="4452308"/>
                </a:lnTo>
                <a:lnTo>
                  <a:pt x="63126" y="4451445"/>
                </a:lnTo>
                <a:lnTo>
                  <a:pt x="62598" y="4450579"/>
                </a:lnTo>
                <a:lnTo>
                  <a:pt x="62072" y="4449711"/>
                </a:lnTo>
                <a:lnTo>
                  <a:pt x="61551" y="4448841"/>
                </a:lnTo>
                <a:lnTo>
                  <a:pt x="61033" y="4447969"/>
                </a:lnTo>
                <a:lnTo>
                  <a:pt x="60518" y="4447094"/>
                </a:lnTo>
                <a:lnTo>
                  <a:pt x="60006" y="4446217"/>
                </a:lnTo>
                <a:lnTo>
                  <a:pt x="59498" y="4445337"/>
                </a:lnTo>
                <a:lnTo>
                  <a:pt x="58994" y="4444456"/>
                </a:lnTo>
                <a:lnTo>
                  <a:pt x="58493" y="4443572"/>
                </a:lnTo>
                <a:lnTo>
                  <a:pt x="57996" y="4442686"/>
                </a:lnTo>
                <a:lnTo>
                  <a:pt x="57502" y="4441798"/>
                </a:lnTo>
                <a:lnTo>
                  <a:pt x="57011" y="4440908"/>
                </a:lnTo>
                <a:lnTo>
                  <a:pt x="56524" y="4440015"/>
                </a:lnTo>
                <a:lnTo>
                  <a:pt x="56041" y="4439120"/>
                </a:lnTo>
                <a:lnTo>
                  <a:pt x="55561" y="4438223"/>
                </a:lnTo>
                <a:lnTo>
                  <a:pt x="55084" y="4437324"/>
                </a:lnTo>
                <a:lnTo>
                  <a:pt x="54612" y="4436423"/>
                </a:lnTo>
                <a:lnTo>
                  <a:pt x="54142" y="4435519"/>
                </a:lnTo>
                <a:lnTo>
                  <a:pt x="53677" y="4434613"/>
                </a:lnTo>
                <a:lnTo>
                  <a:pt x="53215" y="4433706"/>
                </a:lnTo>
                <a:lnTo>
                  <a:pt x="52756" y="4432796"/>
                </a:lnTo>
                <a:lnTo>
                  <a:pt x="52301" y="4431884"/>
                </a:lnTo>
                <a:lnTo>
                  <a:pt x="51850" y="4430970"/>
                </a:lnTo>
                <a:lnTo>
                  <a:pt x="51402" y="4430053"/>
                </a:lnTo>
                <a:lnTo>
                  <a:pt x="50958" y="4429135"/>
                </a:lnTo>
                <a:lnTo>
                  <a:pt x="50518" y="4428215"/>
                </a:lnTo>
                <a:lnTo>
                  <a:pt x="50081" y="4427292"/>
                </a:lnTo>
                <a:lnTo>
                  <a:pt x="49648" y="4426368"/>
                </a:lnTo>
                <a:lnTo>
                  <a:pt x="49218" y="4425441"/>
                </a:lnTo>
                <a:lnTo>
                  <a:pt x="48792" y="4424513"/>
                </a:lnTo>
                <a:lnTo>
                  <a:pt x="48370" y="4423582"/>
                </a:lnTo>
                <a:lnTo>
                  <a:pt x="47952" y="4422649"/>
                </a:lnTo>
                <a:lnTo>
                  <a:pt x="47537" y="4421715"/>
                </a:lnTo>
                <a:lnTo>
                  <a:pt x="47126" y="4420778"/>
                </a:lnTo>
                <a:lnTo>
                  <a:pt x="46719" y="4419839"/>
                </a:lnTo>
                <a:lnTo>
                  <a:pt x="46315" y="4418899"/>
                </a:lnTo>
                <a:lnTo>
                  <a:pt x="45915" y="4417956"/>
                </a:lnTo>
                <a:lnTo>
                  <a:pt x="45519" y="4417012"/>
                </a:lnTo>
                <a:lnTo>
                  <a:pt x="45127" y="4416065"/>
                </a:lnTo>
                <a:lnTo>
                  <a:pt x="44738" y="4415116"/>
                </a:lnTo>
                <a:lnTo>
                  <a:pt x="44354" y="4414166"/>
                </a:lnTo>
                <a:lnTo>
                  <a:pt x="43973" y="4413214"/>
                </a:lnTo>
                <a:lnTo>
                  <a:pt x="43595" y="4412259"/>
                </a:lnTo>
                <a:lnTo>
                  <a:pt x="43222" y="4411303"/>
                </a:lnTo>
                <a:lnTo>
                  <a:pt x="42852" y="4410345"/>
                </a:lnTo>
                <a:lnTo>
                  <a:pt x="42486" y="4409385"/>
                </a:lnTo>
                <a:lnTo>
                  <a:pt x="42125" y="4408423"/>
                </a:lnTo>
                <a:lnTo>
                  <a:pt x="41766" y="4407459"/>
                </a:lnTo>
                <a:lnTo>
                  <a:pt x="41412" y="4406494"/>
                </a:lnTo>
                <a:lnTo>
                  <a:pt x="41062" y="4405526"/>
                </a:lnTo>
                <a:lnTo>
                  <a:pt x="40715" y="4404557"/>
                </a:lnTo>
                <a:lnTo>
                  <a:pt x="40373" y="4403586"/>
                </a:lnTo>
                <a:lnTo>
                  <a:pt x="40034" y="4402613"/>
                </a:lnTo>
                <a:lnTo>
                  <a:pt x="39699" y="4401638"/>
                </a:lnTo>
                <a:lnTo>
                  <a:pt x="39368" y="4400661"/>
                </a:lnTo>
                <a:lnTo>
                  <a:pt x="39041" y="4399683"/>
                </a:lnTo>
                <a:lnTo>
                  <a:pt x="38718" y="4398703"/>
                </a:lnTo>
                <a:lnTo>
                  <a:pt x="38398" y="4397721"/>
                </a:lnTo>
                <a:lnTo>
                  <a:pt x="38083" y="4396737"/>
                </a:lnTo>
                <a:lnTo>
                  <a:pt x="37772" y="4395752"/>
                </a:lnTo>
                <a:lnTo>
                  <a:pt x="37465" y="4394764"/>
                </a:lnTo>
                <a:lnTo>
                  <a:pt x="37161" y="4393775"/>
                </a:lnTo>
                <a:lnTo>
                  <a:pt x="36862" y="4392785"/>
                </a:lnTo>
                <a:lnTo>
                  <a:pt x="36566" y="4391792"/>
                </a:lnTo>
                <a:lnTo>
                  <a:pt x="36275" y="4390798"/>
                </a:lnTo>
                <a:lnTo>
                  <a:pt x="35988" y="4389802"/>
                </a:lnTo>
                <a:lnTo>
                  <a:pt x="35704" y="4388805"/>
                </a:lnTo>
                <a:lnTo>
                  <a:pt x="35425" y="4387805"/>
                </a:lnTo>
                <a:lnTo>
                  <a:pt x="35149" y="4386804"/>
                </a:lnTo>
                <a:lnTo>
                  <a:pt x="34878" y="4385802"/>
                </a:lnTo>
                <a:lnTo>
                  <a:pt x="34611" y="4384797"/>
                </a:lnTo>
                <a:lnTo>
                  <a:pt x="34348" y="4383791"/>
                </a:lnTo>
                <a:lnTo>
                  <a:pt x="34089" y="4382784"/>
                </a:lnTo>
                <a:lnTo>
                  <a:pt x="33834" y="4381775"/>
                </a:lnTo>
                <a:lnTo>
                  <a:pt x="33583" y="4380764"/>
                </a:lnTo>
                <a:lnTo>
                  <a:pt x="33336" y="4379751"/>
                </a:lnTo>
                <a:lnTo>
                  <a:pt x="33093" y="4378737"/>
                </a:lnTo>
                <a:lnTo>
                  <a:pt x="32855" y="4377722"/>
                </a:lnTo>
                <a:lnTo>
                  <a:pt x="32620" y="4376705"/>
                </a:lnTo>
                <a:lnTo>
                  <a:pt x="32390" y="4375686"/>
                </a:lnTo>
                <a:lnTo>
                  <a:pt x="32164" y="4374665"/>
                </a:lnTo>
                <a:lnTo>
                  <a:pt x="31942" y="4373643"/>
                </a:lnTo>
                <a:lnTo>
                  <a:pt x="31724" y="4372620"/>
                </a:lnTo>
                <a:lnTo>
                  <a:pt x="31510" y="4371595"/>
                </a:lnTo>
                <a:lnTo>
                  <a:pt x="31301" y="4370568"/>
                </a:lnTo>
                <a:lnTo>
                  <a:pt x="31095" y="4369540"/>
                </a:lnTo>
                <a:lnTo>
                  <a:pt x="30894" y="4368511"/>
                </a:lnTo>
                <a:lnTo>
                  <a:pt x="30697" y="4367480"/>
                </a:lnTo>
                <a:lnTo>
                  <a:pt x="30505" y="4366447"/>
                </a:lnTo>
                <a:lnTo>
                  <a:pt x="30316" y="4365413"/>
                </a:lnTo>
                <a:lnTo>
                  <a:pt x="30132" y="4364378"/>
                </a:lnTo>
                <a:lnTo>
                  <a:pt x="29952" y="4363341"/>
                </a:lnTo>
                <a:lnTo>
                  <a:pt x="29776" y="4362302"/>
                </a:lnTo>
                <a:lnTo>
                  <a:pt x="29605" y="4361262"/>
                </a:lnTo>
                <a:lnTo>
                  <a:pt x="29438" y="4360221"/>
                </a:lnTo>
                <a:lnTo>
                  <a:pt x="29275" y="4359178"/>
                </a:lnTo>
                <a:lnTo>
                  <a:pt x="29116" y="4358134"/>
                </a:lnTo>
                <a:lnTo>
                  <a:pt x="28962" y="4357089"/>
                </a:lnTo>
                <a:lnTo>
                  <a:pt x="28812" y="4356042"/>
                </a:lnTo>
                <a:lnTo>
                  <a:pt x="28667" y="4354993"/>
                </a:lnTo>
                <a:lnTo>
                  <a:pt x="28525" y="4353944"/>
                </a:lnTo>
                <a:lnTo>
                  <a:pt x="28388" y="4352893"/>
                </a:lnTo>
                <a:lnTo>
                  <a:pt x="28256" y="4351840"/>
                </a:lnTo>
                <a:lnTo>
                  <a:pt x="28128" y="4350786"/>
                </a:lnTo>
                <a:lnTo>
                  <a:pt x="28004" y="4349731"/>
                </a:lnTo>
                <a:lnTo>
                  <a:pt x="27884" y="4348675"/>
                </a:lnTo>
                <a:lnTo>
                  <a:pt x="27769" y="4347617"/>
                </a:lnTo>
                <a:lnTo>
                  <a:pt x="27659" y="4346558"/>
                </a:lnTo>
                <a:lnTo>
                  <a:pt x="27552" y="4345497"/>
                </a:lnTo>
                <a:lnTo>
                  <a:pt x="27450" y="4344436"/>
                </a:lnTo>
                <a:lnTo>
                  <a:pt x="27353" y="4343372"/>
                </a:lnTo>
                <a:lnTo>
                  <a:pt x="27260" y="4342308"/>
                </a:lnTo>
                <a:lnTo>
                  <a:pt x="27171" y="4341243"/>
                </a:lnTo>
                <a:lnTo>
                  <a:pt x="27087" y="4340176"/>
                </a:lnTo>
                <a:lnTo>
                  <a:pt x="27008" y="4339108"/>
                </a:lnTo>
                <a:lnTo>
                  <a:pt x="26933" y="4338038"/>
                </a:lnTo>
                <a:lnTo>
                  <a:pt x="26862" y="4336968"/>
                </a:lnTo>
                <a:lnTo>
                  <a:pt x="26796" y="4335896"/>
                </a:lnTo>
                <a:lnTo>
                  <a:pt x="26734" y="4334823"/>
                </a:lnTo>
                <a:lnTo>
                  <a:pt x="26677" y="4333749"/>
                </a:lnTo>
                <a:lnTo>
                  <a:pt x="26624" y="4332674"/>
                </a:lnTo>
                <a:lnTo>
                  <a:pt x="26576" y="4331597"/>
                </a:lnTo>
                <a:lnTo>
                  <a:pt x="26533" y="4330519"/>
                </a:lnTo>
                <a:lnTo>
                  <a:pt x="26493" y="4329440"/>
                </a:lnTo>
                <a:lnTo>
                  <a:pt x="26459" y="4328360"/>
                </a:lnTo>
                <a:lnTo>
                  <a:pt x="26429" y="4327279"/>
                </a:lnTo>
                <a:lnTo>
                  <a:pt x="26404" y="4326197"/>
                </a:lnTo>
                <a:lnTo>
                  <a:pt x="26383" y="4325113"/>
                </a:lnTo>
                <a:lnTo>
                  <a:pt x="26367" y="4324029"/>
                </a:lnTo>
                <a:lnTo>
                  <a:pt x="26355" y="4322943"/>
                </a:lnTo>
                <a:lnTo>
                  <a:pt x="26348" y="4321856"/>
                </a:lnTo>
                <a:lnTo>
                  <a:pt x="26346" y="4320768"/>
                </a:lnTo>
                <a:lnTo>
                  <a:pt x="13173" y="4320768"/>
                </a:lnTo>
                <a:lnTo>
                  <a:pt x="13173" y="4320769"/>
                </a:lnTo>
                <a:lnTo>
                  <a:pt x="13176" y="4321970"/>
                </a:lnTo>
                <a:lnTo>
                  <a:pt x="13184" y="4323171"/>
                </a:lnTo>
                <a:lnTo>
                  <a:pt x="13197" y="4324370"/>
                </a:lnTo>
                <a:lnTo>
                  <a:pt x="13216" y="4325568"/>
                </a:lnTo>
                <a:lnTo>
                  <a:pt x="13240" y="4326765"/>
                </a:lnTo>
                <a:lnTo>
                  <a:pt x="13269" y="4327961"/>
                </a:lnTo>
                <a:lnTo>
                  <a:pt x="13304" y="4329155"/>
                </a:lnTo>
                <a:lnTo>
                  <a:pt x="13344" y="4330348"/>
                </a:lnTo>
                <a:lnTo>
                  <a:pt x="13389" y="4331539"/>
                </a:lnTo>
                <a:lnTo>
                  <a:pt x="13440" y="4332729"/>
                </a:lnTo>
                <a:lnTo>
                  <a:pt x="13496" y="4333918"/>
                </a:lnTo>
                <a:lnTo>
                  <a:pt x="13557" y="4335105"/>
                </a:lnTo>
                <a:lnTo>
                  <a:pt x="13623" y="4336291"/>
                </a:lnTo>
                <a:lnTo>
                  <a:pt x="13694" y="4337476"/>
                </a:lnTo>
                <a:lnTo>
                  <a:pt x="13771" y="4338659"/>
                </a:lnTo>
                <a:lnTo>
                  <a:pt x="13853" y="4339841"/>
                </a:lnTo>
                <a:lnTo>
                  <a:pt x="13940" y="4341021"/>
                </a:lnTo>
                <a:lnTo>
                  <a:pt x="14032" y="4342200"/>
                </a:lnTo>
                <a:lnTo>
                  <a:pt x="14130" y="4343377"/>
                </a:lnTo>
                <a:lnTo>
                  <a:pt x="14232" y="4344553"/>
                </a:lnTo>
                <a:lnTo>
                  <a:pt x="14340" y="4345727"/>
                </a:lnTo>
                <a:lnTo>
                  <a:pt x="14453" y="4346900"/>
                </a:lnTo>
                <a:lnTo>
                  <a:pt x="14571" y="4348072"/>
                </a:lnTo>
                <a:lnTo>
                  <a:pt x="14694" y="4349242"/>
                </a:lnTo>
                <a:lnTo>
                  <a:pt x="14822" y="4350410"/>
                </a:lnTo>
                <a:lnTo>
                  <a:pt x="14955" y="4351577"/>
                </a:lnTo>
                <a:lnTo>
                  <a:pt x="15094" y="4352742"/>
                </a:lnTo>
                <a:lnTo>
                  <a:pt x="15237" y="4353906"/>
                </a:lnTo>
                <a:lnTo>
                  <a:pt x="15386" y="4355068"/>
                </a:lnTo>
                <a:lnTo>
                  <a:pt x="15539" y="4356229"/>
                </a:lnTo>
                <a:lnTo>
                  <a:pt x="15698" y="4357388"/>
                </a:lnTo>
                <a:lnTo>
                  <a:pt x="15861" y="4358545"/>
                </a:lnTo>
                <a:lnTo>
                  <a:pt x="16030" y="4359701"/>
                </a:lnTo>
                <a:lnTo>
                  <a:pt x="16203" y="4360855"/>
                </a:lnTo>
                <a:lnTo>
                  <a:pt x="16382" y="4362008"/>
                </a:lnTo>
                <a:lnTo>
                  <a:pt x="16565" y="4363158"/>
                </a:lnTo>
                <a:lnTo>
                  <a:pt x="16754" y="4364308"/>
                </a:lnTo>
                <a:lnTo>
                  <a:pt x="16947" y="4365455"/>
                </a:lnTo>
                <a:lnTo>
                  <a:pt x="17146" y="4366601"/>
                </a:lnTo>
                <a:lnTo>
                  <a:pt x="17349" y="4367745"/>
                </a:lnTo>
                <a:lnTo>
                  <a:pt x="17557" y="4368887"/>
                </a:lnTo>
                <a:lnTo>
                  <a:pt x="17770" y="4370028"/>
                </a:lnTo>
                <a:lnTo>
                  <a:pt x="17988" y="4371167"/>
                </a:lnTo>
                <a:lnTo>
                  <a:pt x="18211" y="4372304"/>
                </a:lnTo>
                <a:lnTo>
                  <a:pt x="18439" y="4373440"/>
                </a:lnTo>
                <a:lnTo>
                  <a:pt x="18672" y="4374574"/>
                </a:lnTo>
                <a:lnTo>
                  <a:pt x="18909" y="4375705"/>
                </a:lnTo>
                <a:lnTo>
                  <a:pt x="19152" y="4376836"/>
                </a:lnTo>
                <a:lnTo>
                  <a:pt x="19399" y="4377964"/>
                </a:lnTo>
                <a:lnTo>
                  <a:pt x="19651" y="4379090"/>
                </a:lnTo>
                <a:lnTo>
                  <a:pt x="19907" y="4380215"/>
                </a:lnTo>
                <a:lnTo>
                  <a:pt x="20169" y="4381338"/>
                </a:lnTo>
                <a:lnTo>
                  <a:pt x="20435" y="4382459"/>
                </a:lnTo>
                <a:lnTo>
                  <a:pt x="20706" y="4383578"/>
                </a:lnTo>
                <a:lnTo>
                  <a:pt x="20982" y="4384696"/>
                </a:lnTo>
                <a:lnTo>
                  <a:pt x="21263" y="4385811"/>
                </a:lnTo>
                <a:lnTo>
                  <a:pt x="21548" y="4386925"/>
                </a:lnTo>
                <a:lnTo>
                  <a:pt x="21838" y="4388036"/>
                </a:lnTo>
                <a:lnTo>
                  <a:pt x="22133" y="4389146"/>
                </a:lnTo>
                <a:lnTo>
                  <a:pt x="22433" y="4390254"/>
                </a:lnTo>
                <a:lnTo>
                  <a:pt x="22737" y="4391360"/>
                </a:lnTo>
                <a:lnTo>
                  <a:pt x="23046" y="4392464"/>
                </a:lnTo>
                <a:lnTo>
                  <a:pt x="23359" y="4393566"/>
                </a:lnTo>
                <a:lnTo>
                  <a:pt x="23677" y="4394666"/>
                </a:lnTo>
                <a:lnTo>
                  <a:pt x="24000" y="4395764"/>
                </a:lnTo>
                <a:lnTo>
                  <a:pt x="24328" y="4396860"/>
                </a:lnTo>
                <a:lnTo>
                  <a:pt x="24660" y="4397954"/>
                </a:lnTo>
                <a:lnTo>
                  <a:pt x="24997" y="4399046"/>
                </a:lnTo>
                <a:lnTo>
                  <a:pt x="25338" y="4400136"/>
                </a:lnTo>
                <a:lnTo>
                  <a:pt x="25684" y="4401224"/>
                </a:lnTo>
                <a:lnTo>
                  <a:pt x="26034" y="4402310"/>
                </a:lnTo>
                <a:lnTo>
                  <a:pt x="26389" y="4403393"/>
                </a:lnTo>
                <a:lnTo>
                  <a:pt x="26749" y="4404475"/>
                </a:lnTo>
                <a:lnTo>
                  <a:pt x="27113" y="4405555"/>
                </a:lnTo>
                <a:lnTo>
                  <a:pt x="27482" y="4406632"/>
                </a:lnTo>
                <a:lnTo>
                  <a:pt x="27855" y="4407708"/>
                </a:lnTo>
                <a:lnTo>
                  <a:pt x="28233" y="4408781"/>
                </a:lnTo>
                <a:lnTo>
                  <a:pt x="28615" y="4409853"/>
                </a:lnTo>
                <a:lnTo>
                  <a:pt x="29002" y="4410922"/>
                </a:lnTo>
                <a:lnTo>
                  <a:pt x="29393" y="4411989"/>
                </a:lnTo>
                <a:lnTo>
                  <a:pt x="29788" y="4413053"/>
                </a:lnTo>
                <a:lnTo>
                  <a:pt x="30188" y="4414116"/>
                </a:lnTo>
                <a:lnTo>
                  <a:pt x="30593" y="4415176"/>
                </a:lnTo>
                <a:lnTo>
                  <a:pt x="31002" y="4416235"/>
                </a:lnTo>
                <a:lnTo>
                  <a:pt x="31415" y="4417291"/>
                </a:lnTo>
                <a:lnTo>
                  <a:pt x="31833" y="4418345"/>
                </a:lnTo>
                <a:lnTo>
                  <a:pt x="32255" y="4419396"/>
                </a:lnTo>
                <a:lnTo>
                  <a:pt x="32682" y="4420446"/>
                </a:lnTo>
                <a:lnTo>
                  <a:pt x="33113" y="4421493"/>
                </a:lnTo>
                <a:lnTo>
                  <a:pt x="33548" y="4422537"/>
                </a:lnTo>
                <a:lnTo>
                  <a:pt x="33988" y="4423580"/>
                </a:lnTo>
                <a:lnTo>
                  <a:pt x="34431" y="4424620"/>
                </a:lnTo>
                <a:lnTo>
                  <a:pt x="34880" y="4425658"/>
                </a:lnTo>
                <a:lnTo>
                  <a:pt x="35332" y="4426694"/>
                </a:lnTo>
                <a:lnTo>
                  <a:pt x="35789" y="4427727"/>
                </a:lnTo>
                <a:lnTo>
                  <a:pt x="36251" y="4428758"/>
                </a:lnTo>
                <a:lnTo>
                  <a:pt x="36716" y="4429787"/>
                </a:lnTo>
                <a:lnTo>
                  <a:pt x="37186" y="4430813"/>
                </a:lnTo>
                <a:lnTo>
                  <a:pt x="37660" y="4431837"/>
                </a:lnTo>
                <a:lnTo>
                  <a:pt x="38138" y="4432859"/>
                </a:lnTo>
                <a:lnTo>
                  <a:pt x="38621" y="4433878"/>
                </a:lnTo>
                <a:lnTo>
                  <a:pt x="39107" y="4434895"/>
                </a:lnTo>
                <a:lnTo>
                  <a:pt x="39598" y="4435909"/>
                </a:lnTo>
                <a:lnTo>
                  <a:pt x="40094" y="4436921"/>
                </a:lnTo>
                <a:lnTo>
                  <a:pt x="40593" y="4437931"/>
                </a:lnTo>
                <a:lnTo>
                  <a:pt x="41096" y="4438938"/>
                </a:lnTo>
                <a:lnTo>
                  <a:pt x="41604" y="4439942"/>
                </a:lnTo>
                <a:lnTo>
                  <a:pt x="42116" y="4440944"/>
                </a:lnTo>
                <a:lnTo>
                  <a:pt x="42632" y="4441944"/>
                </a:lnTo>
                <a:lnTo>
                  <a:pt x="43152" y="4442941"/>
                </a:lnTo>
                <a:lnTo>
                  <a:pt x="43676" y="4443936"/>
                </a:lnTo>
                <a:lnTo>
                  <a:pt x="44205" y="4444928"/>
                </a:lnTo>
                <a:lnTo>
                  <a:pt x="44737" y="4445918"/>
                </a:lnTo>
                <a:lnTo>
                  <a:pt x="45274" y="4446905"/>
                </a:lnTo>
                <a:lnTo>
                  <a:pt x="45814" y="4447889"/>
                </a:lnTo>
                <a:lnTo>
                  <a:pt x="46359" y="4448871"/>
                </a:lnTo>
                <a:lnTo>
                  <a:pt x="46908" y="4449851"/>
                </a:lnTo>
                <a:lnTo>
                  <a:pt x="47461" y="4450828"/>
                </a:lnTo>
                <a:lnTo>
                  <a:pt x="48018" y="4451802"/>
                </a:lnTo>
                <a:lnTo>
                  <a:pt x="48578" y="4452774"/>
                </a:lnTo>
                <a:lnTo>
                  <a:pt x="49143" y="4453743"/>
                </a:lnTo>
                <a:lnTo>
                  <a:pt x="49712" y="4454709"/>
                </a:lnTo>
                <a:lnTo>
                  <a:pt x="50285" y="4455673"/>
                </a:lnTo>
                <a:lnTo>
                  <a:pt x="50862" y="4456634"/>
                </a:lnTo>
                <a:lnTo>
                  <a:pt x="51443" y="4457592"/>
                </a:lnTo>
                <a:lnTo>
                  <a:pt x="52027" y="4458548"/>
                </a:lnTo>
                <a:lnTo>
                  <a:pt x="52616" y="4459501"/>
                </a:lnTo>
                <a:lnTo>
                  <a:pt x="53209" y="4460452"/>
                </a:lnTo>
                <a:lnTo>
                  <a:pt x="53805" y="4461399"/>
                </a:lnTo>
                <a:lnTo>
                  <a:pt x="54406" y="4462344"/>
                </a:lnTo>
                <a:lnTo>
                  <a:pt x="55010" y="4463287"/>
                </a:lnTo>
                <a:lnTo>
                  <a:pt x="55618" y="4464226"/>
                </a:lnTo>
                <a:lnTo>
                  <a:pt x="56230" y="4465163"/>
                </a:lnTo>
                <a:lnTo>
                  <a:pt x="56846" y="4466097"/>
                </a:lnTo>
                <a:lnTo>
                  <a:pt x="57466" y="4467028"/>
                </a:lnTo>
                <a:lnTo>
                  <a:pt x="58090" y="4467956"/>
                </a:lnTo>
                <a:lnTo>
                  <a:pt x="58717" y="4468882"/>
                </a:lnTo>
                <a:lnTo>
                  <a:pt x="59349" y="4469805"/>
                </a:lnTo>
                <a:lnTo>
                  <a:pt x="59984" y="4470725"/>
                </a:lnTo>
                <a:lnTo>
                  <a:pt x="60623" y="4471642"/>
                </a:lnTo>
                <a:lnTo>
                  <a:pt x="61265" y="4472556"/>
                </a:lnTo>
                <a:lnTo>
                  <a:pt x="61912" y="4473468"/>
                </a:lnTo>
                <a:lnTo>
                  <a:pt x="62562" y="4474377"/>
                </a:lnTo>
                <a:lnTo>
                  <a:pt x="63216" y="4475282"/>
                </a:lnTo>
                <a:lnTo>
                  <a:pt x="63874" y="4476185"/>
                </a:lnTo>
                <a:lnTo>
                  <a:pt x="64535" y="4477085"/>
                </a:lnTo>
                <a:lnTo>
                  <a:pt x="65200" y="4477982"/>
                </a:lnTo>
                <a:lnTo>
                  <a:pt x="65869" y="4478876"/>
                </a:lnTo>
                <a:lnTo>
                  <a:pt x="66542" y="4479768"/>
                </a:lnTo>
                <a:lnTo>
                  <a:pt x="67218" y="4480656"/>
                </a:lnTo>
                <a:lnTo>
                  <a:pt x="67898" y="4481541"/>
                </a:lnTo>
                <a:lnTo>
                  <a:pt x="68582" y="4482423"/>
                </a:lnTo>
                <a:lnTo>
                  <a:pt x="69269" y="4483303"/>
                </a:lnTo>
                <a:lnTo>
                  <a:pt x="69960" y="4484179"/>
                </a:lnTo>
                <a:lnTo>
                  <a:pt x="70654" y="4485052"/>
                </a:lnTo>
                <a:lnTo>
                  <a:pt x="71352" y="4485923"/>
                </a:lnTo>
                <a:lnTo>
                  <a:pt x="72054" y="4486790"/>
                </a:lnTo>
                <a:lnTo>
                  <a:pt x="72759" y="4487654"/>
                </a:lnTo>
                <a:lnTo>
                  <a:pt x="73468" y="4488516"/>
                </a:lnTo>
                <a:lnTo>
                  <a:pt x="74180" y="4489374"/>
                </a:lnTo>
                <a:lnTo>
                  <a:pt x="74896" y="4490229"/>
                </a:lnTo>
                <a:lnTo>
                  <a:pt x="75616" y="4491081"/>
                </a:lnTo>
                <a:lnTo>
                  <a:pt x="76339" y="4491930"/>
                </a:lnTo>
                <a:lnTo>
                  <a:pt x="77066" y="4492776"/>
                </a:lnTo>
                <a:lnTo>
                  <a:pt x="77796" y="4493619"/>
                </a:lnTo>
                <a:lnTo>
                  <a:pt x="78529" y="4494458"/>
                </a:lnTo>
                <a:lnTo>
                  <a:pt x="79266" y="4495295"/>
                </a:lnTo>
                <a:lnTo>
                  <a:pt x="80007" y="4496128"/>
                </a:lnTo>
                <a:lnTo>
                  <a:pt x="80751" y="4496958"/>
                </a:lnTo>
                <a:lnTo>
                  <a:pt x="81498" y="4497785"/>
                </a:lnTo>
                <a:lnTo>
                  <a:pt x="82249" y="4498609"/>
                </a:lnTo>
                <a:lnTo>
                  <a:pt x="83004" y="4499430"/>
                </a:lnTo>
                <a:lnTo>
                  <a:pt x="83762" y="4500247"/>
                </a:lnTo>
                <a:lnTo>
                  <a:pt x="84523" y="4501061"/>
                </a:lnTo>
                <a:lnTo>
                  <a:pt x="85287" y="4501872"/>
                </a:lnTo>
                <a:lnTo>
                  <a:pt x="86055" y="4502680"/>
                </a:lnTo>
                <a:lnTo>
                  <a:pt x="86827" y="4503484"/>
                </a:lnTo>
                <a:lnTo>
                  <a:pt x="87601" y="4504286"/>
                </a:lnTo>
                <a:lnTo>
                  <a:pt x="88379" y="4505083"/>
                </a:lnTo>
                <a:lnTo>
                  <a:pt x="89161" y="4505878"/>
                </a:lnTo>
                <a:lnTo>
                  <a:pt x="89946" y="4506669"/>
                </a:lnTo>
                <a:lnTo>
                  <a:pt x="90734" y="4507458"/>
                </a:lnTo>
                <a:lnTo>
                  <a:pt x="91525" y="4508242"/>
                </a:lnTo>
                <a:lnTo>
                  <a:pt x="92320" y="4509024"/>
                </a:lnTo>
                <a:lnTo>
                  <a:pt x="93118" y="4509802"/>
                </a:lnTo>
                <a:lnTo>
                  <a:pt x="93919" y="4510576"/>
                </a:lnTo>
                <a:lnTo>
                  <a:pt x="94723" y="4511348"/>
                </a:lnTo>
                <a:lnTo>
                  <a:pt x="95531" y="4512116"/>
                </a:lnTo>
                <a:lnTo>
                  <a:pt x="96342" y="4512880"/>
                </a:lnTo>
                <a:lnTo>
                  <a:pt x="97156" y="4513642"/>
                </a:lnTo>
                <a:lnTo>
                  <a:pt x="97973" y="4514399"/>
                </a:lnTo>
                <a:lnTo>
                  <a:pt x="98794" y="4515154"/>
                </a:lnTo>
                <a:lnTo>
                  <a:pt x="99618" y="4515905"/>
                </a:lnTo>
                <a:lnTo>
                  <a:pt x="100445" y="4516652"/>
                </a:lnTo>
                <a:lnTo>
                  <a:pt x="101275" y="4517396"/>
                </a:lnTo>
                <a:lnTo>
                  <a:pt x="102108" y="4518137"/>
                </a:lnTo>
                <a:lnTo>
                  <a:pt x="102945" y="4518874"/>
                </a:lnTo>
                <a:lnTo>
                  <a:pt x="103784" y="4519607"/>
                </a:lnTo>
                <a:lnTo>
                  <a:pt x="104627" y="4520337"/>
                </a:lnTo>
                <a:lnTo>
                  <a:pt x="105473" y="4521064"/>
                </a:lnTo>
                <a:lnTo>
                  <a:pt x="106322" y="4521787"/>
                </a:lnTo>
                <a:lnTo>
                  <a:pt x="107174" y="4522507"/>
                </a:lnTo>
                <a:lnTo>
                  <a:pt x="108029" y="4523223"/>
                </a:lnTo>
                <a:lnTo>
                  <a:pt x="108887" y="4523935"/>
                </a:lnTo>
                <a:lnTo>
                  <a:pt x="109749" y="4524644"/>
                </a:lnTo>
                <a:lnTo>
                  <a:pt x="110613" y="4525349"/>
                </a:lnTo>
                <a:lnTo>
                  <a:pt x="111480" y="4526051"/>
                </a:lnTo>
                <a:lnTo>
                  <a:pt x="112351" y="4526749"/>
                </a:lnTo>
                <a:lnTo>
                  <a:pt x="113224" y="4527443"/>
                </a:lnTo>
                <a:lnTo>
                  <a:pt x="114100" y="4528134"/>
                </a:lnTo>
                <a:lnTo>
                  <a:pt x="114980" y="4528821"/>
                </a:lnTo>
                <a:lnTo>
                  <a:pt x="115862" y="4529505"/>
                </a:lnTo>
                <a:lnTo>
                  <a:pt x="116747" y="4530185"/>
                </a:lnTo>
                <a:lnTo>
                  <a:pt x="117635" y="4530861"/>
                </a:lnTo>
                <a:lnTo>
                  <a:pt x="118527" y="4531534"/>
                </a:lnTo>
                <a:lnTo>
                  <a:pt x="119421" y="4532203"/>
                </a:lnTo>
                <a:lnTo>
                  <a:pt x="120318" y="4532868"/>
                </a:lnTo>
                <a:lnTo>
                  <a:pt x="121218" y="4533529"/>
                </a:lnTo>
                <a:lnTo>
                  <a:pt x="122121" y="4534187"/>
                </a:lnTo>
                <a:lnTo>
                  <a:pt x="123026" y="4534841"/>
                </a:lnTo>
                <a:lnTo>
                  <a:pt x="123935" y="4535491"/>
                </a:lnTo>
                <a:lnTo>
                  <a:pt x="124847" y="4536138"/>
                </a:lnTo>
                <a:lnTo>
                  <a:pt x="125761" y="4536780"/>
                </a:lnTo>
                <a:lnTo>
                  <a:pt x="126678" y="4537419"/>
                </a:lnTo>
                <a:lnTo>
                  <a:pt x="127598" y="4538054"/>
                </a:lnTo>
                <a:lnTo>
                  <a:pt x="128521" y="4538686"/>
                </a:lnTo>
                <a:lnTo>
                  <a:pt x="129447" y="4539313"/>
                </a:lnTo>
                <a:lnTo>
                  <a:pt x="130375" y="4539937"/>
                </a:lnTo>
                <a:lnTo>
                  <a:pt x="131306" y="4540557"/>
                </a:lnTo>
                <a:lnTo>
                  <a:pt x="132240" y="4541173"/>
                </a:lnTo>
                <a:lnTo>
                  <a:pt x="133177" y="4541785"/>
                </a:lnTo>
                <a:lnTo>
                  <a:pt x="134116" y="4542393"/>
                </a:lnTo>
                <a:lnTo>
                  <a:pt x="135059" y="4542997"/>
                </a:lnTo>
                <a:lnTo>
                  <a:pt x="136004" y="4543598"/>
                </a:lnTo>
                <a:lnTo>
                  <a:pt x="136951" y="4544194"/>
                </a:lnTo>
                <a:lnTo>
                  <a:pt x="137902" y="4544787"/>
                </a:lnTo>
                <a:lnTo>
                  <a:pt x="138855" y="4545376"/>
                </a:lnTo>
                <a:lnTo>
                  <a:pt x="139811" y="4545960"/>
                </a:lnTo>
                <a:lnTo>
                  <a:pt x="140769" y="4546541"/>
                </a:lnTo>
                <a:lnTo>
                  <a:pt x="141730" y="4547118"/>
                </a:lnTo>
                <a:lnTo>
                  <a:pt x="142694" y="4547691"/>
                </a:lnTo>
                <a:lnTo>
                  <a:pt x="143660" y="4548260"/>
                </a:lnTo>
                <a:lnTo>
                  <a:pt x="144629" y="4548825"/>
                </a:lnTo>
                <a:lnTo>
                  <a:pt x="145601" y="4549386"/>
                </a:lnTo>
                <a:lnTo>
                  <a:pt x="146575" y="4549942"/>
                </a:lnTo>
                <a:lnTo>
                  <a:pt x="147552" y="4550495"/>
                </a:lnTo>
                <a:lnTo>
                  <a:pt x="148532" y="4551044"/>
                </a:lnTo>
                <a:lnTo>
                  <a:pt x="149514" y="4551589"/>
                </a:lnTo>
                <a:lnTo>
                  <a:pt x="150498" y="4552129"/>
                </a:lnTo>
                <a:lnTo>
                  <a:pt x="151485" y="4552666"/>
                </a:lnTo>
                <a:lnTo>
                  <a:pt x="152475" y="4553198"/>
                </a:lnTo>
                <a:lnTo>
                  <a:pt x="153467" y="4553727"/>
                </a:lnTo>
                <a:lnTo>
                  <a:pt x="154462" y="4554251"/>
                </a:lnTo>
                <a:lnTo>
                  <a:pt x="155459" y="4554771"/>
                </a:lnTo>
                <a:lnTo>
                  <a:pt x="156459" y="4555287"/>
                </a:lnTo>
                <a:lnTo>
                  <a:pt x="157461" y="4555799"/>
                </a:lnTo>
                <a:lnTo>
                  <a:pt x="158465" y="4556307"/>
                </a:lnTo>
                <a:lnTo>
                  <a:pt x="159472" y="4556810"/>
                </a:lnTo>
                <a:lnTo>
                  <a:pt x="160482" y="4557310"/>
                </a:lnTo>
                <a:lnTo>
                  <a:pt x="161494" y="4557805"/>
                </a:lnTo>
                <a:lnTo>
                  <a:pt x="162508" y="4558296"/>
                </a:lnTo>
                <a:lnTo>
                  <a:pt x="163525" y="4558782"/>
                </a:lnTo>
                <a:lnTo>
                  <a:pt x="164544" y="4559265"/>
                </a:lnTo>
                <a:lnTo>
                  <a:pt x="165566" y="4559743"/>
                </a:lnTo>
                <a:lnTo>
                  <a:pt x="166590" y="4560217"/>
                </a:lnTo>
                <a:lnTo>
                  <a:pt x="167616" y="4560687"/>
                </a:lnTo>
                <a:lnTo>
                  <a:pt x="168645" y="4561153"/>
                </a:lnTo>
                <a:lnTo>
                  <a:pt x="169676" y="4561614"/>
                </a:lnTo>
                <a:lnTo>
                  <a:pt x="170709" y="4562071"/>
                </a:lnTo>
                <a:lnTo>
                  <a:pt x="171745" y="4562523"/>
                </a:lnTo>
                <a:lnTo>
                  <a:pt x="172783" y="4562972"/>
                </a:lnTo>
                <a:lnTo>
                  <a:pt x="173823" y="4563416"/>
                </a:lnTo>
                <a:lnTo>
                  <a:pt x="174866" y="4563855"/>
                </a:lnTo>
                <a:lnTo>
                  <a:pt x="175910" y="4564291"/>
                </a:lnTo>
                <a:lnTo>
                  <a:pt x="176957" y="4564721"/>
                </a:lnTo>
                <a:lnTo>
                  <a:pt x="178007" y="4565148"/>
                </a:lnTo>
                <a:lnTo>
                  <a:pt x="179058" y="4565570"/>
                </a:lnTo>
                <a:lnTo>
                  <a:pt x="180112" y="4565988"/>
                </a:lnTo>
                <a:lnTo>
                  <a:pt x="181168" y="4566401"/>
                </a:lnTo>
                <a:lnTo>
                  <a:pt x="182226" y="4566810"/>
                </a:lnTo>
                <a:lnTo>
                  <a:pt x="183287" y="4567215"/>
                </a:lnTo>
                <a:lnTo>
                  <a:pt x="184350" y="4567615"/>
                </a:lnTo>
                <a:lnTo>
                  <a:pt x="185414" y="4568010"/>
                </a:lnTo>
                <a:lnTo>
                  <a:pt x="186481" y="4568402"/>
                </a:lnTo>
                <a:lnTo>
                  <a:pt x="187550" y="4568788"/>
                </a:lnTo>
                <a:lnTo>
                  <a:pt x="188622" y="4569170"/>
                </a:lnTo>
                <a:lnTo>
                  <a:pt x="189695" y="4569548"/>
                </a:lnTo>
                <a:lnTo>
                  <a:pt x="190771" y="4569921"/>
                </a:lnTo>
                <a:lnTo>
                  <a:pt x="191848" y="4570290"/>
                </a:lnTo>
                <a:lnTo>
                  <a:pt x="192928" y="4570654"/>
                </a:lnTo>
                <a:lnTo>
                  <a:pt x="194010" y="4571014"/>
                </a:lnTo>
                <a:lnTo>
                  <a:pt x="195093" y="4571369"/>
                </a:lnTo>
                <a:lnTo>
                  <a:pt x="196179" y="4571719"/>
                </a:lnTo>
                <a:lnTo>
                  <a:pt x="197267" y="4572065"/>
                </a:lnTo>
                <a:lnTo>
                  <a:pt x="198357" y="4572407"/>
                </a:lnTo>
                <a:lnTo>
                  <a:pt x="199449" y="4572743"/>
                </a:lnTo>
                <a:lnTo>
                  <a:pt x="200543" y="4573075"/>
                </a:lnTo>
                <a:lnTo>
                  <a:pt x="201639" y="4573403"/>
                </a:lnTo>
                <a:lnTo>
                  <a:pt x="202737" y="4573726"/>
                </a:lnTo>
                <a:lnTo>
                  <a:pt x="203837" y="4574044"/>
                </a:lnTo>
                <a:lnTo>
                  <a:pt x="204939" y="4574357"/>
                </a:lnTo>
                <a:lnTo>
                  <a:pt x="206043" y="4574666"/>
                </a:lnTo>
                <a:lnTo>
                  <a:pt x="207149" y="4574970"/>
                </a:lnTo>
                <a:lnTo>
                  <a:pt x="208257" y="4575270"/>
                </a:lnTo>
                <a:lnTo>
                  <a:pt x="209367" y="4575565"/>
                </a:lnTo>
                <a:lnTo>
                  <a:pt x="210478" y="4575855"/>
                </a:lnTo>
                <a:lnTo>
                  <a:pt x="211592" y="4576140"/>
                </a:lnTo>
                <a:lnTo>
                  <a:pt x="212707" y="4576421"/>
                </a:lnTo>
                <a:lnTo>
                  <a:pt x="213825" y="4576697"/>
                </a:lnTo>
                <a:lnTo>
                  <a:pt x="214944" y="4576968"/>
                </a:lnTo>
                <a:lnTo>
                  <a:pt x="216065" y="4577234"/>
                </a:lnTo>
                <a:lnTo>
                  <a:pt x="217188" y="4577496"/>
                </a:lnTo>
                <a:lnTo>
                  <a:pt x="218312" y="4577753"/>
                </a:lnTo>
                <a:lnTo>
                  <a:pt x="219439" y="4578004"/>
                </a:lnTo>
                <a:lnTo>
                  <a:pt x="220567" y="4578252"/>
                </a:lnTo>
                <a:lnTo>
                  <a:pt x="221698" y="4578494"/>
                </a:lnTo>
                <a:lnTo>
                  <a:pt x="222829" y="4578731"/>
                </a:lnTo>
                <a:lnTo>
                  <a:pt x="223963" y="4578964"/>
                </a:lnTo>
                <a:lnTo>
                  <a:pt x="225099" y="4579192"/>
                </a:lnTo>
                <a:lnTo>
                  <a:pt x="226236" y="4579415"/>
                </a:lnTo>
                <a:lnTo>
                  <a:pt x="227375" y="4579633"/>
                </a:lnTo>
                <a:lnTo>
                  <a:pt x="228516" y="4579846"/>
                </a:lnTo>
                <a:lnTo>
                  <a:pt x="229658" y="4580054"/>
                </a:lnTo>
                <a:lnTo>
                  <a:pt x="230802" y="4580257"/>
                </a:lnTo>
                <a:lnTo>
                  <a:pt x="231948" y="4580456"/>
                </a:lnTo>
                <a:lnTo>
                  <a:pt x="233095" y="4580649"/>
                </a:lnTo>
                <a:lnTo>
                  <a:pt x="234245" y="4580838"/>
                </a:lnTo>
                <a:lnTo>
                  <a:pt x="235395" y="4581021"/>
                </a:lnTo>
                <a:lnTo>
                  <a:pt x="236548" y="4581200"/>
                </a:lnTo>
                <a:lnTo>
                  <a:pt x="237702" y="4581373"/>
                </a:lnTo>
                <a:lnTo>
                  <a:pt x="238858" y="4581542"/>
                </a:lnTo>
                <a:lnTo>
                  <a:pt x="240015" y="4581706"/>
                </a:lnTo>
                <a:lnTo>
                  <a:pt x="241174" y="4581864"/>
                </a:lnTo>
                <a:lnTo>
                  <a:pt x="242335" y="4582018"/>
                </a:lnTo>
                <a:lnTo>
                  <a:pt x="243497" y="4582166"/>
                </a:lnTo>
                <a:lnTo>
                  <a:pt x="244661" y="4582309"/>
                </a:lnTo>
                <a:lnTo>
                  <a:pt x="245826" y="4582448"/>
                </a:lnTo>
                <a:lnTo>
                  <a:pt x="246993" y="4582581"/>
                </a:lnTo>
                <a:lnTo>
                  <a:pt x="248161" y="4582709"/>
                </a:lnTo>
                <a:lnTo>
                  <a:pt x="249331" y="4582832"/>
                </a:lnTo>
                <a:lnTo>
                  <a:pt x="250503" y="4582950"/>
                </a:lnTo>
                <a:lnTo>
                  <a:pt x="251676" y="4583063"/>
                </a:lnTo>
                <a:lnTo>
                  <a:pt x="252850" y="4583171"/>
                </a:lnTo>
                <a:lnTo>
                  <a:pt x="254026" y="4583274"/>
                </a:lnTo>
                <a:lnTo>
                  <a:pt x="255203" y="4583371"/>
                </a:lnTo>
                <a:lnTo>
                  <a:pt x="256382" y="4583463"/>
                </a:lnTo>
                <a:lnTo>
                  <a:pt x="257562" y="4583550"/>
                </a:lnTo>
                <a:lnTo>
                  <a:pt x="258744" y="4583632"/>
                </a:lnTo>
                <a:lnTo>
                  <a:pt x="259927" y="4583709"/>
                </a:lnTo>
                <a:lnTo>
                  <a:pt x="261112" y="4583780"/>
                </a:lnTo>
                <a:lnTo>
                  <a:pt x="262298" y="4583847"/>
                </a:lnTo>
                <a:lnTo>
                  <a:pt x="263485" y="4583908"/>
                </a:lnTo>
                <a:lnTo>
                  <a:pt x="264674" y="4583963"/>
                </a:lnTo>
                <a:lnTo>
                  <a:pt x="265864" y="4584014"/>
                </a:lnTo>
                <a:lnTo>
                  <a:pt x="267055" y="4584059"/>
                </a:lnTo>
                <a:lnTo>
                  <a:pt x="268248" y="4584099"/>
                </a:lnTo>
                <a:lnTo>
                  <a:pt x="269442" y="4584134"/>
                </a:lnTo>
                <a:lnTo>
                  <a:pt x="270638" y="4584163"/>
                </a:lnTo>
                <a:lnTo>
                  <a:pt x="271835" y="4584187"/>
                </a:lnTo>
                <a:lnTo>
                  <a:pt x="273033" y="4584206"/>
                </a:lnTo>
                <a:lnTo>
                  <a:pt x="274232" y="4584219"/>
                </a:lnTo>
                <a:lnTo>
                  <a:pt x="275433" y="4584227"/>
                </a:lnTo>
                <a:lnTo>
                  <a:pt x="276634" y="4584230"/>
                </a:lnTo>
                <a:lnTo>
                  <a:pt x="276634" y="4584230"/>
                </a:lnTo>
                <a:lnTo>
                  <a:pt x="276634" y="4584230"/>
                </a:lnTo>
                <a:close/>
                <a:moveTo>
                  <a:pt x="7534999" y="4320768"/>
                </a:moveTo>
                <a:lnTo>
                  <a:pt x="7521825" y="4320768"/>
                </a:lnTo>
                <a:lnTo>
                  <a:pt x="7521823" y="4321856"/>
                </a:lnTo>
                <a:lnTo>
                  <a:pt x="7521816" y="4322943"/>
                </a:lnTo>
                <a:lnTo>
                  <a:pt x="7521805" y="4324029"/>
                </a:lnTo>
                <a:lnTo>
                  <a:pt x="7521789" y="4325113"/>
                </a:lnTo>
                <a:lnTo>
                  <a:pt x="7521768" y="4326197"/>
                </a:lnTo>
                <a:lnTo>
                  <a:pt x="7521742" y="4327279"/>
                </a:lnTo>
                <a:lnTo>
                  <a:pt x="7521713" y="4328360"/>
                </a:lnTo>
                <a:lnTo>
                  <a:pt x="7521678" y="4329440"/>
                </a:lnTo>
                <a:lnTo>
                  <a:pt x="7521639" y="4330519"/>
                </a:lnTo>
                <a:lnTo>
                  <a:pt x="7521595" y="4331597"/>
                </a:lnTo>
                <a:lnTo>
                  <a:pt x="7521547" y="4332674"/>
                </a:lnTo>
                <a:lnTo>
                  <a:pt x="7521495" y="4333749"/>
                </a:lnTo>
                <a:lnTo>
                  <a:pt x="7521437" y="4334823"/>
                </a:lnTo>
                <a:lnTo>
                  <a:pt x="7521376" y="4335896"/>
                </a:lnTo>
                <a:lnTo>
                  <a:pt x="7521310" y="4336968"/>
                </a:lnTo>
                <a:lnTo>
                  <a:pt x="7521239" y="4338038"/>
                </a:lnTo>
                <a:lnTo>
                  <a:pt x="7521164" y="4339108"/>
                </a:lnTo>
                <a:lnTo>
                  <a:pt x="7521084" y="4340176"/>
                </a:lnTo>
                <a:lnTo>
                  <a:pt x="7521000" y="4341243"/>
                </a:lnTo>
                <a:lnTo>
                  <a:pt x="7520912" y="4342308"/>
                </a:lnTo>
                <a:lnTo>
                  <a:pt x="7520819" y="4343372"/>
                </a:lnTo>
                <a:lnTo>
                  <a:pt x="7520721" y="4344436"/>
                </a:lnTo>
                <a:lnTo>
                  <a:pt x="7520619" y="4345497"/>
                </a:lnTo>
                <a:lnTo>
                  <a:pt x="7520513" y="4346558"/>
                </a:lnTo>
                <a:lnTo>
                  <a:pt x="7520402" y="4347617"/>
                </a:lnTo>
                <a:lnTo>
                  <a:pt x="7520287" y="4348675"/>
                </a:lnTo>
                <a:lnTo>
                  <a:pt x="7520168" y="4349731"/>
                </a:lnTo>
                <a:lnTo>
                  <a:pt x="7520044" y="4350786"/>
                </a:lnTo>
                <a:lnTo>
                  <a:pt x="7519916" y="4351840"/>
                </a:lnTo>
                <a:lnTo>
                  <a:pt x="7519783" y="4352893"/>
                </a:lnTo>
                <a:lnTo>
                  <a:pt x="7519646" y="4353944"/>
                </a:lnTo>
                <a:lnTo>
                  <a:pt x="7519505" y="4354993"/>
                </a:lnTo>
                <a:lnTo>
                  <a:pt x="7519359" y="4356042"/>
                </a:lnTo>
                <a:lnTo>
                  <a:pt x="7519209" y="4357089"/>
                </a:lnTo>
                <a:lnTo>
                  <a:pt x="7519055" y="4358134"/>
                </a:lnTo>
                <a:lnTo>
                  <a:pt x="7518897" y="4359178"/>
                </a:lnTo>
                <a:lnTo>
                  <a:pt x="7518734" y="4360221"/>
                </a:lnTo>
                <a:lnTo>
                  <a:pt x="7518567" y="4361262"/>
                </a:lnTo>
                <a:lnTo>
                  <a:pt x="7518395" y="4362302"/>
                </a:lnTo>
                <a:lnTo>
                  <a:pt x="7518219" y="4363341"/>
                </a:lnTo>
                <a:lnTo>
                  <a:pt x="7518040" y="4364378"/>
                </a:lnTo>
                <a:lnTo>
                  <a:pt x="7517855" y="4365413"/>
                </a:lnTo>
                <a:lnTo>
                  <a:pt x="7517667" y="4366447"/>
                </a:lnTo>
                <a:lnTo>
                  <a:pt x="7517474" y="4367480"/>
                </a:lnTo>
                <a:lnTo>
                  <a:pt x="7517277" y="4368511"/>
                </a:lnTo>
                <a:lnTo>
                  <a:pt x="7517076" y="4369540"/>
                </a:lnTo>
                <a:lnTo>
                  <a:pt x="7516871" y="4370568"/>
                </a:lnTo>
                <a:lnTo>
                  <a:pt x="7516661" y="4371595"/>
                </a:lnTo>
                <a:lnTo>
                  <a:pt x="7516448" y="4372620"/>
                </a:lnTo>
                <a:lnTo>
                  <a:pt x="7516230" y="4373643"/>
                </a:lnTo>
                <a:lnTo>
                  <a:pt x="7516008" y="4374665"/>
                </a:lnTo>
                <a:lnTo>
                  <a:pt x="7515782" y="4375686"/>
                </a:lnTo>
                <a:lnTo>
                  <a:pt x="7515551" y="4376705"/>
                </a:lnTo>
                <a:lnTo>
                  <a:pt x="7515317" y="4377722"/>
                </a:lnTo>
                <a:lnTo>
                  <a:pt x="7515078" y="4378737"/>
                </a:lnTo>
                <a:lnTo>
                  <a:pt x="7514836" y="4379751"/>
                </a:lnTo>
                <a:lnTo>
                  <a:pt x="7514589" y="4380764"/>
                </a:lnTo>
                <a:lnTo>
                  <a:pt x="7514338" y="4381775"/>
                </a:lnTo>
                <a:lnTo>
                  <a:pt x="7514083" y="4382784"/>
                </a:lnTo>
                <a:lnTo>
                  <a:pt x="7513824" y="4383791"/>
                </a:lnTo>
                <a:lnTo>
                  <a:pt x="7513561" y="4384797"/>
                </a:lnTo>
                <a:lnTo>
                  <a:pt x="7513293" y="4385802"/>
                </a:lnTo>
                <a:lnTo>
                  <a:pt x="7513022" y="4386804"/>
                </a:lnTo>
                <a:lnTo>
                  <a:pt x="7512747" y="4387805"/>
                </a:lnTo>
                <a:lnTo>
                  <a:pt x="7512467" y="4388805"/>
                </a:lnTo>
                <a:lnTo>
                  <a:pt x="7512184" y="4389802"/>
                </a:lnTo>
                <a:lnTo>
                  <a:pt x="7511897" y="4390798"/>
                </a:lnTo>
                <a:lnTo>
                  <a:pt x="7511605" y="4391792"/>
                </a:lnTo>
                <a:lnTo>
                  <a:pt x="7511310" y="4392785"/>
                </a:lnTo>
                <a:lnTo>
                  <a:pt x="7511010" y="4393775"/>
                </a:lnTo>
                <a:lnTo>
                  <a:pt x="7510707" y="4394764"/>
                </a:lnTo>
                <a:lnTo>
                  <a:pt x="7510400" y="4395752"/>
                </a:lnTo>
                <a:lnTo>
                  <a:pt x="7510088" y="4396737"/>
                </a:lnTo>
                <a:lnTo>
                  <a:pt x="7509773" y="4397721"/>
                </a:lnTo>
                <a:lnTo>
                  <a:pt x="7509454" y="4398703"/>
                </a:lnTo>
                <a:lnTo>
                  <a:pt x="7509131" y="4399683"/>
                </a:lnTo>
                <a:lnTo>
                  <a:pt x="7508804" y="4400661"/>
                </a:lnTo>
                <a:lnTo>
                  <a:pt x="7508473" y="4401638"/>
                </a:lnTo>
                <a:lnTo>
                  <a:pt x="7508138" y="4402613"/>
                </a:lnTo>
                <a:lnTo>
                  <a:pt x="7507799" y="4403586"/>
                </a:lnTo>
                <a:lnTo>
                  <a:pt x="7507456" y="4404557"/>
                </a:lnTo>
                <a:lnTo>
                  <a:pt x="7507110" y="4405526"/>
                </a:lnTo>
                <a:lnTo>
                  <a:pt x="7506759" y="4406494"/>
                </a:lnTo>
                <a:lnTo>
                  <a:pt x="7506405" y="4407459"/>
                </a:lnTo>
                <a:lnTo>
                  <a:pt x="7506047" y="4408423"/>
                </a:lnTo>
                <a:lnTo>
                  <a:pt x="7505685" y="4409385"/>
                </a:lnTo>
                <a:lnTo>
                  <a:pt x="7505319" y="4410345"/>
                </a:lnTo>
                <a:lnTo>
                  <a:pt x="7504950" y="4411303"/>
                </a:lnTo>
                <a:lnTo>
                  <a:pt x="7504576" y="4412259"/>
                </a:lnTo>
                <a:lnTo>
                  <a:pt x="7504199" y="4413214"/>
                </a:lnTo>
                <a:lnTo>
                  <a:pt x="7503818" y="4414166"/>
                </a:lnTo>
                <a:lnTo>
                  <a:pt x="7503433" y="4415116"/>
                </a:lnTo>
                <a:lnTo>
                  <a:pt x="7503045" y="4416065"/>
                </a:lnTo>
                <a:lnTo>
                  <a:pt x="7502652" y="4417012"/>
                </a:lnTo>
                <a:lnTo>
                  <a:pt x="7502256" y="4417956"/>
                </a:lnTo>
                <a:lnTo>
                  <a:pt x="7501856" y="4418899"/>
                </a:lnTo>
                <a:lnTo>
                  <a:pt x="7501453" y="4419839"/>
                </a:lnTo>
                <a:lnTo>
                  <a:pt x="7501045" y="4420778"/>
                </a:lnTo>
                <a:lnTo>
                  <a:pt x="7500634" y="4421715"/>
                </a:lnTo>
                <a:lnTo>
                  <a:pt x="7500220" y="4422649"/>
                </a:lnTo>
                <a:lnTo>
                  <a:pt x="7499801" y="4423582"/>
                </a:lnTo>
                <a:lnTo>
                  <a:pt x="7499379" y="4424513"/>
                </a:lnTo>
                <a:lnTo>
                  <a:pt x="7498953" y="4425441"/>
                </a:lnTo>
                <a:lnTo>
                  <a:pt x="7498524" y="4426368"/>
                </a:lnTo>
                <a:lnTo>
                  <a:pt x="7498091" y="4427292"/>
                </a:lnTo>
                <a:lnTo>
                  <a:pt x="7497654" y="4428215"/>
                </a:lnTo>
                <a:lnTo>
                  <a:pt x="7497213" y="4429135"/>
                </a:lnTo>
                <a:lnTo>
                  <a:pt x="7496769" y="4430053"/>
                </a:lnTo>
                <a:lnTo>
                  <a:pt x="7496322" y="4430970"/>
                </a:lnTo>
                <a:lnTo>
                  <a:pt x="7495870" y="4431884"/>
                </a:lnTo>
                <a:lnTo>
                  <a:pt x="7495415" y="4432796"/>
                </a:lnTo>
                <a:lnTo>
                  <a:pt x="7494957" y="4433706"/>
                </a:lnTo>
                <a:lnTo>
                  <a:pt x="7494495" y="4434613"/>
                </a:lnTo>
                <a:lnTo>
                  <a:pt x="7494029" y="4435519"/>
                </a:lnTo>
                <a:lnTo>
                  <a:pt x="7493560" y="4436423"/>
                </a:lnTo>
                <a:lnTo>
                  <a:pt x="7493087" y="4437324"/>
                </a:lnTo>
                <a:lnTo>
                  <a:pt x="7492611" y="4438223"/>
                </a:lnTo>
                <a:lnTo>
                  <a:pt x="7492131" y="4439120"/>
                </a:lnTo>
                <a:lnTo>
                  <a:pt x="7491647" y="4440015"/>
                </a:lnTo>
                <a:lnTo>
                  <a:pt x="7491160" y="4440908"/>
                </a:lnTo>
                <a:lnTo>
                  <a:pt x="7490670" y="4441798"/>
                </a:lnTo>
                <a:lnTo>
                  <a:pt x="7490176" y="4442686"/>
                </a:lnTo>
                <a:lnTo>
                  <a:pt x="7489678" y="4443572"/>
                </a:lnTo>
                <a:lnTo>
                  <a:pt x="7489177" y="4444456"/>
                </a:lnTo>
                <a:lnTo>
                  <a:pt x="7488673" y="4445337"/>
                </a:lnTo>
                <a:lnTo>
                  <a:pt x="7488165" y="4446217"/>
                </a:lnTo>
                <a:lnTo>
                  <a:pt x="7487654" y="4447094"/>
                </a:lnTo>
                <a:lnTo>
                  <a:pt x="7487139" y="4447969"/>
                </a:lnTo>
                <a:lnTo>
                  <a:pt x="7486621" y="4448841"/>
                </a:lnTo>
                <a:lnTo>
                  <a:pt x="7486099" y="4449711"/>
                </a:lnTo>
                <a:lnTo>
                  <a:pt x="7485574" y="4450579"/>
                </a:lnTo>
                <a:lnTo>
                  <a:pt x="7485045" y="4451445"/>
                </a:lnTo>
                <a:lnTo>
                  <a:pt x="7484513" y="4452308"/>
                </a:lnTo>
                <a:lnTo>
                  <a:pt x="7483978" y="4453169"/>
                </a:lnTo>
                <a:lnTo>
                  <a:pt x="7483439" y="4454028"/>
                </a:lnTo>
                <a:lnTo>
                  <a:pt x="7482897" y="4454884"/>
                </a:lnTo>
                <a:lnTo>
                  <a:pt x="7482352" y="4455738"/>
                </a:lnTo>
                <a:lnTo>
                  <a:pt x="7481803" y="4456590"/>
                </a:lnTo>
                <a:lnTo>
                  <a:pt x="7481251" y="4457439"/>
                </a:lnTo>
                <a:lnTo>
                  <a:pt x="7480696" y="4458286"/>
                </a:lnTo>
                <a:lnTo>
                  <a:pt x="7480137" y="4459130"/>
                </a:lnTo>
                <a:lnTo>
                  <a:pt x="7479575" y="4459972"/>
                </a:lnTo>
                <a:lnTo>
                  <a:pt x="7479009" y="4460812"/>
                </a:lnTo>
                <a:lnTo>
                  <a:pt x="7478441" y="4461649"/>
                </a:lnTo>
                <a:lnTo>
                  <a:pt x="7477869" y="4462484"/>
                </a:lnTo>
                <a:lnTo>
                  <a:pt x="7477293" y="4463316"/>
                </a:lnTo>
                <a:lnTo>
                  <a:pt x="7476715" y="4464146"/>
                </a:lnTo>
                <a:lnTo>
                  <a:pt x="7476133" y="4464974"/>
                </a:lnTo>
                <a:lnTo>
                  <a:pt x="7475548" y="4465799"/>
                </a:lnTo>
                <a:lnTo>
                  <a:pt x="7474959" y="4466621"/>
                </a:lnTo>
                <a:lnTo>
                  <a:pt x="7474368" y="4467442"/>
                </a:lnTo>
                <a:lnTo>
                  <a:pt x="7473773" y="4468259"/>
                </a:lnTo>
                <a:lnTo>
                  <a:pt x="7473175" y="4469074"/>
                </a:lnTo>
                <a:lnTo>
                  <a:pt x="7472574" y="4469887"/>
                </a:lnTo>
                <a:lnTo>
                  <a:pt x="7471970" y="4470697"/>
                </a:lnTo>
                <a:lnTo>
                  <a:pt x="7471362" y="4471505"/>
                </a:lnTo>
                <a:lnTo>
                  <a:pt x="7470751" y="4472310"/>
                </a:lnTo>
                <a:lnTo>
                  <a:pt x="7470137" y="4473112"/>
                </a:lnTo>
                <a:lnTo>
                  <a:pt x="7469520" y="4473912"/>
                </a:lnTo>
                <a:lnTo>
                  <a:pt x="7468900" y="4474709"/>
                </a:lnTo>
                <a:lnTo>
                  <a:pt x="7468277" y="4475504"/>
                </a:lnTo>
                <a:lnTo>
                  <a:pt x="7467650" y="4476296"/>
                </a:lnTo>
                <a:lnTo>
                  <a:pt x="7467020" y="4477086"/>
                </a:lnTo>
                <a:lnTo>
                  <a:pt x="7466388" y="4477873"/>
                </a:lnTo>
                <a:lnTo>
                  <a:pt x="7465752" y="4478657"/>
                </a:lnTo>
                <a:lnTo>
                  <a:pt x="7465113" y="4479439"/>
                </a:lnTo>
                <a:lnTo>
                  <a:pt x="7464471" y="4480218"/>
                </a:lnTo>
                <a:lnTo>
                  <a:pt x="7463826" y="4480995"/>
                </a:lnTo>
                <a:lnTo>
                  <a:pt x="7463177" y="4481769"/>
                </a:lnTo>
                <a:lnTo>
                  <a:pt x="7462526" y="4482540"/>
                </a:lnTo>
                <a:lnTo>
                  <a:pt x="7461872" y="4483308"/>
                </a:lnTo>
                <a:lnTo>
                  <a:pt x="7461215" y="4484074"/>
                </a:lnTo>
                <a:lnTo>
                  <a:pt x="7460554" y="4484838"/>
                </a:lnTo>
                <a:lnTo>
                  <a:pt x="7459891" y="4485598"/>
                </a:lnTo>
                <a:lnTo>
                  <a:pt x="7459225" y="4486356"/>
                </a:lnTo>
                <a:lnTo>
                  <a:pt x="7458555" y="4487111"/>
                </a:lnTo>
                <a:lnTo>
                  <a:pt x="7457883" y="4487863"/>
                </a:lnTo>
                <a:lnTo>
                  <a:pt x="7457207" y="4488613"/>
                </a:lnTo>
                <a:lnTo>
                  <a:pt x="7456529" y="4489360"/>
                </a:lnTo>
                <a:lnTo>
                  <a:pt x="7455848" y="4490104"/>
                </a:lnTo>
                <a:lnTo>
                  <a:pt x="7455164" y="4490845"/>
                </a:lnTo>
                <a:lnTo>
                  <a:pt x="7454476" y="4491584"/>
                </a:lnTo>
                <a:lnTo>
                  <a:pt x="7453786" y="4492320"/>
                </a:lnTo>
                <a:lnTo>
                  <a:pt x="7453093" y="4493053"/>
                </a:lnTo>
                <a:lnTo>
                  <a:pt x="7452397" y="4493783"/>
                </a:lnTo>
                <a:lnTo>
                  <a:pt x="7451698" y="4494511"/>
                </a:lnTo>
                <a:lnTo>
                  <a:pt x="7450997" y="4495235"/>
                </a:lnTo>
                <a:lnTo>
                  <a:pt x="7450292" y="4495957"/>
                </a:lnTo>
                <a:lnTo>
                  <a:pt x="7449584" y="4496676"/>
                </a:lnTo>
                <a:lnTo>
                  <a:pt x="7448874" y="4497392"/>
                </a:lnTo>
                <a:lnTo>
                  <a:pt x="7448161" y="4498105"/>
                </a:lnTo>
                <a:lnTo>
                  <a:pt x="7447445" y="4498816"/>
                </a:lnTo>
                <a:lnTo>
                  <a:pt x="7446726" y="4499523"/>
                </a:lnTo>
                <a:lnTo>
                  <a:pt x="7446004" y="4500228"/>
                </a:lnTo>
                <a:lnTo>
                  <a:pt x="7445279" y="4500930"/>
                </a:lnTo>
                <a:lnTo>
                  <a:pt x="7444552" y="4501629"/>
                </a:lnTo>
                <a:lnTo>
                  <a:pt x="7443821" y="4502325"/>
                </a:lnTo>
                <a:lnTo>
                  <a:pt x="7443088" y="4503018"/>
                </a:lnTo>
                <a:lnTo>
                  <a:pt x="7442353" y="4503708"/>
                </a:lnTo>
                <a:lnTo>
                  <a:pt x="7441614" y="4504395"/>
                </a:lnTo>
                <a:lnTo>
                  <a:pt x="7440873" y="4505079"/>
                </a:lnTo>
                <a:lnTo>
                  <a:pt x="7440128" y="4505761"/>
                </a:lnTo>
                <a:lnTo>
                  <a:pt x="7439382" y="4506439"/>
                </a:lnTo>
                <a:lnTo>
                  <a:pt x="7438632" y="4507114"/>
                </a:lnTo>
                <a:lnTo>
                  <a:pt x="7437880" y="4507787"/>
                </a:lnTo>
                <a:lnTo>
                  <a:pt x="7437124" y="4508456"/>
                </a:lnTo>
                <a:lnTo>
                  <a:pt x="7436367" y="4509122"/>
                </a:lnTo>
                <a:lnTo>
                  <a:pt x="7435606" y="4509786"/>
                </a:lnTo>
                <a:lnTo>
                  <a:pt x="7434843" y="4510446"/>
                </a:lnTo>
                <a:lnTo>
                  <a:pt x="7434077" y="4511103"/>
                </a:lnTo>
                <a:lnTo>
                  <a:pt x="7433309" y="4511758"/>
                </a:lnTo>
                <a:lnTo>
                  <a:pt x="7432537" y="4512409"/>
                </a:lnTo>
                <a:lnTo>
                  <a:pt x="7431763" y="4513057"/>
                </a:lnTo>
                <a:lnTo>
                  <a:pt x="7430987" y="4513702"/>
                </a:lnTo>
                <a:lnTo>
                  <a:pt x="7430208" y="4514344"/>
                </a:lnTo>
                <a:lnTo>
                  <a:pt x="7429426" y="4514983"/>
                </a:lnTo>
                <a:lnTo>
                  <a:pt x="7428642" y="4515619"/>
                </a:lnTo>
                <a:lnTo>
                  <a:pt x="7427855" y="4516252"/>
                </a:lnTo>
                <a:lnTo>
                  <a:pt x="7427065" y="4516881"/>
                </a:lnTo>
                <a:lnTo>
                  <a:pt x="7426273" y="4517508"/>
                </a:lnTo>
                <a:lnTo>
                  <a:pt x="7425478" y="4518131"/>
                </a:lnTo>
                <a:lnTo>
                  <a:pt x="7424681" y="4518752"/>
                </a:lnTo>
                <a:lnTo>
                  <a:pt x="7423881" y="4519369"/>
                </a:lnTo>
                <a:lnTo>
                  <a:pt x="7423078" y="4519983"/>
                </a:lnTo>
                <a:lnTo>
                  <a:pt x="7422273" y="4520593"/>
                </a:lnTo>
                <a:lnTo>
                  <a:pt x="7421466" y="4521201"/>
                </a:lnTo>
                <a:lnTo>
                  <a:pt x="7420655" y="4521805"/>
                </a:lnTo>
                <a:lnTo>
                  <a:pt x="7419843" y="4522407"/>
                </a:lnTo>
                <a:lnTo>
                  <a:pt x="7419028" y="4523005"/>
                </a:lnTo>
                <a:lnTo>
                  <a:pt x="7418210" y="4523599"/>
                </a:lnTo>
                <a:lnTo>
                  <a:pt x="7417390" y="4524191"/>
                </a:lnTo>
                <a:lnTo>
                  <a:pt x="7416567" y="4524779"/>
                </a:lnTo>
                <a:lnTo>
                  <a:pt x="7415742" y="4525364"/>
                </a:lnTo>
                <a:lnTo>
                  <a:pt x="7414915" y="4525946"/>
                </a:lnTo>
                <a:lnTo>
                  <a:pt x="7414085" y="4526525"/>
                </a:lnTo>
                <a:lnTo>
                  <a:pt x="7413253" y="4527100"/>
                </a:lnTo>
                <a:lnTo>
                  <a:pt x="7412418" y="4527672"/>
                </a:lnTo>
                <a:lnTo>
                  <a:pt x="7411580" y="4528241"/>
                </a:lnTo>
                <a:lnTo>
                  <a:pt x="7410741" y="4528806"/>
                </a:lnTo>
                <a:lnTo>
                  <a:pt x="7409899" y="4529368"/>
                </a:lnTo>
                <a:lnTo>
                  <a:pt x="7409054" y="4529927"/>
                </a:lnTo>
                <a:lnTo>
                  <a:pt x="7408207" y="4530482"/>
                </a:lnTo>
                <a:lnTo>
                  <a:pt x="7407358" y="4531035"/>
                </a:lnTo>
                <a:lnTo>
                  <a:pt x="7406507" y="4531583"/>
                </a:lnTo>
                <a:lnTo>
                  <a:pt x="7405653" y="4532129"/>
                </a:lnTo>
                <a:lnTo>
                  <a:pt x="7404796" y="4532671"/>
                </a:lnTo>
                <a:lnTo>
                  <a:pt x="7403938" y="4533210"/>
                </a:lnTo>
                <a:lnTo>
                  <a:pt x="7403077" y="4533745"/>
                </a:lnTo>
                <a:lnTo>
                  <a:pt x="7402213" y="4534277"/>
                </a:lnTo>
                <a:lnTo>
                  <a:pt x="7401348" y="4534805"/>
                </a:lnTo>
                <a:lnTo>
                  <a:pt x="7400480" y="4535330"/>
                </a:lnTo>
                <a:lnTo>
                  <a:pt x="7399610" y="4535852"/>
                </a:lnTo>
                <a:lnTo>
                  <a:pt x="7398737" y="4536370"/>
                </a:lnTo>
                <a:lnTo>
                  <a:pt x="7397862" y="4536885"/>
                </a:lnTo>
                <a:lnTo>
                  <a:pt x="7396985" y="4537397"/>
                </a:lnTo>
                <a:lnTo>
                  <a:pt x="7396106" y="4537904"/>
                </a:lnTo>
                <a:lnTo>
                  <a:pt x="7395225" y="4538409"/>
                </a:lnTo>
                <a:lnTo>
                  <a:pt x="7394341" y="4538910"/>
                </a:lnTo>
                <a:lnTo>
                  <a:pt x="7393455" y="4539407"/>
                </a:lnTo>
                <a:lnTo>
                  <a:pt x="7392567" y="4539901"/>
                </a:lnTo>
                <a:lnTo>
                  <a:pt x="7391676" y="4540392"/>
                </a:lnTo>
                <a:lnTo>
                  <a:pt x="7390783" y="4540879"/>
                </a:lnTo>
                <a:lnTo>
                  <a:pt x="7389889" y="4541362"/>
                </a:lnTo>
                <a:lnTo>
                  <a:pt x="7388992" y="4541842"/>
                </a:lnTo>
                <a:lnTo>
                  <a:pt x="7388092" y="4542318"/>
                </a:lnTo>
                <a:lnTo>
                  <a:pt x="7387191" y="4542791"/>
                </a:lnTo>
                <a:lnTo>
                  <a:pt x="7386288" y="4543261"/>
                </a:lnTo>
                <a:lnTo>
                  <a:pt x="7385382" y="4543726"/>
                </a:lnTo>
                <a:lnTo>
                  <a:pt x="7384474" y="4544188"/>
                </a:lnTo>
                <a:lnTo>
                  <a:pt x="7383564" y="4544647"/>
                </a:lnTo>
                <a:lnTo>
                  <a:pt x="7382652" y="4545102"/>
                </a:lnTo>
                <a:lnTo>
                  <a:pt x="7381738" y="4545553"/>
                </a:lnTo>
                <a:lnTo>
                  <a:pt x="7380822" y="4546001"/>
                </a:lnTo>
                <a:lnTo>
                  <a:pt x="7379904" y="4546445"/>
                </a:lnTo>
                <a:lnTo>
                  <a:pt x="7378983" y="4546885"/>
                </a:lnTo>
                <a:lnTo>
                  <a:pt x="7378061" y="4547322"/>
                </a:lnTo>
                <a:lnTo>
                  <a:pt x="7377136" y="4547755"/>
                </a:lnTo>
                <a:lnTo>
                  <a:pt x="7376210" y="4548185"/>
                </a:lnTo>
                <a:lnTo>
                  <a:pt x="7375281" y="4548611"/>
                </a:lnTo>
                <a:lnTo>
                  <a:pt x="7374351" y="4549033"/>
                </a:lnTo>
                <a:lnTo>
                  <a:pt x="7373418" y="4549451"/>
                </a:lnTo>
                <a:lnTo>
                  <a:pt x="7372483" y="4549866"/>
                </a:lnTo>
                <a:lnTo>
                  <a:pt x="7371547" y="4550277"/>
                </a:lnTo>
                <a:lnTo>
                  <a:pt x="7370608" y="4550684"/>
                </a:lnTo>
                <a:lnTo>
                  <a:pt x="7369667" y="4551088"/>
                </a:lnTo>
                <a:lnTo>
                  <a:pt x="7368725" y="4551488"/>
                </a:lnTo>
                <a:lnTo>
                  <a:pt x="7367780" y="4551884"/>
                </a:lnTo>
                <a:lnTo>
                  <a:pt x="7366834" y="4552276"/>
                </a:lnTo>
                <a:lnTo>
                  <a:pt x="7365885" y="4552665"/>
                </a:lnTo>
                <a:lnTo>
                  <a:pt x="7364935" y="4553049"/>
                </a:lnTo>
                <a:lnTo>
                  <a:pt x="7363982" y="4553430"/>
                </a:lnTo>
                <a:lnTo>
                  <a:pt x="7363028" y="4553808"/>
                </a:lnTo>
                <a:lnTo>
                  <a:pt x="7362072" y="4554181"/>
                </a:lnTo>
                <a:lnTo>
                  <a:pt x="7361114" y="4554551"/>
                </a:lnTo>
                <a:lnTo>
                  <a:pt x="7360154" y="4554916"/>
                </a:lnTo>
                <a:lnTo>
                  <a:pt x="7359192" y="4555278"/>
                </a:lnTo>
                <a:lnTo>
                  <a:pt x="7358228" y="4555637"/>
                </a:lnTo>
                <a:lnTo>
                  <a:pt x="7357262" y="4555991"/>
                </a:lnTo>
                <a:lnTo>
                  <a:pt x="7356295" y="4556341"/>
                </a:lnTo>
                <a:lnTo>
                  <a:pt x="7355326" y="4556688"/>
                </a:lnTo>
                <a:lnTo>
                  <a:pt x="7354354" y="4557030"/>
                </a:lnTo>
                <a:lnTo>
                  <a:pt x="7353381" y="4557369"/>
                </a:lnTo>
                <a:lnTo>
                  <a:pt x="7352407" y="4557704"/>
                </a:lnTo>
                <a:lnTo>
                  <a:pt x="7351430" y="4558035"/>
                </a:lnTo>
                <a:lnTo>
                  <a:pt x="7350452" y="4558362"/>
                </a:lnTo>
                <a:lnTo>
                  <a:pt x="7349471" y="4558685"/>
                </a:lnTo>
                <a:lnTo>
                  <a:pt x="7348489" y="4559004"/>
                </a:lnTo>
                <a:lnTo>
                  <a:pt x="7347506" y="4559320"/>
                </a:lnTo>
                <a:lnTo>
                  <a:pt x="7346520" y="4559631"/>
                </a:lnTo>
                <a:lnTo>
                  <a:pt x="7345533" y="4559938"/>
                </a:lnTo>
                <a:lnTo>
                  <a:pt x="7344544" y="4560242"/>
                </a:lnTo>
                <a:lnTo>
                  <a:pt x="7343553" y="4560541"/>
                </a:lnTo>
                <a:lnTo>
                  <a:pt x="7342561" y="4560837"/>
                </a:lnTo>
                <a:lnTo>
                  <a:pt x="7341567" y="4561128"/>
                </a:lnTo>
                <a:lnTo>
                  <a:pt x="7340571" y="4561415"/>
                </a:lnTo>
                <a:lnTo>
                  <a:pt x="7339573" y="4561699"/>
                </a:lnTo>
                <a:lnTo>
                  <a:pt x="7338574" y="4561978"/>
                </a:lnTo>
                <a:lnTo>
                  <a:pt x="7337573" y="4562254"/>
                </a:lnTo>
                <a:lnTo>
                  <a:pt x="7336570" y="4562525"/>
                </a:lnTo>
                <a:lnTo>
                  <a:pt x="7335566" y="4562792"/>
                </a:lnTo>
                <a:lnTo>
                  <a:pt x="7334560" y="4563055"/>
                </a:lnTo>
                <a:lnTo>
                  <a:pt x="7333552" y="4563314"/>
                </a:lnTo>
                <a:lnTo>
                  <a:pt x="7332543" y="4563569"/>
                </a:lnTo>
                <a:lnTo>
                  <a:pt x="7331532" y="4563820"/>
                </a:lnTo>
                <a:lnTo>
                  <a:pt x="7330520" y="4564067"/>
                </a:lnTo>
                <a:lnTo>
                  <a:pt x="7329506" y="4564310"/>
                </a:lnTo>
                <a:lnTo>
                  <a:pt x="7328490" y="4564548"/>
                </a:lnTo>
                <a:lnTo>
                  <a:pt x="7327473" y="4564783"/>
                </a:lnTo>
                <a:lnTo>
                  <a:pt x="7326454" y="4565013"/>
                </a:lnTo>
                <a:lnTo>
                  <a:pt x="7325434" y="4565239"/>
                </a:lnTo>
                <a:lnTo>
                  <a:pt x="7324412" y="4565461"/>
                </a:lnTo>
                <a:lnTo>
                  <a:pt x="7323389" y="4565679"/>
                </a:lnTo>
                <a:lnTo>
                  <a:pt x="7322364" y="4565893"/>
                </a:lnTo>
                <a:lnTo>
                  <a:pt x="7321337" y="4566102"/>
                </a:lnTo>
                <a:lnTo>
                  <a:pt x="7320309" y="4566308"/>
                </a:lnTo>
                <a:lnTo>
                  <a:pt x="7319279" y="4566509"/>
                </a:lnTo>
                <a:lnTo>
                  <a:pt x="7318248" y="4566706"/>
                </a:lnTo>
                <a:lnTo>
                  <a:pt x="7317216" y="4566898"/>
                </a:lnTo>
                <a:lnTo>
                  <a:pt x="7316182" y="4567087"/>
                </a:lnTo>
                <a:lnTo>
                  <a:pt x="7315146" y="4567271"/>
                </a:lnTo>
                <a:lnTo>
                  <a:pt x="7314109" y="4567451"/>
                </a:lnTo>
                <a:lnTo>
                  <a:pt x="7313071" y="4567627"/>
                </a:lnTo>
                <a:lnTo>
                  <a:pt x="7312031" y="4567798"/>
                </a:lnTo>
                <a:lnTo>
                  <a:pt x="7310990" y="4567965"/>
                </a:lnTo>
                <a:lnTo>
                  <a:pt x="7309947" y="4568128"/>
                </a:lnTo>
                <a:lnTo>
                  <a:pt x="7308903" y="4568287"/>
                </a:lnTo>
                <a:lnTo>
                  <a:pt x="7307857" y="4568441"/>
                </a:lnTo>
                <a:lnTo>
                  <a:pt x="7306810" y="4568591"/>
                </a:lnTo>
                <a:lnTo>
                  <a:pt x="7305762" y="4568736"/>
                </a:lnTo>
                <a:lnTo>
                  <a:pt x="7304712" y="4568878"/>
                </a:lnTo>
                <a:lnTo>
                  <a:pt x="7303661" y="4569015"/>
                </a:lnTo>
                <a:lnTo>
                  <a:pt x="7302609" y="4569147"/>
                </a:lnTo>
                <a:lnTo>
                  <a:pt x="7301555" y="4569275"/>
                </a:lnTo>
                <a:lnTo>
                  <a:pt x="7300500" y="4569399"/>
                </a:lnTo>
                <a:lnTo>
                  <a:pt x="7299443" y="4569519"/>
                </a:lnTo>
                <a:lnTo>
                  <a:pt x="7298385" y="4569634"/>
                </a:lnTo>
                <a:lnTo>
                  <a:pt x="7297326" y="4569744"/>
                </a:lnTo>
                <a:lnTo>
                  <a:pt x="7296266" y="4569851"/>
                </a:lnTo>
                <a:lnTo>
                  <a:pt x="7295204" y="4569953"/>
                </a:lnTo>
                <a:lnTo>
                  <a:pt x="7294141" y="4570050"/>
                </a:lnTo>
                <a:lnTo>
                  <a:pt x="7293077" y="4570143"/>
                </a:lnTo>
                <a:lnTo>
                  <a:pt x="7292011" y="4570232"/>
                </a:lnTo>
                <a:lnTo>
                  <a:pt x="7290944" y="4570316"/>
                </a:lnTo>
                <a:lnTo>
                  <a:pt x="7289876" y="4570395"/>
                </a:lnTo>
                <a:lnTo>
                  <a:pt x="7288807" y="4570470"/>
                </a:lnTo>
                <a:lnTo>
                  <a:pt x="7287736" y="4570541"/>
                </a:lnTo>
                <a:lnTo>
                  <a:pt x="7286665" y="4570607"/>
                </a:lnTo>
                <a:lnTo>
                  <a:pt x="7285592" y="4570669"/>
                </a:lnTo>
                <a:lnTo>
                  <a:pt x="7284518" y="4570726"/>
                </a:lnTo>
                <a:lnTo>
                  <a:pt x="7283442" y="4570779"/>
                </a:lnTo>
                <a:lnTo>
                  <a:pt x="7282366" y="4570827"/>
                </a:lnTo>
                <a:lnTo>
                  <a:pt x="7281288" y="4570870"/>
                </a:lnTo>
                <a:lnTo>
                  <a:pt x="7280209" y="4570909"/>
                </a:lnTo>
                <a:lnTo>
                  <a:pt x="7279129" y="4570944"/>
                </a:lnTo>
                <a:lnTo>
                  <a:pt x="7278048" y="4570974"/>
                </a:lnTo>
                <a:lnTo>
                  <a:pt x="7276965" y="4570999"/>
                </a:lnTo>
                <a:lnTo>
                  <a:pt x="7275882" y="4571020"/>
                </a:lnTo>
                <a:lnTo>
                  <a:pt x="7274797" y="4571036"/>
                </a:lnTo>
                <a:lnTo>
                  <a:pt x="7273712" y="4571048"/>
                </a:lnTo>
                <a:lnTo>
                  <a:pt x="7272625" y="4571055"/>
                </a:lnTo>
                <a:lnTo>
                  <a:pt x="7271537" y="4571057"/>
                </a:lnTo>
                <a:lnTo>
                  <a:pt x="7271537" y="4584230"/>
                </a:lnTo>
                <a:lnTo>
                  <a:pt x="7271537" y="4584230"/>
                </a:lnTo>
                <a:lnTo>
                  <a:pt x="7271537" y="4584230"/>
                </a:lnTo>
                <a:lnTo>
                  <a:pt x="7272739" y="4584227"/>
                </a:lnTo>
                <a:lnTo>
                  <a:pt x="7273940" y="4584219"/>
                </a:lnTo>
                <a:lnTo>
                  <a:pt x="7275139" y="4584206"/>
                </a:lnTo>
                <a:lnTo>
                  <a:pt x="7276337" y="4584187"/>
                </a:lnTo>
                <a:lnTo>
                  <a:pt x="7277534" y="4584163"/>
                </a:lnTo>
                <a:lnTo>
                  <a:pt x="7278730" y="4584134"/>
                </a:lnTo>
                <a:lnTo>
                  <a:pt x="7279924" y="4584099"/>
                </a:lnTo>
                <a:lnTo>
                  <a:pt x="7281117" y="4584059"/>
                </a:lnTo>
                <a:lnTo>
                  <a:pt x="7282308" y="4584014"/>
                </a:lnTo>
                <a:lnTo>
                  <a:pt x="7283498" y="4583963"/>
                </a:lnTo>
                <a:lnTo>
                  <a:pt x="7284687" y="4583908"/>
                </a:lnTo>
                <a:lnTo>
                  <a:pt x="7285874" y="4583847"/>
                </a:lnTo>
                <a:lnTo>
                  <a:pt x="7287060" y="4583780"/>
                </a:lnTo>
                <a:lnTo>
                  <a:pt x="7288245" y="4583709"/>
                </a:lnTo>
                <a:lnTo>
                  <a:pt x="7289428" y="4583632"/>
                </a:lnTo>
                <a:lnTo>
                  <a:pt x="7290610" y="4583550"/>
                </a:lnTo>
                <a:lnTo>
                  <a:pt x="7291790" y="4583463"/>
                </a:lnTo>
                <a:lnTo>
                  <a:pt x="7292969" y="4583371"/>
                </a:lnTo>
                <a:lnTo>
                  <a:pt x="7294146" y="4583274"/>
                </a:lnTo>
                <a:lnTo>
                  <a:pt x="7295322" y="4583171"/>
                </a:lnTo>
                <a:lnTo>
                  <a:pt x="7296496" y="4583063"/>
                </a:lnTo>
                <a:lnTo>
                  <a:pt x="7297669" y="4582950"/>
                </a:lnTo>
                <a:lnTo>
                  <a:pt x="7298841" y="4582832"/>
                </a:lnTo>
                <a:lnTo>
                  <a:pt x="7300011" y="4582709"/>
                </a:lnTo>
                <a:lnTo>
                  <a:pt x="7301179" y="4582581"/>
                </a:lnTo>
                <a:lnTo>
                  <a:pt x="7302346" y="4582448"/>
                </a:lnTo>
                <a:lnTo>
                  <a:pt x="7303511" y="4582309"/>
                </a:lnTo>
                <a:lnTo>
                  <a:pt x="7304675" y="4582166"/>
                </a:lnTo>
                <a:lnTo>
                  <a:pt x="7305837" y="4582018"/>
                </a:lnTo>
                <a:lnTo>
                  <a:pt x="7306998" y="4581864"/>
                </a:lnTo>
                <a:lnTo>
                  <a:pt x="7308157" y="4581706"/>
                </a:lnTo>
                <a:lnTo>
                  <a:pt x="7309314" y="4581542"/>
                </a:lnTo>
                <a:lnTo>
                  <a:pt x="7310470" y="4581373"/>
                </a:lnTo>
                <a:lnTo>
                  <a:pt x="7311624" y="4581200"/>
                </a:lnTo>
                <a:lnTo>
                  <a:pt x="7312777" y="4581021"/>
                </a:lnTo>
                <a:lnTo>
                  <a:pt x="7313927" y="4580838"/>
                </a:lnTo>
                <a:lnTo>
                  <a:pt x="7315077" y="4580649"/>
                </a:lnTo>
                <a:lnTo>
                  <a:pt x="7316224" y="4580456"/>
                </a:lnTo>
                <a:lnTo>
                  <a:pt x="7317370" y="4580257"/>
                </a:lnTo>
                <a:lnTo>
                  <a:pt x="7318514" y="4580054"/>
                </a:lnTo>
                <a:lnTo>
                  <a:pt x="7319656" y="4579846"/>
                </a:lnTo>
                <a:lnTo>
                  <a:pt x="7320797" y="4579633"/>
                </a:lnTo>
                <a:lnTo>
                  <a:pt x="7321936" y="4579415"/>
                </a:lnTo>
                <a:lnTo>
                  <a:pt x="7323073" y="4579192"/>
                </a:lnTo>
                <a:lnTo>
                  <a:pt x="7324209" y="4578964"/>
                </a:lnTo>
                <a:lnTo>
                  <a:pt x="7325343" y="4578731"/>
                </a:lnTo>
                <a:lnTo>
                  <a:pt x="7326474" y="4578494"/>
                </a:lnTo>
                <a:lnTo>
                  <a:pt x="7327605" y="4578252"/>
                </a:lnTo>
                <a:lnTo>
                  <a:pt x="7328733" y="4578004"/>
                </a:lnTo>
                <a:lnTo>
                  <a:pt x="7329859" y="4577753"/>
                </a:lnTo>
                <a:lnTo>
                  <a:pt x="7330984" y="4577496"/>
                </a:lnTo>
                <a:lnTo>
                  <a:pt x="7332107" y="4577234"/>
                </a:lnTo>
                <a:lnTo>
                  <a:pt x="7333228" y="4576968"/>
                </a:lnTo>
                <a:lnTo>
                  <a:pt x="7334347" y="4576697"/>
                </a:lnTo>
                <a:lnTo>
                  <a:pt x="7335465" y="4576421"/>
                </a:lnTo>
                <a:lnTo>
                  <a:pt x="7336580" y="4576140"/>
                </a:lnTo>
                <a:lnTo>
                  <a:pt x="7337694" y="4575855"/>
                </a:lnTo>
                <a:lnTo>
                  <a:pt x="7338805" y="4575565"/>
                </a:lnTo>
                <a:lnTo>
                  <a:pt x="7339915" y="4575270"/>
                </a:lnTo>
                <a:lnTo>
                  <a:pt x="7341023" y="4574970"/>
                </a:lnTo>
                <a:lnTo>
                  <a:pt x="7342129" y="4574666"/>
                </a:lnTo>
                <a:lnTo>
                  <a:pt x="7343233" y="4574357"/>
                </a:lnTo>
                <a:lnTo>
                  <a:pt x="7344335" y="4574044"/>
                </a:lnTo>
                <a:lnTo>
                  <a:pt x="7345435" y="4573726"/>
                </a:lnTo>
                <a:lnTo>
                  <a:pt x="7346533" y="4573403"/>
                </a:lnTo>
                <a:lnTo>
                  <a:pt x="7347629" y="4573075"/>
                </a:lnTo>
                <a:lnTo>
                  <a:pt x="7348723" y="4572743"/>
                </a:lnTo>
                <a:lnTo>
                  <a:pt x="7349815" y="4572407"/>
                </a:lnTo>
                <a:lnTo>
                  <a:pt x="7350905" y="4572065"/>
                </a:lnTo>
                <a:lnTo>
                  <a:pt x="7351993" y="4571719"/>
                </a:lnTo>
                <a:lnTo>
                  <a:pt x="7353079" y="4571369"/>
                </a:lnTo>
                <a:lnTo>
                  <a:pt x="7354162" y="4571014"/>
                </a:lnTo>
                <a:lnTo>
                  <a:pt x="7355244" y="4570654"/>
                </a:lnTo>
                <a:lnTo>
                  <a:pt x="7356324" y="4570290"/>
                </a:lnTo>
                <a:lnTo>
                  <a:pt x="7357401" y="4569921"/>
                </a:lnTo>
                <a:lnTo>
                  <a:pt x="7358477" y="4569548"/>
                </a:lnTo>
                <a:lnTo>
                  <a:pt x="7359550" y="4569170"/>
                </a:lnTo>
                <a:lnTo>
                  <a:pt x="7360622" y="4568788"/>
                </a:lnTo>
                <a:lnTo>
                  <a:pt x="7361691" y="4568402"/>
                </a:lnTo>
                <a:lnTo>
                  <a:pt x="7362758" y="4568010"/>
                </a:lnTo>
                <a:lnTo>
                  <a:pt x="7363822" y="4567615"/>
                </a:lnTo>
                <a:lnTo>
                  <a:pt x="7364885" y="4567215"/>
                </a:lnTo>
                <a:lnTo>
                  <a:pt x="7365945" y="4566810"/>
                </a:lnTo>
                <a:lnTo>
                  <a:pt x="7367004" y="4566401"/>
                </a:lnTo>
                <a:lnTo>
                  <a:pt x="7368060" y="4565988"/>
                </a:lnTo>
                <a:lnTo>
                  <a:pt x="7369114" y="4565570"/>
                </a:lnTo>
                <a:lnTo>
                  <a:pt x="7370165" y="4565148"/>
                </a:lnTo>
                <a:lnTo>
                  <a:pt x="7371215" y="4564721"/>
                </a:lnTo>
                <a:lnTo>
                  <a:pt x="7372262" y="4564291"/>
                </a:lnTo>
                <a:lnTo>
                  <a:pt x="7373306" y="4563855"/>
                </a:lnTo>
                <a:lnTo>
                  <a:pt x="7374349" y="4563416"/>
                </a:lnTo>
                <a:lnTo>
                  <a:pt x="7375389" y="4562972"/>
                </a:lnTo>
                <a:lnTo>
                  <a:pt x="7376427" y="4562523"/>
                </a:lnTo>
                <a:lnTo>
                  <a:pt x="7377463" y="4562071"/>
                </a:lnTo>
                <a:lnTo>
                  <a:pt x="7378496" y="4561614"/>
                </a:lnTo>
                <a:lnTo>
                  <a:pt x="7379527" y="4561153"/>
                </a:lnTo>
                <a:lnTo>
                  <a:pt x="7380556" y="4560687"/>
                </a:lnTo>
                <a:lnTo>
                  <a:pt x="7381582" y="4560217"/>
                </a:lnTo>
                <a:lnTo>
                  <a:pt x="7382606" y="4559743"/>
                </a:lnTo>
                <a:lnTo>
                  <a:pt x="7383628" y="4559265"/>
                </a:lnTo>
                <a:lnTo>
                  <a:pt x="7384647" y="4558782"/>
                </a:lnTo>
                <a:lnTo>
                  <a:pt x="7385664" y="4558296"/>
                </a:lnTo>
                <a:lnTo>
                  <a:pt x="7386678" y="4557805"/>
                </a:lnTo>
                <a:lnTo>
                  <a:pt x="7387690" y="4557310"/>
                </a:lnTo>
                <a:lnTo>
                  <a:pt x="7388700" y="4556810"/>
                </a:lnTo>
                <a:lnTo>
                  <a:pt x="7389707" y="4556307"/>
                </a:lnTo>
                <a:lnTo>
                  <a:pt x="7390711" y="4555799"/>
                </a:lnTo>
                <a:lnTo>
                  <a:pt x="7391713" y="4555287"/>
                </a:lnTo>
                <a:lnTo>
                  <a:pt x="7392713" y="4554771"/>
                </a:lnTo>
                <a:lnTo>
                  <a:pt x="7393710" y="4554251"/>
                </a:lnTo>
                <a:lnTo>
                  <a:pt x="7394705" y="4553727"/>
                </a:lnTo>
                <a:lnTo>
                  <a:pt x="7395697" y="4553198"/>
                </a:lnTo>
                <a:lnTo>
                  <a:pt x="7396687" y="4552666"/>
                </a:lnTo>
                <a:lnTo>
                  <a:pt x="7397674" y="4552129"/>
                </a:lnTo>
                <a:lnTo>
                  <a:pt x="7398658" y="4551589"/>
                </a:lnTo>
                <a:lnTo>
                  <a:pt x="7399640" y="4551044"/>
                </a:lnTo>
                <a:lnTo>
                  <a:pt x="7400620" y="4550495"/>
                </a:lnTo>
                <a:lnTo>
                  <a:pt x="7401597" y="4549942"/>
                </a:lnTo>
                <a:lnTo>
                  <a:pt x="7402571" y="4549386"/>
                </a:lnTo>
                <a:lnTo>
                  <a:pt x="7403543" y="4548825"/>
                </a:lnTo>
                <a:lnTo>
                  <a:pt x="7404512" y="4548260"/>
                </a:lnTo>
                <a:lnTo>
                  <a:pt x="7405478" y="4547691"/>
                </a:lnTo>
                <a:lnTo>
                  <a:pt x="7406442" y="4547118"/>
                </a:lnTo>
                <a:lnTo>
                  <a:pt x="7407403" y="4546541"/>
                </a:lnTo>
                <a:lnTo>
                  <a:pt x="7408361" y="4545960"/>
                </a:lnTo>
                <a:lnTo>
                  <a:pt x="7409317" y="4545376"/>
                </a:lnTo>
                <a:lnTo>
                  <a:pt x="7410270" y="4544787"/>
                </a:lnTo>
                <a:lnTo>
                  <a:pt x="7411221" y="4544194"/>
                </a:lnTo>
                <a:lnTo>
                  <a:pt x="7412168" y="4543598"/>
                </a:lnTo>
                <a:lnTo>
                  <a:pt x="7413113" y="4542997"/>
                </a:lnTo>
                <a:lnTo>
                  <a:pt x="7414056" y="4542393"/>
                </a:lnTo>
                <a:lnTo>
                  <a:pt x="7414995" y="4541785"/>
                </a:lnTo>
                <a:lnTo>
                  <a:pt x="7415932" y="4541173"/>
                </a:lnTo>
                <a:lnTo>
                  <a:pt x="7416866" y="4540557"/>
                </a:lnTo>
                <a:lnTo>
                  <a:pt x="7417797" y="4539937"/>
                </a:lnTo>
                <a:lnTo>
                  <a:pt x="7418725" y="4539313"/>
                </a:lnTo>
                <a:lnTo>
                  <a:pt x="7419651" y="4538686"/>
                </a:lnTo>
                <a:lnTo>
                  <a:pt x="7420574" y="4538054"/>
                </a:lnTo>
                <a:lnTo>
                  <a:pt x="7421494" y="4537419"/>
                </a:lnTo>
                <a:lnTo>
                  <a:pt x="7422411" y="4536780"/>
                </a:lnTo>
                <a:lnTo>
                  <a:pt x="7423325" y="4536138"/>
                </a:lnTo>
                <a:lnTo>
                  <a:pt x="7424237" y="4535491"/>
                </a:lnTo>
                <a:lnTo>
                  <a:pt x="7425146" y="4534841"/>
                </a:lnTo>
                <a:lnTo>
                  <a:pt x="7426051" y="4534187"/>
                </a:lnTo>
                <a:lnTo>
                  <a:pt x="7426954" y="4533529"/>
                </a:lnTo>
                <a:lnTo>
                  <a:pt x="7427854" y="4532868"/>
                </a:lnTo>
                <a:lnTo>
                  <a:pt x="7428751" y="4532203"/>
                </a:lnTo>
                <a:lnTo>
                  <a:pt x="7429645" y="4531534"/>
                </a:lnTo>
                <a:lnTo>
                  <a:pt x="7430537" y="4530861"/>
                </a:lnTo>
                <a:lnTo>
                  <a:pt x="7431425" y="4530185"/>
                </a:lnTo>
                <a:lnTo>
                  <a:pt x="7432310" y="4529505"/>
                </a:lnTo>
                <a:lnTo>
                  <a:pt x="7433192" y="4528821"/>
                </a:lnTo>
                <a:lnTo>
                  <a:pt x="7434072" y="4528134"/>
                </a:lnTo>
                <a:lnTo>
                  <a:pt x="7434948" y="4527443"/>
                </a:lnTo>
                <a:lnTo>
                  <a:pt x="7435821" y="4526749"/>
                </a:lnTo>
                <a:lnTo>
                  <a:pt x="7436692" y="4526051"/>
                </a:lnTo>
                <a:lnTo>
                  <a:pt x="7437559" y="4525349"/>
                </a:lnTo>
                <a:lnTo>
                  <a:pt x="7438423" y="4524644"/>
                </a:lnTo>
                <a:lnTo>
                  <a:pt x="7439285" y="4523935"/>
                </a:lnTo>
                <a:lnTo>
                  <a:pt x="7440143" y="4523223"/>
                </a:lnTo>
                <a:lnTo>
                  <a:pt x="7440998" y="4522507"/>
                </a:lnTo>
                <a:lnTo>
                  <a:pt x="7441850" y="4521787"/>
                </a:lnTo>
                <a:lnTo>
                  <a:pt x="7442699" y="4521064"/>
                </a:lnTo>
                <a:lnTo>
                  <a:pt x="7443545" y="4520337"/>
                </a:lnTo>
                <a:lnTo>
                  <a:pt x="7444388" y="4519607"/>
                </a:lnTo>
                <a:lnTo>
                  <a:pt x="7445227" y="4518874"/>
                </a:lnTo>
                <a:lnTo>
                  <a:pt x="7446064" y="4518137"/>
                </a:lnTo>
                <a:lnTo>
                  <a:pt x="7446897" y="4517396"/>
                </a:lnTo>
                <a:lnTo>
                  <a:pt x="7447727" y="4516652"/>
                </a:lnTo>
                <a:lnTo>
                  <a:pt x="7448554" y="4515905"/>
                </a:lnTo>
                <a:lnTo>
                  <a:pt x="7449378" y="4515154"/>
                </a:lnTo>
                <a:lnTo>
                  <a:pt x="7450199" y="4514399"/>
                </a:lnTo>
                <a:lnTo>
                  <a:pt x="7451016" y="4513642"/>
                </a:lnTo>
                <a:lnTo>
                  <a:pt x="7451830" y="4512880"/>
                </a:lnTo>
                <a:lnTo>
                  <a:pt x="7452641" y="4512116"/>
                </a:lnTo>
                <a:lnTo>
                  <a:pt x="7453449" y="4511348"/>
                </a:lnTo>
                <a:lnTo>
                  <a:pt x="7454253" y="4510576"/>
                </a:lnTo>
                <a:lnTo>
                  <a:pt x="7455054" y="4509802"/>
                </a:lnTo>
                <a:lnTo>
                  <a:pt x="7455852" y="4509024"/>
                </a:lnTo>
                <a:lnTo>
                  <a:pt x="7456647" y="4508242"/>
                </a:lnTo>
                <a:lnTo>
                  <a:pt x="7457438" y="4507458"/>
                </a:lnTo>
                <a:lnTo>
                  <a:pt x="7458226" y="4506669"/>
                </a:lnTo>
                <a:lnTo>
                  <a:pt x="7459011" y="4505878"/>
                </a:lnTo>
                <a:lnTo>
                  <a:pt x="7459793" y="4505083"/>
                </a:lnTo>
                <a:lnTo>
                  <a:pt x="7460571" y="4504286"/>
                </a:lnTo>
                <a:lnTo>
                  <a:pt x="7461345" y="4503484"/>
                </a:lnTo>
                <a:lnTo>
                  <a:pt x="7462117" y="4502680"/>
                </a:lnTo>
                <a:lnTo>
                  <a:pt x="7462885" y="4501872"/>
                </a:lnTo>
                <a:lnTo>
                  <a:pt x="7463649" y="4501061"/>
                </a:lnTo>
                <a:lnTo>
                  <a:pt x="7464410" y="4500247"/>
                </a:lnTo>
                <a:lnTo>
                  <a:pt x="7465168" y="4499430"/>
                </a:lnTo>
                <a:lnTo>
                  <a:pt x="7465923" y="4498609"/>
                </a:lnTo>
                <a:lnTo>
                  <a:pt x="7466674" y="4497785"/>
                </a:lnTo>
                <a:lnTo>
                  <a:pt x="7467421" y="4496958"/>
                </a:lnTo>
                <a:lnTo>
                  <a:pt x="7468165" y="4496128"/>
                </a:lnTo>
                <a:lnTo>
                  <a:pt x="7468906" y="4495295"/>
                </a:lnTo>
                <a:lnTo>
                  <a:pt x="7469643" y="4494458"/>
                </a:lnTo>
                <a:lnTo>
                  <a:pt x="7470376" y="4493619"/>
                </a:lnTo>
                <a:lnTo>
                  <a:pt x="7471106" y="4492776"/>
                </a:lnTo>
                <a:lnTo>
                  <a:pt x="7471833" y="4491930"/>
                </a:lnTo>
                <a:lnTo>
                  <a:pt x="7472556" y="4491081"/>
                </a:lnTo>
                <a:lnTo>
                  <a:pt x="7473276" y="4490229"/>
                </a:lnTo>
                <a:lnTo>
                  <a:pt x="7473992" y="4489374"/>
                </a:lnTo>
                <a:lnTo>
                  <a:pt x="7474704" y="4488516"/>
                </a:lnTo>
                <a:lnTo>
                  <a:pt x="7475413" y="4487654"/>
                </a:lnTo>
                <a:lnTo>
                  <a:pt x="7476118" y="4486790"/>
                </a:lnTo>
                <a:lnTo>
                  <a:pt x="7476820" y="4485923"/>
                </a:lnTo>
                <a:lnTo>
                  <a:pt x="7477518" y="4485052"/>
                </a:lnTo>
                <a:lnTo>
                  <a:pt x="7478212" y="4484179"/>
                </a:lnTo>
                <a:lnTo>
                  <a:pt x="7478903" y="4483303"/>
                </a:lnTo>
                <a:lnTo>
                  <a:pt x="7479590" y="4482423"/>
                </a:lnTo>
                <a:lnTo>
                  <a:pt x="7480274" y="4481541"/>
                </a:lnTo>
                <a:lnTo>
                  <a:pt x="7480954" y="4480656"/>
                </a:lnTo>
                <a:lnTo>
                  <a:pt x="7481630" y="4479768"/>
                </a:lnTo>
                <a:lnTo>
                  <a:pt x="7482303" y="4478876"/>
                </a:lnTo>
                <a:lnTo>
                  <a:pt x="7482972" y="4477982"/>
                </a:lnTo>
                <a:lnTo>
                  <a:pt x="7483637" y="4477085"/>
                </a:lnTo>
                <a:lnTo>
                  <a:pt x="7484298" y="4476185"/>
                </a:lnTo>
                <a:lnTo>
                  <a:pt x="7484956" y="4475282"/>
                </a:lnTo>
                <a:lnTo>
                  <a:pt x="7485610" y="4474377"/>
                </a:lnTo>
                <a:lnTo>
                  <a:pt x="7486260" y="4473468"/>
                </a:lnTo>
                <a:lnTo>
                  <a:pt x="7486907" y="4472556"/>
                </a:lnTo>
                <a:lnTo>
                  <a:pt x="7487549" y="4471642"/>
                </a:lnTo>
                <a:lnTo>
                  <a:pt x="7488188" y="4470725"/>
                </a:lnTo>
                <a:lnTo>
                  <a:pt x="7488823" y="4469805"/>
                </a:lnTo>
                <a:lnTo>
                  <a:pt x="7489455" y="4468882"/>
                </a:lnTo>
                <a:lnTo>
                  <a:pt x="7490082" y="4467956"/>
                </a:lnTo>
                <a:lnTo>
                  <a:pt x="7490706" y="4467028"/>
                </a:lnTo>
                <a:lnTo>
                  <a:pt x="7491326" y="4466097"/>
                </a:lnTo>
                <a:lnTo>
                  <a:pt x="7491942" y="4465163"/>
                </a:lnTo>
                <a:lnTo>
                  <a:pt x="7492554" y="4464226"/>
                </a:lnTo>
                <a:lnTo>
                  <a:pt x="7493162" y="4463287"/>
                </a:lnTo>
                <a:lnTo>
                  <a:pt x="7493766" y="4462344"/>
                </a:lnTo>
                <a:lnTo>
                  <a:pt x="7494367" y="4461399"/>
                </a:lnTo>
                <a:lnTo>
                  <a:pt x="7494963" y="4460452"/>
                </a:lnTo>
                <a:lnTo>
                  <a:pt x="7495556" y="4459501"/>
                </a:lnTo>
                <a:lnTo>
                  <a:pt x="7496145" y="4458548"/>
                </a:lnTo>
                <a:lnTo>
                  <a:pt x="7496729" y="4457592"/>
                </a:lnTo>
                <a:lnTo>
                  <a:pt x="7497310" y="4456634"/>
                </a:lnTo>
                <a:lnTo>
                  <a:pt x="7497887" y="4455673"/>
                </a:lnTo>
                <a:lnTo>
                  <a:pt x="7498460" y="4454709"/>
                </a:lnTo>
                <a:lnTo>
                  <a:pt x="7499029" y="4453743"/>
                </a:lnTo>
                <a:lnTo>
                  <a:pt x="7499594" y="4452774"/>
                </a:lnTo>
                <a:lnTo>
                  <a:pt x="7500154" y="4451802"/>
                </a:lnTo>
                <a:lnTo>
                  <a:pt x="7500711" y="4450828"/>
                </a:lnTo>
                <a:lnTo>
                  <a:pt x="7501264" y="4449851"/>
                </a:lnTo>
                <a:lnTo>
                  <a:pt x="7501813" y="4448871"/>
                </a:lnTo>
                <a:lnTo>
                  <a:pt x="7502358" y="4447889"/>
                </a:lnTo>
                <a:lnTo>
                  <a:pt x="7502898" y="4446905"/>
                </a:lnTo>
                <a:lnTo>
                  <a:pt x="7503435" y="4445918"/>
                </a:lnTo>
                <a:lnTo>
                  <a:pt x="7503967" y="4444928"/>
                </a:lnTo>
                <a:lnTo>
                  <a:pt x="7504496" y="4443936"/>
                </a:lnTo>
                <a:lnTo>
                  <a:pt x="7505020" y="4442941"/>
                </a:lnTo>
                <a:lnTo>
                  <a:pt x="7505540" y="4441944"/>
                </a:lnTo>
                <a:lnTo>
                  <a:pt x="7506056" y="4440944"/>
                </a:lnTo>
                <a:lnTo>
                  <a:pt x="7506568" y="4439942"/>
                </a:lnTo>
                <a:lnTo>
                  <a:pt x="7507076" y="4438938"/>
                </a:lnTo>
                <a:lnTo>
                  <a:pt x="7507579" y="4437931"/>
                </a:lnTo>
                <a:lnTo>
                  <a:pt x="7508079" y="4436921"/>
                </a:lnTo>
                <a:lnTo>
                  <a:pt x="7508574" y="4435909"/>
                </a:lnTo>
                <a:lnTo>
                  <a:pt x="7509065" y="4434895"/>
                </a:lnTo>
                <a:lnTo>
                  <a:pt x="7509551" y="4433878"/>
                </a:lnTo>
                <a:lnTo>
                  <a:pt x="7510034" y="4432859"/>
                </a:lnTo>
                <a:lnTo>
                  <a:pt x="7510512" y="4431837"/>
                </a:lnTo>
                <a:lnTo>
                  <a:pt x="7510986" y="4430813"/>
                </a:lnTo>
                <a:lnTo>
                  <a:pt x="7511456" y="4429787"/>
                </a:lnTo>
                <a:lnTo>
                  <a:pt x="7511921" y="4428758"/>
                </a:lnTo>
                <a:lnTo>
                  <a:pt x="7512383" y="4427727"/>
                </a:lnTo>
                <a:lnTo>
                  <a:pt x="7512840" y="4426694"/>
                </a:lnTo>
                <a:lnTo>
                  <a:pt x="7513292" y="4425658"/>
                </a:lnTo>
                <a:lnTo>
                  <a:pt x="7513741" y="4424620"/>
                </a:lnTo>
                <a:lnTo>
                  <a:pt x="7514185" y="4423580"/>
                </a:lnTo>
                <a:lnTo>
                  <a:pt x="7514624" y="4422537"/>
                </a:lnTo>
                <a:lnTo>
                  <a:pt x="7515059" y="4421493"/>
                </a:lnTo>
                <a:lnTo>
                  <a:pt x="7515490" y="4420446"/>
                </a:lnTo>
                <a:lnTo>
                  <a:pt x="7515917" y="4419396"/>
                </a:lnTo>
                <a:lnTo>
                  <a:pt x="7516339" y="4418345"/>
                </a:lnTo>
                <a:lnTo>
                  <a:pt x="7516757" y="4417291"/>
                </a:lnTo>
                <a:lnTo>
                  <a:pt x="7517170" y="4416235"/>
                </a:lnTo>
                <a:lnTo>
                  <a:pt x="7517579" y="4415176"/>
                </a:lnTo>
                <a:lnTo>
                  <a:pt x="7517984" y="4414116"/>
                </a:lnTo>
                <a:lnTo>
                  <a:pt x="7518384" y="4413053"/>
                </a:lnTo>
                <a:lnTo>
                  <a:pt x="7518779" y="4411989"/>
                </a:lnTo>
                <a:lnTo>
                  <a:pt x="7519171" y="4410922"/>
                </a:lnTo>
                <a:lnTo>
                  <a:pt x="7519557" y="4409853"/>
                </a:lnTo>
                <a:lnTo>
                  <a:pt x="7519939" y="4408781"/>
                </a:lnTo>
                <a:lnTo>
                  <a:pt x="7520317" y="4407708"/>
                </a:lnTo>
                <a:lnTo>
                  <a:pt x="7520690" y="4406632"/>
                </a:lnTo>
                <a:lnTo>
                  <a:pt x="7521059" y="4405555"/>
                </a:lnTo>
                <a:lnTo>
                  <a:pt x="7521423" y="4404475"/>
                </a:lnTo>
                <a:lnTo>
                  <a:pt x="7521783" y="4403393"/>
                </a:lnTo>
                <a:lnTo>
                  <a:pt x="7522138" y="4402310"/>
                </a:lnTo>
                <a:lnTo>
                  <a:pt x="7522488" y="4401224"/>
                </a:lnTo>
                <a:lnTo>
                  <a:pt x="7522834" y="4400136"/>
                </a:lnTo>
                <a:lnTo>
                  <a:pt x="7523175" y="4399046"/>
                </a:lnTo>
                <a:lnTo>
                  <a:pt x="7523512" y="4397954"/>
                </a:lnTo>
                <a:lnTo>
                  <a:pt x="7523844" y="4396860"/>
                </a:lnTo>
                <a:lnTo>
                  <a:pt x="7524172" y="4395764"/>
                </a:lnTo>
                <a:lnTo>
                  <a:pt x="7524495" y="4394666"/>
                </a:lnTo>
                <a:lnTo>
                  <a:pt x="7524813" y="4393566"/>
                </a:lnTo>
                <a:lnTo>
                  <a:pt x="7525126" y="4392464"/>
                </a:lnTo>
                <a:lnTo>
                  <a:pt x="7525435" y="4391360"/>
                </a:lnTo>
                <a:lnTo>
                  <a:pt x="7525739" y="4390254"/>
                </a:lnTo>
                <a:lnTo>
                  <a:pt x="7526039" y="4389146"/>
                </a:lnTo>
                <a:lnTo>
                  <a:pt x="7526334" y="4388036"/>
                </a:lnTo>
                <a:lnTo>
                  <a:pt x="7526624" y="4386925"/>
                </a:lnTo>
                <a:lnTo>
                  <a:pt x="7526909" y="4385811"/>
                </a:lnTo>
                <a:lnTo>
                  <a:pt x="7527190" y="4384696"/>
                </a:lnTo>
                <a:lnTo>
                  <a:pt x="7527466" y="4383578"/>
                </a:lnTo>
                <a:lnTo>
                  <a:pt x="7527737" y="4382459"/>
                </a:lnTo>
                <a:lnTo>
                  <a:pt x="7528003" y="4381338"/>
                </a:lnTo>
                <a:lnTo>
                  <a:pt x="7528265" y="4380215"/>
                </a:lnTo>
                <a:lnTo>
                  <a:pt x="7528521" y="4379090"/>
                </a:lnTo>
                <a:lnTo>
                  <a:pt x="7528773" y="4377964"/>
                </a:lnTo>
                <a:lnTo>
                  <a:pt x="7529021" y="4376836"/>
                </a:lnTo>
                <a:lnTo>
                  <a:pt x="7529263" y="4375705"/>
                </a:lnTo>
                <a:lnTo>
                  <a:pt x="7529500" y="4374574"/>
                </a:lnTo>
                <a:lnTo>
                  <a:pt x="7529733" y="4373440"/>
                </a:lnTo>
                <a:lnTo>
                  <a:pt x="7529961" y="4372304"/>
                </a:lnTo>
                <a:lnTo>
                  <a:pt x="7530184" y="4371167"/>
                </a:lnTo>
                <a:lnTo>
                  <a:pt x="7530402" y="4370028"/>
                </a:lnTo>
                <a:lnTo>
                  <a:pt x="7530615" y="4368887"/>
                </a:lnTo>
                <a:lnTo>
                  <a:pt x="7530823" y="4367745"/>
                </a:lnTo>
                <a:lnTo>
                  <a:pt x="7531026" y="4366601"/>
                </a:lnTo>
                <a:lnTo>
                  <a:pt x="7531225" y="4365455"/>
                </a:lnTo>
                <a:lnTo>
                  <a:pt x="7531418" y="4364308"/>
                </a:lnTo>
                <a:lnTo>
                  <a:pt x="7531607" y="4363158"/>
                </a:lnTo>
                <a:lnTo>
                  <a:pt x="7531790" y="4362008"/>
                </a:lnTo>
                <a:lnTo>
                  <a:pt x="7531969" y="4360855"/>
                </a:lnTo>
                <a:lnTo>
                  <a:pt x="7532142" y="4359701"/>
                </a:lnTo>
                <a:lnTo>
                  <a:pt x="7532311" y="4358545"/>
                </a:lnTo>
                <a:lnTo>
                  <a:pt x="7532474" y="4357388"/>
                </a:lnTo>
                <a:lnTo>
                  <a:pt x="7532633" y="4356229"/>
                </a:lnTo>
                <a:lnTo>
                  <a:pt x="7532787" y="4355068"/>
                </a:lnTo>
                <a:lnTo>
                  <a:pt x="7532935" y="4353906"/>
                </a:lnTo>
                <a:lnTo>
                  <a:pt x="7533078" y="4352742"/>
                </a:lnTo>
                <a:lnTo>
                  <a:pt x="7533217" y="4351577"/>
                </a:lnTo>
                <a:lnTo>
                  <a:pt x="7533350" y="4350410"/>
                </a:lnTo>
                <a:lnTo>
                  <a:pt x="7533478" y="4349242"/>
                </a:lnTo>
                <a:lnTo>
                  <a:pt x="7533601" y="4348072"/>
                </a:lnTo>
                <a:lnTo>
                  <a:pt x="7533719" y="4346900"/>
                </a:lnTo>
                <a:lnTo>
                  <a:pt x="7533832" y="4345727"/>
                </a:lnTo>
                <a:lnTo>
                  <a:pt x="7533940" y="4344553"/>
                </a:lnTo>
                <a:lnTo>
                  <a:pt x="7534042" y="4343377"/>
                </a:lnTo>
                <a:lnTo>
                  <a:pt x="7534140" y="4342200"/>
                </a:lnTo>
                <a:lnTo>
                  <a:pt x="7534232" y="4341021"/>
                </a:lnTo>
                <a:lnTo>
                  <a:pt x="7534319" y="4339841"/>
                </a:lnTo>
                <a:lnTo>
                  <a:pt x="7534401" y="4338659"/>
                </a:lnTo>
                <a:lnTo>
                  <a:pt x="7534478" y="4337476"/>
                </a:lnTo>
                <a:lnTo>
                  <a:pt x="7534549" y="4336291"/>
                </a:lnTo>
                <a:lnTo>
                  <a:pt x="7534615" y="4335105"/>
                </a:lnTo>
                <a:lnTo>
                  <a:pt x="7534677" y="4333918"/>
                </a:lnTo>
                <a:lnTo>
                  <a:pt x="7534732" y="4332729"/>
                </a:lnTo>
                <a:lnTo>
                  <a:pt x="7534783" y="4331539"/>
                </a:lnTo>
                <a:lnTo>
                  <a:pt x="7534828" y="4330348"/>
                </a:lnTo>
                <a:lnTo>
                  <a:pt x="7534868" y="4329155"/>
                </a:lnTo>
                <a:lnTo>
                  <a:pt x="7534903" y="4327961"/>
                </a:lnTo>
                <a:lnTo>
                  <a:pt x="7534932" y="4326765"/>
                </a:lnTo>
                <a:lnTo>
                  <a:pt x="7534956" y="4325568"/>
                </a:lnTo>
                <a:lnTo>
                  <a:pt x="7534975" y="4324370"/>
                </a:lnTo>
                <a:lnTo>
                  <a:pt x="7534988" y="4323171"/>
                </a:lnTo>
                <a:lnTo>
                  <a:pt x="7534996" y="4321970"/>
                </a:lnTo>
                <a:lnTo>
                  <a:pt x="7534999" y="4320769"/>
                </a:lnTo>
                <a:lnTo>
                  <a:pt x="7534999" y="4320768"/>
                </a:lnTo>
                <a:lnTo>
                  <a:pt x="7534999" y="4320768"/>
                </a:lnTo>
                <a:close/>
                <a:moveTo>
                  <a:pt x="7271537" y="13173"/>
                </a:moveTo>
                <a:lnTo>
                  <a:pt x="7271537" y="26346"/>
                </a:lnTo>
                <a:lnTo>
                  <a:pt x="7272625" y="26348"/>
                </a:lnTo>
                <a:lnTo>
                  <a:pt x="7273712" y="26355"/>
                </a:lnTo>
                <a:lnTo>
                  <a:pt x="7274797" y="26367"/>
                </a:lnTo>
                <a:lnTo>
                  <a:pt x="7275882" y="26383"/>
                </a:lnTo>
                <a:lnTo>
                  <a:pt x="7276965" y="26404"/>
                </a:lnTo>
                <a:lnTo>
                  <a:pt x="7278048" y="26429"/>
                </a:lnTo>
                <a:lnTo>
                  <a:pt x="7279129" y="26459"/>
                </a:lnTo>
                <a:lnTo>
                  <a:pt x="7280209" y="26493"/>
                </a:lnTo>
                <a:lnTo>
                  <a:pt x="7281288" y="26533"/>
                </a:lnTo>
                <a:lnTo>
                  <a:pt x="7282366" y="26576"/>
                </a:lnTo>
                <a:lnTo>
                  <a:pt x="7283442" y="26624"/>
                </a:lnTo>
                <a:lnTo>
                  <a:pt x="7284518" y="26677"/>
                </a:lnTo>
                <a:lnTo>
                  <a:pt x="7285592" y="26734"/>
                </a:lnTo>
                <a:lnTo>
                  <a:pt x="7286665" y="26796"/>
                </a:lnTo>
                <a:lnTo>
                  <a:pt x="7287736" y="26862"/>
                </a:lnTo>
                <a:lnTo>
                  <a:pt x="7288807" y="26933"/>
                </a:lnTo>
                <a:lnTo>
                  <a:pt x="7289876" y="27008"/>
                </a:lnTo>
                <a:lnTo>
                  <a:pt x="7290944" y="27087"/>
                </a:lnTo>
                <a:lnTo>
                  <a:pt x="7292011" y="27171"/>
                </a:lnTo>
                <a:lnTo>
                  <a:pt x="7293077" y="27260"/>
                </a:lnTo>
                <a:lnTo>
                  <a:pt x="7294141" y="27353"/>
                </a:lnTo>
                <a:lnTo>
                  <a:pt x="7295204" y="27450"/>
                </a:lnTo>
                <a:lnTo>
                  <a:pt x="7296266" y="27552"/>
                </a:lnTo>
                <a:lnTo>
                  <a:pt x="7297326" y="27659"/>
                </a:lnTo>
                <a:lnTo>
                  <a:pt x="7298385" y="27769"/>
                </a:lnTo>
                <a:lnTo>
                  <a:pt x="7299443" y="27884"/>
                </a:lnTo>
                <a:lnTo>
                  <a:pt x="7300500" y="28004"/>
                </a:lnTo>
                <a:lnTo>
                  <a:pt x="7301555" y="28128"/>
                </a:lnTo>
                <a:lnTo>
                  <a:pt x="7302609" y="28256"/>
                </a:lnTo>
                <a:lnTo>
                  <a:pt x="7303661" y="28388"/>
                </a:lnTo>
                <a:lnTo>
                  <a:pt x="7304712" y="28525"/>
                </a:lnTo>
                <a:lnTo>
                  <a:pt x="7305762" y="28667"/>
                </a:lnTo>
                <a:lnTo>
                  <a:pt x="7306810" y="28812"/>
                </a:lnTo>
                <a:lnTo>
                  <a:pt x="7307857" y="28962"/>
                </a:lnTo>
                <a:lnTo>
                  <a:pt x="7308903" y="29116"/>
                </a:lnTo>
                <a:lnTo>
                  <a:pt x="7309947" y="29275"/>
                </a:lnTo>
                <a:lnTo>
                  <a:pt x="7310990" y="29438"/>
                </a:lnTo>
                <a:lnTo>
                  <a:pt x="7312031" y="29605"/>
                </a:lnTo>
                <a:lnTo>
                  <a:pt x="7313071" y="29776"/>
                </a:lnTo>
                <a:lnTo>
                  <a:pt x="7314109" y="29952"/>
                </a:lnTo>
                <a:lnTo>
                  <a:pt x="7315146" y="30132"/>
                </a:lnTo>
                <a:lnTo>
                  <a:pt x="7316182" y="30316"/>
                </a:lnTo>
                <a:lnTo>
                  <a:pt x="7317216" y="30505"/>
                </a:lnTo>
                <a:lnTo>
                  <a:pt x="7318248" y="30697"/>
                </a:lnTo>
                <a:lnTo>
                  <a:pt x="7319279" y="30894"/>
                </a:lnTo>
                <a:lnTo>
                  <a:pt x="7320309" y="31095"/>
                </a:lnTo>
                <a:lnTo>
                  <a:pt x="7321337" y="31301"/>
                </a:lnTo>
                <a:lnTo>
                  <a:pt x="7322364" y="31510"/>
                </a:lnTo>
                <a:lnTo>
                  <a:pt x="7323389" y="31724"/>
                </a:lnTo>
                <a:lnTo>
                  <a:pt x="7324412" y="31942"/>
                </a:lnTo>
                <a:lnTo>
                  <a:pt x="7325434" y="32164"/>
                </a:lnTo>
                <a:lnTo>
                  <a:pt x="7326454" y="32390"/>
                </a:lnTo>
                <a:lnTo>
                  <a:pt x="7327473" y="32620"/>
                </a:lnTo>
                <a:lnTo>
                  <a:pt x="7328490" y="32855"/>
                </a:lnTo>
                <a:lnTo>
                  <a:pt x="7329506" y="33093"/>
                </a:lnTo>
                <a:lnTo>
                  <a:pt x="7330520" y="33336"/>
                </a:lnTo>
                <a:lnTo>
                  <a:pt x="7331532" y="33583"/>
                </a:lnTo>
                <a:lnTo>
                  <a:pt x="7332543" y="33834"/>
                </a:lnTo>
                <a:lnTo>
                  <a:pt x="7333552" y="34089"/>
                </a:lnTo>
                <a:lnTo>
                  <a:pt x="7334560" y="34348"/>
                </a:lnTo>
                <a:lnTo>
                  <a:pt x="7335566" y="34611"/>
                </a:lnTo>
                <a:lnTo>
                  <a:pt x="7336570" y="34878"/>
                </a:lnTo>
                <a:lnTo>
                  <a:pt x="7337573" y="35149"/>
                </a:lnTo>
                <a:lnTo>
                  <a:pt x="7338574" y="35425"/>
                </a:lnTo>
                <a:lnTo>
                  <a:pt x="7339573" y="35704"/>
                </a:lnTo>
                <a:lnTo>
                  <a:pt x="7340571" y="35988"/>
                </a:lnTo>
                <a:lnTo>
                  <a:pt x="7341567" y="36275"/>
                </a:lnTo>
                <a:lnTo>
                  <a:pt x="7342561" y="36566"/>
                </a:lnTo>
                <a:lnTo>
                  <a:pt x="7343553" y="36862"/>
                </a:lnTo>
                <a:lnTo>
                  <a:pt x="7344544" y="37161"/>
                </a:lnTo>
                <a:lnTo>
                  <a:pt x="7345533" y="37465"/>
                </a:lnTo>
                <a:lnTo>
                  <a:pt x="7346520" y="37772"/>
                </a:lnTo>
                <a:lnTo>
                  <a:pt x="7347506" y="38083"/>
                </a:lnTo>
                <a:lnTo>
                  <a:pt x="7348489" y="38398"/>
                </a:lnTo>
                <a:lnTo>
                  <a:pt x="7349471" y="38718"/>
                </a:lnTo>
                <a:lnTo>
                  <a:pt x="7350452" y="39041"/>
                </a:lnTo>
                <a:lnTo>
                  <a:pt x="7351430" y="39368"/>
                </a:lnTo>
                <a:lnTo>
                  <a:pt x="7352407" y="39699"/>
                </a:lnTo>
                <a:lnTo>
                  <a:pt x="7353381" y="40034"/>
                </a:lnTo>
                <a:lnTo>
                  <a:pt x="7354354" y="40373"/>
                </a:lnTo>
                <a:lnTo>
                  <a:pt x="7355326" y="40715"/>
                </a:lnTo>
                <a:lnTo>
                  <a:pt x="7356295" y="41062"/>
                </a:lnTo>
                <a:lnTo>
                  <a:pt x="7357262" y="41412"/>
                </a:lnTo>
                <a:lnTo>
                  <a:pt x="7358228" y="41766"/>
                </a:lnTo>
                <a:lnTo>
                  <a:pt x="7359192" y="42125"/>
                </a:lnTo>
                <a:lnTo>
                  <a:pt x="7360154" y="42487"/>
                </a:lnTo>
                <a:lnTo>
                  <a:pt x="7361114" y="42852"/>
                </a:lnTo>
                <a:lnTo>
                  <a:pt x="7362072" y="43222"/>
                </a:lnTo>
                <a:lnTo>
                  <a:pt x="7363028" y="43595"/>
                </a:lnTo>
                <a:lnTo>
                  <a:pt x="7363982" y="43973"/>
                </a:lnTo>
                <a:lnTo>
                  <a:pt x="7364935" y="44354"/>
                </a:lnTo>
                <a:lnTo>
                  <a:pt x="7365885" y="44738"/>
                </a:lnTo>
                <a:lnTo>
                  <a:pt x="7366834" y="45127"/>
                </a:lnTo>
                <a:lnTo>
                  <a:pt x="7367780" y="45519"/>
                </a:lnTo>
                <a:lnTo>
                  <a:pt x="7368725" y="45915"/>
                </a:lnTo>
                <a:lnTo>
                  <a:pt x="7369667" y="46315"/>
                </a:lnTo>
                <a:lnTo>
                  <a:pt x="7370608" y="46719"/>
                </a:lnTo>
                <a:lnTo>
                  <a:pt x="7371547" y="47126"/>
                </a:lnTo>
                <a:lnTo>
                  <a:pt x="7372483" y="47537"/>
                </a:lnTo>
                <a:lnTo>
                  <a:pt x="7373418" y="47952"/>
                </a:lnTo>
                <a:lnTo>
                  <a:pt x="7374351" y="48370"/>
                </a:lnTo>
                <a:lnTo>
                  <a:pt x="7375281" y="48792"/>
                </a:lnTo>
                <a:lnTo>
                  <a:pt x="7376210" y="49218"/>
                </a:lnTo>
                <a:lnTo>
                  <a:pt x="7377136" y="49648"/>
                </a:lnTo>
                <a:lnTo>
                  <a:pt x="7378061" y="50081"/>
                </a:lnTo>
                <a:lnTo>
                  <a:pt x="7378983" y="50518"/>
                </a:lnTo>
                <a:lnTo>
                  <a:pt x="7379904" y="50958"/>
                </a:lnTo>
                <a:lnTo>
                  <a:pt x="7380822" y="51402"/>
                </a:lnTo>
                <a:lnTo>
                  <a:pt x="7381738" y="51850"/>
                </a:lnTo>
                <a:lnTo>
                  <a:pt x="7382652" y="52301"/>
                </a:lnTo>
                <a:lnTo>
                  <a:pt x="7383564" y="52756"/>
                </a:lnTo>
                <a:lnTo>
                  <a:pt x="7384474" y="53215"/>
                </a:lnTo>
                <a:lnTo>
                  <a:pt x="7385382" y="53677"/>
                </a:lnTo>
                <a:lnTo>
                  <a:pt x="7386288" y="54142"/>
                </a:lnTo>
                <a:lnTo>
                  <a:pt x="7387191" y="54612"/>
                </a:lnTo>
                <a:lnTo>
                  <a:pt x="7388092" y="55084"/>
                </a:lnTo>
                <a:lnTo>
                  <a:pt x="7388992" y="55561"/>
                </a:lnTo>
                <a:lnTo>
                  <a:pt x="7389889" y="56041"/>
                </a:lnTo>
                <a:lnTo>
                  <a:pt x="7390783" y="56524"/>
                </a:lnTo>
                <a:lnTo>
                  <a:pt x="7391676" y="57011"/>
                </a:lnTo>
                <a:lnTo>
                  <a:pt x="7392567" y="57502"/>
                </a:lnTo>
                <a:lnTo>
                  <a:pt x="7393455" y="57996"/>
                </a:lnTo>
                <a:lnTo>
                  <a:pt x="7394341" y="58493"/>
                </a:lnTo>
                <a:lnTo>
                  <a:pt x="7395225" y="58994"/>
                </a:lnTo>
                <a:lnTo>
                  <a:pt x="7396106" y="59499"/>
                </a:lnTo>
                <a:lnTo>
                  <a:pt x="7396985" y="60006"/>
                </a:lnTo>
                <a:lnTo>
                  <a:pt x="7397862" y="60518"/>
                </a:lnTo>
                <a:lnTo>
                  <a:pt x="7398737" y="61033"/>
                </a:lnTo>
                <a:lnTo>
                  <a:pt x="7399610" y="61551"/>
                </a:lnTo>
                <a:lnTo>
                  <a:pt x="7400480" y="62073"/>
                </a:lnTo>
                <a:lnTo>
                  <a:pt x="7401348" y="62598"/>
                </a:lnTo>
                <a:lnTo>
                  <a:pt x="7402213" y="63126"/>
                </a:lnTo>
                <a:lnTo>
                  <a:pt x="7403077" y="63658"/>
                </a:lnTo>
                <a:lnTo>
                  <a:pt x="7403938" y="64193"/>
                </a:lnTo>
                <a:lnTo>
                  <a:pt x="7404796" y="64732"/>
                </a:lnTo>
                <a:lnTo>
                  <a:pt x="7405653" y="65274"/>
                </a:lnTo>
                <a:lnTo>
                  <a:pt x="7406507" y="65820"/>
                </a:lnTo>
                <a:lnTo>
                  <a:pt x="7407358" y="66368"/>
                </a:lnTo>
                <a:lnTo>
                  <a:pt x="7408207" y="66920"/>
                </a:lnTo>
                <a:lnTo>
                  <a:pt x="7409054" y="67476"/>
                </a:lnTo>
                <a:lnTo>
                  <a:pt x="7409899" y="68035"/>
                </a:lnTo>
                <a:lnTo>
                  <a:pt x="7410741" y="68597"/>
                </a:lnTo>
                <a:lnTo>
                  <a:pt x="7411580" y="69162"/>
                </a:lnTo>
                <a:lnTo>
                  <a:pt x="7412418" y="69731"/>
                </a:lnTo>
                <a:lnTo>
                  <a:pt x="7413253" y="70303"/>
                </a:lnTo>
                <a:lnTo>
                  <a:pt x="7414085" y="70878"/>
                </a:lnTo>
                <a:lnTo>
                  <a:pt x="7414915" y="71457"/>
                </a:lnTo>
                <a:lnTo>
                  <a:pt x="7415742" y="72039"/>
                </a:lnTo>
                <a:lnTo>
                  <a:pt x="7416567" y="72624"/>
                </a:lnTo>
                <a:lnTo>
                  <a:pt x="7417390" y="73212"/>
                </a:lnTo>
                <a:lnTo>
                  <a:pt x="7418210" y="73804"/>
                </a:lnTo>
                <a:lnTo>
                  <a:pt x="7419028" y="74398"/>
                </a:lnTo>
                <a:lnTo>
                  <a:pt x="7419843" y="74996"/>
                </a:lnTo>
                <a:lnTo>
                  <a:pt x="7420655" y="75598"/>
                </a:lnTo>
                <a:lnTo>
                  <a:pt x="7421466" y="76202"/>
                </a:lnTo>
                <a:lnTo>
                  <a:pt x="7422273" y="76810"/>
                </a:lnTo>
                <a:lnTo>
                  <a:pt x="7423078" y="77420"/>
                </a:lnTo>
                <a:lnTo>
                  <a:pt x="7423881" y="78034"/>
                </a:lnTo>
                <a:lnTo>
                  <a:pt x="7424681" y="78651"/>
                </a:lnTo>
                <a:lnTo>
                  <a:pt x="7425478" y="79272"/>
                </a:lnTo>
                <a:lnTo>
                  <a:pt x="7426273" y="79895"/>
                </a:lnTo>
                <a:lnTo>
                  <a:pt x="7427065" y="80522"/>
                </a:lnTo>
                <a:lnTo>
                  <a:pt x="7427855" y="81151"/>
                </a:lnTo>
                <a:lnTo>
                  <a:pt x="7428642" y="81784"/>
                </a:lnTo>
                <a:lnTo>
                  <a:pt x="7429426" y="82420"/>
                </a:lnTo>
                <a:lnTo>
                  <a:pt x="7430208" y="83059"/>
                </a:lnTo>
                <a:lnTo>
                  <a:pt x="7430987" y="83701"/>
                </a:lnTo>
                <a:lnTo>
                  <a:pt x="7431763" y="84346"/>
                </a:lnTo>
                <a:lnTo>
                  <a:pt x="7432537" y="84994"/>
                </a:lnTo>
                <a:lnTo>
                  <a:pt x="7433309" y="85645"/>
                </a:lnTo>
                <a:lnTo>
                  <a:pt x="7434077" y="86300"/>
                </a:lnTo>
                <a:lnTo>
                  <a:pt x="7434843" y="86957"/>
                </a:lnTo>
                <a:lnTo>
                  <a:pt x="7435606" y="87617"/>
                </a:lnTo>
                <a:lnTo>
                  <a:pt x="7436367" y="88281"/>
                </a:lnTo>
                <a:lnTo>
                  <a:pt x="7437124" y="88947"/>
                </a:lnTo>
                <a:lnTo>
                  <a:pt x="7437880" y="89616"/>
                </a:lnTo>
                <a:lnTo>
                  <a:pt x="7438632" y="90289"/>
                </a:lnTo>
                <a:lnTo>
                  <a:pt x="7439382" y="90964"/>
                </a:lnTo>
                <a:lnTo>
                  <a:pt x="7440128" y="91642"/>
                </a:lnTo>
                <a:lnTo>
                  <a:pt x="7440873" y="92324"/>
                </a:lnTo>
                <a:lnTo>
                  <a:pt x="7441614" y="93008"/>
                </a:lnTo>
                <a:lnTo>
                  <a:pt x="7442353" y="93695"/>
                </a:lnTo>
                <a:lnTo>
                  <a:pt x="7443088" y="94385"/>
                </a:lnTo>
                <a:lnTo>
                  <a:pt x="7443821" y="95078"/>
                </a:lnTo>
                <a:lnTo>
                  <a:pt x="7444552" y="95774"/>
                </a:lnTo>
                <a:lnTo>
                  <a:pt x="7445279" y="96473"/>
                </a:lnTo>
                <a:lnTo>
                  <a:pt x="7446004" y="97175"/>
                </a:lnTo>
                <a:lnTo>
                  <a:pt x="7446726" y="97880"/>
                </a:lnTo>
                <a:lnTo>
                  <a:pt x="7447445" y="98587"/>
                </a:lnTo>
                <a:lnTo>
                  <a:pt x="7448161" y="99298"/>
                </a:lnTo>
                <a:lnTo>
                  <a:pt x="7448874" y="100011"/>
                </a:lnTo>
                <a:lnTo>
                  <a:pt x="7449584" y="100727"/>
                </a:lnTo>
                <a:lnTo>
                  <a:pt x="7450292" y="101446"/>
                </a:lnTo>
                <a:lnTo>
                  <a:pt x="7450997" y="102168"/>
                </a:lnTo>
                <a:lnTo>
                  <a:pt x="7451698" y="102892"/>
                </a:lnTo>
                <a:lnTo>
                  <a:pt x="7452397" y="103620"/>
                </a:lnTo>
                <a:lnTo>
                  <a:pt x="7453093" y="104350"/>
                </a:lnTo>
                <a:lnTo>
                  <a:pt x="7453786" y="105083"/>
                </a:lnTo>
                <a:lnTo>
                  <a:pt x="7454476" y="105819"/>
                </a:lnTo>
                <a:lnTo>
                  <a:pt x="7455164" y="106558"/>
                </a:lnTo>
                <a:lnTo>
                  <a:pt x="7455848" y="107299"/>
                </a:lnTo>
                <a:lnTo>
                  <a:pt x="7456529" y="108043"/>
                </a:lnTo>
                <a:lnTo>
                  <a:pt x="7457207" y="108790"/>
                </a:lnTo>
                <a:lnTo>
                  <a:pt x="7457883" y="109540"/>
                </a:lnTo>
                <a:lnTo>
                  <a:pt x="7458555" y="110292"/>
                </a:lnTo>
                <a:lnTo>
                  <a:pt x="7459225" y="111047"/>
                </a:lnTo>
                <a:lnTo>
                  <a:pt x="7459891" y="111805"/>
                </a:lnTo>
                <a:lnTo>
                  <a:pt x="7460554" y="112565"/>
                </a:lnTo>
                <a:lnTo>
                  <a:pt x="7461215" y="113329"/>
                </a:lnTo>
                <a:lnTo>
                  <a:pt x="7461872" y="114094"/>
                </a:lnTo>
                <a:lnTo>
                  <a:pt x="7462526" y="114863"/>
                </a:lnTo>
                <a:lnTo>
                  <a:pt x="7463177" y="115634"/>
                </a:lnTo>
                <a:lnTo>
                  <a:pt x="7463826" y="116408"/>
                </a:lnTo>
                <a:lnTo>
                  <a:pt x="7464471" y="117185"/>
                </a:lnTo>
                <a:lnTo>
                  <a:pt x="7465113" y="117964"/>
                </a:lnTo>
                <a:lnTo>
                  <a:pt x="7465752" y="118746"/>
                </a:lnTo>
                <a:lnTo>
                  <a:pt x="7466388" y="119530"/>
                </a:lnTo>
                <a:lnTo>
                  <a:pt x="7467020" y="120317"/>
                </a:lnTo>
                <a:lnTo>
                  <a:pt x="7467650" y="121107"/>
                </a:lnTo>
                <a:lnTo>
                  <a:pt x="7468277" y="121899"/>
                </a:lnTo>
                <a:lnTo>
                  <a:pt x="7468900" y="122694"/>
                </a:lnTo>
                <a:lnTo>
                  <a:pt x="7469520" y="123491"/>
                </a:lnTo>
                <a:lnTo>
                  <a:pt x="7470137" y="124291"/>
                </a:lnTo>
                <a:lnTo>
                  <a:pt x="7470751" y="125093"/>
                </a:lnTo>
                <a:lnTo>
                  <a:pt x="7471362" y="125898"/>
                </a:lnTo>
                <a:lnTo>
                  <a:pt x="7471970" y="126706"/>
                </a:lnTo>
                <a:lnTo>
                  <a:pt x="7472574" y="127516"/>
                </a:lnTo>
                <a:lnTo>
                  <a:pt x="7473175" y="128329"/>
                </a:lnTo>
                <a:lnTo>
                  <a:pt x="7473773" y="129144"/>
                </a:lnTo>
                <a:lnTo>
                  <a:pt x="7474368" y="129961"/>
                </a:lnTo>
                <a:lnTo>
                  <a:pt x="7474959" y="130781"/>
                </a:lnTo>
                <a:lnTo>
                  <a:pt x="7475548" y="131604"/>
                </a:lnTo>
                <a:lnTo>
                  <a:pt x="7476133" y="132429"/>
                </a:lnTo>
                <a:lnTo>
                  <a:pt x="7476715" y="133257"/>
                </a:lnTo>
                <a:lnTo>
                  <a:pt x="7477293" y="134087"/>
                </a:lnTo>
                <a:lnTo>
                  <a:pt x="7477869" y="134919"/>
                </a:lnTo>
                <a:lnTo>
                  <a:pt x="7478441" y="135754"/>
                </a:lnTo>
                <a:lnTo>
                  <a:pt x="7479009" y="136591"/>
                </a:lnTo>
                <a:lnTo>
                  <a:pt x="7479575" y="137431"/>
                </a:lnTo>
                <a:lnTo>
                  <a:pt x="7480137" y="138273"/>
                </a:lnTo>
                <a:lnTo>
                  <a:pt x="7480696" y="139117"/>
                </a:lnTo>
                <a:lnTo>
                  <a:pt x="7481251" y="139964"/>
                </a:lnTo>
                <a:lnTo>
                  <a:pt x="7481803" y="140813"/>
                </a:lnTo>
                <a:lnTo>
                  <a:pt x="7482352" y="141665"/>
                </a:lnTo>
                <a:lnTo>
                  <a:pt x="7482897" y="142519"/>
                </a:lnTo>
                <a:lnTo>
                  <a:pt x="7483439" y="143375"/>
                </a:lnTo>
                <a:lnTo>
                  <a:pt x="7483978" y="144234"/>
                </a:lnTo>
                <a:lnTo>
                  <a:pt x="7484513" y="145095"/>
                </a:lnTo>
                <a:lnTo>
                  <a:pt x="7485045" y="145958"/>
                </a:lnTo>
                <a:lnTo>
                  <a:pt x="7485574" y="146824"/>
                </a:lnTo>
                <a:lnTo>
                  <a:pt x="7486099" y="147692"/>
                </a:lnTo>
                <a:lnTo>
                  <a:pt x="7486621" y="148562"/>
                </a:lnTo>
                <a:lnTo>
                  <a:pt x="7487139" y="149434"/>
                </a:lnTo>
                <a:lnTo>
                  <a:pt x="7487654" y="150309"/>
                </a:lnTo>
                <a:lnTo>
                  <a:pt x="7488165" y="151186"/>
                </a:lnTo>
                <a:lnTo>
                  <a:pt x="7488673" y="152065"/>
                </a:lnTo>
                <a:lnTo>
                  <a:pt x="7489177" y="152947"/>
                </a:lnTo>
                <a:lnTo>
                  <a:pt x="7489678" y="153831"/>
                </a:lnTo>
                <a:lnTo>
                  <a:pt x="7490176" y="154717"/>
                </a:lnTo>
                <a:lnTo>
                  <a:pt x="7490670" y="155605"/>
                </a:lnTo>
                <a:lnTo>
                  <a:pt x="7491160" y="156495"/>
                </a:lnTo>
                <a:lnTo>
                  <a:pt x="7491647" y="157388"/>
                </a:lnTo>
                <a:lnTo>
                  <a:pt x="7492131" y="158283"/>
                </a:lnTo>
                <a:lnTo>
                  <a:pt x="7492611" y="159180"/>
                </a:lnTo>
                <a:lnTo>
                  <a:pt x="7493087" y="160079"/>
                </a:lnTo>
                <a:lnTo>
                  <a:pt x="7493560" y="160980"/>
                </a:lnTo>
                <a:lnTo>
                  <a:pt x="7494029" y="161884"/>
                </a:lnTo>
                <a:lnTo>
                  <a:pt x="7494495" y="162789"/>
                </a:lnTo>
                <a:lnTo>
                  <a:pt x="7494957" y="163697"/>
                </a:lnTo>
                <a:lnTo>
                  <a:pt x="7495415" y="164607"/>
                </a:lnTo>
                <a:lnTo>
                  <a:pt x="7495870" y="165519"/>
                </a:lnTo>
                <a:lnTo>
                  <a:pt x="7496322" y="166433"/>
                </a:lnTo>
                <a:lnTo>
                  <a:pt x="7496769" y="167349"/>
                </a:lnTo>
                <a:lnTo>
                  <a:pt x="7497213" y="168268"/>
                </a:lnTo>
                <a:lnTo>
                  <a:pt x="7497654" y="169188"/>
                </a:lnTo>
                <a:lnTo>
                  <a:pt x="7498091" y="170111"/>
                </a:lnTo>
                <a:lnTo>
                  <a:pt x="7498524" y="171035"/>
                </a:lnTo>
                <a:lnTo>
                  <a:pt x="7498953" y="171962"/>
                </a:lnTo>
                <a:lnTo>
                  <a:pt x="7499379" y="172890"/>
                </a:lnTo>
                <a:lnTo>
                  <a:pt x="7499801" y="173821"/>
                </a:lnTo>
                <a:lnTo>
                  <a:pt x="7500220" y="174754"/>
                </a:lnTo>
                <a:lnTo>
                  <a:pt x="7500634" y="175688"/>
                </a:lnTo>
                <a:lnTo>
                  <a:pt x="7501045" y="176625"/>
                </a:lnTo>
                <a:lnTo>
                  <a:pt x="7501453" y="177564"/>
                </a:lnTo>
                <a:lnTo>
                  <a:pt x="7501856" y="178504"/>
                </a:lnTo>
                <a:lnTo>
                  <a:pt x="7502256" y="179447"/>
                </a:lnTo>
                <a:lnTo>
                  <a:pt x="7502652" y="180391"/>
                </a:lnTo>
                <a:lnTo>
                  <a:pt x="7503045" y="181338"/>
                </a:lnTo>
                <a:lnTo>
                  <a:pt x="7503433" y="182286"/>
                </a:lnTo>
                <a:lnTo>
                  <a:pt x="7503818" y="183237"/>
                </a:lnTo>
                <a:lnTo>
                  <a:pt x="7504199" y="184189"/>
                </a:lnTo>
                <a:lnTo>
                  <a:pt x="7504576" y="185144"/>
                </a:lnTo>
                <a:lnTo>
                  <a:pt x="7504950" y="186100"/>
                </a:lnTo>
                <a:lnTo>
                  <a:pt x="7505319" y="187058"/>
                </a:lnTo>
                <a:lnTo>
                  <a:pt x="7505685" y="188018"/>
                </a:lnTo>
                <a:lnTo>
                  <a:pt x="7506047" y="188980"/>
                </a:lnTo>
                <a:lnTo>
                  <a:pt x="7506405" y="189944"/>
                </a:lnTo>
                <a:lnTo>
                  <a:pt x="7506759" y="190909"/>
                </a:lnTo>
                <a:lnTo>
                  <a:pt x="7507110" y="191877"/>
                </a:lnTo>
                <a:lnTo>
                  <a:pt x="7507456" y="192846"/>
                </a:lnTo>
                <a:lnTo>
                  <a:pt x="7507799" y="193817"/>
                </a:lnTo>
                <a:lnTo>
                  <a:pt x="7508138" y="194790"/>
                </a:lnTo>
                <a:lnTo>
                  <a:pt x="7508473" y="195765"/>
                </a:lnTo>
                <a:lnTo>
                  <a:pt x="7508804" y="196741"/>
                </a:lnTo>
                <a:lnTo>
                  <a:pt x="7509131" y="197720"/>
                </a:lnTo>
                <a:lnTo>
                  <a:pt x="7509454" y="198700"/>
                </a:lnTo>
                <a:lnTo>
                  <a:pt x="7509773" y="199682"/>
                </a:lnTo>
                <a:lnTo>
                  <a:pt x="7510088" y="200666"/>
                </a:lnTo>
                <a:lnTo>
                  <a:pt x="7510400" y="201651"/>
                </a:lnTo>
                <a:lnTo>
                  <a:pt x="7510707" y="202639"/>
                </a:lnTo>
                <a:lnTo>
                  <a:pt x="7511010" y="203628"/>
                </a:lnTo>
                <a:lnTo>
                  <a:pt x="7511310" y="204618"/>
                </a:lnTo>
                <a:lnTo>
                  <a:pt x="7511605" y="205611"/>
                </a:lnTo>
                <a:lnTo>
                  <a:pt x="7511897" y="206605"/>
                </a:lnTo>
                <a:lnTo>
                  <a:pt x="7512184" y="207601"/>
                </a:lnTo>
                <a:lnTo>
                  <a:pt x="7512467" y="208598"/>
                </a:lnTo>
                <a:lnTo>
                  <a:pt x="7512747" y="209598"/>
                </a:lnTo>
                <a:lnTo>
                  <a:pt x="7513022" y="210599"/>
                </a:lnTo>
                <a:lnTo>
                  <a:pt x="7513293" y="211601"/>
                </a:lnTo>
                <a:lnTo>
                  <a:pt x="7513561" y="212606"/>
                </a:lnTo>
                <a:lnTo>
                  <a:pt x="7513824" y="213611"/>
                </a:lnTo>
                <a:lnTo>
                  <a:pt x="7514083" y="214619"/>
                </a:lnTo>
                <a:lnTo>
                  <a:pt x="7514338" y="215628"/>
                </a:lnTo>
                <a:lnTo>
                  <a:pt x="7514589" y="216639"/>
                </a:lnTo>
                <a:lnTo>
                  <a:pt x="7514836" y="217652"/>
                </a:lnTo>
                <a:lnTo>
                  <a:pt x="7515078" y="218666"/>
                </a:lnTo>
                <a:lnTo>
                  <a:pt x="7515317" y="219681"/>
                </a:lnTo>
                <a:lnTo>
                  <a:pt x="7515551" y="220698"/>
                </a:lnTo>
                <a:lnTo>
                  <a:pt x="7515782" y="221717"/>
                </a:lnTo>
                <a:lnTo>
                  <a:pt x="7516008" y="222738"/>
                </a:lnTo>
                <a:lnTo>
                  <a:pt x="7516230" y="223759"/>
                </a:lnTo>
                <a:lnTo>
                  <a:pt x="7516448" y="224783"/>
                </a:lnTo>
                <a:lnTo>
                  <a:pt x="7516661" y="225808"/>
                </a:lnTo>
                <a:lnTo>
                  <a:pt x="7516871" y="226834"/>
                </a:lnTo>
                <a:lnTo>
                  <a:pt x="7517076" y="227863"/>
                </a:lnTo>
                <a:lnTo>
                  <a:pt x="7517277" y="228892"/>
                </a:lnTo>
                <a:lnTo>
                  <a:pt x="7517474" y="229923"/>
                </a:lnTo>
                <a:lnTo>
                  <a:pt x="7517667" y="230956"/>
                </a:lnTo>
                <a:lnTo>
                  <a:pt x="7517855" y="231990"/>
                </a:lnTo>
                <a:lnTo>
                  <a:pt x="7518040" y="233025"/>
                </a:lnTo>
                <a:lnTo>
                  <a:pt x="7518219" y="234062"/>
                </a:lnTo>
                <a:lnTo>
                  <a:pt x="7518395" y="235101"/>
                </a:lnTo>
                <a:lnTo>
                  <a:pt x="7518567" y="236141"/>
                </a:lnTo>
                <a:lnTo>
                  <a:pt x="7518734" y="237182"/>
                </a:lnTo>
                <a:lnTo>
                  <a:pt x="7518897" y="238225"/>
                </a:lnTo>
                <a:lnTo>
                  <a:pt x="7519055" y="239269"/>
                </a:lnTo>
                <a:lnTo>
                  <a:pt x="7519209" y="240314"/>
                </a:lnTo>
                <a:lnTo>
                  <a:pt x="7519359" y="241361"/>
                </a:lnTo>
                <a:lnTo>
                  <a:pt x="7519505" y="242410"/>
                </a:lnTo>
                <a:lnTo>
                  <a:pt x="7519646" y="243459"/>
                </a:lnTo>
                <a:lnTo>
                  <a:pt x="7519783" y="244510"/>
                </a:lnTo>
                <a:lnTo>
                  <a:pt x="7519916" y="245563"/>
                </a:lnTo>
                <a:lnTo>
                  <a:pt x="7520044" y="246617"/>
                </a:lnTo>
                <a:lnTo>
                  <a:pt x="7520168" y="247672"/>
                </a:lnTo>
                <a:lnTo>
                  <a:pt x="7520287" y="248728"/>
                </a:lnTo>
                <a:lnTo>
                  <a:pt x="7520402" y="249786"/>
                </a:lnTo>
                <a:lnTo>
                  <a:pt x="7520513" y="250845"/>
                </a:lnTo>
                <a:lnTo>
                  <a:pt x="7520619" y="251906"/>
                </a:lnTo>
                <a:lnTo>
                  <a:pt x="7520721" y="252967"/>
                </a:lnTo>
                <a:lnTo>
                  <a:pt x="7520819" y="254030"/>
                </a:lnTo>
                <a:lnTo>
                  <a:pt x="7520912" y="255095"/>
                </a:lnTo>
                <a:lnTo>
                  <a:pt x="7521000" y="256160"/>
                </a:lnTo>
                <a:lnTo>
                  <a:pt x="7521084" y="257227"/>
                </a:lnTo>
                <a:lnTo>
                  <a:pt x="7521164" y="258295"/>
                </a:lnTo>
                <a:lnTo>
                  <a:pt x="7521239" y="259365"/>
                </a:lnTo>
                <a:lnTo>
                  <a:pt x="7521310" y="260435"/>
                </a:lnTo>
                <a:lnTo>
                  <a:pt x="7521376" y="261507"/>
                </a:lnTo>
                <a:lnTo>
                  <a:pt x="7521437" y="262580"/>
                </a:lnTo>
                <a:lnTo>
                  <a:pt x="7521495" y="263654"/>
                </a:lnTo>
                <a:lnTo>
                  <a:pt x="7521547" y="264729"/>
                </a:lnTo>
                <a:lnTo>
                  <a:pt x="7521595" y="265806"/>
                </a:lnTo>
                <a:lnTo>
                  <a:pt x="7521639" y="266884"/>
                </a:lnTo>
                <a:lnTo>
                  <a:pt x="7521678" y="267963"/>
                </a:lnTo>
                <a:lnTo>
                  <a:pt x="7521713" y="269043"/>
                </a:lnTo>
                <a:lnTo>
                  <a:pt x="7521742" y="270124"/>
                </a:lnTo>
                <a:lnTo>
                  <a:pt x="7521768" y="271206"/>
                </a:lnTo>
                <a:lnTo>
                  <a:pt x="7521789" y="272290"/>
                </a:lnTo>
                <a:lnTo>
                  <a:pt x="7521805" y="273374"/>
                </a:lnTo>
                <a:lnTo>
                  <a:pt x="7521816" y="274460"/>
                </a:lnTo>
                <a:lnTo>
                  <a:pt x="7521823" y="275547"/>
                </a:lnTo>
                <a:lnTo>
                  <a:pt x="7521825" y="276635"/>
                </a:lnTo>
                <a:lnTo>
                  <a:pt x="7534999" y="276635"/>
                </a:lnTo>
                <a:lnTo>
                  <a:pt x="7534999" y="276635"/>
                </a:lnTo>
                <a:lnTo>
                  <a:pt x="7534999" y="276635"/>
                </a:lnTo>
                <a:lnTo>
                  <a:pt x="7534996" y="275433"/>
                </a:lnTo>
                <a:lnTo>
                  <a:pt x="7534988" y="274232"/>
                </a:lnTo>
                <a:lnTo>
                  <a:pt x="7534975" y="273033"/>
                </a:lnTo>
                <a:lnTo>
                  <a:pt x="7534956" y="271835"/>
                </a:lnTo>
                <a:lnTo>
                  <a:pt x="7534932" y="270638"/>
                </a:lnTo>
                <a:lnTo>
                  <a:pt x="7534903" y="269442"/>
                </a:lnTo>
                <a:lnTo>
                  <a:pt x="7534868" y="268248"/>
                </a:lnTo>
                <a:lnTo>
                  <a:pt x="7534828" y="267055"/>
                </a:lnTo>
                <a:lnTo>
                  <a:pt x="7534783" y="265864"/>
                </a:lnTo>
                <a:lnTo>
                  <a:pt x="7534732" y="264674"/>
                </a:lnTo>
                <a:lnTo>
                  <a:pt x="7534677" y="263485"/>
                </a:lnTo>
                <a:lnTo>
                  <a:pt x="7534615" y="262298"/>
                </a:lnTo>
                <a:lnTo>
                  <a:pt x="7534549" y="261112"/>
                </a:lnTo>
                <a:lnTo>
                  <a:pt x="7534478" y="259927"/>
                </a:lnTo>
                <a:lnTo>
                  <a:pt x="7534401" y="258744"/>
                </a:lnTo>
                <a:lnTo>
                  <a:pt x="7534319" y="257562"/>
                </a:lnTo>
                <a:lnTo>
                  <a:pt x="7534232" y="256382"/>
                </a:lnTo>
                <a:lnTo>
                  <a:pt x="7534140" y="255203"/>
                </a:lnTo>
                <a:lnTo>
                  <a:pt x="7534042" y="254026"/>
                </a:lnTo>
                <a:lnTo>
                  <a:pt x="7533940" y="252850"/>
                </a:lnTo>
                <a:lnTo>
                  <a:pt x="7533832" y="251676"/>
                </a:lnTo>
                <a:lnTo>
                  <a:pt x="7533719" y="250503"/>
                </a:lnTo>
                <a:lnTo>
                  <a:pt x="7533601" y="249331"/>
                </a:lnTo>
                <a:lnTo>
                  <a:pt x="7533478" y="248161"/>
                </a:lnTo>
                <a:lnTo>
                  <a:pt x="7533350" y="246993"/>
                </a:lnTo>
                <a:lnTo>
                  <a:pt x="7533217" y="245826"/>
                </a:lnTo>
                <a:lnTo>
                  <a:pt x="7533078" y="244661"/>
                </a:lnTo>
                <a:lnTo>
                  <a:pt x="7532935" y="243497"/>
                </a:lnTo>
                <a:lnTo>
                  <a:pt x="7532787" y="242335"/>
                </a:lnTo>
                <a:lnTo>
                  <a:pt x="7532633" y="241174"/>
                </a:lnTo>
                <a:lnTo>
                  <a:pt x="7532474" y="240015"/>
                </a:lnTo>
                <a:lnTo>
                  <a:pt x="7532311" y="238858"/>
                </a:lnTo>
                <a:lnTo>
                  <a:pt x="7532142" y="237702"/>
                </a:lnTo>
                <a:lnTo>
                  <a:pt x="7531969" y="236548"/>
                </a:lnTo>
                <a:lnTo>
                  <a:pt x="7531790" y="235395"/>
                </a:lnTo>
                <a:lnTo>
                  <a:pt x="7531607" y="234245"/>
                </a:lnTo>
                <a:lnTo>
                  <a:pt x="7531418" y="233095"/>
                </a:lnTo>
                <a:lnTo>
                  <a:pt x="7531225" y="231948"/>
                </a:lnTo>
                <a:lnTo>
                  <a:pt x="7531026" y="230802"/>
                </a:lnTo>
                <a:lnTo>
                  <a:pt x="7530823" y="229658"/>
                </a:lnTo>
                <a:lnTo>
                  <a:pt x="7530615" y="228516"/>
                </a:lnTo>
                <a:lnTo>
                  <a:pt x="7530402" y="227375"/>
                </a:lnTo>
                <a:lnTo>
                  <a:pt x="7530184" y="226236"/>
                </a:lnTo>
                <a:lnTo>
                  <a:pt x="7529961" y="225099"/>
                </a:lnTo>
                <a:lnTo>
                  <a:pt x="7529733" y="223963"/>
                </a:lnTo>
                <a:lnTo>
                  <a:pt x="7529500" y="222829"/>
                </a:lnTo>
                <a:lnTo>
                  <a:pt x="7529263" y="221698"/>
                </a:lnTo>
                <a:lnTo>
                  <a:pt x="7529021" y="220567"/>
                </a:lnTo>
                <a:lnTo>
                  <a:pt x="7528773" y="219439"/>
                </a:lnTo>
                <a:lnTo>
                  <a:pt x="7528521" y="218312"/>
                </a:lnTo>
                <a:lnTo>
                  <a:pt x="7528265" y="217188"/>
                </a:lnTo>
                <a:lnTo>
                  <a:pt x="7528003" y="216065"/>
                </a:lnTo>
                <a:lnTo>
                  <a:pt x="7527737" y="214944"/>
                </a:lnTo>
                <a:lnTo>
                  <a:pt x="7527466" y="213825"/>
                </a:lnTo>
                <a:lnTo>
                  <a:pt x="7527190" y="212707"/>
                </a:lnTo>
                <a:lnTo>
                  <a:pt x="7526909" y="211592"/>
                </a:lnTo>
                <a:lnTo>
                  <a:pt x="7526624" y="210478"/>
                </a:lnTo>
                <a:lnTo>
                  <a:pt x="7526334" y="209367"/>
                </a:lnTo>
                <a:lnTo>
                  <a:pt x="7526039" y="208257"/>
                </a:lnTo>
                <a:lnTo>
                  <a:pt x="7525739" y="207149"/>
                </a:lnTo>
                <a:lnTo>
                  <a:pt x="7525435" y="206043"/>
                </a:lnTo>
                <a:lnTo>
                  <a:pt x="7525126" y="204939"/>
                </a:lnTo>
                <a:lnTo>
                  <a:pt x="7524813" y="203837"/>
                </a:lnTo>
                <a:lnTo>
                  <a:pt x="7524495" y="202737"/>
                </a:lnTo>
                <a:lnTo>
                  <a:pt x="7524172" y="201639"/>
                </a:lnTo>
                <a:lnTo>
                  <a:pt x="7523844" y="200543"/>
                </a:lnTo>
                <a:lnTo>
                  <a:pt x="7523512" y="199449"/>
                </a:lnTo>
                <a:lnTo>
                  <a:pt x="7523175" y="198357"/>
                </a:lnTo>
                <a:lnTo>
                  <a:pt x="7522834" y="197267"/>
                </a:lnTo>
                <a:lnTo>
                  <a:pt x="7522488" y="196179"/>
                </a:lnTo>
                <a:lnTo>
                  <a:pt x="7522138" y="195093"/>
                </a:lnTo>
                <a:lnTo>
                  <a:pt x="7521783" y="194010"/>
                </a:lnTo>
                <a:lnTo>
                  <a:pt x="7521423" y="192928"/>
                </a:lnTo>
                <a:lnTo>
                  <a:pt x="7521059" y="191848"/>
                </a:lnTo>
                <a:lnTo>
                  <a:pt x="7520690" y="190771"/>
                </a:lnTo>
                <a:lnTo>
                  <a:pt x="7520317" y="189695"/>
                </a:lnTo>
                <a:lnTo>
                  <a:pt x="7519939" y="188622"/>
                </a:lnTo>
                <a:lnTo>
                  <a:pt x="7519557" y="187550"/>
                </a:lnTo>
                <a:lnTo>
                  <a:pt x="7519171" y="186481"/>
                </a:lnTo>
                <a:lnTo>
                  <a:pt x="7518779" y="185414"/>
                </a:lnTo>
                <a:lnTo>
                  <a:pt x="7518384" y="184350"/>
                </a:lnTo>
                <a:lnTo>
                  <a:pt x="7517984" y="183287"/>
                </a:lnTo>
                <a:lnTo>
                  <a:pt x="7517579" y="182226"/>
                </a:lnTo>
                <a:lnTo>
                  <a:pt x="7517170" y="181168"/>
                </a:lnTo>
                <a:lnTo>
                  <a:pt x="7516757" y="180112"/>
                </a:lnTo>
                <a:lnTo>
                  <a:pt x="7516339" y="179058"/>
                </a:lnTo>
                <a:lnTo>
                  <a:pt x="7515917" y="178007"/>
                </a:lnTo>
                <a:lnTo>
                  <a:pt x="7515490" y="176957"/>
                </a:lnTo>
                <a:lnTo>
                  <a:pt x="7515059" y="175910"/>
                </a:lnTo>
                <a:lnTo>
                  <a:pt x="7514624" y="174866"/>
                </a:lnTo>
                <a:lnTo>
                  <a:pt x="7514185" y="173823"/>
                </a:lnTo>
                <a:lnTo>
                  <a:pt x="7513741" y="172783"/>
                </a:lnTo>
                <a:lnTo>
                  <a:pt x="7513292" y="171745"/>
                </a:lnTo>
                <a:lnTo>
                  <a:pt x="7512840" y="170709"/>
                </a:lnTo>
                <a:lnTo>
                  <a:pt x="7512383" y="169676"/>
                </a:lnTo>
                <a:lnTo>
                  <a:pt x="7511921" y="168645"/>
                </a:lnTo>
                <a:lnTo>
                  <a:pt x="7511456" y="167616"/>
                </a:lnTo>
                <a:lnTo>
                  <a:pt x="7510986" y="166590"/>
                </a:lnTo>
                <a:lnTo>
                  <a:pt x="7510512" y="165566"/>
                </a:lnTo>
                <a:lnTo>
                  <a:pt x="7510034" y="164544"/>
                </a:lnTo>
                <a:lnTo>
                  <a:pt x="7509551" y="163525"/>
                </a:lnTo>
                <a:lnTo>
                  <a:pt x="7509065" y="162508"/>
                </a:lnTo>
                <a:lnTo>
                  <a:pt x="7508574" y="161494"/>
                </a:lnTo>
                <a:lnTo>
                  <a:pt x="7508079" y="160482"/>
                </a:lnTo>
                <a:lnTo>
                  <a:pt x="7507579" y="159472"/>
                </a:lnTo>
                <a:lnTo>
                  <a:pt x="7507076" y="158465"/>
                </a:lnTo>
                <a:lnTo>
                  <a:pt x="7506568" y="157461"/>
                </a:lnTo>
                <a:lnTo>
                  <a:pt x="7506056" y="156459"/>
                </a:lnTo>
                <a:lnTo>
                  <a:pt x="7505540" y="155459"/>
                </a:lnTo>
                <a:lnTo>
                  <a:pt x="7505020" y="154462"/>
                </a:lnTo>
                <a:lnTo>
                  <a:pt x="7504496" y="153467"/>
                </a:lnTo>
                <a:lnTo>
                  <a:pt x="7503967" y="152475"/>
                </a:lnTo>
                <a:lnTo>
                  <a:pt x="7503435" y="151485"/>
                </a:lnTo>
                <a:lnTo>
                  <a:pt x="7502898" y="150498"/>
                </a:lnTo>
                <a:lnTo>
                  <a:pt x="7502358" y="149514"/>
                </a:lnTo>
                <a:lnTo>
                  <a:pt x="7501813" y="148532"/>
                </a:lnTo>
                <a:lnTo>
                  <a:pt x="7501264" y="147552"/>
                </a:lnTo>
                <a:lnTo>
                  <a:pt x="7500711" y="146575"/>
                </a:lnTo>
                <a:lnTo>
                  <a:pt x="7500154" y="145601"/>
                </a:lnTo>
                <a:lnTo>
                  <a:pt x="7499594" y="144629"/>
                </a:lnTo>
                <a:lnTo>
                  <a:pt x="7499029" y="143660"/>
                </a:lnTo>
                <a:lnTo>
                  <a:pt x="7498460" y="142694"/>
                </a:lnTo>
                <a:lnTo>
                  <a:pt x="7497887" y="141730"/>
                </a:lnTo>
                <a:lnTo>
                  <a:pt x="7497310" y="140769"/>
                </a:lnTo>
                <a:lnTo>
                  <a:pt x="7496729" y="139811"/>
                </a:lnTo>
                <a:lnTo>
                  <a:pt x="7496145" y="138855"/>
                </a:lnTo>
                <a:lnTo>
                  <a:pt x="7495556" y="137902"/>
                </a:lnTo>
                <a:lnTo>
                  <a:pt x="7494963" y="136951"/>
                </a:lnTo>
                <a:lnTo>
                  <a:pt x="7494367" y="136004"/>
                </a:lnTo>
                <a:lnTo>
                  <a:pt x="7493766" y="135059"/>
                </a:lnTo>
                <a:lnTo>
                  <a:pt x="7493162" y="134116"/>
                </a:lnTo>
                <a:lnTo>
                  <a:pt x="7492554" y="133177"/>
                </a:lnTo>
                <a:lnTo>
                  <a:pt x="7491942" y="132240"/>
                </a:lnTo>
                <a:lnTo>
                  <a:pt x="7491326" y="131306"/>
                </a:lnTo>
                <a:lnTo>
                  <a:pt x="7490706" y="130375"/>
                </a:lnTo>
                <a:lnTo>
                  <a:pt x="7490082" y="129447"/>
                </a:lnTo>
                <a:lnTo>
                  <a:pt x="7489455" y="128521"/>
                </a:lnTo>
                <a:lnTo>
                  <a:pt x="7488823" y="127598"/>
                </a:lnTo>
                <a:lnTo>
                  <a:pt x="7488188" y="126678"/>
                </a:lnTo>
                <a:lnTo>
                  <a:pt x="7487549" y="125761"/>
                </a:lnTo>
                <a:lnTo>
                  <a:pt x="7486907" y="124846"/>
                </a:lnTo>
                <a:lnTo>
                  <a:pt x="7486260" y="123935"/>
                </a:lnTo>
                <a:lnTo>
                  <a:pt x="7485610" y="123026"/>
                </a:lnTo>
                <a:lnTo>
                  <a:pt x="7484956" y="122121"/>
                </a:lnTo>
                <a:lnTo>
                  <a:pt x="7484298" y="121218"/>
                </a:lnTo>
                <a:lnTo>
                  <a:pt x="7483637" y="120318"/>
                </a:lnTo>
                <a:lnTo>
                  <a:pt x="7482972" y="119421"/>
                </a:lnTo>
                <a:lnTo>
                  <a:pt x="7482303" y="118527"/>
                </a:lnTo>
                <a:lnTo>
                  <a:pt x="7481630" y="117635"/>
                </a:lnTo>
                <a:lnTo>
                  <a:pt x="7480954" y="116747"/>
                </a:lnTo>
                <a:lnTo>
                  <a:pt x="7480274" y="115862"/>
                </a:lnTo>
                <a:lnTo>
                  <a:pt x="7479590" y="114980"/>
                </a:lnTo>
                <a:lnTo>
                  <a:pt x="7478903" y="114100"/>
                </a:lnTo>
                <a:lnTo>
                  <a:pt x="7478212" y="113224"/>
                </a:lnTo>
                <a:lnTo>
                  <a:pt x="7477518" y="112350"/>
                </a:lnTo>
                <a:lnTo>
                  <a:pt x="7476820" y="111480"/>
                </a:lnTo>
                <a:lnTo>
                  <a:pt x="7476118" y="110613"/>
                </a:lnTo>
                <a:lnTo>
                  <a:pt x="7475413" y="109748"/>
                </a:lnTo>
                <a:lnTo>
                  <a:pt x="7474704" y="108887"/>
                </a:lnTo>
                <a:lnTo>
                  <a:pt x="7473992" y="108029"/>
                </a:lnTo>
                <a:lnTo>
                  <a:pt x="7473276" y="107174"/>
                </a:lnTo>
                <a:lnTo>
                  <a:pt x="7472556" y="106322"/>
                </a:lnTo>
                <a:lnTo>
                  <a:pt x="7471833" y="105473"/>
                </a:lnTo>
                <a:lnTo>
                  <a:pt x="7471106" y="104627"/>
                </a:lnTo>
                <a:lnTo>
                  <a:pt x="7470376" y="103784"/>
                </a:lnTo>
                <a:lnTo>
                  <a:pt x="7469643" y="102945"/>
                </a:lnTo>
                <a:lnTo>
                  <a:pt x="7468906" y="102108"/>
                </a:lnTo>
                <a:lnTo>
                  <a:pt x="7468165" y="101275"/>
                </a:lnTo>
                <a:lnTo>
                  <a:pt x="7467421" y="100445"/>
                </a:lnTo>
                <a:lnTo>
                  <a:pt x="7466674" y="99618"/>
                </a:lnTo>
                <a:lnTo>
                  <a:pt x="7465923" y="98794"/>
                </a:lnTo>
                <a:lnTo>
                  <a:pt x="7465168" y="97973"/>
                </a:lnTo>
                <a:lnTo>
                  <a:pt x="7464410" y="97156"/>
                </a:lnTo>
                <a:lnTo>
                  <a:pt x="7463649" y="96342"/>
                </a:lnTo>
                <a:lnTo>
                  <a:pt x="7462885" y="95531"/>
                </a:lnTo>
                <a:lnTo>
                  <a:pt x="7462117" y="94723"/>
                </a:lnTo>
                <a:lnTo>
                  <a:pt x="7461345" y="93919"/>
                </a:lnTo>
                <a:lnTo>
                  <a:pt x="7460571" y="93117"/>
                </a:lnTo>
                <a:lnTo>
                  <a:pt x="7459793" y="92320"/>
                </a:lnTo>
                <a:lnTo>
                  <a:pt x="7459011" y="91525"/>
                </a:lnTo>
                <a:lnTo>
                  <a:pt x="7458226" y="90734"/>
                </a:lnTo>
                <a:lnTo>
                  <a:pt x="7457438" y="89945"/>
                </a:lnTo>
                <a:lnTo>
                  <a:pt x="7456647" y="89161"/>
                </a:lnTo>
                <a:lnTo>
                  <a:pt x="7455852" y="88379"/>
                </a:lnTo>
                <a:lnTo>
                  <a:pt x="7455054" y="87601"/>
                </a:lnTo>
                <a:lnTo>
                  <a:pt x="7454253" y="86827"/>
                </a:lnTo>
                <a:lnTo>
                  <a:pt x="7453449" y="86055"/>
                </a:lnTo>
                <a:lnTo>
                  <a:pt x="7452641" y="85287"/>
                </a:lnTo>
                <a:lnTo>
                  <a:pt x="7451830" y="84523"/>
                </a:lnTo>
                <a:lnTo>
                  <a:pt x="7451016" y="83761"/>
                </a:lnTo>
                <a:lnTo>
                  <a:pt x="7450199" y="83004"/>
                </a:lnTo>
                <a:lnTo>
                  <a:pt x="7449378" y="82249"/>
                </a:lnTo>
                <a:lnTo>
                  <a:pt x="7448554" y="81498"/>
                </a:lnTo>
                <a:lnTo>
                  <a:pt x="7447727" y="80751"/>
                </a:lnTo>
                <a:lnTo>
                  <a:pt x="7446897" y="80007"/>
                </a:lnTo>
                <a:lnTo>
                  <a:pt x="7446064" y="79266"/>
                </a:lnTo>
                <a:lnTo>
                  <a:pt x="7445227" y="78529"/>
                </a:lnTo>
                <a:lnTo>
                  <a:pt x="7444388" y="77796"/>
                </a:lnTo>
                <a:lnTo>
                  <a:pt x="7443545" y="77066"/>
                </a:lnTo>
                <a:lnTo>
                  <a:pt x="7442699" y="76339"/>
                </a:lnTo>
                <a:lnTo>
                  <a:pt x="7441850" y="75616"/>
                </a:lnTo>
                <a:lnTo>
                  <a:pt x="7440998" y="74896"/>
                </a:lnTo>
                <a:lnTo>
                  <a:pt x="7440143" y="74180"/>
                </a:lnTo>
                <a:lnTo>
                  <a:pt x="7439285" y="73468"/>
                </a:lnTo>
                <a:lnTo>
                  <a:pt x="7438423" y="72759"/>
                </a:lnTo>
                <a:lnTo>
                  <a:pt x="7437559" y="72054"/>
                </a:lnTo>
                <a:lnTo>
                  <a:pt x="7436692" y="71352"/>
                </a:lnTo>
                <a:lnTo>
                  <a:pt x="7435821" y="70654"/>
                </a:lnTo>
                <a:lnTo>
                  <a:pt x="7434948" y="69960"/>
                </a:lnTo>
                <a:lnTo>
                  <a:pt x="7434072" y="69269"/>
                </a:lnTo>
                <a:lnTo>
                  <a:pt x="7433192" y="68582"/>
                </a:lnTo>
                <a:lnTo>
                  <a:pt x="7432310" y="67898"/>
                </a:lnTo>
                <a:lnTo>
                  <a:pt x="7431425" y="67218"/>
                </a:lnTo>
                <a:lnTo>
                  <a:pt x="7430537" y="66542"/>
                </a:lnTo>
                <a:lnTo>
                  <a:pt x="7429645" y="65869"/>
                </a:lnTo>
                <a:lnTo>
                  <a:pt x="7428751" y="65200"/>
                </a:lnTo>
                <a:lnTo>
                  <a:pt x="7427854" y="64535"/>
                </a:lnTo>
                <a:lnTo>
                  <a:pt x="7426954" y="63874"/>
                </a:lnTo>
                <a:lnTo>
                  <a:pt x="7426051" y="63216"/>
                </a:lnTo>
                <a:lnTo>
                  <a:pt x="7425146" y="62562"/>
                </a:lnTo>
                <a:lnTo>
                  <a:pt x="7424237" y="61912"/>
                </a:lnTo>
                <a:lnTo>
                  <a:pt x="7423325" y="61265"/>
                </a:lnTo>
                <a:lnTo>
                  <a:pt x="7422411" y="60623"/>
                </a:lnTo>
                <a:lnTo>
                  <a:pt x="7421494" y="59984"/>
                </a:lnTo>
                <a:lnTo>
                  <a:pt x="7420574" y="59349"/>
                </a:lnTo>
                <a:lnTo>
                  <a:pt x="7419651" y="58717"/>
                </a:lnTo>
                <a:lnTo>
                  <a:pt x="7418725" y="58090"/>
                </a:lnTo>
                <a:lnTo>
                  <a:pt x="7417797" y="57466"/>
                </a:lnTo>
                <a:lnTo>
                  <a:pt x="7416866" y="56846"/>
                </a:lnTo>
                <a:lnTo>
                  <a:pt x="7415932" y="56230"/>
                </a:lnTo>
                <a:lnTo>
                  <a:pt x="7414995" y="55618"/>
                </a:lnTo>
                <a:lnTo>
                  <a:pt x="7414056" y="55010"/>
                </a:lnTo>
                <a:lnTo>
                  <a:pt x="7413113" y="54406"/>
                </a:lnTo>
                <a:lnTo>
                  <a:pt x="7412168" y="53805"/>
                </a:lnTo>
                <a:lnTo>
                  <a:pt x="7411221" y="53209"/>
                </a:lnTo>
                <a:lnTo>
                  <a:pt x="7410270" y="52616"/>
                </a:lnTo>
                <a:lnTo>
                  <a:pt x="7409317" y="52027"/>
                </a:lnTo>
                <a:lnTo>
                  <a:pt x="7408361" y="51443"/>
                </a:lnTo>
                <a:lnTo>
                  <a:pt x="7407403" y="50862"/>
                </a:lnTo>
                <a:lnTo>
                  <a:pt x="7406442" y="50285"/>
                </a:lnTo>
                <a:lnTo>
                  <a:pt x="7405478" y="49712"/>
                </a:lnTo>
                <a:lnTo>
                  <a:pt x="7404512" y="49143"/>
                </a:lnTo>
                <a:lnTo>
                  <a:pt x="7403543" y="48578"/>
                </a:lnTo>
                <a:lnTo>
                  <a:pt x="7402571" y="48017"/>
                </a:lnTo>
                <a:lnTo>
                  <a:pt x="7401597" y="47461"/>
                </a:lnTo>
                <a:lnTo>
                  <a:pt x="7400620" y="46908"/>
                </a:lnTo>
                <a:lnTo>
                  <a:pt x="7399640" y="46359"/>
                </a:lnTo>
                <a:lnTo>
                  <a:pt x="7398658" y="45814"/>
                </a:lnTo>
                <a:lnTo>
                  <a:pt x="7397674" y="45274"/>
                </a:lnTo>
                <a:lnTo>
                  <a:pt x="7396687" y="44737"/>
                </a:lnTo>
                <a:lnTo>
                  <a:pt x="7395697" y="44205"/>
                </a:lnTo>
                <a:lnTo>
                  <a:pt x="7394705" y="43676"/>
                </a:lnTo>
                <a:lnTo>
                  <a:pt x="7393710" y="43152"/>
                </a:lnTo>
                <a:lnTo>
                  <a:pt x="7392713" y="42632"/>
                </a:lnTo>
                <a:lnTo>
                  <a:pt x="7391713" y="42116"/>
                </a:lnTo>
                <a:lnTo>
                  <a:pt x="7390711" y="41604"/>
                </a:lnTo>
                <a:lnTo>
                  <a:pt x="7389707" y="41096"/>
                </a:lnTo>
                <a:lnTo>
                  <a:pt x="7388700" y="40593"/>
                </a:lnTo>
                <a:lnTo>
                  <a:pt x="7387690" y="40093"/>
                </a:lnTo>
                <a:lnTo>
                  <a:pt x="7386678" y="39598"/>
                </a:lnTo>
                <a:lnTo>
                  <a:pt x="7385664" y="39107"/>
                </a:lnTo>
                <a:lnTo>
                  <a:pt x="7384647" y="38621"/>
                </a:lnTo>
                <a:lnTo>
                  <a:pt x="7383628" y="38138"/>
                </a:lnTo>
                <a:lnTo>
                  <a:pt x="7382606" y="37660"/>
                </a:lnTo>
                <a:lnTo>
                  <a:pt x="7381582" y="37186"/>
                </a:lnTo>
                <a:lnTo>
                  <a:pt x="7380556" y="36716"/>
                </a:lnTo>
                <a:lnTo>
                  <a:pt x="7379527" y="36250"/>
                </a:lnTo>
                <a:lnTo>
                  <a:pt x="7378496" y="35789"/>
                </a:lnTo>
                <a:lnTo>
                  <a:pt x="7377463" y="35332"/>
                </a:lnTo>
                <a:lnTo>
                  <a:pt x="7376427" y="34880"/>
                </a:lnTo>
                <a:lnTo>
                  <a:pt x="7375389" y="34431"/>
                </a:lnTo>
                <a:lnTo>
                  <a:pt x="7374349" y="33987"/>
                </a:lnTo>
                <a:lnTo>
                  <a:pt x="7373306" y="33548"/>
                </a:lnTo>
                <a:lnTo>
                  <a:pt x="7372262" y="33113"/>
                </a:lnTo>
                <a:lnTo>
                  <a:pt x="7371215" y="32682"/>
                </a:lnTo>
                <a:lnTo>
                  <a:pt x="7370165" y="32255"/>
                </a:lnTo>
                <a:lnTo>
                  <a:pt x="7369114" y="31833"/>
                </a:lnTo>
                <a:lnTo>
                  <a:pt x="7368060" y="31415"/>
                </a:lnTo>
                <a:lnTo>
                  <a:pt x="7367004" y="31002"/>
                </a:lnTo>
                <a:lnTo>
                  <a:pt x="7365945" y="30593"/>
                </a:lnTo>
                <a:lnTo>
                  <a:pt x="7364885" y="30188"/>
                </a:lnTo>
                <a:lnTo>
                  <a:pt x="7363822" y="29788"/>
                </a:lnTo>
                <a:lnTo>
                  <a:pt x="7362758" y="29393"/>
                </a:lnTo>
                <a:lnTo>
                  <a:pt x="7361691" y="29001"/>
                </a:lnTo>
                <a:lnTo>
                  <a:pt x="7360622" y="28615"/>
                </a:lnTo>
                <a:lnTo>
                  <a:pt x="7359550" y="28233"/>
                </a:lnTo>
                <a:lnTo>
                  <a:pt x="7358477" y="27855"/>
                </a:lnTo>
                <a:lnTo>
                  <a:pt x="7357401" y="27482"/>
                </a:lnTo>
                <a:lnTo>
                  <a:pt x="7356324" y="27113"/>
                </a:lnTo>
                <a:lnTo>
                  <a:pt x="7355244" y="26749"/>
                </a:lnTo>
                <a:lnTo>
                  <a:pt x="7354162" y="26389"/>
                </a:lnTo>
                <a:lnTo>
                  <a:pt x="7353079" y="26034"/>
                </a:lnTo>
                <a:lnTo>
                  <a:pt x="7351993" y="25684"/>
                </a:lnTo>
                <a:lnTo>
                  <a:pt x="7350905" y="25338"/>
                </a:lnTo>
                <a:lnTo>
                  <a:pt x="7349815" y="24997"/>
                </a:lnTo>
                <a:lnTo>
                  <a:pt x="7348723" y="24660"/>
                </a:lnTo>
                <a:lnTo>
                  <a:pt x="7347629" y="24328"/>
                </a:lnTo>
                <a:lnTo>
                  <a:pt x="7346533" y="24000"/>
                </a:lnTo>
                <a:lnTo>
                  <a:pt x="7345435" y="23677"/>
                </a:lnTo>
                <a:lnTo>
                  <a:pt x="7344335" y="23359"/>
                </a:lnTo>
                <a:lnTo>
                  <a:pt x="7343233" y="23046"/>
                </a:lnTo>
                <a:lnTo>
                  <a:pt x="7342129" y="22737"/>
                </a:lnTo>
                <a:lnTo>
                  <a:pt x="7341023" y="22433"/>
                </a:lnTo>
                <a:lnTo>
                  <a:pt x="7339915" y="22133"/>
                </a:lnTo>
                <a:lnTo>
                  <a:pt x="7338805" y="21838"/>
                </a:lnTo>
                <a:lnTo>
                  <a:pt x="7337694" y="21548"/>
                </a:lnTo>
                <a:lnTo>
                  <a:pt x="7336580" y="21263"/>
                </a:lnTo>
                <a:lnTo>
                  <a:pt x="7335465" y="20982"/>
                </a:lnTo>
                <a:lnTo>
                  <a:pt x="7334347" y="20706"/>
                </a:lnTo>
                <a:lnTo>
                  <a:pt x="7333228" y="20435"/>
                </a:lnTo>
                <a:lnTo>
                  <a:pt x="7332107" y="20169"/>
                </a:lnTo>
                <a:lnTo>
                  <a:pt x="7330984" y="19907"/>
                </a:lnTo>
                <a:lnTo>
                  <a:pt x="7329859" y="19651"/>
                </a:lnTo>
                <a:lnTo>
                  <a:pt x="7328733" y="19399"/>
                </a:lnTo>
                <a:lnTo>
                  <a:pt x="7327605" y="19151"/>
                </a:lnTo>
                <a:lnTo>
                  <a:pt x="7326474" y="18909"/>
                </a:lnTo>
                <a:lnTo>
                  <a:pt x="7325343" y="18672"/>
                </a:lnTo>
                <a:lnTo>
                  <a:pt x="7324209" y="18439"/>
                </a:lnTo>
                <a:lnTo>
                  <a:pt x="7323073" y="18211"/>
                </a:lnTo>
                <a:lnTo>
                  <a:pt x="7321936" y="17988"/>
                </a:lnTo>
                <a:lnTo>
                  <a:pt x="7320797" y="17770"/>
                </a:lnTo>
                <a:lnTo>
                  <a:pt x="7319656" y="17557"/>
                </a:lnTo>
                <a:lnTo>
                  <a:pt x="7318514" y="17349"/>
                </a:lnTo>
                <a:lnTo>
                  <a:pt x="7317370" y="17146"/>
                </a:lnTo>
                <a:lnTo>
                  <a:pt x="7316224" y="16947"/>
                </a:lnTo>
                <a:lnTo>
                  <a:pt x="7315077" y="16754"/>
                </a:lnTo>
                <a:lnTo>
                  <a:pt x="7313927" y="16565"/>
                </a:lnTo>
                <a:lnTo>
                  <a:pt x="7312777" y="16382"/>
                </a:lnTo>
                <a:lnTo>
                  <a:pt x="7311624" y="16203"/>
                </a:lnTo>
                <a:lnTo>
                  <a:pt x="7310470" y="16030"/>
                </a:lnTo>
                <a:lnTo>
                  <a:pt x="7309314" y="15861"/>
                </a:lnTo>
                <a:lnTo>
                  <a:pt x="7308157" y="15697"/>
                </a:lnTo>
                <a:lnTo>
                  <a:pt x="7306998" y="15539"/>
                </a:lnTo>
                <a:lnTo>
                  <a:pt x="7305837" y="15385"/>
                </a:lnTo>
                <a:lnTo>
                  <a:pt x="7304675" y="15237"/>
                </a:lnTo>
                <a:lnTo>
                  <a:pt x="7303511" y="15094"/>
                </a:lnTo>
                <a:lnTo>
                  <a:pt x="7302346" y="14955"/>
                </a:lnTo>
                <a:lnTo>
                  <a:pt x="7301179" y="14822"/>
                </a:lnTo>
                <a:lnTo>
                  <a:pt x="7300011" y="14694"/>
                </a:lnTo>
                <a:lnTo>
                  <a:pt x="7298841" y="14571"/>
                </a:lnTo>
                <a:lnTo>
                  <a:pt x="7297669" y="14453"/>
                </a:lnTo>
                <a:lnTo>
                  <a:pt x="7296496" y="14340"/>
                </a:lnTo>
                <a:lnTo>
                  <a:pt x="7295322" y="14232"/>
                </a:lnTo>
                <a:lnTo>
                  <a:pt x="7294146" y="14130"/>
                </a:lnTo>
                <a:lnTo>
                  <a:pt x="7292969" y="14032"/>
                </a:lnTo>
                <a:lnTo>
                  <a:pt x="7291790" y="13940"/>
                </a:lnTo>
                <a:lnTo>
                  <a:pt x="7290610" y="13853"/>
                </a:lnTo>
                <a:lnTo>
                  <a:pt x="7289428" y="13771"/>
                </a:lnTo>
                <a:lnTo>
                  <a:pt x="7288245" y="13694"/>
                </a:lnTo>
                <a:lnTo>
                  <a:pt x="7287060" y="13623"/>
                </a:lnTo>
                <a:lnTo>
                  <a:pt x="7285874" y="13556"/>
                </a:lnTo>
                <a:lnTo>
                  <a:pt x="7284687" y="13495"/>
                </a:lnTo>
                <a:lnTo>
                  <a:pt x="7283498" y="13440"/>
                </a:lnTo>
                <a:lnTo>
                  <a:pt x="7282308" y="13389"/>
                </a:lnTo>
                <a:lnTo>
                  <a:pt x="7281117" y="13344"/>
                </a:lnTo>
                <a:lnTo>
                  <a:pt x="7279924" y="13304"/>
                </a:lnTo>
                <a:lnTo>
                  <a:pt x="7278730" y="13269"/>
                </a:lnTo>
                <a:lnTo>
                  <a:pt x="7277534" y="13240"/>
                </a:lnTo>
                <a:lnTo>
                  <a:pt x="7276337" y="13216"/>
                </a:lnTo>
                <a:lnTo>
                  <a:pt x="7275139" y="13197"/>
                </a:lnTo>
                <a:lnTo>
                  <a:pt x="7273940" y="13184"/>
                </a:lnTo>
                <a:lnTo>
                  <a:pt x="7272739" y="13176"/>
                </a:lnTo>
                <a:lnTo>
                  <a:pt x="7271537" y="13173"/>
                </a:lnTo>
                <a:lnTo>
                  <a:pt x="7271537" y="13173"/>
                </a:lnTo>
                <a:lnTo>
                  <a:pt x="7271537" y="13173"/>
                </a:lnTo>
                <a:close/>
                <a:moveTo>
                  <a:pt x="276635" y="13173"/>
                </a:moveTo>
                <a:lnTo>
                  <a:pt x="276635" y="13173"/>
                </a:lnTo>
                <a:lnTo>
                  <a:pt x="275433" y="13176"/>
                </a:lnTo>
                <a:lnTo>
                  <a:pt x="274232" y="13184"/>
                </a:lnTo>
                <a:lnTo>
                  <a:pt x="273033" y="13197"/>
                </a:lnTo>
                <a:lnTo>
                  <a:pt x="271835" y="13216"/>
                </a:lnTo>
                <a:lnTo>
                  <a:pt x="270638" y="13240"/>
                </a:lnTo>
                <a:lnTo>
                  <a:pt x="269442" y="13269"/>
                </a:lnTo>
                <a:lnTo>
                  <a:pt x="268248" y="13304"/>
                </a:lnTo>
                <a:lnTo>
                  <a:pt x="267056" y="13344"/>
                </a:lnTo>
                <a:lnTo>
                  <a:pt x="265864" y="13389"/>
                </a:lnTo>
                <a:lnTo>
                  <a:pt x="264674" y="13440"/>
                </a:lnTo>
                <a:lnTo>
                  <a:pt x="263485" y="13495"/>
                </a:lnTo>
                <a:lnTo>
                  <a:pt x="262298" y="13556"/>
                </a:lnTo>
                <a:lnTo>
                  <a:pt x="261112" y="13623"/>
                </a:lnTo>
                <a:lnTo>
                  <a:pt x="259927" y="13694"/>
                </a:lnTo>
                <a:lnTo>
                  <a:pt x="258744" y="13771"/>
                </a:lnTo>
                <a:lnTo>
                  <a:pt x="257563" y="13853"/>
                </a:lnTo>
                <a:lnTo>
                  <a:pt x="256382" y="13940"/>
                </a:lnTo>
                <a:lnTo>
                  <a:pt x="255203" y="14032"/>
                </a:lnTo>
                <a:lnTo>
                  <a:pt x="254026" y="14130"/>
                </a:lnTo>
                <a:lnTo>
                  <a:pt x="252850" y="14232"/>
                </a:lnTo>
                <a:lnTo>
                  <a:pt x="251676" y="14340"/>
                </a:lnTo>
                <a:lnTo>
                  <a:pt x="250503" y="14453"/>
                </a:lnTo>
                <a:lnTo>
                  <a:pt x="249331" y="14571"/>
                </a:lnTo>
                <a:lnTo>
                  <a:pt x="248161" y="14694"/>
                </a:lnTo>
                <a:lnTo>
                  <a:pt x="246993" y="14822"/>
                </a:lnTo>
                <a:lnTo>
                  <a:pt x="245826" y="14955"/>
                </a:lnTo>
                <a:lnTo>
                  <a:pt x="244661" y="15094"/>
                </a:lnTo>
                <a:lnTo>
                  <a:pt x="243497" y="15237"/>
                </a:lnTo>
                <a:lnTo>
                  <a:pt x="242335" y="15385"/>
                </a:lnTo>
                <a:lnTo>
                  <a:pt x="241174" y="15539"/>
                </a:lnTo>
                <a:lnTo>
                  <a:pt x="240015" y="15697"/>
                </a:lnTo>
                <a:lnTo>
                  <a:pt x="238858" y="15861"/>
                </a:lnTo>
                <a:lnTo>
                  <a:pt x="237702" y="16030"/>
                </a:lnTo>
                <a:lnTo>
                  <a:pt x="236548" y="16203"/>
                </a:lnTo>
                <a:lnTo>
                  <a:pt x="235396" y="16382"/>
                </a:lnTo>
                <a:lnTo>
                  <a:pt x="234245" y="16565"/>
                </a:lnTo>
                <a:lnTo>
                  <a:pt x="233096" y="16754"/>
                </a:lnTo>
                <a:lnTo>
                  <a:pt x="231948" y="16947"/>
                </a:lnTo>
                <a:lnTo>
                  <a:pt x="230802" y="17146"/>
                </a:lnTo>
                <a:lnTo>
                  <a:pt x="229658" y="17349"/>
                </a:lnTo>
                <a:lnTo>
                  <a:pt x="228516" y="17557"/>
                </a:lnTo>
                <a:lnTo>
                  <a:pt x="227375" y="17770"/>
                </a:lnTo>
                <a:lnTo>
                  <a:pt x="226236" y="17988"/>
                </a:lnTo>
                <a:lnTo>
                  <a:pt x="225099" y="18211"/>
                </a:lnTo>
                <a:lnTo>
                  <a:pt x="223963" y="18439"/>
                </a:lnTo>
                <a:lnTo>
                  <a:pt x="222830" y="18672"/>
                </a:lnTo>
                <a:lnTo>
                  <a:pt x="221698" y="18909"/>
                </a:lnTo>
                <a:lnTo>
                  <a:pt x="220567" y="19151"/>
                </a:lnTo>
                <a:lnTo>
                  <a:pt x="219439" y="19399"/>
                </a:lnTo>
                <a:lnTo>
                  <a:pt x="218313" y="19651"/>
                </a:lnTo>
                <a:lnTo>
                  <a:pt x="217188" y="19907"/>
                </a:lnTo>
                <a:lnTo>
                  <a:pt x="216065" y="20169"/>
                </a:lnTo>
                <a:lnTo>
                  <a:pt x="214944" y="20435"/>
                </a:lnTo>
                <a:lnTo>
                  <a:pt x="213825" y="20706"/>
                </a:lnTo>
                <a:lnTo>
                  <a:pt x="212707" y="20982"/>
                </a:lnTo>
                <a:lnTo>
                  <a:pt x="211592" y="21263"/>
                </a:lnTo>
                <a:lnTo>
                  <a:pt x="210478" y="21548"/>
                </a:lnTo>
                <a:lnTo>
                  <a:pt x="209367" y="21838"/>
                </a:lnTo>
                <a:lnTo>
                  <a:pt x="208257" y="22133"/>
                </a:lnTo>
                <a:lnTo>
                  <a:pt x="207149" y="22433"/>
                </a:lnTo>
                <a:lnTo>
                  <a:pt x="206043" y="22737"/>
                </a:lnTo>
                <a:lnTo>
                  <a:pt x="204939" y="23046"/>
                </a:lnTo>
                <a:lnTo>
                  <a:pt x="203838" y="23359"/>
                </a:lnTo>
                <a:lnTo>
                  <a:pt x="202738" y="23677"/>
                </a:lnTo>
                <a:lnTo>
                  <a:pt x="201639" y="24000"/>
                </a:lnTo>
                <a:lnTo>
                  <a:pt x="200543" y="24328"/>
                </a:lnTo>
                <a:lnTo>
                  <a:pt x="199449" y="24660"/>
                </a:lnTo>
                <a:lnTo>
                  <a:pt x="198357" y="24997"/>
                </a:lnTo>
                <a:lnTo>
                  <a:pt x="197267" y="25338"/>
                </a:lnTo>
                <a:lnTo>
                  <a:pt x="196179" y="25684"/>
                </a:lnTo>
                <a:lnTo>
                  <a:pt x="195094" y="26034"/>
                </a:lnTo>
                <a:lnTo>
                  <a:pt x="194010" y="26389"/>
                </a:lnTo>
                <a:lnTo>
                  <a:pt x="192928" y="26749"/>
                </a:lnTo>
                <a:lnTo>
                  <a:pt x="191848" y="27113"/>
                </a:lnTo>
                <a:lnTo>
                  <a:pt x="190771" y="27482"/>
                </a:lnTo>
                <a:lnTo>
                  <a:pt x="189695" y="27855"/>
                </a:lnTo>
                <a:lnTo>
                  <a:pt x="188622" y="28233"/>
                </a:lnTo>
                <a:lnTo>
                  <a:pt x="187551" y="28615"/>
                </a:lnTo>
                <a:lnTo>
                  <a:pt x="186481" y="29001"/>
                </a:lnTo>
                <a:lnTo>
                  <a:pt x="185414" y="29393"/>
                </a:lnTo>
                <a:lnTo>
                  <a:pt x="184350" y="29788"/>
                </a:lnTo>
                <a:lnTo>
                  <a:pt x="183287" y="30188"/>
                </a:lnTo>
                <a:lnTo>
                  <a:pt x="182227" y="30593"/>
                </a:lnTo>
                <a:lnTo>
                  <a:pt x="181168" y="31002"/>
                </a:lnTo>
                <a:lnTo>
                  <a:pt x="180112" y="31415"/>
                </a:lnTo>
                <a:lnTo>
                  <a:pt x="179059" y="31833"/>
                </a:lnTo>
                <a:lnTo>
                  <a:pt x="178007" y="32255"/>
                </a:lnTo>
                <a:lnTo>
                  <a:pt x="176958" y="32682"/>
                </a:lnTo>
                <a:lnTo>
                  <a:pt x="175910" y="33113"/>
                </a:lnTo>
                <a:lnTo>
                  <a:pt x="174866" y="33548"/>
                </a:lnTo>
                <a:lnTo>
                  <a:pt x="173823" y="33987"/>
                </a:lnTo>
                <a:lnTo>
                  <a:pt x="172783" y="34431"/>
                </a:lnTo>
                <a:lnTo>
                  <a:pt x="171745" y="34880"/>
                </a:lnTo>
                <a:lnTo>
                  <a:pt x="170709" y="35332"/>
                </a:lnTo>
                <a:lnTo>
                  <a:pt x="169676" y="35789"/>
                </a:lnTo>
                <a:lnTo>
                  <a:pt x="168645" y="36250"/>
                </a:lnTo>
                <a:lnTo>
                  <a:pt x="167616" y="36716"/>
                </a:lnTo>
                <a:lnTo>
                  <a:pt x="166590" y="37186"/>
                </a:lnTo>
                <a:lnTo>
                  <a:pt x="165566" y="37660"/>
                </a:lnTo>
                <a:lnTo>
                  <a:pt x="164544" y="38138"/>
                </a:lnTo>
                <a:lnTo>
                  <a:pt x="163525" y="38621"/>
                </a:lnTo>
                <a:lnTo>
                  <a:pt x="162508" y="39107"/>
                </a:lnTo>
                <a:lnTo>
                  <a:pt x="161494" y="39598"/>
                </a:lnTo>
                <a:lnTo>
                  <a:pt x="160482" y="40093"/>
                </a:lnTo>
                <a:lnTo>
                  <a:pt x="159473" y="40593"/>
                </a:lnTo>
                <a:lnTo>
                  <a:pt x="158465" y="41096"/>
                </a:lnTo>
                <a:lnTo>
                  <a:pt x="157461" y="41604"/>
                </a:lnTo>
                <a:lnTo>
                  <a:pt x="156459" y="42116"/>
                </a:lnTo>
                <a:lnTo>
                  <a:pt x="155459" y="42632"/>
                </a:lnTo>
                <a:lnTo>
                  <a:pt x="154462" y="43152"/>
                </a:lnTo>
                <a:lnTo>
                  <a:pt x="153467" y="43676"/>
                </a:lnTo>
                <a:lnTo>
                  <a:pt x="152475" y="44205"/>
                </a:lnTo>
                <a:lnTo>
                  <a:pt x="151485" y="44737"/>
                </a:lnTo>
                <a:lnTo>
                  <a:pt x="150498" y="45274"/>
                </a:lnTo>
                <a:lnTo>
                  <a:pt x="149514" y="45814"/>
                </a:lnTo>
                <a:lnTo>
                  <a:pt x="148532" y="46359"/>
                </a:lnTo>
                <a:lnTo>
                  <a:pt x="147552" y="46908"/>
                </a:lnTo>
                <a:lnTo>
                  <a:pt x="146575" y="47461"/>
                </a:lnTo>
                <a:lnTo>
                  <a:pt x="145601" y="48017"/>
                </a:lnTo>
                <a:lnTo>
                  <a:pt x="144630" y="48578"/>
                </a:lnTo>
                <a:lnTo>
                  <a:pt x="143661" y="49143"/>
                </a:lnTo>
                <a:lnTo>
                  <a:pt x="142694" y="49712"/>
                </a:lnTo>
                <a:lnTo>
                  <a:pt x="141730" y="50285"/>
                </a:lnTo>
                <a:lnTo>
                  <a:pt x="140769" y="50862"/>
                </a:lnTo>
                <a:lnTo>
                  <a:pt x="139811" y="51443"/>
                </a:lnTo>
                <a:lnTo>
                  <a:pt x="138855" y="52027"/>
                </a:lnTo>
                <a:lnTo>
                  <a:pt x="137902" y="52616"/>
                </a:lnTo>
                <a:lnTo>
                  <a:pt x="136952" y="53209"/>
                </a:lnTo>
                <a:lnTo>
                  <a:pt x="136004" y="53805"/>
                </a:lnTo>
                <a:lnTo>
                  <a:pt x="135059" y="54406"/>
                </a:lnTo>
                <a:lnTo>
                  <a:pt x="134117" y="55010"/>
                </a:lnTo>
                <a:lnTo>
                  <a:pt x="133177" y="55618"/>
                </a:lnTo>
                <a:lnTo>
                  <a:pt x="132240" y="56230"/>
                </a:lnTo>
                <a:lnTo>
                  <a:pt x="131306" y="56846"/>
                </a:lnTo>
                <a:lnTo>
                  <a:pt x="130375" y="57466"/>
                </a:lnTo>
                <a:lnTo>
                  <a:pt x="129447" y="58090"/>
                </a:lnTo>
                <a:lnTo>
                  <a:pt x="128521" y="58717"/>
                </a:lnTo>
                <a:lnTo>
                  <a:pt x="127598" y="59349"/>
                </a:lnTo>
                <a:lnTo>
                  <a:pt x="126678" y="59984"/>
                </a:lnTo>
                <a:lnTo>
                  <a:pt x="125761" y="60623"/>
                </a:lnTo>
                <a:lnTo>
                  <a:pt x="124847" y="61265"/>
                </a:lnTo>
                <a:lnTo>
                  <a:pt x="123935" y="61912"/>
                </a:lnTo>
                <a:lnTo>
                  <a:pt x="123027" y="62562"/>
                </a:lnTo>
                <a:lnTo>
                  <a:pt x="122121" y="63216"/>
                </a:lnTo>
                <a:lnTo>
                  <a:pt x="121218" y="63874"/>
                </a:lnTo>
                <a:lnTo>
                  <a:pt x="120318" y="64535"/>
                </a:lnTo>
                <a:lnTo>
                  <a:pt x="119421" y="65200"/>
                </a:lnTo>
                <a:lnTo>
                  <a:pt x="118527" y="65869"/>
                </a:lnTo>
                <a:lnTo>
                  <a:pt x="117636" y="66542"/>
                </a:lnTo>
                <a:lnTo>
                  <a:pt x="116747" y="67218"/>
                </a:lnTo>
                <a:lnTo>
                  <a:pt x="115862" y="67898"/>
                </a:lnTo>
                <a:lnTo>
                  <a:pt x="114980" y="68582"/>
                </a:lnTo>
                <a:lnTo>
                  <a:pt x="114100" y="69269"/>
                </a:lnTo>
                <a:lnTo>
                  <a:pt x="113224" y="69960"/>
                </a:lnTo>
                <a:lnTo>
                  <a:pt x="112351" y="70654"/>
                </a:lnTo>
                <a:lnTo>
                  <a:pt x="111480" y="71352"/>
                </a:lnTo>
                <a:lnTo>
                  <a:pt x="110613" y="72054"/>
                </a:lnTo>
                <a:lnTo>
                  <a:pt x="109749" y="72759"/>
                </a:lnTo>
                <a:lnTo>
                  <a:pt x="108887" y="73468"/>
                </a:lnTo>
                <a:lnTo>
                  <a:pt x="108029" y="74180"/>
                </a:lnTo>
                <a:lnTo>
                  <a:pt x="107174" y="74896"/>
                </a:lnTo>
                <a:lnTo>
                  <a:pt x="106322" y="75616"/>
                </a:lnTo>
                <a:lnTo>
                  <a:pt x="105473" y="76339"/>
                </a:lnTo>
                <a:lnTo>
                  <a:pt x="104627" y="77066"/>
                </a:lnTo>
                <a:lnTo>
                  <a:pt x="103785" y="77796"/>
                </a:lnTo>
                <a:lnTo>
                  <a:pt x="102945" y="78529"/>
                </a:lnTo>
                <a:lnTo>
                  <a:pt x="102108" y="79266"/>
                </a:lnTo>
                <a:lnTo>
                  <a:pt x="101275" y="80007"/>
                </a:lnTo>
                <a:lnTo>
                  <a:pt x="100445" y="80751"/>
                </a:lnTo>
                <a:lnTo>
                  <a:pt x="99618" y="81498"/>
                </a:lnTo>
                <a:lnTo>
                  <a:pt x="98794" y="82249"/>
                </a:lnTo>
                <a:lnTo>
                  <a:pt x="97974" y="83004"/>
                </a:lnTo>
                <a:lnTo>
                  <a:pt x="97156" y="83761"/>
                </a:lnTo>
                <a:lnTo>
                  <a:pt x="96342" y="84523"/>
                </a:lnTo>
                <a:lnTo>
                  <a:pt x="95531" y="85287"/>
                </a:lnTo>
                <a:lnTo>
                  <a:pt x="94723" y="86055"/>
                </a:lnTo>
                <a:lnTo>
                  <a:pt x="93919" y="86827"/>
                </a:lnTo>
                <a:lnTo>
                  <a:pt x="93118" y="87601"/>
                </a:lnTo>
                <a:lnTo>
                  <a:pt x="92320" y="88379"/>
                </a:lnTo>
                <a:lnTo>
                  <a:pt x="91525" y="89161"/>
                </a:lnTo>
                <a:lnTo>
                  <a:pt x="90734" y="89945"/>
                </a:lnTo>
                <a:lnTo>
                  <a:pt x="89946" y="90734"/>
                </a:lnTo>
                <a:lnTo>
                  <a:pt x="89161" y="91525"/>
                </a:lnTo>
                <a:lnTo>
                  <a:pt x="88379" y="92320"/>
                </a:lnTo>
                <a:lnTo>
                  <a:pt x="87601" y="93117"/>
                </a:lnTo>
                <a:lnTo>
                  <a:pt x="86827" y="93919"/>
                </a:lnTo>
                <a:lnTo>
                  <a:pt x="86055" y="94723"/>
                </a:lnTo>
                <a:lnTo>
                  <a:pt x="85287" y="95531"/>
                </a:lnTo>
                <a:lnTo>
                  <a:pt x="84523" y="96342"/>
                </a:lnTo>
                <a:lnTo>
                  <a:pt x="83762" y="97156"/>
                </a:lnTo>
                <a:lnTo>
                  <a:pt x="83004" y="97973"/>
                </a:lnTo>
                <a:lnTo>
                  <a:pt x="82249" y="98794"/>
                </a:lnTo>
                <a:lnTo>
                  <a:pt x="81499" y="99618"/>
                </a:lnTo>
                <a:lnTo>
                  <a:pt x="80751" y="100445"/>
                </a:lnTo>
                <a:lnTo>
                  <a:pt x="80007" y="101275"/>
                </a:lnTo>
                <a:lnTo>
                  <a:pt x="79266" y="102108"/>
                </a:lnTo>
                <a:lnTo>
                  <a:pt x="78529" y="102945"/>
                </a:lnTo>
                <a:lnTo>
                  <a:pt x="77796" y="103784"/>
                </a:lnTo>
                <a:lnTo>
                  <a:pt x="77066" y="104627"/>
                </a:lnTo>
                <a:lnTo>
                  <a:pt x="76339" y="105473"/>
                </a:lnTo>
                <a:lnTo>
                  <a:pt x="75616" y="106322"/>
                </a:lnTo>
                <a:lnTo>
                  <a:pt x="74897" y="107174"/>
                </a:lnTo>
                <a:lnTo>
                  <a:pt x="74181" y="108029"/>
                </a:lnTo>
                <a:lnTo>
                  <a:pt x="73468" y="108887"/>
                </a:lnTo>
                <a:lnTo>
                  <a:pt x="72759" y="109748"/>
                </a:lnTo>
                <a:lnTo>
                  <a:pt x="72054" y="110613"/>
                </a:lnTo>
                <a:lnTo>
                  <a:pt x="71352" y="111480"/>
                </a:lnTo>
                <a:lnTo>
                  <a:pt x="70654" y="112350"/>
                </a:lnTo>
                <a:lnTo>
                  <a:pt x="69960" y="113224"/>
                </a:lnTo>
                <a:lnTo>
                  <a:pt x="69269" y="114100"/>
                </a:lnTo>
                <a:lnTo>
                  <a:pt x="68582" y="114980"/>
                </a:lnTo>
                <a:lnTo>
                  <a:pt x="67898" y="115862"/>
                </a:lnTo>
                <a:lnTo>
                  <a:pt x="67218" y="116747"/>
                </a:lnTo>
                <a:lnTo>
                  <a:pt x="66542" y="117635"/>
                </a:lnTo>
                <a:lnTo>
                  <a:pt x="65869" y="118527"/>
                </a:lnTo>
                <a:lnTo>
                  <a:pt x="65201" y="119421"/>
                </a:lnTo>
                <a:lnTo>
                  <a:pt x="64535" y="120318"/>
                </a:lnTo>
                <a:lnTo>
                  <a:pt x="63874" y="121218"/>
                </a:lnTo>
                <a:lnTo>
                  <a:pt x="63216" y="122121"/>
                </a:lnTo>
                <a:lnTo>
                  <a:pt x="62562" y="123026"/>
                </a:lnTo>
                <a:lnTo>
                  <a:pt x="61912" y="123935"/>
                </a:lnTo>
                <a:lnTo>
                  <a:pt x="61266" y="124846"/>
                </a:lnTo>
                <a:lnTo>
                  <a:pt x="60623" y="125761"/>
                </a:lnTo>
                <a:lnTo>
                  <a:pt x="59984" y="126678"/>
                </a:lnTo>
                <a:lnTo>
                  <a:pt x="59349" y="127598"/>
                </a:lnTo>
                <a:lnTo>
                  <a:pt x="58717" y="128521"/>
                </a:lnTo>
                <a:lnTo>
                  <a:pt x="58090" y="129447"/>
                </a:lnTo>
                <a:lnTo>
                  <a:pt x="57466" y="130375"/>
                </a:lnTo>
                <a:lnTo>
                  <a:pt x="56846" y="131306"/>
                </a:lnTo>
                <a:lnTo>
                  <a:pt x="56231" y="132240"/>
                </a:lnTo>
                <a:lnTo>
                  <a:pt x="55618" y="133177"/>
                </a:lnTo>
                <a:lnTo>
                  <a:pt x="55010" y="134116"/>
                </a:lnTo>
                <a:lnTo>
                  <a:pt x="54406" y="135059"/>
                </a:lnTo>
                <a:lnTo>
                  <a:pt x="53805" y="136004"/>
                </a:lnTo>
                <a:lnTo>
                  <a:pt x="53209" y="136951"/>
                </a:lnTo>
                <a:lnTo>
                  <a:pt x="52616" y="137902"/>
                </a:lnTo>
                <a:lnTo>
                  <a:pt x="52027" y="138855"/>
                </a:lnTo>
                <a:lnTo>
                  <a:pt x="51443" y="139811"/>
                </a:lnTo>
                <a:lnTo>
                  <a:pt x="50862" y="140769"/>
                </a:lnTo>
                <a:lnTo>
                  <a:pt x="50285" y="141730"/>
                </a:lnTo>
                <a:lnTo>
                  <a:pt x="49712" y="142694"/>
                </a:lnTo>
                <a:lnTo>
                  <a:pt x="49143" y="143660"/>
                </a:lnTo>
                <a:lnTo>
                  <a:pt x="48578" y="144629"/>
                </a:lnTo>
                <a:lnTo>
                  <a:pt x="48018" y="145601"/>
                </a:lnTo>
                <a:lnTo>
                  <a:pt x="47461" y="146575"/>
                </a:lnTo>
                <a:lnTo>
                  <a:pt x="46908" y="147552"/>
                </a:lnTo>
                <a:lnTo>
                  <a:pt x="46359" y="148532"/>
                </a:lnTo>
                <a:lnTo>
                  <a:pt x="45814" y="149514"/>
                </a:lnTo>
                <a:lnTo>
                  <a:pt x="45274" y="150498"/>
                </a:lnTo>
                <a:lnTo>
                  <a:pt x="44737" y="151485"/>
                </a:lnTo>
                <a:lnTo>
                  <a:pt x="44205" y="152475"/>
                </a:lnTo>
                <a:lnTo>
                  <a:pt x="43676" y="153467"/>
                </a:lnTo>
                <a:lnTo>
                  <a:pt x="43152" y="154462"/>
                </a:lnTo>
                <a:lnTo>
                  <a:pt x="42632" y="155459"/>
                </a:lnTo>
                <a:lnTo>
                  <a:pt x="42116" y="156459"/>
                </a:lnTo>
                <a:lnTo>
                  <a:pt x="41604" y="157461"/>
                </a:lnTo>
                <a:lnTo>
                  <a:pt x="41096" y="158465"/>
                </a:lnTo>
                <a:lnTo>
                  <a:pt x="40593" y="159472"/>
                </a:lnTo>
                <a:lnTo>
                  <a:pt x="40094" y="160482"/>
                </a:lnTo>
                <a:lnTo>
                  <a:pt x="39598" y="161494"/>
                </a:lnTo>
                <a:lnTo>
                  <a:pt x="39107" y="162508"/>
                </a:lnTo>
                <a:lnTo>
                  <a:pt x="38621" y="163525"/>
                </a:lnTo>
                <a:lnTo>
                  <a:pt x="38138" y="164544"/>
                </a:lnTo>
                <a:lnTo>
                  <a:pt x="37660" y="165566"/>
                </a:lnTo>
                <a:lnTo>
                  <a:pt x="37186" y="166590"/>
                </a:lnTo>
                <a:lnTo>
                  <a:pt x="36716" y="167616"/>
                </a:lnTo>
                <a:lnTo>
                  <a:pt x="36251" y="168645"/>
                </a:lnTo>
                <a:lnTo>
                  <a:pt x="35789" y="169676"/>
                </a:lnTo>
                <a:lnTo>
                  <a:pt x="35332" y="170709"/>
                </a:lnTo>
                <a:lnTo>
                  <a:pt x="34880" y="171745"/>
                </a:lnTo>
                <a:lnTo>
                  <a:pt x="34432" y="172783"/>
                </a:lnTo>
                <a:lnTo>
                  <a:pt x="33988" y="173823"/>
                </a:lnTo>
                <a:lnTo>
                  <a:pt x="33548" y="174866"/>
                </a:lnTo>
                <a:lnTo>
                  <a:pt x="33113" y="175910"/>
                </a:lnTo>
                <a:lnTo>
                  <a:pt x="32682" y="176957"/>
                </a:lnTo>
                <a:lnTo>
                  <a:pt x="32255" y="178007"/>
                </a:lnTo>
                <a:lnTo>
                  <a:pt x="31833" y="179058"/>
                </a:lnTo>
                <a:lnTo>
                  <a:pt x="31415" y="180112"/>
                </a:lnTo>
                <a:lnTo>
                  <a:pt x="31002" y="181168"/>
                </a:lnTo>
                <a:lnTo>
                  <a:pt x="30593" y="182226"/>
                </a:lnTo>
                <a:lnTo>
                  <a:pt x="30188" y="183287"/>
                </a:lnTo>
                <a:lnTo>
                  <a:pt x="29788" y="184350"/>
                </a:lnTo>
                <a:lnTo>
                  <a:pt x="29393" y="185414"/>
                </a:lnTo>
                <a:lnTo>
                  <a:pt x="29002" y="186481"/>
                </a:lnTo>
                <a:lnTo>
                  <a:pt x="28615" y="187550"/>
                </a:lnTo>
                <a:lnTo>
                  <a:pt x="28233" y="188622"/>
                </a:lnTo>
                <a:lnTo>
                  <a:pt x="27855" y="189695"/>
                </a:lnTo>
                <a:lnTo>
                  <a:pt x="27482" y="190771"/>
                </a:lnTo>
                <a:lnTo>
                  <a:pt x="27113" y="191848"/>
                </a:lnTo>
                <a:lnTo>
                  <a:pt x="26749" y="192928"/>
                </a:lnTo>
                <a:lnTo>
                  <a:pt x="26389" y="194010"/>
                </a:lnTo>
                <a:lnTo>
                  <a:pt x="26034" y="195093"/>
                </a:lnTo>
                <a:lnTo>
                  <a:pt x="25684" y="196179"/>
                </a:lnTo>
                <a:lnTo>
                  <a:pt x="25338" y="197267"/>
                </a:lnTo>
                <a:lnTo>
                  <a:pt x="24997" y="198357"/>
                </a:lnTo>
                <a:lnTo>
                  <a:pt x="24660" y="199449"/>
                </a:lnTo>
                <a:lnTo>
                  <a:pt x="24328" y="200543"/>
                </a:lnTo>
                <a:lnTo>
                  <a:pt x="24000" y="201639"/>
                </a:lnTo>
                <a:lnTo>
                  <a:pt x="23678" y="202737"/>
                </a:lnTo>
                <a:lnTo>
                  <a:pt x="23359" y="203837"/>
                </a:lnTo>
                <a:lnTo>
                  <a:pt x="23046" y="204939"/>
                </a:lnTo>
                <a:lnTo>
                  <a:pt x="22737" y="206043"/>
                </a:lnTo>
                <a:lnTo>
                  <a:pt x="22433" y="207149"/>
                </a:lnTo>
                <a:lnTo>
                  <a:pt x="22133" y="208257"/>
                </a:lnTo>
                <a:lnTo>
                  <a:pt x="21838" y="209367"/>
                </a:lnTo>
                <a:lnTo>
                  <a:pt x="21548" y="210478"/>
                </a:lnTo>
                <a:lnTo>
                  <a:pt x="21263" y="211592"/>
                </a:lnTo>
                <a:lnTo>
                  <a:pt x="20982" y="212707"/>
                </a:lnTo>
                <a:lnTo>
                  <a:pt x="20706" y="213825"/>
                </a:lnTo>
                <a:lnTo>
                  <a:pt x="20435" y="214944"/>
                </a:lnTo>
                <a:lnTo>
                  <a:pt x="20169" y="216065"/>
                </a:lnTo>
                <a:lnTo>
                  <a:pt x="19907" y="217188"/>
                </a:lnTo>
                <a:lnTo>
                  <a:pt x="19651" y="218312"/>
                </a:lnTo>
                <a:lnTo>
                  <a:pt x="19399" y="219439"/>
                </a:lnTo>
                <a:lnTo>
                  <a:pt x="19152" y="220567"/>
                </a:lnTo>
                <a:lnTo>
                  <a:pt x="18909" y="221698"/>
                </a:lnTo>
                <a:lnTo>
                  <a:pt x="18672" y="222829"/>
                </a:lnTo>
                <a:lnTo>
                  <a:pt x="18439" y="223963"/>
                </a:lnTo>
                <a:lnTo>
                  <a:pt x="18211" y="225099"/>
                </a:lnTo>
                <a:lnTo>
                  <a:pt x="17988" y="226236"/>
                </a:lnTo>
                <a:lnTo>
                  <a:pt x="17770" y="227375"/>
                </a:lnTo>
                <a:lnTo>
                  <a:pt x="17557" y="228516"/>
                </a:lnTo>
                <a:lnTo>
                  <a:pt x="17349" y="229658"/>
                </a:lnTo>
                <a:lnTo>
                  <a:pt x="17146" y="230802"/>
                </a:lnTo>
                <a:lnTo>
                  <a:pt x="16947" y="231948"/>
                </a:lnTo>
                <a:lnTo>
                  <a:pt x="16754" y="233095"/>
                </a:lnTo>
                <a:lnTo>
                  <a:pt x="16565" y="234245"/>
                </a:lnTo>
                <a:lnTo>
                  <a:pt x="16382" y="235395"/>
                </a:lnTo>
                <a:lnTo>
                  <a:pt x="16203" y="236548"/>
                </a:lnTo>
                <a:lnTo>
                  <a:pt x="16030" y="237702"/>
                </a:lnTo>
                <a:lnTo>
                  <a:pt x="15861" y="238858"/>
                </a:lnTo>
                <a:lnTo>
                  <a:pt x="15698" y="240015"/>
                </a:lnTo>
                <a:lnTo>
                  <a:pt x="15539" y="241174"/>
                </a:lnTo>
                <a:lnTo>
                  <a:pt x="15386" y="242335"/>
                </a:lnTo>
                <a:lnTo>
                  <a:pt x="15237" y="243497"/>
                </a:lnTo>
                <a:lnTo>
                  <a:pt x="15094" y="244661"/>
                </a:lnTo>
                <a:lnTo>
                  <a:pt x="14955" y="245826"/>
                </a:lnTo>
                <a:lnTo>
                  <a:pt x="14822" y="246993"/>
                </a:lnTo>
                <a:lnTo>
                  <a:pt x="14694" y="248161"/>
                </a:lnTo>
                <a:lnTo>
                  <a:pt x="14571" y="249331"/>
                </a:lnTo>
                <a:lnTo>
                  <a:pt x="14453" y="250503"/>
                </a:lnTo>
                <a:lnTo>
                  <a:pt x="14340" y="251676"/>
                </a:lnTo>
                <a:lnTo>
                  <a:pt x="14232" y="252850"/>
                </a:lnTo>
                <a:lnTo>
                  <a:pt x="14130" y="254026"/>
                </a:lnTo>
                <a:lnTo>
                  <a:pt x="14032" y="255203"/>
                </a:lnTo>
                <a:lnTo>
                  <a:pt x="13940" y="256382"/>
                </a:lnTo>
                <a:lnTo>
                  <a:pt x="13853" y="257562"/>
                </a:lnTo>
                <a:lnTo>
                  <a:pt x="13771" y="258744"/>
                </a:lnTo>
                <a:lnTo>
                  <a:pt x="13694" y="259927"/>
                </a:lnTo>
                <a:lnTo>
                  <a:pt x="13623" y="261112"/>
                </a:lnTo>
                <a:lnTo>
                  <a:pt x="13557" y="262298"/>
                </a:lnTo>
                <a:lnTo>
                  <a:pt x="13496" y="263485"/>
                </a:lnTo>
                <a:lnTo>
                  <a:pt x="13440" y="264674"/>
                </a:lnTo>
                <a:lnTo>
                  <a:pt x="13389" y="265864"/>
                </a:lnTo>
                <a:lnTo>
                  <a:pt x="13344" y="267055"/>
                </a:lnTo>
                <a:lnTo>
                  <a:pt x="13304" y="268248"/>
                </a:lnTo>
                <a:lnTo>
                  <a:pt x="13269" y="269442"/>
                </a:lnTo>
                <a:lnTo>
                  <a:pt x="13240" y="270638"/>
                </a:lnTo>
                <a:lnTo>
                  <a:pt x="13216" y="271835"/>
                </a:lnTo>
                <a:lnTo>
                  <a:pt x="13197" y="273033"/>
                </a:lnTo>
                <a:lnTo>
                  <a:pt x="13184" y="274232"/>
                </a:lnTo>
                <a:lnTo>
                  <a:pt x="13176" y="275433"/>
                </a:lnTo>
                <a:lnTo>
                  <a:pt x="13173" y="276635"/>
                </a:lnTo>
                <a:lnTo>
                  <a:pt x="13173" y="276635"/>
                </a:lnTo>
                <a:lnTo>
                  <a:pt x="26346" y="276635"/>
                </a:lnTo>
                <a:lnTo>
                  <a:pt x="26348" y="275547"/>
                </a:lnTo>
                <a:lnTo>
                  <a:pt x="26355" y="274460"/>
                </a:lnTo>
                <a:lnTo>
                  <a:pt x="26367" y="273374"/>
                </a:lnTo>
                <a:lnTo>
                  <a:pt x="26383" y="272290"/>
                </a:lnTo>
                <a:lnTo>
                  <a:pt x="26404" y="271206"/>
                </a:lnTo>
                <a:lnTo>
                  <a:pt x="26429" y="270124"/>
                </a:lnTo>
                <a:lnTo>
                  <a:pt x="26459" y="269043"/>
                </a:lnTo>
                <a:lnTo>
                  <a:pt x="26493" y="267963"/>
                </a:lnTo>
                <a:lnTo>
                  <a:pt x="26533" y="266884"/>
                </a:lnTo>
                <a:lnTo>
                  <a:pt x="26576" y="265806"/>
                </a:lnTo>
                <a:lnTo>
                  <a:pt x="26624" y="264729"/>
                </a:lnTo>
                <a:lnTo>
                  <a:pt x="26677" y="263654"/>
                </a:lnTo>
                <a:lnTo>
                  <a:pt x="26734" y="262580"/>
                </a:lnTo>
                <a:lnTo>
                  <a:pt x="26796" y="261507"/>
                </a:lnTo>
                <a:lnTo>
                  <a:pt x="26862" y="260435"/>
                </a:lnTo>
                <a:lnTo>
                  <a:pt x="26933" y="259365"/>
                </a:lnTo>
                <a:lnTo>
                  <a:pt x="27008" y="258295"/>
                </a:lnTo>
                <a:lnTo>
                  <a:pt x="27087" y="257227"/>
                </a:lnTo>
                <a:lnTo>
                  <a:pt x="27171" y="256160"/>
                </a:lnTo>
                <a:lnTo>
                  <a:pt x="27260" y="255095"/>
                </a:lnTo>
                <a:lnTo>
                  <a:pt x="27353" y="254030"/>
                </a:lnTo>
                <a:lnTo>
                  <a:pt x="27450" y="252967"/>
                </a:lnTo>
                <a:lnTo>
                  <a:pt x="27552" y="251906"/>
                </a:lnTo>
                <a:lnTo>
                  <a:pt x="27659" y="250845"/>
                </a:lnTo>
                <a:lnTo>
                  <a:pt x="27769" y="249786"/>
                </a:lnTo>
                <a:lnTo>
                  <a:pt x="27884" y="248728"/>
                </a:lnTo>
                <a:lnTo>
                  <a:pt x="28004" y="247672"/>
                </a:lnTo>
                <a:lnTo>
                  <a:pt x="28128" y="246617"/>
                </a:lnTo>
                <a:lnTo>
                  <a:pt x="28256" y="245563"/>
                </a:lnTo>
                <a:lnTo>
                  <a:pt x="28388" y="244510"/>
                </a:lnTo>
                <a:lnTo>
                  <a:pt x="28525" y="243459"/>
                </a:lnTo>
                <a:lnTo>
                  <a:pt x="28667" y="242410"/>
                </a:lnTo>
                <a:lnTo>
                  <a:pt x="28812" y="241361"/>
                </a:lnTo>
                <a:lnTo>
                  <a:pt x="28962" y="240314"/>
                </a:lnTo>
                <a:lnTo>
                  <a:pt x="29116" y="239269"/>
                </a:lnTo>
                <a:lnTo>
                  <a:pt x="29275" y="238225"/>
                </a:lnTo>
                <a:lnTo>
                  <a:pt x="29438" y="237182"/>
                </a:lnTo>
                <a:lnTo>
                  <a:pt x="29605" y="236141"/>
                </a:lnTo>
                <a:lnTo>
                  <a:pt x="29776" y="235101"/>
                </a:lnTo>
                <a:lnTo>
                  <a:pt x="29952" y="234062"/>
                </a:lnTo>
                <a:lnTo>
                  <a:pt x="30132" y="233025"/>
                </a:lnTo>
                <a:lnTo>
                  <a:pt x="30316" y="231990"/>
                </a:lnTo>
                <a:lnTo>
                  <a:pt x="30505" y="230956"/>
                </a:lnTo>
                <a:lnTo>
                  <a:pt x="30697" y="229923"/>
                </a:lnTo>
                <a:lnTo>
                  <a:pt x="30894" y="228892"/>
                </a:lnTo>
                <a:lnTo>
                  <a:pt x="31095" y="227863"/>
                </a:lnTo>
                <a:lnTo>
                  <a:pt x="31301" y="226834"/>
                </a:lnTo>
                <a:lnTo>
                  <a:pt x="31510" y="225808"/>
                </a:lnTo>
                <a:lnTo>
                  <a:pt x="31724" y="224783"/>
                </a:lnTo>
                <a:lnTo>
                  <a:pt x="31942" y="223759"/>
                </a:lnTo>
                <a:lnTo>
                  <a:pt x="32164" y="222738"/>
                </a:lnTo>
                <a:lnTo>
                  <a:pt x="32390" y="221717"/>
                </a:lnTo>
                <a:lnTo>
                  <a:pt x="32620" y="220698"/>
                </a:lnTo>
                <a:lnTo>
                  <a:pt x="32855" y="219681"/>
                </a:lnTo>
                <a:lnTo>
                  <a:pt x="33093" y="218666"/>
                </a:lnTo>
                <a:lnTo>
                  <a:pt x="33336" y="217652"/>
                </a:lnTo>
                <a:lnTo>
                  <a:pt x="33583" y="216639"/>
                </a:lnTo>
                <a:lnTo>
                  <a:pt x="33834" y="215628"/>
                </a:lnTo>
                <a:lnTo>
                  <a:pt x="34089" y="214619"/>
                </a:lnTo>
                <a:lnTo>
                  <a:pt x="34348" y="213611"/>
                </a:lnTo>
                <a:lnTo>
                  <a:pt x="34611" y="212606"/>
                </a:lnTo>
                <a:lnTo>
                  <a:pt x="34878" y="211601"/>
                </a:lnTo>
                <a:lnTo>
                  <a:pt x="35149" y="210599"/>
                </a:lnTo>
                <a:lnTo>
                  <a:pt x="35425" y="209598"/>
                </a:lnTo>
                <a:lnTo>
                  <a:pt x="35704" y="208598"/>
                </a:lnTo>
                <a:lnTo>
                  <a:pt x="35988" y="207601"/>
                </a:lnTo>
                <a:lnTo>
                  <a:pt x="36275" y="206605"/>
                </a:lnTo>
                <a:lnTo>
                  <a:pt x="36566" y="205611"/>
                </a:lnTo>
                <a:lnTo>
                  <a:pt x="36862" y="204618"/>
                </a:lnTo>
                <a:lnTo>
                  <a:pt x="37161" y="203628"/>
                </a:lnTo>
                <a:lnTo>
                  <a:pt x="37465" y="202639"/>
                </a:lnTo>
                <a:lnTo>
                  <a:pt x="37772" y="201651"/>
                </a:lnTo>
                <a:lnTo>
                  <a:pt x="38083" y="200666"/>
                </a:lnTo>
                <a:lnTo>
                  <a:pt x="38398" y="199682"/>
                </a:lnTo>
                <a:lnTo>
                  <a:pt x="38718" y="198700"/>
                </a:lnTo>
                <a:lnTo>
                  <a:pt x="39041" y="197720"/>
                </a:lnTo>
                <a:lnTo>
                  <a:pt x="39368" y="196741"/>
                </a:lnTo>
                <a:lnTo>
                  <a:pt x="39699" y="195765"/>
                </a:lnTo>
                <a:lnTo>
                  <a:pt x="40034" y="194790"/>
                </a:lnTo>
                <a:lnTo>
                  <a:pt x="40373" y="193817"/>
                </a:lnTo>
                <a:lnTo>
                  <a:pt x="40715" y="192846"/>
                </a:lnTo>
                <a:lnTo>
                  <a:pt x="41062" y="191877"/>
                </a:lnTo>
                <a:lnTo>
                  <a:pt x="41412" y="190909"/>
                </a:lnTo>
                <a:lnTo>
                  <a:pt x="41766" y="189944"/>
                </a:lnTo>
                <a:lnTo>
                  <a:pt x="42125" y="188980"/>
                </a:lnTo>
                <a:lnTo>
                  <a:pt x="42487" y="188018"/>
                </a:lnTo>
                <a:lnTo>
                  <a:pt x="42852" y="187058"/>
                </a:lnTo>
                <a:lnTo>
                  <a:pt x="43222" y="186100"/>
                </a:lnTo>
                <a:lnTo>
                  <a:pt x="43595" y="185144"/>
                </a:lnTo>
                <a:lnTo>
                  <a:pt x="43973" y="184189"/>
                </a:lnTo>
                <a:lnTo>
                  <a:pt x="44354" y="183237"/>
                </a:lnTo>
                <a:lnTo>
                  <a:pt x="44738" y="182286"/>
                </a:lnTo>
                <a:lnTo>
                  <a:pt x="45127" y="181338"/>
                </a:lnTo>
                <a:lnTo>
                  <a:pt x="45519" y="180391"/>
                </a:lnTo>
                <a:lnTo>
                  <a:pt x="45915" y="179447"/>
                </a:lnTo>
                <a:lnTo>
                  <a:pt x="46315" y="178504"/>
                </a:lnTo>
                <a:lnTo>
                  <a:pt x="46719" y="177564"/>
                </a:lnTo>
                <a:lnTo>
                  <a:pt x="47126" y="176625"/>
                </a:lnTo>
                <a:lnTo>
                  <a:pt x="47537" y="175688"/>
                </a:lnTo>
                <a:lnTo>
                  <a:pt x="47952" y="174754"/>
                </a:lnTo>
                <a:lnTo>
                  <a:pt x="48370" y="173821"/>
                </a:lnTo>
                <a:lnTo>
                  <a:pt x="48792" y="172890"/>
                </a:lnTo>
                <a:lnTo>
                  <a:pt x="49218" y="171962"/>
                </a:lnTo>
                <a:lnTo>
                  <a:pt x="49648" y="171035"/>
                </a:lnTo>
                <a:lnTo>
                  <a:pt x="50081" y="170111"/>
                </a:lnTo>
                <a:lnTo>
                  <a:pt x="50518" y="169188"/>
                </a:lnTo>
                <a:lnTo>
                  <a:pt x="50958" y="168268"/>
                </a:lnTo>
                <a:lnTo>
                  <a:pt x="51402" y="167349"/>
                </a:lnTo>
                <a:lnTo>
                  <a:pt x="51850" y="166433"/>
                </a:lnTo>
                <a:lnTo>
                  <a:pt x="52301" y="165519"/>
                </a:lnTo>
                <a:lnTo>
                  <a:pt x="52756" y="164607"/>
                </a:lnTo>
                <a:lnTo>
                  <a:pt x="53215" y="163697"/>
                </a:lnTo>
                <a:lnTo>
                  <a:pt x="53677" y="162789"/>
                </a:lnTo>
                <a:lnTo>
                  <a:pt x="54142" y="161884"/>
                </a:lnTo>
                <a:lnTo>
                  <a:pt x="54612" y="160980"/>
                </a:lnTo>
                <a:lnTo>
                  <a:pt x="55084" y="160079"/>
                </a:lnTo>
                <a:lnTo>
                  <a:pt x="55561" y="159180"/>
                </a:lnTo>
                <a:lnTo>
                  <a:pt x="56041" y="158283"/>
                </a:lnTo>
                <a:lnTo>
                  <a:pt x="56524" y="157388"/>
                </a:lnTo>
                <a:lnTo>
                  <a:pt x="57011" y="156495"/>
                </a:lnTo>
                <a:lnTo>
                  <a:pt x="57502" y="155605"/>
                </a:lnTo>
                <a:lnTo>
                  <a:pt x="57996" y="154717"/>
                </a:lnTo>
                <a:lnTo>
                  <a:pt x="58493" y="153831"/>
                </a:lnTo>
                <a:lnTo>
                  <a:pt x="58994" y="152947"/>
                </a:lnTo>
                <a:lnTo>
                  <a:pt x="59499" y="152065"/>
                </a:lnTo>
                <a:lnTo>
                  <a:pt x="60006" y="151186"/>
                </a:lnTo>
                <a:lnTo>
                  <a:pt x="60518" y="150309"/>
                </a:lnTo>
                <a:lnTo>
                  <a:pt x="61033" y="149434"/>
                </a:lnTo>
                <a:lnTo>
                  <a:pt x="61551" y="148562"/>
                </a:lnTo>
                <a:lnTo>
                  <a:pt x="62073" y="147692"/>
                </a:lnTo>
                <a:lnTo>
                  <a:pt x="62598" y="146824"/>
                </a:lnTo>
                <a:lnTo>
                  <a:pt x="63126" y="145958"/>
                </a:lnTo>
                <a:lnTo>
                  <a:pt x="63658" y="145095"/>
                </a:lnTo>
                <a:lnTo>
                  <a:pt x="64193" y="144234"/>
                </a:lnTo>
                <a:lnTo>
                  <a:pt x="64732" y="143375"/>
                </a:lnTo>
                <a:lnTo>
                  <a:pt x="65274" y="142519"/>
                </a:lnTo>
                <a:lnTo>
                  <a:pt x="65820" y="141665"/>
                </a:lnTo>
                <a:lnTo>
                  <a:pt x="66368" y="140813"/>
                </a:lnTo>
                <a:lnTo>
                  <a:pt x="66920" y="139964"/>
                </a:lnTo>
                <a:lnTo>
                  <a:pt x="67476" y="139117"/>
                </a:lnTo>
                <a:lnTo>
                  <a:pt x="68035" y="138273"/>
                </a:lnTo>
                <a:lnTo>
                  <a:pt x="68597" y="137431"/>
                </a:lnTo>
                <a:lnTo>
                  <a:pt x="69162" y="136591"/>
                </a:lnTo>
                <a:lnTo>
                  <a:pt x="69731" y="135754"/>
                </a:lnTo>
                <a:lnTo>
                  <a:pt x="70303" y="134919"/>
                </a:lnTo>
                <a:lnTo>
                  <a:pt x="70878" y="134087"/>
                </a:lnTo>
                <a:lnTo>
                  <a:pt x="71457" y="133257"/>
                </a:lnTo>
                <a:lnTo>
                  <a:pt x="72039" y="132429"/>
                </a:lnTo>
                <a:lnTo>
                  <a:pt x="72624" y="131604"/>
                </a:lnTo>
                <a:lnTo>
                  <a:pt x="73212" y="130781"/>
                </a:lnTo>
                <a:lnTo>
                  <a:pt x="73804" y="129961"/>
                </a:lnTo>
                <a:lnTo>
                  <a:pt x="74398" y="129144"/>
                </a:lnTo>
                <a:lnTo>
                  <a:pt x="74996" y="128329"/>
                </a:lnTo>
                <a:lnTo>
                  <a:pt x="75598" y="127516"/>
                </a:lnTo>
                <a:lnTo>
                  <a:pt x="76202" y="126706"/>
                </a:lnTo>
                <a:lnTo>
                  <a:pt x="76810" y="125898"/>
                </a:lnTo>
                <a:lnTo>
                  <a:pt x="77420" y="125093"/>
                </a:lnTo>
                <a:lnTo>
                  <a:pt x="78034" y="124291"/>
                </a:lnTo>
                <a:lnTo>
                  <a:pt x="78651" y="123491"/>
                </a:lnTo>
                <a:lnTo>
                  <a:pt x="79272" y="122694"/>
                </a:lnTo>
                <a:lnTo>
                  <a:pt x="79895" y="121899"/>
                </a:lnTo>
                <a:lnTo>
                  <a:pt x="80522" y="121107"/>
                </a:lnTo>
                <a:lnTo>
                  <a:pt x="81151" y="120317"/>
                </a:lnTo>
                <a:lnTo>
                  <a:pt x="81784" y="119530"/>
                </a:lnTo>
                <a:lnTo>
                  <a:pt x="82420" y="118746"/>
                </a:lnTo>
                <a:lnTo>
                  <a:pt x="83059" y="117964"/>
                </a:lnTo>
                <a:lnTo>
                  <a:pt x="83701" y="117185"/>
                </a:lnTo>
                <a:lnTo>
                  <a:pt x="84346" y="116408"/>
                </a:lnTo>
                <a:lnTo>
                  <a:pt x="84994" y="115634"/>
                </a:lnTo>
                <a:lnTo>
                  <a:pt x="85645" y="114863"/>
                </a:lnTo>
                <a:lnTo>
                  <a:pt x="86300" y="114094"/>
                </a:lnTo>
                <a:lnTo>
                  <a:pt x="86957" y="113329"/>
                </a:lnTo>
                <a:lnTo>
                  <a:pt x="87617" y="112565"/>
                </a:lnTo>
                <a:lnTo>
                  <a:pt x="88281" y="111805"/>
                </a:lnTo>
                <a:lnTo>
                  <a:pt x="88947" y="111047"/>
                </a:lnTo>
                <a:lnTo>
                  <a:pt x="89616" y="110292"/>
                </a:lnTo>
                <a:lnTo>
                  <a:pt x="90289" y="109540"/>
                </a:lnTo>
                <a:lnTo>
                  <a:pt x="90964" y="108790"/>
                </a:lnTo>
                <a:lnTo>
                  <a:pt x="91642" y="108043"/>
                </a:lnTo>
                <a:lnTo>
                  <a:pt x="92324" y="107299"/>
                </a:lnTo>
                <a:lnTo>
                  <a:pt x="93008" y="106558"/>
                </a:lnTo>
                <a:lnTo>
                  <a:pt x="93695" y="105819"/>
                </a:lnTo>
                <a:lnTo>
                  <a:pt x="94385" y="105083"/>
                </a:lnTo>
                <a:lnTo>
                  <a:pt x="95078" y="104350"/>
                </a:lnTo>
                <a:lnTo>
                  <a:pt x="95774" y="103620"/>
                </a:lnTo>
                <a:lnTo>
                  <a:pt x="96473" y="102892"/>
                </a:lnTo>
                <a:lnTo>
                  <a:pt x="97175" y="102168"/>
                </a:lnTo>
                <a:lnTo>
                  <a:pt x="97880" y="101446"/>
                </a:lnTo>
                <a:lnTo>
                  <a:pt x="98587" y="100727"/>
                </a:lnTo>
                <a:lnTo>
                  <a:pt x="99298" y="100011"/>
                </a:lnTo>
                <a:lnTo>
                  <a:pt x="100011" y="99298"/>
                </a:lnTo>
                <a:lnTo>
                  <a:pt x="100727" y="98587"/>
                </a:lnTo>
                <a:lnTo>
                  <a:pt x="101446" y="97880"/>
                </a:lnTo>
                <a:lnTo>
                  <a:pt x="102168" y="97175"/>
                </a:lnTo>
                <a:lnTo>
                  <a:pt x="102892" y="96473"/>
                </a:lnTo>
                <a:lnTo>
                  <a:pt x="103620" y="95774"/>
                </a:lnTo>
                <a:lnTo>
                  <a:pt x="104350" y="95078"/>
                </a:lnTo>
                <a:lnTo>
                  <a:pt x="105083" y="94385"/>
                </a:lnTo>
                <a:lnTo>
                  <a:pt x="105819" y="93695"/>
                </a:lnTo>
                <a:lnTo>
                  <a:pt x="106558" y="93008"/>
                </a:lnTo>
                <a:lnTo>
                  <a:pt x="107299" y="92324"/>
                </a:lnTo>
                <a:lnTo>
                  <a:pt x="108043" y="91642"/>
                </a:lnTo>
                <a:lnTo>
                  <a:pt x="108790" y="90964"/>
                </a:lnTo>
                <a:lnTo>
                  <a:pt x="109540" y="90289"/>
                </a:lnTo>
                <a:lnTo>
                  <a:pt x="110292" y="89616"/>
                </a:lnTo>
                <a:lnTo>
                  <a:pt x="111047" y="88947"/>
                </a:lnTo>
                <a:lnTo>
                  <a:pt x="111805" y="88281"/>
                </a:lnTo>
                <a:lnTo>
                  <a:pt x="112565" y="87617"/>
                </a:lnTo>
                <a:lnTo>
                  <a:pt x="113329" y="86957"/>
                </a:lnTo>
                <a:lnTo>
                  <a:pt x="114094" y="86300"/>
                </a:lnTo>
                <a:lnTo>
                  <a:pt x="114863" y="85645"/>
                </a:lnTo>
                <a:lnTo>
                  <a:pt x="115634" y="84994"/>
                </a:lnTo>
                <a:lnTo>
                  <a:pt x="116408" y="84346"/>
                </a:lnTo>
                <a:lnTo>
                  <a:pt x="117185" y="83701"/>
                </a:lnTo>
                <a:lnTo>
                  <a:pt x="117964" y="83059"/>
                </a:lnTo>
                <a:lnTo>
                  <a:pt x="118746" y="82420"/>
                </a:lnTo>
                <a:lnTo>
                  <a:pt x="119530" y="81784"/>
                </a:lnTo>
                <a:lnTo>
                  <a:pt x="120317" y="81151"/>
                </a:lnTo>
                <a:lnTo>
                  <a:pt x="121107" y="80522"/>
                </a:lnTo>
                <a:lnTo>
                  <a:pt x="121899" y="79895"/>
                </a:lnTo>
                <a:lnTo>
                  <a:pt x="122694" y="79272"/>
                </a:lnTo>
                <a:lnTo>
                  <a:pt x="123491" y="78651"/>
                </a:lnTo>
                <a:lnTo>
                  <a:pt x="124291" y="78034"/>
                </a:lnTo>
                <a:lnTo>
                  <a:pt x="125093" y="77420"/>
                </a:lnTo>
                <a:lnTo>
                  <a:pt x="125898" y="76810"/>
                </a:lnTo>
                <a:lnTo>
                  <a:pt x="126706" y="76202"/>
                </a:lnTo>
                <a:lnTo>
                  <a:pt x="127516" y="75598"/>
                </a:lnTo>
                <a:lnTo>
                  <a:pt x="128329" y="74996"/>
                </a:lnTo>
                <a:lnTo>
                  <a:pt x="129144" y="74398"/>
                </a:lnTo>
                <a:lnTo>
                  <a:pt x="129961" y="73804"/>
                </a:lnTo>
                <a:lnTo>
                  <a:pt x="130781" y="73212"/>
                </a:lnTo>
                <a:lnTo>
                  <a:pt x="131604" y="72624"/>
                </a:lnTo>
                <a:lnTo>
                  <a:pt x="132429" y="72039"/>
                </a:lnTo>
                <a:lnTo>
                  <a:pt x="133257" y="71457"/>
                </a:lnTo>
                <a:lnTo>
                  <a:pt x="134087" y="70878"/>
                </a:lnTo>
                <a:lnTo>
                  <a:pt x="134919" y="70303"/>
                </a:lnTo>
                <a:lnTo>
                  <a:pt x="135754" y="69731"/>
                </a:lnTo>
                <a:lnTo>
                  <a:pt x="136591" y="69162"/>
                </a:lnTo>
                <a:lnTo>
                  <a:pt x="137431" y="68597"/>
                </a:lnTo>
                <a:lnTo>
                  <a:pt x="138273" y="68035"/>
                </a:lnTo>
                <a:lnTo>
                  <a:pt x="139117" y="67476"/>
                </a:lnTo>
                <a:lnTo>
                  <a:pt x="139964" y="66920"/>
                </a:lnTo>
                <a:lnTo>
                  <a:pt x="140813" y="66368"/>
                </a:lnTo>
                <a:lnTo>
                  <a:pt x="141665" y="65820"/>
                </a:lnTo>
                <a:lnTo>
                  <a:pt x="142519" y="65274"/>
                </a:lnTo>
                <a:lnTo>
                  <a:pt x="143375" y="64732"/>
                </a:lnTo>
                <a:lnTo>
                  <a:pt x="144234" y="64193"/>
                </a:lnTo>
                <a:lnTo>
                  <a:pt x="145095" y="63658"/>
                </a:lnTo>
                <a:lnTo>
                  <a:pt x="145958" y="63126"/>
                </a:lnTo>
                <a:lnTo>
                  <a:pt x="146824" y="62598"/>
                </a:lnTo>
                <a:lnTo>
                  <a:pt x="147692" y="62073"/>
                </a:lnTo>
                <a:lnTo>
                  <a:pt x="148562" y="61551"/>
                </a:lnTo>
                <a:lnTo>
                  <a:pt x="149434" y="61033"/>
                </a:lnTo>
                <a:lnTo>
                  <a:pt x="150309" y="60518"/>
                </a:lnTo>
                <a:lnTo>
                  <a:pt x="151186" y="60006"/>
                </a:lnTo>
                <a:lnTo>
                  <a:pt x="152065" y="59499"/>
                </a:lnTo>
                <a:lnTo>
                  <a:pt x="152947" y="58994"/>
                </a:lnTo>
                <a:lnTo>
                  <a:pt x="153831" y="58493"/>
                </a:lnTo>
                <a:lnTo>
                  <a:pt x="154717" y="57996"/>
                </a:lnTo>
                <a:lnTo>
                  <a:pt x="155605" y="57502"/>
                </a:lnTo>
                <a:lnTo>
                  <a:pt x="156495" y="57011"/>
                </a:lnTo>
                <a:lnTo>
                  <a:pt x="157388" y="56524"/>
                </a:lnTo>
                <a:lnTo>
                  <a:pt x="158283" y="56041"/>
                </a:lnTo>
                <a:lnTo>
                  <a:pt x="159180" y="55561"/>
                </a:lnTo>
                <a:lnTo>
                  <a:pt x="160079" y="55084"/>
                </a:lnTo>
                <a:lnTo>
                  <a:pt x="160980" y="54612"/>
                </a:lnTo>
                <a:lnTo>
                  <a:pt x="161884" y="54142"/>
                </a:lnTo>
                <a:lnTo>
                  <a:pt x="162789" y="53677"/>
                </a:lnTo>
                <a:lnTo>
                  <a:pt x="163697" y="53215"/>
                </a:lnTo>
                <a:lnTo>
                  <a:pt x="164607" y="52756"/>
                </a:lnTo>
                <a:lnTo>
                  <a:pt x="165519" y="52301"/>
                </a:lnTo>
                <a:lnTo>
                  <a:pt x="166433" y="51850"/>
                </a:lnTo>
                <a:lnTo>
                  <a:pt x="167349" y="51402"/>
                </a:lnTo>
                <a:lnTo>
                  <a:pt x="168268" y="50958"/>
                </a:lnTo>
                <a:lnTo>
                  <a:pt x="169188" y="50518"/>
                </a:lnTo>
                <a:lnTo>
                  <a:pt x="170111" y="50081"/>
                </a:lnTo>
                <a:lnTo>
                  <a:pt x="171035" y="49648"/>
                </a:lnTo>
                <a:lnTo>
                  <a:pt x="171962" y="49218"/>
                </a:lnTo>
                <a:lnTo>
                  <a:pt x="172890" y="48792"/>
                </a:lnTo>
                <a:lnTo>
                  <a:pt x="173821" y="48370"/>
                </a:lnTo>
                <a:lnTo>
                  <a:pt x="174754" y="47952"/>
                </a:lnTo>
                <a:lnTo>
                  <a:pt x="175688" y="47537"/>
                </a:lnTo>
                <a:lnTo>
                  <a:pt x="176625" y="47126"/>
                </a:lnTo>
                <a:lnTo>
                  <a:pt x="177564" y="46719"/>
                </a:lnTo>
                <a:lnTo>
                  <a:pt x="178504" y="46315"/>
                </a:lnTo>
                <a:lnTo>
                  <a:pt x="179447" y="45915"/>
                </a:lnTo>
                <a:lnTo>
                  <a:pt x="180391" y="45519"/>
                </a:lnTo>
                <a:lnTo>
                  <a:pt x="181338" y="45127"/>
                </a:lnTo>
                <a:lnTo>
                  <a:pt x="182286" y="44738"/>
                </a:lnTo>
                <a:lnTo>
                  <a:pt x="183237" y="44354"/>
                </a:lnTo>
                <a:lnTo>
                  <a:pt x="184189" y="43973"/>
                </a:lnTo>
                <a:lnTo>
                  <a:pt x="185144" y="43595"/>
                </a:lnTo>
                <a:lnTo>
                  <a:pt x="186100" y="43222"/>
                </a:lnTo>
                <a:lnTo>
                  <a:pt x="187058" y="42852"/>
                </a:lnTo>
                <a:lnTo>
                  <a:pt x="188018" y="42487"/>
                </a:lnTo>
                <a:lnTo>
                  <a:pt x="188980" y="42125"/>
                </a:lnTo>
                <a:lnTo>
                  <a:pt x="189944" y="41766"/>
                </a:lnTo>
                <a:lnTo>
                  <a:pt x="190909" y="41412"/>
                </a:lnTo>
                <a:lnTo>
                  <a:pt x="191877" y="41062"/>
                </a:lnTo>
                <a:lnTo>
                  <a:pt x="192846" y="40715"/>
                </a:lnTo>
                <a:lnTo>
                  <a:pt x="193817" y="40373"/>
                </a:lnTo>
                <a:lnTo>
                  <a:pt x="194790" y="40034"/>
                </a:lnTo>
                <a:lnTo>
                  <a:pt x="195765" y="39699"/>
                </a:lnTo>
                <a:lnTo>
                  <a:pt x="196741" y="39368"/>
                </a:lnTo>
                <a:lnTo>
                  <a:pt x="197720" y="39041"/>
                </a:lnTo>
                <a:lnTo>
                  <a:pt x="198700" y="38718"/>
                </a:lnTo>
                <a:lnTo>
                  <a:pt x="199682" y="38398"/>
                </a:lnTo>
                <a:lnTo>
                  <a:pt x="200666" y="38083"/>
                </a:lnTo>
                <a:lnTo>
                  <a:pt x="201651" y="37772"/>
                </a:lnTo>
                <a:lnTo>
                  <a:pt x="202639" y="37465"/>
                </a:lnTo>
                <a:lnTo>
                  <a:pt x="203628" y="37161"/>
                </a:lnTo>
                <a:lnTo>
                  <a:pt x="204618" y="36862"/>
                </a:lnTo>
                <a:lnTo>
                  <a:pt x="205611" y="36566"/>
                </a:lnTo>
                <a:lnTo>
                  <a:pt x="206605" y="36275"/>
                </a:lnTo>
                <a:lnTo>
                  <a:pt x="207601" y="35988"/>
                </a:lnTo>
                <a:lnTo>
                  <a:pt x="208598" y="35704"/>
                </a:lnTo>
                <a:lnTo>
                  <a:pt x="209598" y="35425"/>
                </a:lnTo>
                <a:lnTo>
                  <a:pt x="210599" y="35149"/>
                </a:lnTo>
                <a:lnTo>
                  <a:pt x="211601" y="34878"/>
                </a:lnTo>
                <a:lnTo>
                  <a:pt x="212606" y="34611"/>
                </a:lnTo>
                <a:lnTo>
                  <a:pt x="213611" y="34348"/>
                </a:lnTo>
                <a:lnTo>
                  <a:pt x="214619" y="34089"/>
                </a:lnTo>
                <a:lnTo>
                  <a:pt x="215628" y="33834"/>
                </a:lnTo>
                <a:lnTo>
                  <a:pt x="216639" y="33583"/>
                </a:lnTo>
                <a:lnTo>
                  <a:pt x="217652" y="33336"/>
                </a:lnTo>
                <a:lnTo>
                  <a:pt x="218666" y="33093"/>
                </a:lnTo>
                <a:lnTo>
                  <a:pt x="219681" y="32855"/>
                </a:lnTo>
                <a:lnTo>
                  <a:pt x="220698" y="32620"/>
                </a:lnTo>
                <a:lnTo>
                  <a:pt x="221717" y="32390"/>
                </a:lnTo>
                <a:lnTo>
                  <a:pt x="222738" y="32164"/>
                </a:lnTo>
                <a:lnTo>
                  <a:pt x="223759" y="31942"/>
                </a:lnTo>
                <a:lnTo>
                  <a:pt x="224783" y="31724"/>
                </a:lnTo>
                <a:lnTo>
                  <a:pt x="225808" y="31510"/>
                </a:lnTo>
                <a:lnTo>
                  <a:pt x="226834" y="31301"/>
                </a:lnTo>
                <a:lnTo>
                  <a:pt x="227863" y="31095"/>
                </a:lnTo>
                <a:lnTo>
                  <a:pt x="228892" y="30894"/>
                </a:lnTo>
                <a:lnTo>
                  <a:pt x="229923" y="30697"/>
                </a:lnTo>
                <a:lnTo>
                  <a:pt x="230956" y="30505"/>
                </a:lnTo>
                <a:lnTo>
                  <a:pt x="231990" y="30316"/>
                </a:lnTo>
                <a:lnTo>
                  <a:pt x="233025" y="30132"/>
                </a:lnTo>
                <a:lnTo>
                  <a:pt x="234062" y="29952"/>
                </a:lnTo>
                <a:lnTo>
                  <a:pt x="235101" y="29776"/>
                </a:lnTo>
                <a:lnTo>
                  <a:pt x="236141" y="29605"/>
                </a:lnTo>
                <a:lnTo>
                  <a:pt x="237182" y="29438"/>
                </a:lnTo>
                <a:lnTo>
                  <a:pt x="238225" y="29275"/>
                </a:lnTo>
                <a:lnTo>
                  <a:pt x="239269" y="29116"/>
                </a:lnTo>
                <a:lnTo>
                  <a:pt x="240314" y="28962"/>
                </a:lnTo>
                <a:lnTo>
                  <a:pt x="241361" y="28812"/>
                </a:lnTo>
                <a:lnTo>
                  <a:pt x="242410" y="28667"/>
                </a:lnTo>
                <a:lnTo>
                  <a:pt x="243459" y="28525"/>
                </a:lnTo>
                <a:lnTo>
                  <a:pt x="244510" y="28388"/>
                </a:lnTo>
                <a:lnTo>
                  <a:pt x="245563" y="28256"/>
                </a:lnTo>
                <a:lnTo>
                  <a:pt x="246617" y="28128"/>
                </a:lnTo>
                <a:lnTo>
                  <a:pt x="247672" y="28004"/>
                </a:lnTo>
                <a:lnTo>
                  <a:pt x="248728" y="27884"/>
                </a:lnTo>
                <a:lnTo>
                  <a:pt x="249786" y="27769"/>
                </a:lnTo>
                <a:lnTo>
                  <a:pt x="250845" y="27659"/>
                </a:lnTo>
                <a:lnTo>
                  <a:pt x="251906" y="27552"/>
                </a:lnTo>
                <a:lnTo>
                  <a:pt x="252967" y="27450"/>
                </a:lnTo>
                <a:lnTo>
                  <a:pt x="254030" y="27353"/>
                </a:lnTo>
                <a:lnTo>
                  <a:pt x="255095" y="27260"/>
                </a:lnTo>
                <a:lnTo>
                  <a:pt x="256160" y="27171"/>
                </a:lnTo>
                <a:lnTo>
                  <a:pt x="257227" y="27087"/>
                </a:lnTo>
                <a:lnTo>
                  <a:pt x="258295" y="27008"/>
                </a:lnTo>
                <a:lnTo>
                  <a:pt x="259365" y="26933"/>
                </a:lnTo>
                <a:lnTo>
                  <a:pt x="260435" y="26862"/>
                </a:lnTo>
                <a:lnTo>
                  <a:pt x="261507" y="26796"/>
                </a:lnTo>
                <a:lnTo>
                  <a:pt x="262580" y="26734"/>
                </a:lnTo>
                <a:lnTo>
                  <a:pt x="263654" y="26677"/>
                </a:lnTo>
                <a:lnTo>
                  <a:pt x="264729" y="26624"/>
                </a:lnTo>
                <a:lnTo>
                  <a:pt x="265806" y="26576"/>
                </a:lnTo>
                <a:lnTo>
                  <a:pt x="266884" y="26533"/>
                </a:lnTo>
                <a:lnTo>
                  <a:pt x="267963" y="26493"/>
                </a:lnTo>
                <a:lnTo>
                  <a:pt x="269043" y="26459"/>
                </a:lnTo>
                <a:lnTo>
                  <a:pt x="270124" y="26429"/>
                </a:lnTo>
                <a:lnTo>
                  <a:pt x="271206" y="26404"/>
                </a:lnTo>
                <a:lnTo>
                  <a:pt x="272290" y="26383"/>
                </a:lnTo>
                <a:lnTo>
                  <a:pt x="273374" y="26367"/>
                </a:lnTo>
                <a:lnTo>
                  <a:pt x="274460" y="26355"/>
                </a:lnTo>
                <a:lnTo>
                  <a:pt x="275547" y="26348"/>
                </a:lnTo>
                <a:lnTo>
                  <a:pt x="276635" y="26346"/>
                </a:lnTo>
                <a:lnTo>
                  <a:pt x="276635" y="13173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3">
            <a:extLst xmlns:a="http://schemas.openxmlformats.org/drawingml/2006/main">
              <a:ext uri="{FF2B5EF4-FFF2-40B4-BE49-F238E27FC236}">
                <a16:creationId xmlns:a16="http://schemas.microsoft.com/office/drawing/2014/main" id="{D6C3B878-1566-4CC1-BBAE-8358357E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817" y="3159280"/>
            <a:ext cx="1132885" cy="138317"/>
          </a:xfrm>
          <a:custGeom xmlns:a="http://schemas.openxmlformats.org/drawingml/2006/main">
            <a:pathLst>
              <a:path w="1132885" h="138317">
                <a:moveTo>
                  <a:pt x="6587" y="131731"/>
                </a:moveTo>
                <a:lnTo>
                  <a:pt x="0" y="131731"/>
                </a:lnTo>
                <a:lnTo>
                  <a:pt x="0" y="138317"/>
                </a:lnTo>
                <a:lnTo>
                  <a:pt x="6587" y="138317"/>
                </a:lnTo>
                <a:lnTo>
                  <a:pt x="6587" y="131731"/>
                </a:lnTo>
                <a:moveTo>
                  <a:pt x="1126298" y="131731"/>
                </a:moveTo>
                <a:lnTo>
                  <a:pt x="1126298" y="138317"/>
                </a:lnTo>
                <a:lnTo>
                  <a:pt x="1132885" y="138317"/>
                </a:lnTo>
                <a:lnTo>
                  <a:pt x="1132885" y="131731"/>
                </a:lnTo>
                <a:lnTo>
                  <a:pt x="1126298" y="131731"/>
                </a:lnTo>
                <a:moveTo>
                  <a:pt x="6587" y="0"/>
                </a:moveTo>
                <a:lnTo>
                  <a:pt x="0" y="0"/>
                </a:lnTo>
                <a:lnTo>
                  <a:pt x="0" y="131731"/>
                </a:lnTo>
                <a:lnTo>
                  <a:pt x="6587" y="131731"/>
                </a:lnTo>
                <a:lnTo>
                  <a:pt x="13173" y="131731"/>
                </a:lnTo>
                <a:lnTo>
                  <a:pt x="13173" y="0"/>
                </a:lnTo>
                <a:lnTo>
                  <a:pt x="6587" y="0"/>
                </a:lnTo>
                <a:moveTo>
                  <a:pt x="6587" y="131731"/>
                </a:moveTo>
                <a:lnTo>
                  <a:pt x="6587" y="138317"/>
                </a:lnTo>
                <a:lnTo>
                  <a:pt x="1126298" y="138317"/>
                </a:lnTo>
                <a:lnTo>
                  <a:pt x="1126298" y="131731"/>
                </a:lnTo>
                <a:lnTo>
                  <a:pt x="1126298" y="125144"/>
                </a:lnTo>
                <a:lnTo>
                  <a:pt x="6587" y="125144"/>
                </a:lnTo>
                <a:lnTo>
                  <a:pt x="6587" y="131731"/>
                </a:lnTo>
                <a:moveTo>
                  <a:pt x="1126298" y="131731"/>
                </a:moveTo>
                <a:lnTo>
                  <a:pt x="1132885" y="131731"/>
                </a:lnTo>
                <a:lnTo>
                  <a:pt x="1132885" y="0"/>
                </a:lnTo>
                <a:lnTo>
                  <a:pt x="1126298" y="0"/>
                </a:lnTo>
                <a:lnTo>
                  <a:pt x="1119712" y="0"/>
                </a:lnTo>
                <a:lnTo>
                  <a:pt x="1119712" y="131731"/>
                </a:lnTo>
                <a:lnTo>
                  <a:pt x="1126298" y="131731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4">
            <a:extLst xmlns:a="http://schemas.openxmlformats.org/drawingml/2006/main">
              <a:ext uri="{FF2B5EF4-FFF2-40B4-BE49-F238E27FC236}">
                <a16:creationId xmlns:a16="http://schemas.microsoft.com/office/drawing/2014/main" id="{D864FF99-D603-45A4-8332-95BBBCB6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4518" y="37262"/>
            <a:ext cx="3714808" cy="4571057"/>
          </a:xfrm>
          <a:custGeom xmlns:a="http://schemas.openxmlformats.org/drawingml/2006/main">
            <a:pathLst>
              <a:path w="3714808" h="4571057">
                <a:moveTo>
                  <a:pt x="0" y="263462"/>
                </a:moveTo>
                <a:cubicBezTo>
                  <a:pt x="0" y="117956"/>
                  <a:pt x="117956" y="0"/>
                  <a:pt x="263462" y="0"/>
                </a:cubicBezTo>
                <a:lnTo>
                  <a:pt x="3451345" y="0"/>
                </a:lnTo>
                <a:cubicBezTo>
                  <a:pt x="3596852" y="0"/>
                  <a:pt x="3714808" y="117956"/>
                  <a:pt x="3714808" y="263462"/>
                </a:cubicBezTo>
                <a:lnTo>
                  <a:pt x="3714808" y="4307595"/>
                </a:lnTo>
                <a:cubicBezTo>
                  <a:pt x="3714808" y="4453101"/>
                  <a:pt x="3596851" y="4571057"/>
                  <a:pt x="3451345" y="4571057"/>
                </a:cubicBezTo>
                <a:lnTo>
                  <a:pt x="263462" y="4571057"/>
                </a:lnTo>
                <a:cubicBezTo>
                  <a:pt x="117956" y="4571057"/>
                  <a:pt x="0" y="4453101"/>
                  <a:pt x="0" y="4307595"/>
                </a:cubicBezTo>
                <a:lnTo>
                  <a:pt x="0" y="263462"/>
                </a:lnTo>
              </a:path>
            </a:pathLst>
          </a:custGeom>
          <a:solidFill xmlns:a="http://schemas.openxmlformats.org/drawingml/2006/main">
            <a:srgbClr val="FFFDF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path-5">
            <a:extLst xmlns:a="http://schemas.openxmlformats.org/drawingml/2006/main">
              <a:ext uri="{FF2B5EF4-FFF2-40B4-BE49-F238E27FC236}">
                <a16:creationId xmlns:a16="http://schemas.microsoft.com/office/drawing/2014/main" id="{08777F77-351A-42E6-9239-ECCAECC3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345" y="24089"/>
            <a:ext cx="3741154" cy="4597403"/>
          </a:xfrm>
          <a:custGeom xmlns:a="http://schemas.openxmlformats.org/drawingml/2006/main">
            <a:pathLst>
              <a:path w="3741154" h="4597403">
                <a:moveTo>
                  <a:pt x="276635" y="13173"/>
                </a:moveTo>
                <a:lnTo>
                  <a:pt x="276635" y="26346"/>
                </a:lnTo>
                <a:lnTo>
                  <a:pt x="3464518" y="26346"/>
                </a:lnTo>
                <a:lnTo>
                  <a:pt x="3464518" y="13173"/>
                </a:lnTo>
                <a:lnTo>
                  <a:pt x="3464518" y="13173"/>
                </a:lnTo>
                <a:lnTo>
                  <a:pt x="276635" y="13173"/>
                </a:lnTo>
                <a:lnTo>
                  <a:pt x="276635" y="13173"/>
                </a:lnTo>
                <a:close/>
                <a:moveTo>
                  <a:pt x="3727980" y="276635"/>
                </a:moveTo>
                <a:lnTo>
                  <a:pt x="3714808" y="276635"/>
                </a:lnTo>
                <a:lnTo>
                  <a:pt x="3714808" y="4320768"/>
                </a:lnTo>
                <a:lnTo>
                  <a:pt x="3727980" y="4320768"/>
                </a:lnTo>
                <a:close/>
                <a:moveTo>
                  <a:pt x="3464518" y="4584230"/>
                </a:moveTo>
                <a:lnTo>
                  <a:pt x="3464518" y="4571057"/>
                </a:lnTo>
                <a:lnTo>
                  <a:pt x="276635" y="4571057"/>
                </a:lnTo>
                <a:lnTo>
                  <a:pt x="276635" y="4584230"/>
                </a:lnTo>
                <a:lnTo>
                  <a:pt x="276635" y="4584230"/>
                </a:lnTo>
                <a:lnTo>
                  <a:pt x="3464518" y="4584230"/>
                </a:lnTo>
                <a:lnTo>
                  <a:pt x="3464518" y="4584230"/>
                </a:lnTo>
                <a:close/>
                <a:moveTo>
                  <a:pt x="13173" y="4320768"/>
                </a:moveTo>
                <a:lnTo>
                  <a:pt x="26346" y="4320768"/>
                </a:lnTo>
                <a:lnTo>
                  <a:pt x="26346" y="276635"/>
                </a:lnTo>
                <a:lnTo>
                  <a:pt x="13173" y="276635"/>
                </a:lnTo>
                <a:lnTo>
                  <a:pt x="13173" y="276635"/>
                </a:lnTo>
                <a:lnTo>
                  <a:pt x="13173" y="4320768"/>
                </a:lnTo>
                <a:lnTo>
                  <a:pt x="13173" y="4320768"/>
                </a:lnTo>
                <a:close/>
                <a:moveTo>
                  <a:pt x="276635" y="4584230"/>
                </a:moveTo>
                <a:lnTo>
                  <a:pt x="276635" y="4571057"/>
                </a:lnTo>
                <a:lnTo>
                  <a:pt x="275547" y="4571055"/>
                </a:lnTo>
                <a:lnTo>
                  <a:pt x="274460" y="4571048"/>
                </a:lnTo>
                <a:lnTo>
                  <a:pt x="273374" y="4571036"/>
                </a:lnTo>
                <a:lnTo>
                  <a:pt x="272290" y="4571020"/>
                </a:lnTo>
                <a:lnTo>
                  <a:pt x="271206" y="4570999"/>
                </a:lnTo>
                <a:lnTo>
                  <a:pt x="270124" y="4570974"/>
                </a:lnTo>
                <a:lnTo>
                  <a:pt x="269043" y="4570944"/>
                </a:lnTo>
                <a:lnTo>
                  <a:pt x="267963" y="4570909"/>
                </a:lnTo>
                <a:lnTo>
                  <a:pt x="266884" y="4570870"/>
                </a:lnTo>
                <a:lnTo>
                  <a:pt x="265806" y="4570827"/>
                </a:lnTo>
                <a:lnTo>
                  <a:pt x="264729" y="4570779"/>
                </a:lnTo>
                <a:lnTo>
                  <a:pt x="263654" y="4570726"/>
                </a:lnTo>
                <a:lnTo>
                  <a:pt x="262580" y="4570669"/>
                </a:lnTo>
                <a:lnTo>
                  <a:pt x="261507" y="4570607"/>
                </a:lnTo>
                <a:lnTo>
                  <a:pt x="260435" y="4570541"/>
                </a:lnTo>
                <a:lnTo>
                  <a:pt x="259365" y="4570470"/>
                </a:lnTo>
                <a:lnTo>
                  <a:pt x="258295" y="4570395"/>
                </a:lnTo>
                <a:lnTo>
                  <a:pt x="257227" y="4570316"/>
                </a:lnTo>
                <a:lnTo>
                  <a:pt x="256160" y="4570232"/>
                </a:lnTo>
                <a:lnTo>
                  <a:pt x="255095" y="4570143"/>
                </a:lnTo>
                <a:lnTo>
                  <a:pt x="254030" y="4570050"/>
                </a:lnTo>
                <a:lnTo>
                  <a:pt x="252967" y="4569953"/>
                </a:lnTo>
                <a:lnTo>
                  <a:pt x="251906" y="4569851"/>
                </a:lnTo>
                <a:lnTo>
                  <a:pt x="250845" y="4569744"/>
                </a:lnTo>
                <a:lnTo>
                  <a:pt x="249786" y="4569634"/>
                </a:lnTo>
                <a:lnTo>
                  <a:pt x="248728" y="4569519"/>
                </a:lnTo>
                <a:lnTo>
                  <a:pt x="247672" y="4569399"/>
                </a:lnTo>
                <a:lnTo>
                  <a:pt x="246617" y="4569275"/>
                </a:lnTo>
                <a:lnTo>
                  <a:pt x="245563" y="4569147"/>
                </a:lnTo>
                <a:lnTo>
                  <a:pt x="244510" y="4569015"/>
                </a:lnTo>
                <a:lnTo>
                  <a:pt x="243459" y="4568878"/>
                </a:lnTo>
                <a:lnTo>
                  <a:pt x="242410" y="4568736"/>
                </a:lnTo>
                <a:lnTo>
                  <a:pt x="241361" y="4568591"/>
                </a:lnTo>
                <a:lnTo>
                  <a:pt x="240314" y="4568441"/>
                </a:lnTo>
                <a:lnTo>
                  <a:pt x="239269" y="4568287"/>
                </a:lnTo>
                <a:lnTo>
                  <a:pt x="238225" y="4568128"/>
                </a:lnTo>
                <a:lnTo>
                  <a:pt x="237182" y="4567965"/>
                </a:lnTo>
                <a:lnTo>
                  <a:pt x="236141" y="4567798"/>
                </a:lnTo>
                <a:lnTo>
                  <a:pt x="235101" y="4567627"/>
                </a:lnTo>
                <a:lnTo>
                  <a:pt x="234062" y="4567451"/>
                </a:lnTo>
                <a:lnTo>
                  <a:pt x="233025" y="4567271"/>
                </a:lnTo>
                <a:lnTo>
                  <a:pt x="231990" y="4567087"/>
                </a:lnTo>
                <a:lnTo>
                  <a:pt x="230956" y="4566898"/>
                </a:lnTo>
                <a:lnTo>
                  <a:pt x="229923" y="4566706"/>
                </a:lnTo>
                <a:lnTo>
                  <a:pt x="228892" y="4566509"/>
                </a:lnTo>
                <a:lnTo>
                  <a:pt x="227863" y="4566308"/>
                </a:lnTo>
                <a:lnTo>
                  <a:pt x="226834" y="4566102"/>
                </a:lnTo>
                <a:lnTo>
                  <a:pt x="225808" y="4565893"/>
                </a:lnTo>
                <a:lnTo>
                  <a:pt x="224783" y="4565679"/>
                </a:lnTo>
                <a:lnTo>
                  <a:pt x="223759" y="4565461"/>
                </a:lnTo>
                <a:lnTo>
                  <a:pt x="222738" y="4565239"/>
                </a:lnTo>
                <a:lnTo>
                  <a:pt x="221717" y="4565013"/>
                </a:lnTo>
                <a:lnTo>
                  <a:pt x="220698" y="4564783"/>
                </a:lnTo>
                <a:lnTo>
                  <a:pt x="219681" y="4564548"/>
                </a:lnTo>
                <a:lnTo>
                  <a:pt x="218666" y="4564310"/>
                </a:lnTo>
                <a:lnTo>
                  <a:pt x="217652" y="4564067"/>
                </a:lnTo>
                <a:lnTo>
                  <a:pt x="216639" y="4563820"/>
                </a:lnTo>
                <a:lnTo>
                  <a:pt x="215628" y="4563569"/>
                </a:lnTo>
                <a:lnTo>
                  <a:pt x="214619" y="4563314"/>
                </a:lnTo>
                <a:lnTo>
                  <a:pt x="213611" y="4563055"/>
                </a:lnTo>
                <a:lnTo>
                  <a:pt x="212606" y="4562792"/>
                </a:lnTo>
                <a:lnTo>
                  <a:pt x="211601" y="4562525"/>
                </a:lnTo>
                <a:lnTo>
                  <a:pt x="210599" y="4562254"/>
                </a:lnTo>
                <a:lnTo>
                  <a:pt x="209598" y="4561978"/>
                </a:lnTo>
                <a:lnTo>
                  <a:pt x="208598" y="4561699"/>
                </a:lnTo>
                <a:lnTo>
                  <a:pt x="207601" y="4561415"/>
                </a:lnTo>
                <a:lnTo>
                  <a:pt x="206605" y="4561128"/>
                </a:lnTo>
                <a:lnTo>
                  <a:pt x="205611" y="4560837"/>
                </a:lnTo>
                <a:lnTo>
                  <a:pt x="204618" y="4560541"/>
                </a:lnTo>
                <a:lnTo>
                  <a:pt x="203628" y="4560242"/>
                </a:lnTo>
                <a:lnTo>
                  <a:pt x="202639" y="4559938"/>
                </a:lnTo>
                <a:lnTo>
                  <a:pt x="201651" y="4559631"/>
                </a:lnTo>
                <a:lnTo>
                  <a:pt x="200666" y="4559320"/>
                </a:lnTo>
                <a:lnTo>
                  <a:pt x="199682" y="4559004"/>
                </a:lnTo>
                <a:lnTo>
                  <a:pt x="198700" y="4558685"/>
                </a:lnTo>
                <a:lnTo>
                  <a:pt x="197720" y="4558362"/>
                </a:lnTo>
                <a:lnTo>
                  <a:pt x="196741" y="4558035"/>
                </a:lnTo>
                <a:lnTo>
                  <a:pt x="195765" y="4557704"/>
                </a:lnTo>
                <a:lnTo>
                  <a:pt x="194790" y="4557369"/>
                </a:lnTo>
                <a:lnTo>
                  <a:pt x="193817" y="4557030"/>
                </a:lnTo>
                <a:lnTo>
                  <a:pt x="192846" y="4556688"/>
                </a:lnTo>
                <a:lnTo>
                  <a:pt x="191877" y="4556341"/>
                </a:lnTo>
                <a:lnTo>
                  <a:pt x="190909" y="4555991"/>
                </a:lnTo>
                <a:lnTo>
                  <a:pt x="189944" y="4555637"/>
                </a:lnTo>
                <a:lnTo>
                  <a:pt x="188980" y="4555278"/>
                </a:lnTo>
                <a:lnTo>
                  <a:pt x="188018" y="4554916"/>
                </a:lnTo>
                <a:lnTo>
                  <a:pt x="187058" y="4554551"/>
                </a:lnTo>
                <a:lnTo>
                  <a:pt x="186100" y="4554181"/>
                </a:lnTo>
                <a:lnTo>
                  <a:pt x="185144" y="4553808"/>
                </a:lnTo>
                <a:lnTo>
                  <a:pt x="184189" y="4553430"/>
                </a:lnTo>
                <a:lnTo>
                  <a:pt x="183237" y="4553049"/>
                </a:lnTo>
                <a:lnTo>
                  <a:pt x="182286" y="4552665"/>
                </a:lnTo>
                <a:lnTo>
                  <a:pt x="181338" y="4552276"/>
                </a:lnTo>
                <a:lnTo>
                  <a:pt x="180391" y="4551884"/>
                </a:lnTo>
                <a:lnTo>
                  <a:pt x="179447" y="4551488"/>
                </a:lnTo>
                <a:lnTo>
                  <a:pt x="178504" y="4551088"/>
                </a:lnTo>
                <a:lnTo>
                  <a:pt x="177564" y="4550684"/>
                </a:lnTo>
                <a:lnTo>
                  <a:pt x="176625" y="4550277"/>
                </a:lnTo>
                <a:lnTo>
                  <a:pt x="175688" y="4549866"/>
                </a:lnTo>
                <a:lnTo>
                  <a:pt x="174754" y="4549451"/>
                </a:lnTo>
                <a:lnTo>
                  <a:pt x="173821" y="4549033"/>
                </a:lnTo>
                <a:lnTo>
                  <a:pt x="172890" y="4548611"/>
                </a:lnTo>
                <a:lnTo>
                  <a:pt x="171962" y="4548185"/>
                </a:lnTo>
                <a:lnTo>
                  <a:pt x="171035" y="4547755"/>
                </a:lnTo>
                <a:lnTo>
                  <a:pt x="170111" y="4547322"/>
                </a:lnTo>
                <a:lnTo>
                  <a:pt x="169188" y="4546885"/>
                </a:lnTo>
                <a:lnTo>
                  <a:pt x="168268" y="4546445"/>
                </a:lnTo>
                <a:lnTo>
                  <a:pt x="167349" y="4546001"/>
                </a:lnTo>
                <a:lnTo>
                  <a:pt x="166433" y="4545553"/>
                </a:lnTo>
                <a:lnTo>
                  <a:pt x="165519" y="4545102"/>
                </a:lnTo>
                <a:lnTo>
                  <a:pt x="164607" y="4544647"/>
                </a:lnTo>
                <a:lnTo>
                  <a:pt x="163697" y="4544188"/>
                </a:lnTo>
                <a:lnTo>
                  <a:pt x="162789" y="4543726"/>
                </a:lnTo>
                <a:lnTo>
                  <a:pt x="161884" y="4543261"/>
                </a:lnTo>
                <a:lnTo>
                  <a:pt x="160980" y="4542791"/>
                </a:lnTo>
                <a:lnTo>
                  <a:pt x="160079" y="4542318"/>
                </a:lnTo>
                <a:lnTo>
                  <a:pt x="159180" y="4541842"/>
                </a:lnTo>
                <a:lnTo>
                  <a:pt x="158283" y="4541362"/>
                </a:lnTo>
                <a:lnTo>
                  <a:pt x="157388" y="4540879"/>
                </a:lnTo>
                <a:lnTo>
                  <a:pt x="156495" y="4540392"/>
                </a:lnTo>
                <a:lnTo>
                  <a:pt x="155605" y="4539901"/>
                </a:lnTo>
                <a:lnTo>
                  <a:pt x="154717" y="4539407"/>
                </a:lnTo>
                <a:lnTo>
                  <a:pt x="153831" y="4538910"/>
                </a:lnTo>
                <a:lnTo>
                  <a:pt x="152947" y="4538409"/>
                </a:lnTo>
                <a:lnTo>
                  <a:pt x="152065" y="4537904"/>
                </a:lnTo>
                <a:lnTo>
                  <a:pt x="151186" y="4537397"/>
                </a:lnTo>
                <a:lnTo>
                  <a:pt x="150309" y="4536885"/>
                </a:lnTo>
                <a:lnTo>
                  <a:pt x="149434" y="4536370"/>
                </a:lnTo>
                <a:lnTo>
                  <a:pt x="148562" y="4535852"/>
                </a:lnTo>
                <a:lnTo>
                  <a:pt x="147692" y="4535330"/>
                </a:lnTo>
                <a:lnTo>
                  <a:pt x="146824" y="4534805"/>
                </a:lnTo>
                <a:lnTo>
                  <a:pt x="145958" y="4534277"/>
                </a:lnTo>
                <a:lnTo>
                  <a:pt x="145095" y="4533745"/>
                </a:lnTo>
                <a:lnTo>
                  <a:pt x="144234" y="4533210"/>
                </a:lnTo>
                <a:lnTo>
                  <a:pt x="143375" y="4532671"/>
                </a:lnTo>
                <a:lnTo>
                  <a:pt x="142519" y="4532129"/>
                </a:lnTo>
                <a:lnTo>
                  <a:pt x="141665" y="4531583"/>
                </a:lnTo>
                <a:lnTo>
                  <a:pt x="140813" y="4531035"/>
                </a:lnTo>
                <a:lnTo>
                  <a:pt x="139964" y="4530482"/>
                </a:lnTo>
                <a:lnTo>
                  <a:pt x="139117" y="4529927"/>
                </a:lnTo>
                <a:lnTo>
                  <a:pt x="138273" y="4529368"/>
                </a:lnTo>
                <a:lnTo>
                  <a:pt x="137431" y="4528806"/>
                </a:lnTo>
                <a:lnTo>
                  <a:pt x="136591" y="4528241"/>
                </a:lnTo>
                <a:lnTo>
                  <a:pt x="135754" y="4527672"/>
                </a:lnTo>
                <a:lnTo>
                  <a:pt x="134919" y="4527100"/>
                </a:lnTo>
                <a:lnTo>
                  <a:pt x="134087" y="4526525"/>
                </a:lnTo>
                <a:lnTo>
                  <a:pt x="133257" y="4525946"/>
                </a:lnTo>
                <a:lnTo>
                  <a:pt x="132429" y="4525364"/>
                </a:lnTo>
                <a:lnTo>
                  <a:pt x="131604" y="4524779"/>
                </a:lnTo>
                <a:lnTo>
                  <a:pt x="130781" y="4524191"/>
                </a:lnTo>
                <a:lnTo>
                  <a:pt x="129961" y="4523599"/>
                </a:lnTo>
                <a:lnTo>
                  <a:pt x="129144" y="4523005"/>
                </a:lnTo>
                <a:lnTo>
                  <a:pt x="128329" y="4522407"/>
                </a:lnTo>
                <a:lnTo>
                  <a:pt x="127516" y="4521805"/>
                </a:lnTo>
                <a:lnTo>
                  <a:pt x="126706" y="4521201"/>
                </a:lnTo>
                <a:lnTo>
                  <a:pt x="125898" y="4520593"/>
                </a:lnTo>
                <a:lnTo>
                  <a:pt x="125093" y="4519983"/>
                </a:lnTo>
                <a:lnTo>
                  <a:pt x="124291" y="4519369"/>
                </a:lnTo>
                <a:lnTo>
                  <a:pt x="123491" y="4518752"/>
                </a:lnTo>
                <a:lnTo>
                  <a:pt x="122694" y="4518131"/>
                </a:lnTo>
                <a:lnTo>
                  <a:pt x="121899" y="4517508"/>
                </a:lnTo>
                <a:lnTo>
                  <a:pt x="121107" y="4516881"/>
                </a:lnTo>
                <a:lnTo>
                  <a:pt x="120317" y="4516252"/>
                </a:lnTo>
                <a:lnTo>
                  <a:pt x="119530" y="4515619"/>
                </a:lnTo>
                <a:lnTo>
                  <a:pt x="118746" y="4514983"/>
                </a:lnTo>
                <a:lnTo>
                  <a:pt x="117964" y="4514344"/>
                </a:lnTo>
                <a:lnTo>
                  <a:pt x="117185" y="4513702"/>
                </a:lnTo>
                <a:lnTo>
                  <a:pt x="116408" y="4513057"/>
                </a:lnTo>
                <a:lnTo>
                  <a:pt x="115634" y="4512409"/>
                </a:lnTo>
                <a:lnTo>
                  <a:pt x="114863" y="4511758"/>
                </a:lnTo>
                <a:lnTo>
                  <a:pt x="114094" y="4511103"/>
                </a:lnTo>
                <a:lnTo>
                  <a:pt x="113329" y="4510446"/>
                </a:lnTo>
                <a:lnTo>
                  <a:pt x="112565" y="4509786"/>
                </a:lnTo>
                <a:lnTo>
                  <a:pt x="111805" y="4509122"/>
                </a:lnTo>
                <a:lnTo>
                  <a:pt x="111047" y="4508456"/>
                </a:lnTo>
                <a:lnTo>
                  <a:pt x="110292" y="4507787"/>
                </a:lnTo>
                <a:lnTo>
                  <a:pt x="109540" y="4507114"/>
                </a:lnTo>
                <a:lnTo>
                  <a:pt x="108790" y="4506439"/>
                </a:lnTo>
                <a:lnTo>
                  <a:pt x="108043" y="4505761"/>
                </a:lnTo>
                <a:lnTo>
                  <a:pt x="107299" y="4505079"/>
                </a:lnTo>
                <a:lnTo>
                  <a:pt x="106558" y="4504395"/>
                </a:lnTo>
                <a:lnTo>
                  <a:pt x="105819" y="4503708"/>
                </a:lnTo>
                <a:lnTo>
                  <a:pt x="105083" y="4503018"/>
                </a:lnTo>
                <a:lnTo>
                  <a:pt x="104350" y="4502325"/>
                </a:lnTo>
                <a:lnTo>
                  <a:pt x="103620" y="4501629"/>
                </a:lnTo>
                <a:lnTo>
                  <a:pt x="102892" y="4500930"/>
                </a:lnTo>
                <a:lnTo>
                  <a:pt x="102168" y="4500228"/>
                </a:lnTo>
                <a:lnTo>
                  <a:pt x="101446" y="4499523"/>
                </a:lnTo>
                <a:lnTo>
                  <a:pt x="100727" y="4498816"/>
                </a:lnTo>
                <a:lnTo>
                  <a:pt x="100011" y="4498105"/>
                </a:lnTo>
                <a:lnTo>
                  <a:pt x="99298" y="4497392"/>
                </a:lnTo>
                <a:lnTo>
                  <a:pt x="98587" y="4496676"/>
                </a:lnTo>
                <a:lnTo>
                  <a:pt x="97880" y="4495957"/>
                </a:lnTo>
                <a:lnTo>
                  <a:pt x="97175" y="4495235"/>
                </a:lnTo>
                <a:lnTo>
                  <a:pt x="96473" y="4494511"/>
                </a:lnTo>
                <a:lnTo>
                  <a:pt x="95774" y="4493783"/>
                </a:lnTo>
                <a:lnTo>
                  <a:pt x="95078" y="4493053"/>
                </a:lnTo>
                <a:lnTo>
                  <a:pt x="94385" y="4492320"/>
                </a:lnTo>
                <a:lnTo>
                  <a:pt x="93695" y="4491584"/>
                </a:lnTo>
                <a:lnTo>
                  <a:pt x="93008" y="4490845"/>
                </a:lnTo>
                <a:lnTo>
                  <a:pt x="92324" y="4490104"/>
                </a:lnTo>
                <a:lnTo>
                  <a:pt x="91642" y="4489360"/>
                </a:lnTo>
                <a:lnTo>
                  <a:pt x="90964" y="4488613"/>
                </a:lnTo>
                <a:lnTo>
                  <a:pt x="90289" y="4487863"/>
                </a:lnTo>
                <a:lnTo>
                  <a:pt x="89616" y="4487111"/>
                </a:lnTo>
                <a:lnTo>
                  <a:pt x="88947" y="4486356"/>
                </a:lnTo>
                <a:lnTo>
                  <a:pt x="88281" y="4485598"/>
                </a:lnTo>
                <a:lnTo>
                  <a:pt x="87617" y="4484838"/>
                </a:lnTo>
                <a:lnTo>
                  <a:pt x="86957" y="4484074"/>
                </a:lnTo>
                <a:lnTo>
                  <a:pt x="86300" y="4483308"/>
                </a:lnTo>
                <a:lnTo>
                  <a:pt x="85645" y="4482540"/>
                </a:lnTo>
                <a:lnTo>
                  <a:pt x="84994" y="4481769"/>
                </a:lnTo>
                <a:lnTo>
                  <a:pt x="84346" y="4480995"/>
                </a:lnTo>
                <a:lnTo>
                  <a:pt x="83701" y="4480218"/>
                </a:lnTo>
                <a:lnTo>
                  <a:pt x="83059" y="4479439"/>
                </a:lnTo>
                <a:lnTo>
                  <a:pt x="82420" y="4478657"/>
                </a:lnTo>
                <a:lnTo>
                  <a:pt x="81784" y="4477873"/>
                </a:lnTo>
                <a:lnTo>
                  <a:pt x="81151" y="4477086"/>
                </a:lnTo>
                <a:lnTo>
                  <a:pt x="80522" y="4476296"/>
                </a:lnTo>
                <a:lnTo>
                  <a:pt x="79895" y="4475504"/>
                </a:lnTo>
                <a:lnTo>
                  <a:pt x="79272" y="4474709"/>
                </a:lnTo>
                <a:lnTo>
                  <a:pt x="78651" y="4473912"/>
                </a:lnTo>
                <a:lnTo>
                  <a:pt x="78034" y="4473112"/>
                </a:lnTo>
                <a:lnTo>
                  <a:pt x="77420" y="4472310"/>
                </a:lnTo>
                <a:lnTo>
                  <a:pt x="76810" y="4471505"/>
                </a:lnTo>
                <a:lnTo>
                  <a:pt x="76202" y="4470697"/>
                </a:lnTo>
                <a:lnTo>
                  <a:pt x="75598" y="4469887"/>
                </a:lnTo>
                <a:lnTo>
                  <a:pt x="74996" y="4469074"/>
                </a:lnTo>
                <a:lnTo>
                  <a:pt x="74398" y="4468259"/>
                </a:lnTo>
                <a:lnTo>
                  <a:pt x="73804" y="4467442"/>
                </a:lnTo>
                <a:lnTo>
                  <a:pt x="73212" y="4466621"/>
                </a:lnTo>
                <a:lnTo>
                  <a:pt x="72624" y="4465799"/>
                </a:lnTo>
                <a:lnTo>
                  <a:pt x="72039" y="4464974"/>
                </a:lnTo>
                <a:lnTo>
                  <a:pt x="71457" y="4464146"/>
                </a:lnTo>
                <a:lnTo>
                  <a:pt x="70878" y="4463316"/>
                </a:lnTo>
                <a:lnTo>
                  <a:pt x="70303" y="4462484"/>
                </a:lnTo>
                <a:lnTo>
                  <a:pt x="69731" y="4461649"/>
                </a:lnTo>
                <a:lnTo>
                  <a:pt x="69162" y="4460812"/>
                </a:lnTo>
                <a:lnTo>
                  <a:pt x="68597" y="4459972"/>
                </a:lnTo>
                <a:lnTo>
                  <a:pt x="68035" y="4459130"/>
                </a:lnTo>
                <a:lnTo>
                  <a:pt x="67476" y="4458286"/>
                </a:lnTo>
                <a:lnTo>
                  <a:pt x="66920" y="4457439"/>
                </a:lnTo>
                <a:lnTo>
                  <a:pt x="66368" y="4456590"/>
                </a:lnTo>
                <a:lnTo>
                  <a:pt x="65820" y="4455738"/>
                </a:lnTo>
                <a:lnTo>
                  <a:pt x="65274" y="4454884"/>
                </a:lnTo>
                <a:lnTo>
                  <a:pt x="64732" y="4454028"/>
                </a:lnTo>
                <a:lnTo>
                  <a:pt x="64193" y="4453169"/>
                </a:lnTo>
                <a:lnTo>
                  <a:pt x="63658" y="4452308"/>
                </a:lnTo>
                <a:lnTo>
                  <a:pt x="63126" y="4451445"/>
                </a:lnTo>
                <a:lnTo>
                  <a:pt x="62598" y="4450579"/>
                </a:lnTo>
                <a:lnTo>
                  <a:pt x="62073" y="4449711"/>
                </a:lnTo>
                <a:lnTo>
                  <a:pt x="61551" y="4448841"/>
                </a:lnTo>
                <a:lnTo>
                  <a:pt x="61033" y="4447969"/>
                </a:lnTo>
                <a:lnTo>
                  <a:pt x="60518" y="4447094"/>
                </a:lnTo>
                <a:lnTo>
                  <a:pt x="60006" y="4446217"/>
                </a:lnTo>
                <a:lnTo>
                  <a:pt x="59499" y="4445337"/>
                </a:lnTo>
                <a:lnTo>
                  <a:pt x="58994" y="4444456"/>
                </a:lnTo>
                <a:lnTo>
                  <a:pt x="58493" y="4443572"/>
                </a:lnTo>
                <a:lnTo>
                  <a:pt x="57996" y="4442686"/>
                </a:lnTo>
                <a:lnTo>
                  <a:pt x="57502" y="4441798"/>
                </a:lnTo>
                <a:lnTo>
                  <a:pt x="57011" y="4440908"/>
                </a:lnTo>
                <a:lnTo>
                  <a:pt x="56524" y="4440015"/>
                </a:lnTo>
                <a:lnTo>
                  <a:pt x="56041" y="4439120"/>
                </a:lnTo>
                <a:lnTo>
                  <a:pt x="55561" y="4438223"/>
                </a:lnTo>
                <a:lnTo>
                  <a:pt x="55084" y="4437324"/>
                </a:lnTo>
                <a:lnTo>
                  <a:pt x="54612" y="4436423"/>
                </a:lnTo>
                <a:lnTo>
                  <a:pt x="54142" y="4435519"/>
                </a:lnTo>
                <a:lnTo>
                  <a:pt x="53677" y="4434613"/>
                </a:lnTo>
                <a:lnTo>
                  <a:pt x="53215" y="4433706"/>
                </a:lnTo>
                <a:lnTo>
                  <a:pt x="52756" y="4432796"/>
                </a:lnTo>
                <a:lnTo>
                  <a:pt x="52301" y="4431884"/>
                </a:lnTo>
                <a:lnTo>
                  <a:pt x="51850" y="4430970"/>
                </a:lnTo>
                <a:lnTo>
                  <a:pt x="51402" y="4430053"/>
                </a:lnTo>
                <a:lnTo>
                  <a:pt x="50958" y="4429135"/>
                </a:lnTo>
                <a:lnTo>
                  <a:pt x="50518" y="4428215"/>
                </a:lnTo>
                <a:lnTo>
                  <a:pt x="50081" y="4427292"/>
                </a:lnTo>
                <a:lnTo>
                  <a:pt x="49648" y="4426368"/>
                </a:lnTo>
                <a:lnTo>
                  <a:pt x="49218" y="4425441"/>
                </a:lnTo>
                <a:lnTo>
                  <a:pt x="48792" y="4424513"/>
                </a:lnTo>
                <a:lnTo>
                  <a:pt x="48370" y="4423582"/>
                </a:lnTo>
                <a:lnTo>
                  <a:pt x="47952" y="4422649"/>
                </a:lnTo>
                <a:lnTo>
                  <a:pt x="47537" y="4421715"/>
                </a:lnTo>
                <a:lnTo>
                  <a:pt x="47126" y="4420778"/>
                </a:lnTo>
                <a:lnTo>
                  <a:pt x="46719" y="4419839"/>
                </a:lnTo>
                <a:lnTo>
                  <a:pt x="46315" y="4418899"/>
                </a:lnTo>
                <a:lnTo>
                  <a:pt x="45915" y="4417956"/>
                </a:lnTo>
                <a:lnTo>
                  <a:pt x="45519" y="4417012"/>
                </a:lnTo>
                <a:lnTo>
                  <a:pt x="45127" y="4416065"/>
                </a:lnTo>
                <a:lnTo>
                  <a:pt x="44738" y="4415116"/>
                </a:lnTo>
                <a:lnTo>
                  <a:pt x="44354" y="4414166"/>
                </a:lnTo>
                <a:lnTo>
                  <a:pt x="43973" y="4413214"/>
                </a:lnTo>
                <a:lnTo>
                  <a:pt x="43595" y="4412259"/>
                </a:lnTo>
                <a:lnTo>
                  <a:pt x="43222" y="4411303"/>
                </a:lnTo>
                <a:lnTo>
                  <a:pt x="42852" y="4410345"/>
                </a:lnTo>
                <a:lnTo>
                  <a:pt x="42487" y="4409385"/>
                </a:lnTo>
                <a:lnTo>
                  <a:pt x="42125" y="4408423"/>
                </a:lnTo>
                <a:lnTo>
                  <a:pt x="41766" y="4407459"/>
                </a:lnTo>
                <a:lnTo>
                  <a:pt x="41412" y="4406494"/>
                </a:lnTo>
                <a:lnTo>
                  <a:pt x="41062" y="4405526"/>
                </a:lnTo>
                <a:lnTo>
                  <a:pt x="40715" y="4404557"/>
                </a:lnTo>
                <a:lnTo>
                  <a:pt x="40373" y="4403586"/>
                </a:lnTo>
                <a:lnTo>
                  <a:pt x="40034" y="4402613"/>
                </a:lnTo>
                <a:lnTo>
                  <a:pt x="39699" y="4401638"/>
                </a:lnTo>
                <a:lnTo>
                  <a:pt x="39368" y="4400661"/>
                </a:lnTo>
                <a:lnTo>
                  <a:pt x="39041" y="4399683"/>
                </a:lnTo>
                <a:lnTo>
                  <a:pt x="38718" y="4398703"/>
                </a:lnTo>
                <a:lnTo>
                  <a:pt x="38398" y="4397721"/>
                </a:lnTo>
                <a:lnTo>
                  <a:pt x="38083" y="4396737"/>
                </a:lnTo>
                <a:lnTo>
                  <a:pt x="37772" y="4395752"/>
                </a:lnTo>
                <a:lnTo>
                  <a:pt x="37465" y="4394764"/>
                </a:lnTo>
                <a:lnTo>
                  <a:pt x="37161" y="4393775"/>
                </a:lnTo>
                <a:lnTo>
                  <a:pt x="36862" y="4392785"/>
                </a:lnTo>
                <a:lnTo>
                  <a:pt x="36566" y="4391792"/>
                </a:lnTo>
                <a:lnTo>
                  <a:pt x="36275" y="4390798"/>
                </a:lnTo>
                <a:lnTo>
                  <a:pt x="35988" y="4389802"/>
                </a:lnTo>
                <a:lnTo>
                  <a:pt x="35704" y="4388805"/>
                </a:lnTo>
                <a:lnTo>
                  <a:pt x="35425" y="4387805"/>
                </a:lnTo>
                <a:lnTo>
                  <a:pt x="35149" y="4386804"/>
                </a:lnTo>
                <a:lnTo>
                  <a:pt x="34878" y="4385802"/>
                </a:lnTo>
                <a:lnTo>
                  <a:pt x="34611" y="4384797"/>
                </a:lnTo>
                <a:lnTo>
                  <a:pt x="34348" y="4383791"/>
                </a:lnTo>
                <a:lnTo>
                  <a:pt x="34089" y="4382784"/>
                </a:lnTo>
                <a:lnTo>
                  <a:pt x="33834" y="4381775"/>
                </a:lnTo>
                <a:lnTo>
                  <a:pt x="33583" y="4380764"/>
                </a:lnTo>
                <a:lnTo>
                  <a:pt x="33336" y="4379751"/>
                </a:lnTo>
                <a:lnTo>
                  <a:pt x="33093" y="4378737"/>
                </a:lnTo>
                <a:lnTo>
                  <a:pt x="32855" y="4377722"/>
                </a:lnTo>
                <a:lnTo>
                  <a:pt x="32620" y="4376705"/>
                </a:lnTo>
                <a:lnTo>
                  <a:pt x="32390" y="4375686"/>
                </a:lnTo>
                <a:lnTo>
                  <a:pt x="32164" y="4374665"/>
                </a:lnTo>
                <a:lnTo>
                  <a:pt x="31942" y="4373643"/>
                </a:lnTo>
                <a:lnTo>
                  <a:pt x="31724" y="4372620"/>
                </a:lnTo>
                <a:lnTo>
                  <a:pt x="31510" y="4371595"/>
                </a:lnTo>
                <a:lnTo>
                  <a:pt x="31301" y="4370568"/>
                </a:lnTo>
                <a:lnTo>
                  <a:pt x="31095" y="4369540"/>
                </a:lnTo>
                <a:lnTo>
                  <a:pt x="30894" y="4368511"/>
                </a:lnTo>
                <a:lnTo>
                  <a:pt x="30697" y="4367480"/>
                </a:lnTo>
                <a:lnTo>
                  <a:pt x="30505" y="4366447"/>
                </a:lnTo>
                <a:lnTo>
                  <a:pt x="30316" y="4365413"/>
                </a:lnTo>
                <a:lnTo>
                  <a:pt x="30132" y="4364378"/>
                </a:lnTo>
                <a:lnTo>
                  <a:pt x="29952" y="4363341"/>
                </a:lnTo>
                <a:lnTo>
                  <a:pt x="29776" y="4362302"/>
                </a:lnTo>
                <a:lnTo>
                  <a:pt x="29605" y="4361262"/>
                </a:lnTo>
                <a:lnTo>
                  <a:pt x="29438" y="4360221"/>
                </a:lnTo>
                <a:lnTo>
                  <a:pt x="29275" y="4359178"/>
                </a:lnTo>
                <a:lnTo>
                  <a:pt x="29116" y="4358134"/>
                </a:lnTo>
                <a:lnTo>
                  <a:pt x="28962" y="4357089"/>
                </a:lnTo>
                <a:lnTo>
                  <a:pt x="28812" y="4356042"/>
                </a:lnTo>
                <a:lnTo>
                  <a:pt x="28667" y="4354993"/>
                </a:lnTo>
                <a:lnTo>
                  <a:pt x="28525" y="4353944"/>
                </a:lnTo>
                <a:lnTo>
                  <a:pt x="28388" y="4352893"/>
                </a:lnTo>
                <a:lnTo>
                  <a:pt x="28256" y="4351840"/>
                </a:lnTo>
                <a:lnTo>
                  <a:pt x="28128" y="4350786"/>
                </a:lnTo>
                <a:lnTo>
                  <a:pt x="28004" y="4349731"/>
                </a:lnTo>
                <a:lnTo>
                  <a:pt x="27884" y="4348675"/>
                </a:lnTo>
                <a:lnTo>
                  <a:pt x="27769" y="4347617"/>
                </a:lnTo>
                <a:lnTo>
                  <a:pt x="27659" y="4346558"/>
                </a:lnTo>
                <a:lnTo>
                  <a:pt x="27552" y="4345497"/>
                </a:lnTo>
                <a:lnTo>
                  <a:pt x="27450" y="4344436"/>
                </a:lnTo>
                <a:lnTo>
                  <a:pt x="27353" y="4343372"/>
                </a:lnTo>
                <a:lnTo>
                  <a:pt x="27260" y="4342308"/>
                </a:lnTo>
                <a:lnTo>
                  <a:pt x="27171" y="4341243"/>
                </a:lnTo>
                <a:lnTo>
                  <a:pt x="27087" y="4340176"/>
                </a:lnTo>
                <a:lnTo>
                  <a:pt x="27008" y="4339108"/>
                </a:lnTo>
                <a:lnTo>
                  <a:pt x="26933" y="4338038"/>
                </a:lnTo>
                <a:lnTo>
                  <a:pt x="26862" y="4336968"/>
                </a:lnTo>
                <a:lnTo>
                  <a:pt x="26796" y="4335896"/>
                </a:lnTo>
                <a:lnTo>
                  <a:pt x="26734" y="4334823"/>
                </a:lnTo>
                <a:lnTo>
                  <a:pt x="26677" y="4333749"/>
                </a:lnTo>
                <a:lnTo>
                  <a:pt x="26624" y="4332674"/>
                </a:lnTo>
                <a:lnTo>
                  <a:pt x="26576" y="4331597"/>
                </a:lnTo>
                <a:lnTo>
                  <a:pt x="26533" y="4330519"/>
                </a:lnTo>
                <a:lnTo>
                  <a:pt x="26493" y="4329440"/>
                </a:lnTo>
                <a:lnTo>
                  <a:pt x="26459" y="4328360"/>
                </a:lnTo>
                <a:lnTo>
                  <a:pt x="26429" y="4327279"/>
                </a:lnTo>
                <a:lnTo>
                  <a:pt x="26404" y="4326197"/>
                </a:lnTo>
                <a:lnTo>
                  <a:pt x="26383" y="4325113"/>
                </a:lnTo>
                <a:lnTo>
                  <a:pt x="26367" y="4324029"/>
                </a:lnTo>
                <a:lnTo>
                  <a:pt x="26355" y="4322943"/>
                </a:lnTo>
                <a:lnTo>
                  <a:pt x="26348" y="4321856"/>
                </a:lnTo>
                <a:lnTo>
                  <a:pt x="26346" y="4320768"/>
                </a:lnTo>
                <a:lnTo>
                  <a:pt x="13173" y="4320768"/>
                </a:lnTo>
                <a:lnTo>
                  <a:pt x="13173" y="4320768"/>
                </a:lnTo>
                <a:lnTo>
                  <a:pt x="13173" y="4320769"/>
                </a:lnTo>
                <a:lnTo>
                  <a:pt x="13175" y="4321970"/>
                </a:lnTo>
                <a:lnTo>
                  <a:pt x="13183" y="4323171"/>
                </a:lnTo>
                <a:lnTo>
                  <a:pt x="13197" y="4324370"/>
                </a:lnTo>
                <a:lnTo>
                  <a:pt x="13216" y="4325568"/>
                </a:lnTo>
                <a:lnTo>
                  <a:pt x="13240" y="4326765"/>
                </a:lnTo>
                <a:lnTo>
                  <a:pt x="13269" y="4327961"/>
                </a:lnTo>
                <a:lnTo>
                  <a:pt x="13304" y="4329155"/>
                </a:lnTo>
                <a:lnTo>
                  <a:pt x="13344" y="4330348"/>
                </a:lnTo>
                <a:lnTo>
                  <a:pt x="13389" y="4331539"/>
                </a:lnTo>
                <a:lnTo>
                  <a:pt x="13439" y="4332729"/>
                </a:lnTo>
                <a:lnTo>
                  <a:pt x="13495" y="4333918"/>
                </a:lnTo>
                <a:lnTo>
                  <a:pt x="13556" y="4335105"/>
                </a:lnTo>
                <a:lnTo>
                  <a:pt x="13622" y="4336291"/>
                </a:lnTo>
                <a:lnTo>
                  <a:pt x="13694" y="4337476"/>
                </a:lnTo>
                <a:lnTo>
                  <a:pt x="13771" y="4338659"/>
                </a:lnTo>
                <a:lnTo>
                  <a:pt x="13852" y="4339841"/>
                </a:lnTo>
                <a:lnTo>
                  <a:pt x="13940" y="4341021"/>
                </a:lnTo>
                <a:lnTo>
                  <a:pt x="14032" y="4342200"/>
                </a:lnTo>
                <a:lnTo>
                  <a:pt x="14129" y="4343377"/>
                </a:lnTo>
                <a:lnTo>
                  <a:pt x="14232" y="4344553"/>
                </a:lnTo>
                <a:lnTo>
                  <a:pt x="14339" y="4345727"/>
                </a:lnTo>
                <a:lnTo>
                  <a:pt x="14452" y="4346900"/>
                </a:lnTo>
                <a:lnTo>
                  <a:pt x="14570" y="4348072"/>
                </a:lnTo>
                <a:lnTo>
                  <a:pt x="14693" y="4349242"/>
                </a:lnTo>
                <a:lnTo>
                  <a:pt x="14822" y="4350410"/>
                </a:lnTo>
                <a:lnTo>
                  <a:pt x="14955" y="4351577"/>
                </a:lnTo>
                <a:lnTo>
                  <a:pt x="15093" y="4352742"/>
                </a:lnTo>
                <a:lnTo>
                  <a:pt x="15237" y="4353906"/>
                </a:lnTo>
                <a:lnTo>
                  <a:pt x="15385" y="4355068"/>
                </a:lnTo>
                <a:lnTo>
                  <a:pt x="15539" y="4356229"/>
                </a:lnTo>
                <a:lnTo>
                  <a:pt x="15697" y="4357388"/>
                </a:lnTo>
                <a:lnTo>
                  <a:pt x="15861" y="4358545"/>
                </a:lnTo>
                <a:lnTo>
                  <a:pt x="16029" y="4359701"/>
                </a:lnTo>
                <a:lnTo>
                  <a:pt x="16203" y="4360855"/>
                </a:lnTo>
                <a:lnTo>
                  <a:pt x="16381" y="4362008"/>
                </a:lnTo>
                <a:lnTo>
                  <a:pt x="16565" y="4363158"/>
                </a:lnTo>
                <a:lnTo>
                  <a:pt x="16753" y="4364308"/>
                </a:lnTo>
                <a:lnTo>
                  <a:pt x="16947" y="4365455"/>
                </a:lnTo>
                <a:lnTo>
                  <a:pt x="17145" y="4366601"/>
                </a:lnTo>
                <a:lnTo>
                  <a:pt x="17349" y="4367745"/>
                </a:lnTo>
                <a:lnTo>
                  <a:pt x="17557" y="4368887"/>
                </a:lnTo>
                <a:lnTo>
                  <a:pt x="17770" y="4370028"/>
                </a:lnTo>
                <a:lnTo>
                  <a:pt x="17988" y="4371167"/>
                </a:lnTo>
                <a:lnTo>
                  <a:pt x="18211" y="4372304"/>
                </a:lnTo>
                <a:lnTo>
                  <a:pt x="18439" y="4373440"/>
                </a:lnTo>
                <a:lnTo>
                  <a:pt x="18671" y="4374574"/>
                </a:lnTo>
                <a:lnTo>
                  <a:pt x="18909" y="4375705"/>
                </a:lnTo>
                <a:lnTo>
                  <a:pt x="19151" y="4376836"/>
                </a:lnTo>
                <a:lnTo>
                  <a:pt x="19398" y="4377964"/>
                </a:lnTo>
                <a:lnTo>
                  <a:pt x="19650" y="4379090"/>
                </a:lnTo>
                <a:lnTo>
                  <a:pt x="19907" y="4380215"/>
                </a:lnTo>
                <a:lnTo>
                  <a:pt x="20169" y="4381338"/>
                </a:lnTo>
                <a:lnTo>
                  <a:pt x="20435" y="4382459"/>
                </a:lnTo>
                <a:lnTo>
                  <a:pt x="20706" y="4383578"/>
                </a:lnTo>
                <a:lnTo>
                  <a:pt x="20982" y="4384696"/>
                </a:lnTo>
                <a:lnTo>
                  <a:pt x="21263" y="4385811"/>
                </a:lnTo>
                <a:lnTo>
                  <a:pt x="21548" y="4386925"/>
                </a:lnTo>
                <a:lnTo>
                  <a:pt x="21838" y="4388036"/>
                </a:lnTo>
                <a:lnTo>
                  <a:pt x="22133" y="4389146"/>
                </a:lnTo>
                <a:lnTo>
                  <a:pt x="22432" y="4390254"/>
                </a:lnTo>
                <a:lnTo>
                  <a:pt x="22736" y="4391360"/>
                </a:lnTo>
                <a:lnTo>
                  <a:pt x="23045" y="4392464"/>
                </a:lnTo>
                <a:lnTo>
                  <a:pt x="23359" y="4393566"/>
                </a:lnTo>
                <a:lnTo>
                  <a:pt x="23677" y="4394666"/>
                </a:lnTo>
                <a:lnTo>
                  <a:pt x="24000" y="4395764"/>
                </a:lnTo>
                <a:lnTo>
                  <a:pt x="24327" y="4396860"/>
                </a:lnTo>
                <a:lnTo>
                  <a:pt x="24659" y="4397954"/>
                </a:lnTo>
                <a:lnTo>
                  <a:pt x="24996" y="4399046"/>
                </a:lnTo>
                <a:lnTo>
                  <a:pt x="25337" y="4400136"/>
                </a:lnTo>
                <a:lnTo>
                  <a:pt x="25683" y="4401224"/>
                </a:lnTo>
                <a:lnTo>
                  <a:pt x="26034" y="4402310"/>
                </a:lnTo>
                <a:lnTo>
                  <a:pt x="26389" y="4403393"/>
                </a:lnTo>
                <a:lnTo>
                  <a:pt x="26749" y="4404475"/>
                </a:lnTo>
                <a:lnTo>
                  <a:pt x="27113" y="4405555"/>
                </a:lnTo>
                <a:lnTo>
                  <a:pt x="27481" y="4406632"/>
                </a:lnTo>
                <a:lnTo>
                  <a:pt x="27855" y="4407708"/>
                </a:lnTo>
                <a:lnTo>
                  <a:pt x="28232" y="4408781"/>
                </a:lnTo>
                <a:lnTo>
                  <a:pt x="28614" y="4409853"/>
                </a:lnTo>
                <a:lnTo>
                  <a:pt x="29001" y="4410922"/>
                </a:lnTo>
                <a:lnTo>
                  <a:pt x="29392" y="4411989"/>
                </a:lnTo>
                <a:lnTo>
                  <a:pt x="29788" y="4413053"/>
                </a:lnTo>
                <a:lnTo>
                  <a:pt x="30188" y="4414116"/>
                </a:lnTo>
                <a:lnTo>
                  <a:pt x="30592" y="4415176"/>
                </a:lnTo>
                <a:lnTo>
                  <a:pt x="31001" y="4416235"/>
                </a:lnTo>
                <a:lnTo>
                  <a:pt x="31415" y="4417291"/>
                </a:lnTo>
                <a:lnTo>
                  <a:pt x="31833" y="4418345"/>
                </a:lnTo>
                <a:lnTo>
                  <a:pt x="32255" y="4419396"/>
                </a:lnTo>
                <a:lnTo>
                  <a:pt x="32681" y="4420446"/>
                </a:lnTo>
                <a:lnTo>
                  <a:pt x="33112" y="4421493"/>
                </a:lnTo>
                <a:lnTo>
                  <a:pt x="33547" y="4422537"/>
                </a:lnTo>
                <a:lnTo>
                  <a:pt x="33987" y="4423580"/>
                </a:lnTo>
                <a:lnTo>
                  <a:pt x="34431" y="4424620"/>
                </a:lnTo>
                <a:lnTo>
                  <a:pt x="34879" y="4425658"/>
                </a:lnTo>
                <a:lnTo>
                  <a:pt x="35332" y="4426694"/>
                </a:lnTo>
                <a:lnTo>
                  <a:pt x="35789" y="4427727"/>
                </a:lnTo>
                <a:lnTo>
                  <a:pt x="36250" y="4428758"/>
                </a:lnTo>
                <a:lnTo>
                  <a:pt x="36716" y="4429787"/>
                </a:lnTo>
                <a:lnTo>
                  <a:pt x="37185" y="4430813"/>
                </a:lnTo>
                <a:lnTo>
                  <a:pt x="37659" y="4431837"/>
                </a:lnTo>
                <a:lnTo>
                  <a:pt x="38138" y="4432859"/>
                </a:lnTo>
                <a:lnTo>
                  <a:pt x="38620" y="4433878"/>
                </a:lnTo>
                <a:lnTo>
                  <a:pt x="39107" y="4434895"/>
                </a:lnTo>
                <a:lnTo>
                  <a:pt x="39598" y="4435909"/>
                </a:lnTo>
                <a:lnTo>
                  <a:pt x="40093" y="4436921"/>
                </a:lnTo>
                <a:lnTo>
                  <a:pt x="40592" y="4437931"/>
                </a:lnTo>
                <a:lnTo>
                  <a:pt x="41096" y="4438938"/>
                </a:lnTo>
                <a:lnTo>
                  <a:pt x="41604" y="4439942"/>
                </a:lnTo>
                <a:lnTo>
                  <a:pt x="42116" y="4440944"/>
                </a:lnTo>
                <a:lnTo>
                  <a:pt x="42632" y="4441944"/>
                </a:lnTo>
                <a:lnTo>
                  <a:pt x="43152" y="4442941"/>
                </a:lnTo>
                <a:lnTo>
                  <a:pt x="43676" y="4443936"/>
                </a:lnTo>
                <a:lnTo>
                  <a:pt x="44204" y="4444928"/>
                </a:lnTo>
                <a:lnTo>
                  <a:pt x="44737" y="4445918"/>
                </a:lnTo>
                <a:lnTo>
                  <a:pt x="45273" y="4446905"/>
                </a:lnTo>
                <a:lnTo>
                  <a:pt x="45814" y="4447889"/>
                </a:lnTo>
                <a:lnTo>
                  <a:pt x="46359" y="4448871"/>
                </a:lnTo>
                <a:lnTo>
                  <a:pt x="46907" y="4449851"/>
                </a:lnTo>
                <a:lnTo>
                  <a:pt x="47460" y="4450828"/>
                </a:lnTo>
                <a:lnTo>
                  <a:pt x="48017" y="4451802"/>
                </a:lnTo>
                <a:lnTo>
                  <a:pt x="48578" y="4452774"/>
                </a:lnTo>
                <a:lnTo>
                  <a:pt x="49143" y="4453743"/>
                </a:lnTo>
                <a:lnTo>
                  <a:pt x="49712" y="4454709"/>
                </a:lnTo>
                <a:lnTo>
                  <a:pt x="50285" y="4455673"/>
                </a:lnTo>
                <a:lnTo>
                  <a:pt x="50861" y="4456634"/>
                </a:lnTo>
                <a:lnTo>
                  <a:pt x="51442" y="4457592"/>
                </a:lnTo>
                <a:lnTo>
                  <a:pt x="52027" y="4458548"/>
                </a:lnTo>
                <a:lnTo>
                  <a:pt x="52616" y="4459501"/>
                </a:lnTo>
                <a:lnTo>
                  <a:pt x="53208" y="4460452"/>
                </a:lnTo>
                <a:lnTo>
                  <a:pt x="53805" y="4461399"/>
                </a:lnTo>
                <a:lnTo>
                  <a:pt x="54405" y="4462344"/>
                </a:lnTo>
                <a:lnTo>
                  <a:pt x="55010" y="4463287"/>
                </a:lnTo>
                <a:lnTo>
                  <a:pt x="55618" y="4464226"/>
                </a:lnTo>
                <a:lnTo>
                  <a:pt x="56230" y="4465163"/>
                </a:lnTo>
                <a:lnTo>
                  <a:pt x="56846" y="4466097"/>
                </a:lnTo>
                <a:lnTo>
                  <a:pt x="57466" y="4467028"/>
                </a:lnTo>
                <a:lnTo>
                  <a:pt x="58090" y="4467956"/>
                </a:lnTo>
                <a:lnTo>
                  <a:pt x="58717" y="4468882"/>
                </a:lnTo>
                <a:lnTo>
                  <a:pt x="59348" y="4469805"/>
                </a:lnTo>
                <a:lnTo>
                  <a:pt x="59983" y="4470725"/>
                </a:lnTo>
                <a:lnTo>
                  <a:pt x="60622" y="4471642"/>
                </a:lnTo>
                <a:lnTo>
                  <a:pt x="61265" y="4472556"/>
                </a:lnTo>
                <a:lnTo>
                  <a:pt x="61912" y="4473468"/>
                </a:lnTo>
                <a:lnTo>
                  <a:pt x="62562" y="4474377"/>
                </a:lnTo>
                <a:lnTo>
                  <a:pt x="63216" y="4475282"/>
                </a:lnTo>
                <a:lnTo>
                  <a:pt x="63873" y="4476185"/>
                </a:lnTo>
                <a:lnTo>
                  <a:pt x="64535" y="4477085"/>
                </a:lnTo>
                <a:lnTo>
                  <a:pt x="65200" y="4477982"/>
                </a:lnTo>
                <a:lnTo>
                  <a:pt x="65869" y="4478876"/>
                </a:lnTo>
                <a:lnTo>
                  <a:pt x="66541" y="4479768"/>
                </a:lnTo>
                <a:lnTo>
                  <a:pt x="67218" y="4480656"/>
                </a:lnTo>
                <a:lnTo>
                  <a:pt x="67898" y="4481541"/>
                </a:lnTo>
                <a:lnTo>
                  <a:pt x="68581" y="4482423"/>
                </a:lnTo>
                <a:lnTo>
                  <a:pt x="69268" y="4483303"/>
                </a:lnTo>
                <a:lnTo>
                  <a:pt x="69959" y="4484179"/>
                </a:lnTo>
                <a:lnTo>
                  <a:pt x="70654" y="4485052"/>
                </a:lnTo>
                <a:lnTo>
                  <a:pt x="71352" y="4485923"/>
                </a:lnTo>
                <a:lnTo>
                  <a:pt x="72054" y="4486790"/>
                </a:lnTo>
                <a:lnTo>
                  <a:pt x="72759" y="4487654"/>
                </a:lnTo>
                <a:lnTo>
                  <a:pt x="73468" y="4488516"/>
                </a:lnTo>
                <a:lnTo>
                  <a:pt x="74180" y="4489374"/>
                </a:lnTo>
                <a:lnTo>
                  <a:pt x="74896" y="4490229"/>
                </a:lnTo>
                <a:lnTo>
                  <a:pt x="75616" y="4491081"/>
                </a:lnTo>
                <a:lnTo>
                  <a:pt x="76339" y="4491930"/>
                </a:lnTo>
                <a:lnTo>
                  <a:pt x="77065" y="4492776"/>
                </a:lnTo>
                <a:lnTo>
                  <a:pt x="77795" y="4493619"/>
                </a:lnTo>
                <a:lnTo>
                  <a:pt x="78529" y="4494458"/>
                </a:lnTo>
                <a:lnTo>
                  <a:pt x="79266" y="4495295"/>
                </a:lnTo>
                <a:lnTo>
                  <a:pt x="80007" y="4496128"/>
                </a:lnTo>
                <a:lnTo>
                  <a:pt x="80751" y="4496958"/>
                </a:lnTo>
                <a:lnTo>
                  <a:pt x="81498" y="4497785"/>
                </a:lnTo>
                <a:lnTo>
                  <a:pt x="82249" y="4498609"/>
                </a:lnTo>
                <a:lnTo>
                  <a:pt x="83003" y="4499430"/>
                </a:lnTo>
                <a:lnTo>
                  <a:pt x="83761" y="4500247"/>
                </a:lnTo>
                <a:lnTo>
                  <a:pt x="84522" y="4501061"/>
                </a:lnTo>
                <a:lnTo>
                  <a:pt x="85287" y="4501872"/>
                </a:lnTo>
                <a:lnTo>
                  <a:pt x="86055" y="4502680"/>
                </a:lnTo>
                <a:lnTo>
                  <a:pt x="86826" y="4503484"/>
                </a:lnTo>
                <a:lnTo>
                  <a:pt x="87601" y="4504286"/>
                </a:lnTo>
                <a:lnTo>
                  <a:pt x="88379" y="4505083"/>
                </a:lnTo>
                <a:lnTo>
                  <a:pt x="89160" y="4505878"/>
                </a:lnTo>
                <a:lnTo>
                  <a:pt x="89945" y="4506669"/>
                </a:lnTo>
                <a:lnTo>
                  <a:pt x="90733" y="4507458"/>
                </a:lnTo>
                <a:lnTo>
                  <a:pt x="91525" y="4508242"/>
                </a:lnTo>
                <a:lnTo>
                  <a:pt x="92319" y="4509024"/>
                </a:lnTo>
                <a:lnTo>
                  <a:pt x="93117" y="4509802"/>
                </a:lnTo>
                <a:lnTo>
                  <a:pt x="93918" y="4510576"/>
                </a:lnTo>
                <a:lnTo>
                  <a:pt x="94723" y="4511348"/>
                </a:lnTo>
                <a:lnTo>
                  <a:pt x="95531" y="4512116"/>
                </a:lnTo>
                <a:lnTo>
                  <a:pt x="96342" y="4512880"/>
                </a:lnTo>
                <a:lnTo>
                  <a:pt x="97156" y="4513642"/>
                </a:lnTo>
                <a:lnTo>
                  <a:pt x="97973" y="4514399"/>
                </a:lnTo>
                <a:lnTo>
                  <a:pt x="98794" y="4515154"/>
                </a:lnTo>
                <a:lnTo>
                  <a:pt x="99618" y="4515905"/>
                </a:lnTo>
                <a:lnTo>
                  <a:pt x="100445" y="4516652"/>
                </a:lnTo>
                <a:lnTo>
                  <a:pt x="101275" y="4517396"/>
                </a:lnTo>
                <a:lnTo>
                  <a:pt x="102108" y="4518137"/>
                </a:lnTo>
                <a:lnTo>
                  <a:pt x="102944" y="4518874"/>
                </a:lnTo>
                <a:lnTo>
                  <a:pt x="103784" y="4519607"/>
                </a:lnTo>
                <a:lnTo>
                  <a:pt x="104627" y="4520337"/>
                </a:lnTo>
                <a:lnTo>
                  <a:pt x="105473" y="4521064"/>
                </a:lnTo>
                <a:lnTo>
                  <a:pt x="106322" y="4521787"/>
                </a:lnTo>
                <a:lnTo>
                  <a:pt x="107174" y="4522507"/>
                </a:lnTo>
                <a:lnTo>
                  <a:pt x="108029" y="4523223"/>
                </a:lnTo>
                <a:lnTo>
                  <a:pt x="108887" y="4523935"/>
                </a:lnTo>
                <a:lnTo>
                  <a:pt x="109748" y="4524644"/>
                </a:lnTo>
                <a:lnTo>
                  <a:pt x="110612" y="4525349"/>
                </a:lnTo>
                <a:lnTo>
                  <a:pt x="111480" y="4526051"/>
                </a:lnTo>
                <a:lnTo>
                  <a:pt x="112350" y="4526749"/>
                </a:lnTo>
                <a:lnTo>
                  <a:pt x="113224" y="4527443"/>
                </a:lnTo>
                <a:lnTo>
                  <a:pt x="114100" y="4528134"/>
                </a:lnTo>
                <a:lnTo>
                  <a:pt x="114979" y="4528821"/>
                </a:lnTo>
                <a:lnTo>
                  <a:pt x="115862" y="4529505"/>
                </a:lnTo>
                <a:lnTo>
                  <a:pt x="116747" y="4530185"/>
                </a:lnTo>
                <a:lnTo>
                  <a:pt x="117635" y="4530861"/>
                </a:lnTo>
                <a:lnTo>
                  <a:pt x="118526" y="4531534"/>
                </a:lnTo>
                <a:lnTo>
                  <a:pt x="119420" y="4532203"/>
                </a:lnTo>
                <a:lnTo>
                  <a:pt x="120317" y="4532868"/>
                </a:lnTo>
                <a:lnTo>
                  <a:pt x="121217" y="4533529"/>
                </a:lnTo>
                <a:lnTo>
                  <a:pt x="122120" y="4534187"/>
                </a:lnTo>
                <a:lnTo>
                  <a:pt x="123026" y="4534841"/>
                </a:lnTo>
                <a:lnTo>
                  <a:pt x="123935" y="4535491"/>
                </a:lnTo>
                <a:lnTo>
                  <a:pt x="124846" y="4536138"/>
                </a:lnTo>
                <a:lnTo>
                  <a:pt x="125761" y="4536780"/>
                </a:lnTo>
                <a:lnTo>
                  <a:pt x="126678" y="4537419"/>
                </a:lnTo>
                <a:lnTo>
                  <a:pt x="127598" y="4538054"/>
                </a:lnTo>
                <a:lnTo>
                  <a:pt x="128521" y="4538686"/>
                </a:lnTo>
                <a:lnTo>
                  <a:pt x="129446" y="4539313"/>
                </a:lnTo>
                <a:lnTo>
                  <a:pt x="130375" y="4539937"/>
                </a:lnTo>
                <a:lnTo>
                  <a:pt x="131306" y="4540557"/>
                </a:lnTo>
                <a:lnTo>
                  <a:pt x="132240" y="4541173"/>
                </a:lnTo>
                <a:lnTo>
                  <a:pt x="133177" y="4541785"/>
                </a:lnTo>
                <a:lnTo>
                  <a:pt x="134116" y="4542393"/>
                </a:lnTo>
                <a:lnTo>
                  <a:pt x="135058" y="4542997"/>
                </a:lnTo>
                <a:lnTo>
                  <a:pt x="136003" y="4543598"/>
                </a:lnTo>
                <a:lnTo>
                  <a:pt x="136951" y="4544194"/>
                </a:lnTo>
                <a:lnTo>
                  <a:pt x="137901" y="4544787"/>
                </a:lnTo>
                <a:lnTo>
                  <a:pt x="138855" y="4545376"/>
                </a:lnTo>
                <a:lnTo>
                  <a:pt x="139810" y="4545960"/>
                </a:lnTo>
                <a:lnTo>
                  <a:pt x="140769" y="4546541"/>
                </a:lnTo>
                <a:lnTo>
                  <a:pt x="141730" y="4547118"/>
                </a:lnTo>
                <a:lnTo>
                  <a:pt x="142694" y="4547691"/>
                </a:lnTo>
                <a:lnTo>
                  <a:pt x="143660" y="4548260"/>
                </a:lnTo>
                <a:lnTo>
                  <a:pt x="144629" y="4548825"/>
                </a:lnTo>
                <a:lnTo>
                  <a:pt x="145601" y="4549386"/>
                </a:lnTo>
                <a:lnTo>
                  <a:pt x="146575" y="4549942"/>
                </a:lnTo>
                <a:lnTo>
                  <a:pt x="147552" y="4550495"/>
                </a:lnTo>
                <a:lnTo>
                  <a:pt x="148531" y="4551044"/>
                </a:lnTo>
                <a:lnTo>
                  <a:pt x="149513" y="4551589"/>
                </a:lnTo>
                <a:lnTo>
                  <a:pt x="150498" y="4552129"/>
                </a:lnTo>
                <a:lnTo>
                  <a:pt x="151485" y="4552666"/>
                </a:lnTo>
                <a:lnTo>
                  <a:pt x="152475" y="4553198"/>
                </a:lnTo>
                <a:lnTo>
                  <a:pt x="153467" y="4553727"/>
                </a:lnTo>
                <a:lnTo>
                  <a:pt x="154461" y="4554251"/>
                </a:lnTo>
                <a:lnTo>
                  <a:pt x="155459" y="4554771"/>
                </a:lnTo>
                <a:lnTo>
                  <a:pt x="156458" y="4555287"/>
                </a:lnTo>
                <a:lnTo>
                  <a:pt x="157460" y="4555799"/>
                </a:lnTo>
                <a:lnTo>
                  <a:pt x="158465" y="4556307"/>
                </a:lnTo>
                <a:lnTo>
                  <a:pt x="159472" y="4556810"/>
                </a:lnTo>
                <a:lnTo>
                  <a:pt x="160482" y="4557310"/>
                </a:lnTo>
                <a:lnTo>
                  <a:pt x="161494" y="4557805"/>
                </a:lnTo>
                <a:lnTo>
                  <a:pt x="162508" y="4558296"/>
                </a:lnTo>
                <a:lnTo>
                  <a:pt x="163525" y="4558782"/>
                </a:lnTo>
                <a:lnTo>
                  <a:pt x="164544" y="4559265"/>
                </a:lnTo>
                <a:lnTo>
                  <a:pt x="165565" y="4559743"/>
                </a:lnTo>
                <a:lnTo>
                  <a:pt x="166589" y="4560217"/>
                </a:lnTo>
                <a:lnTo>
                  <a:pt x="167616" y="4560687"/>
                </a:lnTo>
                <a:lnTo>
                  <a:pt x="168644" y="4561153"/>
                </a:lnTo>
                <a:lnTo>
                  <a:pt x="169675" y="4561614"/>
                </a:lnTo>
                <a:lnTo>
                  <a:pt x="170709" y="4562071"/>
                </a:lnTo>
                <a:lnTo>
                  <a:pt x="171744" y="4562523"/>
                </a:lnTo>
                <a:lnTo>
                  <a:pt x="172782" y="4562972"/>
                </a:lnTo>
                <a:lnTo>
                  <a:pt x="173823" y="4563416"/>
                </a:lnTo>
                <a:lnTo>
                  <a:pt x="174865" y="4563855"/>
                </a:lnTo>
                <a:lnTo>
                  <a:pt x="175910" y="4564291"/>
                </a:lnTo>
                <a:lnTo>
                  <a:pt x="176957" y="4564721"/>
                </a:lnTo>
                <a:lnTo>
                  <a:pt x="178006" y="4565148"/>
                </a:lnTo>
                <a:lnTo>
                  <a:pt x="179058" y="4565570"/>
                </a:lnTo>
                <a:lnTo>
                  <a:pt x="180112" y="4565988"/>
                </a:lnTo>
                <a:lnTo>
                  <a:pt x="181168" y="4566401"/>
                </a:lnTo>
                <a:lnTo>
                  <a:pt x="182226" y="4566810"/>
                </a:lnTo>
                <a:lnTo>
                  <a:pt x="183287" y="4567215"/>
                </a:lnTo>
                <a:lnTo>
                  <a:pt x="184349" y="4567615"/>
                </a:lnTo>
                <a:lnTo>
                  <a:pt x="185414" y="4568010"/>
                </a:lnTo>
                <a:lnTo>
                  <a:pt x="186481" y="4568402"/>
                </a:lnTo>
                <a:lnTo>
                  <a:pt x="187550" y="4568788"/>
                </a:lnTo>
                <a:lnTo>
                  <a:pt x="188621" y="4569170"/>
                </a:lnTo>
                <a:lnTo>
                  <a:pt x="189695" y="4569548"/>
                </a:lnTo>
                <a:lnTo>
                  <a:pt x="190770" y="4569921"/>
                </a:lnTo>
                <a:lnTo>
                  <a:pt x="191848" y="4570290"/>
                </a:lnTo>
                <a:lnTo>
                  <a:pt x="192927" y="4570654"/>
                </a:lnTo>
                <a:lnTo>
                  <a:pt x="194009" y="4571014"/>
                </a:lnTo>
                <a:lnTo>
                  <a:pt x="195093" y="4571369"/>
                </a:lnTo>
                <a:lnTo>
                  <a:pt x="196179" y="4571719"/>
                </a:lnTo>
                <a:lnTo>
                  <a:pt x="197267" y="4572065"/>
                </a:lnTo>
                <a:lnTo>
                  <a:pt x="198357" y="4572407"/>
                </a:lnTo>
                <a:lnTo>
                  <a:pt x="199449" y="4572743"/>
                </a:lnTo>
                <a:lnTo>
                  <a:pt x="200543" y="4573075"/>
                </a:lnTo>
                <a:lnTo>
                  <a:pt x="201639" y="4573403"/>
                </a:lnTo>
                <a:lnTo>
                  <a:pt x="202737" y="4573726"/>
                </a:lnTo>
                <a:lnTo>
                  <a:pt x="203837" y="4574044"/>
                </a:lnTo>
                <a:lnTo>
                  <a:pt x="204939" y="4574357"/>
                </a:lnTo>
                <a:lnTo>
                  <a:pt x="206043" y="4574666"/>
                </a:lnTo>
                <a:lnTo>
                  <a:pt x="207149" y="4574970"/>
                </a:lnTo>
                <a:lnTo>
                  <a:pt x="208257" y="4575270"/>
                </a:lnTo>
                <a:lnTo>
                  <a:pt x="209366" y="4575565"/>
                </a:lnTo>
                <a:lnTo>
                  <a:pt x="210478" y="4575855"/>
                </a:lnTo>
                <a:lnTo>
                  <a:pt x="211592" y="4576140"/>
                </a:lnTo>
                <a:lnTo>
                  <a:pt x="212707" y="4576421"/>
                </a:lnTo>
                <a:lnTo>
                  <a:pt x="213824" y="4576697"/>
                </a:lnTo>
                <a:lnTo>
                  <a:pt x="214944" y="4576968"/>
                </a:lnTo>
                <a:lnTo>
                  <a:pt x="216065" y="4577234"/>
                </a:lnTo>
                <a:lnTo>
                  <a:pt x="217187" y="4577496"/>
                </a:lnTo>
                <a:lnTo>
                  <a:pt x="218312" y="4577753"/>
                </a:lnTo>
                <a:lnTo>
                  <a:pt x="219439" y="4578004"/>
                </a:lnTo>
                <a:lnTo>
                  <a:pt x="220567" y="4578252"/>
                </a:lnTo>
                <a:lnTo>
                  <a:pt x="221697" y="4578494"/>
                </a:lnTo>
                <a:lnTo>
                  <a:pt x="222829" y="4578731"/>
                </a:lnTo>
                <a:lnTo>
                  <a:pt x="223963" y="4578964"/>
                </a:lnTo>
                <a:lnTo>
                  <a:pt x="225098" y="4579192"/>
                </a:lnTo>
                <a:lnTo>
                  <a:pt x="226236" y="4579415"/>
                </a:lnTo>
                <a:lnTo>
                  <a:pt x="227375" y="4579633"/>
                </a:lnTo>
                <a:lnTo>
                  <a:pt x="228515" y="4579846"/>
                </a:lnTo>
                <a:lnTo>
                  <a:pt x="229658" y="4580054"/>
                </a:lnTo>
                <a:lnTo>
                  <a:pt x="230802" y="4580257"/>
                </a:lnTo>
                <a:lnTo>
                  <a:pt x="231948" y="4580456"/>
                </a:lnTo>
                <a:lnTo>
                  <a:pt x="233095" y="4580649"/>
                </a:lnTo>
                <a:lnTo>
                  <a:pt x="234244" y="4580838"/>
                </a:lnTo>
                <a:lnTo>
                  <a:pt x="235395" y="4581021"/>
                </a:lnTo>
                <a:lnTo>
                  <a:pt x="236548" y="4581200"/>
                </a:lnTo>
                <a:lnTo>
                  <a:pt x="237702" y="4581373"/>
                </a:lnTo>
                <a:lnTo>
                  <a:pt x="238858" y="4581542"/>
                </a:lnTo>
                <a:lnTo>
                  <a:pt x="240015" y="4581706"/>
                </a:lnTo>
                <a:lnTo>
                  <a:pt x="241174" y="4581864"/>
                </a:lnTo>
                <a:lnTo>
                  <a:pt x="242334" y="4582018"/>
                </a:lnTo>
                <a:lnTo>
                  <a:pt x="243497" y="4582166"/>
                </a:lnTo>
                <a:lnTo>
                  <a:pt x="244660" y="4582309"/>
                </a:lnTo>
                <a:lnTo>
                  <a:pt x="245826" y="4582448"/>
                </a:lnTo>
                <a:lnTo>
                  <a:pt x="246993" y="4582581"/>
                </a:lnTo>
                <a:lnTo>
                  <a:pt x="248161" y="4582709"/>
                </a:lnTo>
                <a:lnTo>
                  <a:pt x="249331" y="4582832"/>
                </a:lnTo>
                <a:lnTo>
                  <a:pt x="250502" y="4582950"/>
                </a:lnTo>
                <a:lnTo>
                  <a:pt x="251675" y="4583063"/>
                </a:lnTo>
                <a:lnTo>
                  <a:pt x="252850" y="4583171"/>
                </a:lnTo>
                <a:lnTo>
                  <a:pt x="254026" y="4583274"/>
                </a:lnTo>
                <a:lnTo>
                  <a:pt x="255203" y="4583371"/>
                </a:lnTo>
                <a:lnTo>
                  <a:pt x="256382" y="4583463"/>
                </a:lnTo>
                <a:lnTo>
                  <a:pt x="257562" y="4583550"/>
                </a:lnTo>
                <a:lnTo>
                  <a:pt x="258744" y="4583632"/>
                </a:lnTo>
                <a:lnTo>
                  <a:pt x="259927" y="4583709"/>
                </a:lnTo>
                <a:lnTo>
                  <a:pt x="261111" y="4583780"/>
                </a:lnTo>
                <a:lnTo>
                  <a:pt x="262297" y="4583847"/>
                </a:lnTo>
                <a:lnTo>
                  <a:pt x="263485" y="4583908"/>
                </a:lnTo>
                <a:lnTo>
                  <a:pt x="264674" y="4583963"/>
                </a:lnTo>
                <a:lnTo>
                  <a:pt x="265864" y="4584014"/>
                </a:lnTo>
                <a:lnTo>
                  <a:pt x="267055" y="4584059"/>
                </a:lnTo>
                <a:lnTo>
                  <a:pt x="268248" y="4584099"/>
                </a:lnTo>
                <a:lnTo>
                  <a:pt x="269442" y="4584134"/>
                </a:lnTo>
                <a:lnTo>
                  <a:pt x="270637" y="4584163"/>
                </a:lnTo>
                <a:lnTo>
                  <a:pt x="271834" y="4584187"/>
                </a:lnTo>
                <a:lnTo>
                  <a:pt x="273032" y="4584206"/>
                </a:lnTo>
                <a:lnTo>
                  <a:pt x="274232" y="4584219"/>
                </a:lnTo>
                <a:lnTo>
                  <a:pt x="275432" y="4584227"/>
                </a:lnTo>
                <a:lnTo>
                  <a:pt x="276634" y="4584230"/>
                </a:lnTo>
                <a:lnTo>
                  <a:pt x="276635" y="4584230"/>
                </a:lnTo>
                <a:lnTo>
                  <a:pt x="276635" y="4584230"/>
                </a:lnTo>
                <a:close/>
                <a:moveTo>
                  <a:pt x="3464518" y="4584230"/>
                </a:moveTo>
                <a:lnTo>
                  <a:pt x="3465720" y="4584227"/>
                </a:lnTo>
                <a:lnTo>
                  <a:pt x="3466921" y="4584219"/>
                </a:lnTo>
                <a:lnTo>
                  <a:pt x="3468120" y="4584206"/>
                </a:lnTo>
                <a:lnTo>
                  <a:pt x="3469318" y="4584187"/>
                </a:lnTo>
                <a:lnTo>
                  <a:pt x="3470515" y="4584163"/>
                </a:lnTo>
                <a:lnTo>
                  <a:pt x="3471710" y="4584134"/>
                </a:lnTo>
                <a:lnTo>
                  <a:pt x="3472905" y="4584099"/>
                </a:lnTo>
                <a:lnTo>
                  <a:pt x="3474097" y="4584059"/>
                </a:lnTo>
                <a:lnTo>
                  <a:pt x="3475289" y="4584014"/>
                </a:lnTo>
                <a:lnTo>
                  <a:pt x="3476479" y="4583963"/>
                </a:lnTo>
                <a:lnTo>
                  <a:pt x="3477668" y="4583908"/>
                </a:lnTo>
                <a:lnTo>
                  <a:pt x="3478855" y="4583847"/>
                </a:lnTo>
                <a:lnTo>
                  <a:pt x="3480041" y="4583780"/>
                </a:lnTo>
                <a:lnTo>
                  <a:pt x="3481226" y="4583709"/>
                </a:lnTo>
                <a:lnTo>
                  <a:pt x="3482409" y="4583632"/>
                </a:lnTo>
                <a:lnTo>
                  <a:pt x="3483590" y="4583550"/>
                </a:lnTo>
                <a:lnTo>
                  <a:pt x="3484771" y="4583463"/>
                </a:lnTo>
                <a:lnTo>
                  <a:pt x="3485950" y="4583371"/>
                </a:lnTo>
                <a:lnTo>
                  <a:pt x="3487127" y="4583274"/>
                </a:lnTo>
                <a:lnTo>
                  <a:pt x="3488303" y="4583171"/>
                </a:lnTo>
                <a:lnTo>
                  <a:pt x="3489477" y="4583063"/>
                </a:lnTo>
                <a:lnTo>
                  <a:pt x="3490650" y="4582950"/>
                </a:lnTo>
                <a:lnTo>
                  <a:pt x="3491822" y="4582832"/>
                </a:lnTo>
                <a:lnTo>
                  <a:pt x="3492992" y="4582709"/>
                </a:lnTo>
                <a:lnTo>
                  <a:pt x="3494160" y="4582581"/>
                </a:lnTo>
                <a:lnTo>
                  <a:pt x="3495327" y="4582448"/>
                </a:lnTo>
                <a:lnTo>
                  <a:pt x="3496492" y="4582309"/>
                </a:lnTo>
                <a:lnTo>
                  <a:pt x="3497656" y="4582166"/>
                </a:lnTo>
                <a:lnTo>
                  <a:pt x="3498818" y="4582018"/>
                </a:lnTo>
                <a:lnTo>
                  <a:pt x="3499979" y="4581864"/>
                </a:lnTo>
                <a:lnTo>
                  <a:pt x="3501138" y="4581706"/>
                </a:lnTo>
                <a:lnTo>
                  <a:pt x="3502295" y="4581542"/>
                </a:lnTo>
                <a:lnTo>
                  <a:pt x="3503451" y="4581373"/>
                </a:lnTo>
                <a:lnTo>
                  <a:pt x="3504605" y="4581200"/>
                </a:lnTo>
                <a:lnTo>
                  <a:pt x="3505757" y="4581021"/>
                </a:lnTo>
                <a:lnTo>
                  <a:pt x="3506908" y="4580838"/>
                </a:lnTo>
                <a:lnTo>
                  <a:pt x="3508057" y="4580649"/>
                </a:lnTo>
                <a:lnTo>
                  <a:pt x="3509205" y="4580456"/>
                </a:lnTo>
                <a:lnTo>
                  <a:pt x="3510351" y="4580257"/>
                </a:lnTo>
                <a:lnTo>
                  <a:pt x="3511495" y="4580054"/>
                </a:lnTo>
                <a:lnTo>
                  <a:pt x="3512637" y="4579846"/>
                </a:lnTo>
                <a:lnTo>
                  <a:pt x="3513778" y="4579633"/>
                </a:lnTo>
                <a:lnTo>
                  <a:pt x="3514917" y="4579415"/>
                </a:lnTo>
                <a:lnTo>
                  <a:pt x="3516054" y="4579192"/>
                </a:lnTo>
                <a:lnTo>
                  <a:pt x="3517190" y="4578964"/>
                </a:lnTo>
                <a:lnTo>
                  <a:pt x="3518323" y="4578731"/>
                </a:lnTo>
                <a:lnTo>
                  <a:pt x="3519455" y="4578494"/>
                </a:lnTo>
                <a:lnTo>
                  <a:pt x="3520585" y="4578252"/>
                </a:lnTo>
                <a:lnTo>
                  <a:pt x="3521714" y="4578004"/>
                </a:lnTo>
                <a:lnTo>
                  <a:pt x="3522840" y="4577753"/>
                </a:lnTo>
                <a:lnTo>
                  <a:pt x="3523965" y="4577496"/>
                </a:lnTo>
                <a:lnTo>
                  <a:pt x="3525088" y="4577234"/>
                </a:lnTo>
                <a:lnTo>
                  <a:pt x="3526209" y="4576968"/>
                </a:lnTo>
                <a:lnTo>
                  <a:pt x="3527328" y="4576697"/>
                </a:lnTo>
                <a:lnTo>
                  <a:pt x="3528445" y="4576421"/>
                </a:lnTo>
                <a:lnTo>
                  <a:pt x="3529561" y="4576140"/>
                </a:lnTo>
                <a:lnTo>
                  <a:pt x="3530674" y="4575855"/>
                </a:lnTo>
                <a:lnTo>
                  <a:pt x="3531786" y="4575565"/>
                </a:lnTo>
                <a:lnTo>
                  <a:pt x="3532896" y="4575270"/>
                </a:lnTo>
                <a:lnTo>
                  <a:pt x="3534004" y="4574970"/>
                </a:lnTo>
                <a:lnTo>
                  <a:pt x="3535109" y="4574666"/>
                </a:lnTo>
                <a:lnTo>
                  <a:pt x="3536213" y="4574357"/>
                </a:lnTo>
                <a:lnTo>
                  <a:pt x="3537315" y="4574044"/>
                </a:lnTo>
                <a:lnTo>
                  <a:pt x="3538415" y="4573726"/>
                </a:lnTo>
                <a:lnTo>
                  <a:pt x="3539513" y="4573403"/>
                </a:lnTo>
                <a:lnTo>
                  <a:pt x="3540609" y="4573075"/>
                </a:lnTo>
                <a:lnTo>
                  <a:pt x="3541703" y="4572743"/>
                </a:lnTo>
                <a:lnTo>
                  <a:pt x="3542795" y="4572407"/>
                </a:lnTo>
                <a:lnTo>
                  <a:pt x="3543885" y="4572065"/>
                </a:lnTo>
                <a:lnTo>
                  <a:pt x="3544973" y="4571719"/>
                </a:lnTo>
                <a:lnTo>
                  <a:pt x="3546059" y="4571369"/>
                </a:lnTo>
                <a:lnTo>
                  <a:pt x="3547143" y="4571014"/>
                </a:lnTo>
                <a:lnTo>
                  <a:pt x="3548225" y="4570654"/>
                </a:lnTo>
                <a:lnTo>
                  <a:pt x="3549305" y="4570290"/>
                </a:lnTo>
                <a:lnTo>
                  <a:pt x="3550382" y="4569921"/>
                </a:lnTo>
                <a:lnTo>
                  <a:pt x="3551458" y="4569548"/>
                </a:lnTo>
                <a:lnTo>
                  <a:pt x="3552531" y="4569170"/>
                </a:lnTo>
                <a:lnTo>
                  <a:pt x="3553602" y="4568788"/>
                </a:lnTo>
                <a:lnTo>
                  <a:pt x="3554671" y="4568402"/>
                </a:lnTo>
                <a:lnTo>
                  <a:pt x="3555738" y="4568010"/>
                </a:lnTo>
                <a:lnTo>
                  <a:pt x="3556803" y="4567615"/>
                </a:lnTo>
                <a:lnTo>
                  <a:pt x="3557866" y="4567215"/>
                </a:lnTo>
                <a:lnTo>
                  <a:pt x="3558926" y="4566810"/>
                </a:lnTo>
                <a:lnTo>
                  <a:pt x="3559985" y="4566401"/>
                </a:lnTo>
                <a:lnTo>
                  <a:pt x="3561041" y="4565988"/>
                </a:lnTo>
                <a:lnTo>
                  <a:pt x="3562094" y="4565570"/>
                </a:lnTo>
                <a:lnTo>
                  <a:pt x="3563146" y="4565148"/>
                </a:lnTo>
                <a:lnTo>
                  <a:pt x="3564195" y="4564721"/>
                </a:lnTo>
                <a:lnTo>
                  <a:pt x="3565242" y="4564291"/>
                </a:lnTo>
                <a:lnTo>
                  <a:pt x="3566287" y="4563855"/>
                </a:lnTo>
                <a:lnTo>
                  <a:pt x="3567330" y="4563416"/>
                </a:lnTo>
                <a:lnTo>
                  <a:pt x="3568370" y="4562972"/>
                </a:lnTo>
                <a:lnTo>
                  <a:pt x="3569408" y="4562523"/>
                </a:lnTo>
                <a:lnTo>
                  <a:pt x="3570444" y="4562071"/>
                </a:lnTo>
                <a:lnTo>
                  <a:pt x="3571477" y="4561614"/>
                </a:lnTo>
                <a:lnTo>
                  <a:pt x="3572508" y="4561153"/>
                </a:lnTo>
                <a:lnTo>
                  <a:pt x="3573537" y="4560687"/>
                </a:lnTo>
                <a:lnTo>
                  <a:pt x="3574563" y="4560217"/>
                </a:lnTo>
                <a:lnTo>
                  <a:pt x="3575587" y="4559743"/>
                </a:lnTo>
                <a:lnTo>
                  <a:pt x="3576609" y="4559265"/>
                </a:lnTo>
                <a:lnTo>
                  <a:pt x="3577628" y="4558782"/>
                </a:lnTo>
                <a:lnTo>
                  <a:pt x="3578645" y="4558296"/>
                </a:lnTo>
                <a:lnTo>
                  <a:pt x="3579659" y="4557805"/>
                </a:lnTo>
                <a:lnTo>
                  <a:pt x="3580671" y="4557310"/>
                </a:lnTo>
                <a:lnTo>
                  <a:pt x="3581680" y="4556810"/>
                </a:lnTo>
                <a:lnTo>
                  <a:pt x="3582687" y="4556307"/>
                </a:lnTo>
                <a:lnTo>
                  <a:pt x="3583692" y="4555799"/>
                </a:lnTo>
                <a:lnTo>
                  <a:pt x="3584694" y="4555287"/>
                </a:lnTo>
                <a:lnTo>
                  <a:pt x="3585694" y="4554771"/>
                </a:lnTo>
                <a:lnTo>
                  <a:pt x="3586691" y="4554251"/>
                </a:lnTo>
                <a:lnTo>
                  <a:pt x="3587686" y="4553727"/>
                </a:lnTo>
                <a:lnTo>
                  <a:pt x="3588678" y="4553198"/>
                </a:lnTo>
                <a:lnTo>
                  <a:pt x="3589667" y="4552666"/>
                </a:lnTo>
                <a:lnTo>
                  <a:pt x="3590655" y="4552129"/>
                </a:lnTo>
                <a:lnTo>
                  <a:pt x="3591639" y="4551589"/>
                </a:lnTo>
                <a:lnTo>
                  <a:pt x="3592621" y="4551044"/>
                </a:lnTo>
                <a:lnTo>
                  <a:pt x="3593601" y="4550495"/>
                </a:lnTo>
                <a:lnTo>
                  <a:pt x="3594577" y="4549942"/>
                </a:lnTo>
                <a:lnTo>
                  <a:pt x="3595552" y="4549386"/>
                </a:lnTo>
                <a:lnTo>
                  <a:pt x="3596523" y="4548825"/>
                </a:lnTo>
                <a:lnTo>
                  <a:pt x="3597492" y="4548260"/>
                </a:lnTo>
                <a:lnTo>
                  <a:pt x="3598459" y="4547691"/>
                </a:lnTo>
                <a:lnTo>
                  <a:pt x="3599422" y="4547118"/>
                </a:lnTo>
                <a:lnTo>
                  <a:pt x="3600384" y="4546541"/>
                </a:lnTo>
                <a:lnTo>
                  <a:pt x="3601342" y="4545960"/>
                </a:lnTo>
                <a:lnTo>
                  <a:pt x="3602298" y="4545376"/>
                </a:lnTo>
                <a:lnTo>
                  <a:pt x="3603251" y="4544787"/>
                </a:lnTo>
                <a:lnTo>
                  <a:pt x="3604201" y="4544194"/>
                </a:lnTo>
                <a:lnTo>
                  <a:pt x="3605149" y="4543598"/>
                </a:lnTo>
                <a:lnTo>
                  <a:pt x="3606094" y="4542997"/>
                </a:lnTo>
                <a:lnTo>
                  <a:pt x="3607036" y="4542393"/>
                </a:lnTo>
                <a:lnTo>
                  <a:pt x="3607976" y="4541785"/>
                </a:lnTo>
                <a:lnTo>
                  <a:pt x="3608913" y="4541173"/>
                </a:lnTo>
                <a:lnTo>
                  <a:pt x="3609847" y="4540557"/>
                </a:lnTo>
                <a:lnTo>
                  <a:pt x="3610778" y="4539937"/>
                </a:lnTo>
                <a:lnTo>
                  <a:pt x="3611706" y="4539313"/>
                </a:lnTo>
                <a:lnTo>
                  <a:pt x="3612632" y="4538686"/>
                </a:lnTo>
                <a:lnTo>
                  <a:pt x="3613555" y="4538054"/>
                </a:lnTo>
                <a:lnTo>
                  <a:pt x="3614475" y="4537419"/>
                </a:lnTo>
                <a:lnTo>
                  <a:pt x="3615392" y="4536780"/>
                </a:lnTo>
                <a:lnTo>
                  <a:pt x="3616306" y="4536138"/>
                </a:lnTo>
                <a:lnTo>
                  <a:pt x="3617218" y="4535491"/>
                </a:lnTo>
                <a:lnTo>
                  <a:pt x="3618126" y="4534841"/>
                </a:lnTo>
                <a:lnTo>
                  <a:pt x="3619032" y="4534187"/>
                </a:lnTo>
                <a:lnTo>
                  <a:pt x="3619935" y="4533529"/>
                </a:lnTo>
                <a:lnTo>
                  <a:pt x="3620835" y="4532868"/>
                </a:lnTo>
                <a:lnTo>
                  <a:pt x="3621732" y="4532203"/>
                </a:lnTo>
                <a:lnTo>
                  <a:pt x="3622626" y="4531534"/>
                </a:lnTo>
                <a:lnTo>
                  <a:pt x="3623517" y="4530861"/>
                </a:lnTo>
                <a:lnTo>
                  <a:pt x="3624406" y="4530185"/>
                </a:lnTo>
                <a:lnTo>
                  <a:pt x="3625291" y="4529505"/>
                </a:lnTo>
                <a:lnTo>
                  <a:pt x="3626173" y="4528821"/>
                </a:lnTo>
                <a:lnTo>
                  <a:pt x="3627053" y="4528134"/>
                </a:lnTo>
                <a:lnTo>
                  <a:pt x="3627929" y="4527443"/>
                </a:lnTo>
                <a:lnTo>
                  <a:pt x="3628802" y="4526749"/>
                </a:lnTo>
                <a:lnTo>
                  <a:pt x="3629673" y="4526051"/>
                </a:lnTo>
                <a:lnTo>
                  <a:pt x="3630540" y="4525349"/>
                </a:lnTo>
                <a:lnTo>
                  <a:pt x="3631404" y="4524644"/>
                </a:lnTo>
                <a:lnTo>
                  <a:pt x="3632265" y="4523935"/>
                </a:lnTo>
                <a:lnTo>
                  <a:pt x="3633124" y="4523223"/>
                </a:lnTo>
                <a:lnTo>
                  <a:pt x="3633979" y="4522507"/>
                </a:lnTo>
                <a:lnTo>
                  <a:pt x="3634831" y="4521787"/>
                </a:lnTo>
                <a:lnTo>
                  <a:pt x="3635680" y="4521064"/>
                </a:lnTo>
                <a:lnTo>
                  <a:pt x="3636526" y="4520337"/>
                </a:lnTo>
                <a:lnTo>
                  <a:pt x="3637368" y="4519607"/>
                </a:lnTo>
                <a:lnTo>
                  <a:pt x="3638208" y="4518874"/>
                </a:lnTo>
                <a:lnTo>
                  <a:pt x="3639044" y="4518137"/>
                </a:lnTo>
                <a:lnTo>
                  <a:pt x="3639878" y="4517396"/>
                </a:lnTo>
                <a:lnTo>
                  <a:pt x="3640708" y="4516652"/>
                </a:lnTo>
                <a:lnTo>
                  <a:pt x="3641535" y="4515905"/>
                </a:lnTo>
                <a:lnTo>
                  <a:pt x="3642359" y="4515154"/>
                </a:lnTo>
                <a:lnTo>
                  <a:pt x="3643179" y="4514399"/>
                </a:lnTo>
                <a:lnTo>
                  <a:pt x="3643997" y="4513642"/>
                </a:lnTo>
                <a:lnTo>
                  <a:pt x="3644811" y="4512880"/>
                </a:lnTo>
                <a:lnTo>
                  <a:pt x="3645622" y="4512116"/>
                </a:lnTo>
                <a:lnTo>
                  <a:pt x="3646430" y="4511348"/>
                </a:lnTo>
                <a:lnTo>
                  <a:pt x="3647234" y="4510576"/>
                </a:lnTo>
                <a:lnTo>
                  <a:pt x="3648035" y="4509802"/>
                </a:lnTo>
                <a:lnTo>
                  <a:pt x="3648833" y="4509024"/>
                </a:lnTo>
                <a:lnTo>
                  <a:pt x="3649628" y="4508242"/>
                </a:lnTo>
                <a:lnTo>
                  <a:pt x="3650419" y="4507458"/>
                </a:lnTo>
                <a:lnTo>
                  <a:pt x="3651207" y="4506669"/>
                </a:lnTo>
                <a:lnTo>
                  <a:pt x="3651992" y="4505878"/>
                </a:lnTo>
                <a:lnTo>
                  <a:pt x="3652773" y="4505083"/>
                </a:lnTo>
                <a:lnTo>
                  <a:pt x="3653551" y="4504286"/>
                </a:lnTo>
                <a:lnTo>
                  <a:pt x="3654326" y="4503484"/>
                </a:lnTo>
                <a:lnTo>
                  <a:pt x="3655098" y="4502680"/>
                </a:lnTo>
                <a:lnTo>
                  <a:pt x="3655866" y="4501872"/>
                </a:lnTo>
                <a:lnTo>
                  <a:pt x="3656630" y="4501061"/>
                </a:lnTo>
                <a:lnTo>
                  <a:pt x="3657391" y="4500247"/>
                </a:lnTo>
                <a:lnTo>
                  <a:pt x="3658149" y="4499430"/>
                </a:lnTo>
                <a:lnTo>
                  <a:pt x="3658903" y="4498609"/>
                </a:lnTo>
                <a:lnTo>
                  <a:pt x="3659654" y="4497785"/>
                </a:lnTo>
                <a:lnTo>
                  <a:pt x="3660402" y="4496958"/>
                </a:lnTo>
                <a:lnTo>
                  <a:pt x="3661146" y="4496128"/>
                </a:lnTo>
                <a:lnTo>
                  <a:pt x="3661886" y="4495295"/>
                </a:lnTo>
                <a:lnTo>
                  <a:pt x="3662624" y="4494458"/>
                </a:lnTo>
                <a:lnTo>
                  <a:pt x="3663357" y="4493619"/>
                </a:lnTo>
                <a:lnTo>
                  <a:pt x="3664087" y="4492776"/>
                </a:lnTo>
                <a:lnTo>
                  <a:pt x="3664814" y="4491930"/>
                </a:lnTo>
                <a:lnTo>
                  <a:pt x="3665537" y="4491081"/>
                </a:lnTo>
                <a:lnTo>
                  <a:pt x="3666256" y="4490229"/>
                </a:lnTo>
                <a:lnTo>
                  <a:pt x="3666972" y="4489374"/>
                </a:lnTo>
                <a:lnTo>
                  <a:pt x="3667685" y="4488516"/>
                </a:lnTo>
                <a:lnTo>
                  <a:pt x="3668394" y="4487654"/>
                </a:lnTo>
                <a:lnTo>
                  <a:pt x="3669099" y="4486790"/>
                </a:lnTo>
                <a:lnTo>
                  <a:pt x="3669801" y="4485923"/>
                </a:lnTo>
                <a:lnTo>
                  <a:pt x="3670499" y="4485052"/>
                </a:lnTo>
                <a:lnTo>
                  <a:pt x="3671193" y="4484179"/>
                </a:lnTo>
                <a:lnTo>
                  <a:pt x="3671884" y="4483303"/>
                </a:lnTo>
                <a:lnTo>
                  <a:pt x="3672571" y="4482423"/>
                </a:lnTo>
                <a:lnTo>
                  <a:pt x="3673255" y="4481541"/>
                </a:lnTo>
                <a:lnTo>
                  <a:pt x="3673935" y="4480656"/>
                </a:lnTo>
                <a:lnTo>
                  <a:pt x="3674611" y="4479768"/>
                </a:lnTo>
                <a:lnTo>
                  <a:pt x="3675284" y="4478876"/>
                </a:lnTo>
                <a:lnTo>
                  <a:pt x="3675952" y="4477982"/>
                </a:lnTo>
                <a:lnTo>
                  <a:pt x="3676618" y="4477085"/>
                </a:lnTo>
                <a:lnTo>
                  <a:pt x="3677279" y="4476185"/>
                </a:lnTo>
                <a:lnTo>
                  <a:pt x="3677937" y="4475282"/>
                </a:lnTo>
                <a:lnTo>
                  <a:pt x="3678591" y="4474377"/>
                </a:lnTo>
                <a:lnTo>
                  <a:pt x="3679241" y="4473468"/>
                </a:lnTo>
                <a:lnTo>
                  <a:pt x="3679887" y="4472556"/>
                </a:lnTo>
                <a:lnTo>
                  <a:pt x="3680530" y="4471642"/>
                </a:lnTo>
                <a:lnTo>
                  <a:pt x="3681169" y="4470725"/>
                </a:lnTo>
                <a:lnTo>
                  <a:pt x="3681804" y="4469805"/>
                </a:lnTo>
                <a:lnTo>
                  <a:pt x="3682435" y="4468882"/>
                </a:lnTo>
                <a:lnTo>
                  <a:pt x="3683063" y="4467956"/>
                </a:lnTo>
                <a:lnTo>
                  <a:pt x="3683687" y="4467028"/>
                </a:lnTo>
                <a:lnTo>
                  <a:pt x="3684306" y="4466097"/>
                </a:lnTo>
                <a:lnTo>
                  <a:pt x="3684922" y="4465163"/>
                </a:lnTo>
                <a:lnTo>
                  <a:pt x="3685535" y="4464226"/>
                </a:lnTo>
                <a:lnTo>
                  <a:pt x="3686143" y="4463287"/>
                </a:lnTo>
                <a:lnTo>
                  <a:pt x="3686747" y="4462344"/>
                </a:lnTo>
                <a:lnTo>
                  <a:pt x="3687348" y="4461399"/>
                </a:lnTo>
                <a:lnTo>
                  <a:pt x="3687944" y="4460452"/>
                </a:lnTo>
                <a:lnTo>
                  <a:pt x="3688537" y="4459501"/>
                </a:lnTo>
                <a:lnTo>
                  <a:pt x="3689125" y="4458548"/>
                </a:lnTo>
                <a:lnTo>
                  <a:pt x="3689710" y="4457592"/>
                </a:lnTo>
                <a:lnTo>
                  <a:pt x="3690291" y="4456634"/>
                </a:lnTo>
                <a:lnTo>
                  <a:pt x="3690868" y="4455673"/>
                </a:lnTo>
                <a:lnTo>
                  <a:pt x="3691441" y="4454709"/>
                </a:lnTo>
                <a:lnTo>
                  <a:pt x="3692010" y="4453743"/>
                </a:lnTo>
                <a:lnTo>
                  <a:pt x="3692574" y="4452774"/>
                </a:lnTo>
                <a:lnTo>
                  <a:pt x="3693135" y="4451802"/>
                </a:lnTo>
                <a:lnTo>
                  <a:pt x="3693692" y="4450828"/>
                </a:lnTo>
                <a:lnTo>
                  <a:pt x="3694245" y="4449851"/>
                </a:lnTo>
                <a:lnTo>
                  <a:pt x="3694794" y="4448871"/>
                </a:lnTo>
                <a:lnTo>
                  <a:pt x="3695338" y="4447889"/>
                </a:lnTo>
                <a:lnTo>
                  <a:pt x="3695879" y="4446905"/>
                </a:lnTo>
                <a:lnTo>
                  <a:pt x="3696416" y="4445918"/>
                </a:lnTo>
                <a:lnTo>
                  <a:pt x="3696948" y="4444928"/>
                </a:lnTo>
                <a:lnTo>
                  <a:pt x="3697477" y="4443936"/>
                </a:lnTo>
                <a:lnTo>
                  <a:pt x="3698001" y="4442941"/>
                </a:lnTo>
                <a:lnTo>
                  <a:pt x="3698521" y="4441944"/>
                </a:lnTo>
                <a:lnTo>
                  <a:pt x="3699037" y="4440944"/>
                </a:lnTo>
                <a:lnTo>
                  <a:pt x="3699549" y="4439942"/>
                </a:lnTo>
                <a:lnTo>
                  <a:pt x="3700056" y="4438938"/>
                </a:lnTo>
                <a:lnTo>
                  <a:pt x="3700560" y="4437931"/>
                </a:lnTo>
                <a:lnTo>
                  <a:pt x="3701059" y="4436921"/>
                </a:lnTo>
                <a:lnTo>
                  <a:pt x="3701555" y="4435909"/>
                </a:lnTo>
                <a:lnTo>
                  <a:pt x="3702045" y="4434895"/>
                </a:lnTo>
                <a:lnTo>
                  <a:pt x="3702532" y="4433878"/>
                </a:lnTo>
                <a:lnTo>
                  <a:pt x="3703015" y="4432859"/>
                </a:lnTo>
                <a:lnTo>
                  <a:pt x="3703493" y="4431837"/>
                </a:lnTo>
                <a:lnTo>
                  <a:pt x="3703967" y="4430813"/>
                </a:lnTo>
                <a:lnTo>
                  <a:pt x="3704437" y="4429787"/>
                </a:lnTo>
                <a:lnTo>
                  <a:pt x="3704902" y="4428758"/>
                </a:lnTo>
                <a:lnTo>
                  <a:pt x="3705364" y="4427727"/>
                </a:lnTo>
                <a:lnTo>
                  <a:pt x="3705820" y="4426694"/>
                </a:lnTo>
                <a:lnTo>
                  <a:pt x="3706273" y="4425658"/>
                </a:lnTo>
                <a:lnTo>
                  <a:pt x="3706721" y="4424620"/>
                </a:lnTo>
                <a:lnTo>
                  <a:pt x="3707165" y="4423580"/>
                </a:lnTo>
                <a:lnTo>
                  <a:pt x="3707605" y="4422537"/>
                </a:lnTo>
                <a:lnTo>
                  <a:pt x="3708040" y="4421493"/>
                </a:lnTo>
                <a:lnTo>
                  <a:pt x="3708471" y="4420446"/>
                </a:lnTo>
                <a:lnTo>
                  <a:pt x="3708898" y="4419396"/>
                </a:lnTo>
                <a:lnTo>
                  <a:pt x="3709320" y="4418345"/>
                </a:lnTo>
                <a:lnTo>
                  <a:pt x="3709738" y="4417291"/>
                </a:lnTo>
                <a:lnTo>
                  <a:pt x="3710151" y="4416235"/>
                </a:lnTo>
                <a:lnTo>
                  <a:pt x="3710560" y="4415176"/>
                </a:lnTo>
                <a:lnTo>
                  <a:pt x="3710965" y="4414116"/>
                </a:lnTo>
                <a:lnTo>
                  <a:pt x="3711365" y="4413053"/>
                </a:lnTo>
                <a:lnTo>
                  <a:pt x="3711760" y="4411989"/>
                </a:lnTo>
                <a:lnTo>
                  <a:pt x="3712151" y="4410922"/>
                </a:lnTo>
                <a:lnTo>
                  <a:pt x="3712538" y="4409853"/>
                </a:lnTo>
                <a:lnTo>
                  <a:pt x="3712920" y="4408781"/>
                </a:lnTo>
                <a:lnTo>
                  <a:pt x="3713298" y="4407708"/>
                </a:lnTo>
                <a:lnTo>
                  <a:pt x="3713671" y="4406632"/>
                </a:lnTo>
                <a:lnTo>
                  <a:pt x="3714040" y="4405555"/>
                </a:lnTo>
                <a:lnTo>
                  <a:pt x="3714404" y="4404475"/>
                </a:lnTo>
                <a:lnTo>
                  <a:pt x="3714764" y="4403393"/>
                </a:lnTo>
                <a:lnTo>
                  <a:pt x="3715119" y="4402310"/>
                </a:lnTo>
                <a:lnTo>
                  <a:pt x="3715469" y="4401224"/>
                </a:lnTo>
                <a:lnTo>
                  <a:pt x="3715815" y="4400136"/>
                </a:lnTo>
                <a:lnTo>
                  <a:pt x="3716156" y="4399046"/>
                </a:lnTo>
                <a:lnTo>
                  <a:pt x="3716493" y="4397954"/>
                </a:lnTo>
                <a:lnTo>
                  <a:pt x="3716825" y="4396860"/>
                </a:lnTo>
                <a:lnTo>
                  <a:pt x="3717153" y="4395764"/>
                </a:lnTo>
                <a:lnTo>
                  <a:pt x="3717475" y="4394666"/>
                </a:lnTo>
                <a:lnTo>
                  <a:pt x="3717794" y="4393566"/>
                </a:lnTo>
                <a:lnTo>
                  <a:pt x="3718107" y="4392464"/>
                </a:lnTo>
                <a:lnTo>
                  <a:pt x="3718416" y="4391360"/>
                </a:lnTo>
                <a:lnTo>
                  <a:pt x="3718720" y="4390254"/>
                </a:lnTo>
                <a:lnTo>
                  <a:pt x="3719020" y="4389146"/>
                </a:lnTo>
                <a:lnTo>
                  <a:pt x="3719315" y="4388036"/>
                </a:lnTo>
                <a:lnTo>
                  <a:pt x="3719605" y="4386925"/>
                </a:lnTo>
                <a:lnTo>
                  <a:pt x="3719890" y="4385811"/>
                </a:lnTo>
                <a:lnTo>
                  <a:pt x="3720171" y="4384696"/>
                </a:lnTo>
                <a:lnTo>
                  <a:pt x="3720446" y="4383578"/>
                </a:lnTo>
                <a:lnTo>
                  <a:pt x="3720718" y="4382459"/>
                </a:lnTo>
                <a:lnTo>
                  <a:pt x="3720984" y="4381338"/>
                </a:lnTo>
                <a:lnTo>
                  <a:pt x="3721246" y="4380215"/>
                </a:lnTo>
                <a:lnTo>
                  <a:pt x="3721502" y="4379090"/>
                </a:lnTo>
                <a:lnTo>
                  <a:pt x="3721754" y="4377964"/>
                </a:lnTo>
                <a:lnTo>
                  <a:pt x="3722001" y="4376836"/>
                </a:lnTo>
                <a:lnTo>
                  <a:pt x="3722244" y="4375705"/>
                </a:lnTo>
                <a:lnTo>
                  <a:pt x="3722481" y="4374574"/>
                </a:lnTo>
                <a:lnTo>
                  <a:pt x="3722714" y="4373440"/>
                </a:lnTo>
                <a:lnTo>
                  <a:pt x="3722942" y="4372304"/>
                </a:lnTo>
                <a:lnTo>
                  <a:pt x="3723165" y="4371167"/>
                </a:lnTo>
                <a:lnTo>
                  <a:pt x="3723383" y="4370028"/>
                </a:lnTo>
                <a:lnTo>
                  <a:pt x="3723596" y="4368887"/>
                </a:lnTo>
                <a:lnTo>
                  <a:pt x="3723804" y="4367745"/>
                </a:lnTo>
                <a:lnTo>
                  <a:pt x="3724007" y="4366601"/>
                </a:lnTo>
                <a:lnTo>
                  <a:pt x="3724206" y="4365455"/>
                </a:lnTo>
                <a:lnTo>
                  <a:pt x="3724399" y="4364308"/>
                </a:lnTo>
                <a:lnTo>
                  <a:pt x="3724588" y="4363158"/>
                </a:lnTo>
                <a:lnTo>
                  <a:pt x="3724771" y="4362008"/>
                </a:lnTo>
                <a:lnTo>
                  <a:pt x="3724950" y="4360855"/>
                </a:lnTo>
                <a:lnTo>
                  <a:pt x="3725123" y="4359701"/>
                </a:lnTo>
                <a:lnTo>
                  <a:pt x="3725292" y="4358545"/>
                </a:lnTo>
                <a:lnTo>
                  <a:pt x="3725455" y="4357388"/>
                </a:lnTo>
                <a:lnTo>
                  <a:pt x="3725614" y="4356229"/>
                </a:lnTo>
                <a:lnTo>
                  <a:pt x="3725767" y="4355068"/>
                </a:lnTo>
                <a:lnTo>
                  <a:pt x="3725916" y="4353906"/>
                </a:lnTo>
                <a:lnTo>
                  <a:pt x="3726059" y="4352742"/>
                </a:lnTo>
                <a:lnTo>
                  <a:pt x="3726198" y="4351577"/>
                </a:lnTo>
                <a:lnTo>
                  <a:pt x="3726331" y="4350410"/>
                </a:lnTo>
                <a:lnTo>
                  <a:pt x="3726459" y="4349242"/>
                </a:lnTo>
                <a:lnTo>
                  <a:pt x="3726582" y="4348072"/>
                </a:lnTo>
                <a:lnTo>
                  <a:pt x="3726700" y="4346900"/>
                </a:lnTo>
                <a:lnTo>
                  <a:pt x="3726813" y="4345727"/>
                </a:lnTo>
                <a:lnTo>
                  <a:pt x="3726921" y="4344553"/>
                </a:lnTo>
                <a:lnTo>
                  <a:pt x="3727023" y="4343377"/>
                </a:lnTo>
                <a:lnTo>
                  <a:pt x="3727121" y="4342200"/>
                </a:lnTo>
                <a:lnTo>
                  <a:pt x="3727213" y="4341021"/>
                </a:lnTo>
                <a:lnTo>
                  <a:pt x="3727300" y="4339841"/>
                </a:lnTo>
                <a:lnTo>
                  <a:pt x="3727382" y="4338659"/>
                </a:lnTo>
                <a:lnTo>
                  <a:pt x="3727459" y="4337476"/>
                </a:lnTo>
                <a:lnTo>
                  <a:pt x="3727530" y="4336291"/>
                </a:lnTo>
                <a:lnTo>
                  <a:pt x="3727596" y="4335105"/>
                </a:lnTo>
                <a:lnTo>
                  <a:pt x="3727657" y="4333918"/>
                </a:lnTo>
                <a:lnTo>
                  <a:pt x="3727713" y="4332729"/>
                </a:lnTo>
                <a:lnTo>
                  <a:pt x="3727764" y="4331539"/>
                </a:lnTo>
                <a:lnTo>
                  <a:pt x="3727809" y="4330348"/>
                </a:lnTo>
                <a:lnTo>
                  <a:pt x="3727849" y="4329155"/>
                </a:lnTo>
                <a:lnTo>
                  <a:pt x="3727884" y="4327961"/>
                </a:lnTo>
                <a:lnTo>
                  <a:pt x="3727913" y="4326765"/>
                </a:lnTo>
                <a:lnTo>
                  <a:pt x="3727937" y="4325568"/>
                </a:lnTo>
                <a:lnTo>
                  <a:pt x="3727956" y="4324370"/>
                </a:lnTo>
                <a:lnTo>
                  <a:pt x="3727969" y="4323171"/>
                </a:lnTo>
                <a:lnTo>
                  <a:pt x="3727977" y="4321970"/>
                </a:lnTo>
                <a:lnTo>
                  <a:pt x="3727980" y="4320769"/>
                </a:lnTo>
                <a:lnTo>
                  <a:pt x="3727980" y="4320768"/>
                </a:lnTo>
                <a:lnTo>
                  <a:pt x="3714808" y="4320768"/>
                </a:lnTo>
                <a:lnTo>
                  <a:pt x="3714805" y="4321856"/>
                </a:lnTo>
                <a:lnTo>
                  <a:pt x="3714798" y="4322943"/>
                </a:lnTo>
                <a:lnTo>
                  <a:pt x="3714787" y="4324029"/>
                </a:lnTo>
                <a:lnTo>
                  <a:pt x="3714771" y="4325113"/>
                </a:lnTo>
                <a:lnTo>
                  <a:pt x="3714750" y="4326197"/>
                </a:lnTo>
                <a:lnTo>
                  <a:pt x="3714725" y="4327279"/>
                </a:lnTo>
                <a:lnTo>
                  <a:pt x="3714695" y="4328360"/>
                </a:lnTo>
                <a:lnTo>
                  <a:pt x="3714660" y="4329440"/>
                </a:lnTo>
                <a:lnTo>
                  <a:pt x="3714621" y="4330519"/>
                </a:lnTo>
                <a:lnTo>
                  <a:pt x="3714578" y="4331597"/>
                </a:lnTo>
                <a:lnTo>
                  <a:pt x="3714529" y="4332674"/>
                </a:lnTo>
                <a:lnTo>
                  <a:pt x="3714477" y="4333749"/>
                </a:lnTo>
                <a:lnTo>
                  <a:pt x="3714420" y="4334823"/>
                </a:lnTo>
                <a:lnTo>
                  <a:pt x="3714358" y="4335896"/>
                </a:lnTo>
                <a:lnTo>
                  <a:pt x="3714292" y="4336968"/>
                </a:lnTo>
                <a:lnTo>
                  <a:pt x="3714221" y="4338038"/>
                </a:lnTo>
                <a:lnTo>
                  <a:pt x="3714146" y="4339108"/>
                </a:lnTo>
                <a:lnTo>
                  <a:pt x="3714066" y="4340176"/>
                </a:lnTo>
                <a:lnTo>
                  <a:pt x="3713982" y="4341243"/>
                </a:lnTo>
                <a:lnTo>
                  <a:pt x="3713894" y="4342308"/>
                </a:lnTo>
                <a:lnTo>
                  <a:pt x="3713801" y="4343372"/>
                </a:lnTo>
                <a:lnTo>
                  <a:pt x="3713703" y="4344436"/>
                </a:lnTo>
                <a:lnTo>
                  <a:pt x="3713601" y="4345497"/>
                </a:lnTo>
                <a:lnTo>
                  <a:pt x="3713495" y="4346558"/>
                </a:lnTo>
                <a:lnTo>
                  <a:pt x="3713384" y="4347617"/>
                </a:lnTo>
                <a:lnTo>
                  <a:pt x="3713269" y="4348675"/>
                </a:lnTo>
                <a:lnTo>
                  <a:pt x="3713150" y="4349731"/>
                </a:lnTo>
                <a:lnTo>
                  <a:pt x="3713026" y="4350786"/>
                </a:lnTo>
                <a:lnTo>
                  <a:pt x="3712898" y="4351840"/>
                </a:lnTo>
                <a:lnTo>
                  <a:pt x="3712765" y="4352893"/>
                </a:lnTo>
                <a:lnTo>
                  <a:pt x="3712628" y="4353944"/>
                </a:lnTo>
                <a:lnTo>
                  <a:pt x="3712487" y="4354993"/>
                </a:lnTo>
                <a:lnTo>
                  <a:pt x="3712341" y="4356042"/>
                </a:lnTo>
                <a:lnTo>
                  <a:pt x="3712191" y="4357089"/>
                </a:lnTo>
                <a:lnTo>
                  <a:pt x="3712037" y="4358134"/>
                </a:lnTo>
                <a:lnTo>
                  <a:pt x="3711879" y="4359178"/>
                </a:lnTo>
                <a:lnTo>
                  <a:pt x="3711716" y="4360221"/>
                </a:lnTo>
                <a:lnTo>
                  <a:pt x="3711549" y="4361262"/>
                </a:lnTo>
                <a:lnTo>
                  <a:pt x="3711377" y="4362302"/>
                </a:lnTo>
                <a:lnTo>
                  <a:pt x="3711202" y="4363341"/>
                </a:lnTo>
                <a:lnTo>
                  <a:pt x="3711022" y="4364378"/>
                </a:lnTo>
                <a:lnTo>
                  <a:pt x="3710837" y="4365413"/>
                </a:lnTo>
                <a:lnTo>
                  <a:pt x="3710649" y="4366447"/>
                </a:lnTo>
                <a:lnTo>
                  <a:pt x="3710456" y="4367480"/>
                </a:lnTo>
                <a:lnTo>
                  <a:pt x="3710259" y="4368511"/>
                </a:lnTo>
                <a:lnTo>
                  <a:pt x="3710058" y="4369540"/>
                </a:lnTo>
                <a:lnTo>
                  <a:pt x="3709853" y="4370568"/>
                </a:lnTo>
                <a:lnTo>
                  <a:pt x="3709643" y="4371595"/>
                </a:lnTo>
                <a:lnTo>
                  <a:pt x="3709430" y="4372620"/>
                </a:lnTo>
                <a:lnTo>
                  <a:pt x="3709212" y="4373643"/>
                </a:lnTo>
                <a:lnTo>
                  <a:pt x="3708990" y="4374665"/>
                </a:lnTo>
                <a:lnTo>
                  <a:pt x="3708764" y="4375686"/>
                </a:lnTo>
                <a:lnTo>
                  <a:pt x="3708533" y="4376705"/>
                </a:lnTo>
                <a:lnTo>
                  <a:pt x="3708299" y="4377722"/>
                </a:lnTo>
                <a:lnTo>
                  <a:pt x="3708060" y="4378737"/>
                </a:lnTo>
                <a:lnTo>
                  <a:pt x="3707818" y="4379751"/>
                </a:lnTo>
                <a:lnTo>
                  <a:pt x="3707571" y="4380764"/>
                </a:lnTo>
                <a:lnTo>
                  <a:pt x="3707320" y="4381775"/>
                </a:lnTo>
                <a:lnTo>
                  <a:pt x="3707065" y="4382784"/>
                </a:lnTo>
                <a:lnTo>
                  <a:pt x="3706806" y="4383791"/>
                </a:lnTo>
                <a:lnTo>
                  <a:pt x="3706543" y="4384797"/>
                </a:lnTo>
                <a:lnTo>
                  <a:pt x="3706275" y="4385802"/>
                </a:lnTo>
                <a:lnTo>
                  <a:pt x="3706004" y="4386804"/>
                </a:lnTo>
                <a:lnTo>
                  <a:pt x="3705729" y="4387805"/>
                </a:lnTo>
                <a:lnTo>
                  <a:pt x="3705449" y="4388805"/>
                </a:lnTo>
                <a:lnTo>
                  <a:pt x="3705166" y="4389802"/>
                </a:lnTo>
                <a:lnTo>
                  <a:pt x="3704879" y="4390798"/>
                </a:lnTo>
                <a:lnTo>
                  <a:pt x="3704587" y="4391792"/>
                </a:lnTo>
                <a:lnTo>
                  <a:pt x="3704292" y="4392785"/>
                </a:lnTo>
                <a:lnTo>
                  <a:pt x="3703992" y="4393775"/>
                </a:lnTo>
                <a:lnTo>
                  <a:pt x="3703689" y="4394764"/>
                </a:lnTo>
                <a:lnTo>
                  <a:pt x="3703382" y="4395752"/>
                </a:lnTo>
                <a:lnTo>
                  <a:pt x="3703070" y="4396737"/>
                </a:lnTo>
                <a:lnTo>
                  <a:pt x="3702755" y="4397721"/>
                </a:lnTo>
                <a:lnTo>
                  <a:pt x="3702436" y="4398703"/>
                </a:lnTo>
                <a:lnTo>
                  <a:pt x="3702113" y="4399683"/>
                </a:lnTo>
                <a:lnTo>
                  <a:pt x="3701786" y="4400661"/>
                </a:lnTo>
                <a:lnTo>
                  <a:pt x="3701455" y="4401638"/>
                </a:lnTo>
                <a:lnTo>
                  <a:pt x="3701120" y="4402613"/>
                </a:lnTo>
                <a:lnTo>
                  <a:pt x="3700781" y="4403586"/>
                </a:lnTo>
                <a:lnTo>
                  <a:pt x="3700438" y="4404557"/>
                </a:lnTo>
                <a:lnTo>
                  <a:pt x="3700092" y="4405526"/>
                </a:lnTo>
                <a:lnTo>
                  <a:pt x="3699741" y="4406494"/>
                </a:lnTo>
                <a:lnTo>
                  <a:pt x="3699387" y="4407459"/>
                </a:lnTo>
                <a:lnTo>
                  <a:pt x="3699029" y="4408423"/>
                </a:lnTo>
                <a:lnTo>
                  <a:pt x="3698667" y="4409385"/>
                </a:lnTo>
                <a:lnTo>
                  <a:pt x="3698301" y="4410345"/>
                </a:lnTo>
                <a:lnTo>
                  <a:pt x="3697932" y="4411303"/>
                </a:lnTo>
                <a:lnTo>
                  <a:pt x="3697558" y="4412259"/>
                </a:lnTo>
                <a:lnTo>
                  <a:pt x="3697181" y="4413214"/>
                </a:lnTo>
                <a:lnTo>
                  <a:pt x="3696800" y="4414166"/>
                </a:lnTo>
                <a:lnTo>
                  <a:pt x="3696415" y="4415116"/>
                </a:lnTo>
                <a:lnTo>
                  <a:pt x="3696027" y="4416065"/>
                </a:lnTo>
                <a:lnTo>
                  <a:pt x="3695634" y="4417012"/>
                </a:lnTo>
                <a:lnTo>
                  <a:pt x="3695238" y="4417956"/>
                </a:lnTo>
                <a:lnTo>
                  <a:pt x="3694838" y="4418899"/>
                </a:lnTo>
                <a:lnTo>
                  <a:pt x="3694435" y="4419839"/>
                </a:lnTo>
                <a:lnTo>
                  <a:pt x="3694027" y="4420778"/>
                </a:lnTo>
                <a:lnTo>
                  <a:pt x="3693616" y="4421715"/>
                </a:lnTo>
                <a:lnTo>
                  <a:pt x="3693202" y="4422649"/>
                </a:lnTo>
                <a:lnTo>
                  <a:pt x="3692783" y="4423582"/>
                </a:lnTo>
                <a:lnTo>
                  <a:pt x="3692361" y="4424513"/>
                </a:lnTo>
                <a:lnTo>
                  <a:pt x="3691935" y="4425441"/>
                </a:lnTo>
                <a:lnTo>
                  <a:pt x="3691506" y="4426368"/>
                </a:lnTo>
                <a:lnTo>
                  <a:pt x="3691073" y="4427292"/>
                </a:lnTo>
                <a:lnTo>
                  <a:pt x="3690636" y="4428215"/>
                </a:lnTo>
                <a:lnTo>
                  <a:pt x="3690195" y="4429135"/>
                </a:lnTo>
                <a:lnTo>
                  <a:pt x="3689751" y="4430053"/>
                </a:lnTo>
                <a:lnTo>
                  <a:pt x="3689304" y="4430970"/>
                </a:lnTo>
                <a:lnTo>
                  <a:pt x="3688852" y="4431884"/>
                </a:lnTo>
                <a:lnTo>
                  <a:pt x="3688397" y="4432796"/>
                </a:lnTo>
                <a:lnTo>
                  <a:pt x="3687939" y="4433706"/>
                </a:lnTo>
                <a:lnTo>
                  <a:pt x="3687477" y="4434613"/>
                </a:lnTo>
                <a:lnTo>
                  <a:pt x="3687011" y="4435519"/>
                </a:lnTo>
                <a:lnTo>
                  <a:pt x="3686542" y="4436423"/>
                </a:lnTo>
                <a:lnTo>
                  <a:pt x="3686069" y="4437324"/>
                </a:lnTo>
                <a:lnTo>
                  <a:pt x="3685593" y="4438223"/>
                </a:lnTo>
                <a:lnTo>
                  <a:pt x="3685113" y="4439120"/>
                </a:lnTo>
                <a:lnTo>
                  <a:pt x="3684629" y="4440015"/>
                </a:lnTo>
                <a:lnTo>
                  <a:pt x="3684142" y="4440908"/>
                </a:lnTo>
                <a:lnTo>
                  <a:pt x="3683652" y="4441798"/>
                </a:lnTo>
                <a:lnTo>
                  <a:pt x="3683158" y="4442686"/>
                </a:lnTo>
                <a:lnTo>
                  <a:pt x="3682660" y="4443572"/>
                </a:lnTo>
                <a:lnTo>
                  <a:pt x="3682159" y="4444456"/>
                </a:lnTo>
                <a:lnTo>
                  <a:pt x="3681655" y="4445337"/>
                </a:lnTo>
                <a:lnTo>
                  <a:pt x="3681147" y="4446217"/>
                </a:lnTo>
                <a:lnTo>
                  <a:pt x="3680636" y="4447094"/>
                </a:lnTo>
                <a:lnTo>
                  <a:pt x="3680121" y="4447969"/>
                </a:lnTo>
                <a:lnTo>
                  <a:pt x="3679603" y="4448841"/>
                </a:lnTo>
                <a:lnTo>
                  <a:pt x="3679081" y="4449711"/>
                </a:lnTo>
                <a:lnTo>
                  <a:pt x="3678556" y="4450579"/>
                </a:lnTo>
                <a:lnTo>
                  <a:pt x="3678027" y="4451445"/>
                </a:lnTo>
                <a:lnTo>
                  <a:pt x="3677495" y="4452308"/>
                </a:lnTo>
                <a:lnTo>
                  <a:pt x="3676960" y="4453169"/>
                </a:lnTo>
                <a:lnTo>
                  <a:pt x="3676421" y="4454028"/>
                </a:lnTo>
                <a:lnTo>
                  <a:pt x="3675879" y="4454884"/>
                </a:lnTo>
                <a:lnTo>
                  <a:pt x="3675334" y="4455738"/>
                </a:lnTo>
                <a:lnTo>
                  <a:pt x="3674785" y="4456590"/>
                </a:lnTo>
                <a:lnTo>
                  <a:pt x="3674233" y="4457439"/>
                </a:lnTo>
                <a:lnTo>
                  <a:pt x="3673677" y="4458286"/>
                </a:lnTo>
                <a:lnTo>
                  <a:pt x="3673119" y="4459130"/>
                </a:lnTo>
                <a:lnTo>
                  <a:pt x="3672556" y="4459972"/>
                </a:lnTo>
                <a:lnTo>
                  <a:pt x="3671991" y="4460812"/>
                </a:lnTo>
                <a:lnTo>
                  <a:pt x="3671422" y="4461649"/>
                </a:lnTo>
                <a:lnTo>
                  <a:pt x="3670850" y="4462484"/>
                </a:lnTo>
                <a:lnTo>
                  <a:pt x="3670275" y="4463316"/>
                </a:lnTo>
                <a:lnTo>
                  <a:pt x="3669696" y="4464146"/>
                </a:lnTo>
                <a:lnTo>
                  <a:pt x="3669115" y="4464974"/>
                </a:lnTo>
                <a:lnTo>
                  <a:pt x="3668530" y="4465799"/>
                </a:lnTo>
                <a:lnTo>
                  <a:pt x="3667941" y="4466621"/>
                </a:lnTo>
                <a:lnTo>
                  <a:pt x="3667350" y="4467442"/>
                </a:lnTo>
                <a:lnTo>
                  <a:pt x="3666755" y="4468259"/>
                </a:lnTo>
                <a:lnTo>
                  <a:pt x="3666157" y="4469074"/>
                </a:lnTo>
                <a:lnTo>
                  <a:pt x="3665556" y="4469887"/>
                </a:lnTo>
                <a:lnTo>
                  <a:pt x="3664951" y="4470697"/>
                </a:lnTo>
                <a:lnTo>
                  <a:pt x="3664344" y="4471505"/>
                </a:lnTo>
                <a:lnTo>
                  <a:pt x="3663733" y="4472310"/>
                </a:lnTo>
                <a:lnTo>
                  <a:pt x="3663119" y="4473112"/>
                </a:lnTo>
                <a:lnTo>
                  <a:pt x="3662502" y="4473912"/>
                </a:lnTo>
                <a:lnTo>
                  <a:pt x="3661882" y="4474709"/>
                </a:lnTo>
                <a:lnTo>
                  <a:pt x="3661258" y="4475504"/>
                </a:lnTo>
                <a:lnTo>
                  <a:pt x="3660632" y="4476296"/>
                </a:lnTo>
                <a:lnTo>
                  <a:pt x="3660002" y="4477086"/>
                </a:lnTo>
                <a:lnTo>
                  <a:pt x="3659369" y="4477873"/>
                </a:lnTo>
                <a:lnTo>
                  <a:pt x="3658733" y="4478657"/>
                </a:lnTo>
                <a:lnTo>
                  <a:pt x="3658095" y="4479439"/>
                </a:lnTo>
                <a:lnTo>
                  <a:pt x="3657453" y="4480218"/>
                </a:lnTo>
                <a:lnTo>
                  <a:pt x="3656807" y="4480995"/>
                </a:lnTo>
                <a:lnTo>
                  <a:pt x="3656159" y="4481769"/>
                </a:lnTo>
                <a:lnTo>
                  <a:pt x="3655508" y="4482540"/>
                </a:lnTo>
                <a:lnTo>
                  <a:pt x="3654854" y="4483308"/>
                </a:lnTo>
                <a:lnTo>
                  <a:pt x="3654196" y="4484074"/>
                </a:lnTo>
                <a:lnTo>
                  <a:pt x="3653536" y="4484838"/>
                </a:lnTo>
                <a:lnTo>
                  <a:pt x="3652873" y="4485598"/>
                </a:lnTo>
                <a:lnTo>
                  <a:pt x="3652206" y="4486356"/>
                </a:lnTo>
                <a:lnTo>
                  <a:pt x="3651537" y="4487111"/>
                </a:lnTo>
                <a:lnTo>
                  <a:pt x="3650865" y="4487863"/>
                </a:lnTo>
                <a:lnTo>
                  <a:pt x="3650189" y="4488613"/>
                </a:lnTo>
                <a:lnTo>
                  <a:pt x="3649511" y="4489360"/>
                </a:lnTo>
                <a:lnTo>
                  <a:pt x="3648830" y="4490104"/>
                </a:lnTo>
                <a:lnTo>
                  <a:pt x="3648145" y="4490845"/>
                </a:lnTo>
                <a:lnTo>
                  <a:pt x="3647458" y="4491584"/>
                </a:lnTo>
                <a:lnTo>
                  <a:pt x="3646768" y="4492320"/>
                </a:lnTo>
                <a:lnTo>
                  <a:pt x="3646075" y="4493053"/>
                </a:lnTo>
                <a:lnTo>
                  <a:pt x="3645379" y="4493783"/>
                </a:lnTo>
                <a:lnTo>
                  <a:pt x="3644680" y="4494511"/>
                </a:lnTo>
                <a:lnTo>
                  <a:pt x="3643978" y="4495235"/>
                </a:lnTo>
                <a:lnTo>
                  <a:pt x="3643274" y="4495957"/>
                </a:lnTo>
                <a:lnTo>
                  <a:pt x="3642566" y="4496676"/>
                </a:lnTo>
                <a:lnTo>
                  <a:pt x="3641856" y="4497392"/>
                </a:lnTo>
                <a:lnTo>
                  <a:pt x="3641142" y="4498105"/>
                </a:lnTo>
                <a:lnTo>
                  <a:pt x="3640426" y="4498816"/>
                </a:lnTo>
                <a:lnTo>
                  <a:pt x="3639707" y="4499523"/>
                </a:lnTo>
                <a:lnTo>
                  <a:pt x="3638985" y="4500228"/>
                </a:lnTo>
                <a:lnTo>
                  <a:pt x="3638261" y="4500930"/>
                </a:lnTo>
                <a:lnTo>
                  <a:pt x="3637533" y="4501629"/>
                </a:lnTo>
                <a:lnTo>
                  <a:pt x="3636803" y="4502325"/>
                </a:lnTo>
                <a:lnTo>
                  <a:pt x="3636070" y="4503018"/>
                </a:lnTo>
                <a:lnTo>
                  <a:pt x="3635334" y="4503708"/>
                </a:lnTo>
                <a:lnTo>
                  <a:pt x="3634596" y="4504395"/>
                </a:lnTo>
                <a:lnTo>
                  <a:pt x="3633854" y="4505079"/>
                </a:lnTo>
                <a:lnTo>
                  <a:pt x="3633110" y="4505761"/>
                </a:lnTo>
                <a:lnTo>
                  <a:pt x="3632363" y="4506439"/>
                </a:lnTo>
                <a:lnTo>
                  <a:pt x="3631613" y="4507114"/>
                </a:lnTo>
                <a:lnTo>
                  <a:pt x="3630861" y="4507787"/>
                </a:lnTo>
                <a:lnTo>
                  <a:pt x="3630106" y="4508456"/>
                </a:lnTo>
                <a:lnTo>
                  <a:pt x="3629348" y="4509122"/>
                </a:lnTo>
                <a:lnTo>
                  <a:pt x="3628588" y="4509786"/>
                </a:lnTo>
                <a:lnTo>
                  <a:pt x="3627825" y="4510446"/>
                </a:lnTo>
                <a:lnTo>
                  <a:pt x="3627059" y="4511103"/>
                </a:lnTo>
                <a:lnTo>
                  <a:pt x="3626290" y="4511758"/>
                </a:lnTo>
                <a:lnTo>
                  <a:pt x="3625519" y="4512409"/>
                </a:lnTo>
                <a:lnTo>
                  <a:pt x="3624745" y="4513057"/>
                </a:lnTo>
                <a:lnTo>
                  <a:pt x="3623968" y="4513702"/>
                </a:lnTo>
                <a:lnTo>
                  <a:pt x="3623189" y="4514344"/>
                </a:lnTo>
                <a:lnTo>
                  <a:pt x="3622408" y="4514983"/>
                </a:lnTo>
                <a:lnTo>
                  <a:pt x="3621623" y="4515619"/>
                </a:lnTo>
                <a:lnTo>
                  <a:pt x="3620836" y="4516252"/>
                </a:lnTo>
                <a:lnTo>
                  <a:pt x="3620046" y="4516881"/>
                </a:lnTo>
                <a:lnTo>
                  <a:pt x="3619254" y="4517508"/>
                </a:lnTo>
                <a:lnTo>
                  <a:pt x="3618459" y="4518131"/>
                </a:lnTo>
                <a:lnTo>
                  <a:pt x="3617662" y="4518752"/>
                </a:lnTo>
                <a:lnTo>
                  <a:pt x="3616862" y="4519369"/>
                </a:lnTo>
                <a:lnTo>
                  <a:pt x="3616060" y="4519983"/>
                </a:lnTo>
                <a:lnTo>
                  <a:pt x="3615255" y="4520593"/>
                </a:lnTo>
                <a:lnTo>
                  <a:pt x="3614447" y="4521201"/>
                </a:lnTo>
                <a:lnTo>
                  <a:pt x="3613637" y="4521805"/>
                </a:lnTo>
                <a:lnTo>
                  <a:pt x="3612824" y="4522407"/>
                </a:lnTo>
                <a:lnTo>
                  <a:pt x="3612009" y="4523005"/>
                </a:lnTo>
                <a:lnTo>
                  <a:pt x="3611192" y="4523599"/>
                </a:lnTo>
                <a:lnTo>
                  <a:pt x="3610372" y="4524191"/>
                </a:lnTo>
                <a:lnTo>
                  <a:pt x="3609549" y="4524779"/>
                </a:lnTo>
                <a:lnTo>
                  <a:pt x="3608724" y="4525364"/>
                </a:lnTo>
                <a:lnTo>
                  <a:pt x="3607896" y="4525946"/>
                </a:lnTo>
                <a:lnTo>
                  <a:pt x="3607066" y="4526525"/>
                </a:lnTo>
                <a:lnTo>
                  <a:pt x="3606234" y="4527100"/>
                </a:lnTo>
                <a:lnTo>
                  <a:pt x="3605399" y="4527672"/>
                </a:lnTo>
                <a:lnTo>
                  <a:pt x="3604562" y="4528241"/>
                </a:lnTo>
                <a:lnTo>
                  <a:pt x="3603722" y="4528806"/>
                </a:lnTo>
                <a:lnTo>
                  <a:pt x="3602880" y="4529368"/>
                </a:lnTo>
                <a:lnTo>
                  <a:pt x="3602036" y="4529927"/>
                </a:lnTo>
                <a:lnTo>
                  <a:pt x="3601189" y="4530482"/>
                </a:lnTo>
                <a:lnTo>
                  <a:pt x="3600340" y="4531035"/>
                </a:lnTo>
                <a:lnTo>
                  <a:pt x="3599488" y="4531583"/>
                </a:lnTo>
                <a:lnTo>
                  <a:pt x="3598634" y="4532129"/>
                </a:lnTo>
                <a:lnTo>
                  <a:pt x="3597778" y="4532671"/>
                </a:lnTo>
                <a:lnTo>
                  <a:pt x="3596919" y="4533210"/>
                </a:lnTo>
                <a:lnTo>
                  <a:pt x="3596058" y="4533745"/>
                </a:lnTo>
                <a:lnTo>
                  <a:pt x="3595195" y="4534277"/>
                </a:lnTo>
                <a:lnTo>
                  <a:pt x="3594329" y="4534805"/>
                </a:lnTo>
                <a:lnTo>
                  <a:pt x="3593461" y="4535330"/>
                </a:lnTo>
                <a:lnTo>
                  <a:pt x="3592591" y="4535852"/>
                </a:lnTo>
                <a:lnTo>
                  <a:pt x="3591719" y="4536370"/>
                </a:lnTo>
                <a:lnTo>
                  <a:pt x="3590844" y="4536885"/>
                </a:lnTo>
                <a:lnTo>
                  <a:pt x="3589967" y="4537397"/>
                </a:lnTo>
                <a:lnTo>
                  <a:pt x="3589087" y="4537904"/>
                </a:lnTo>
                <a:lnTo>
                  <a:pt x="3588206" y="4538409"/>
                </a:lnTo>
                <a:lnTo>
                  <a:pt x="3587322" y="4538910"/>
                </a:lnTo>
                <a:lnTo>
                  <a:pt x="3586436" y="4539407"/>
                </a:lnTo>
                <a:lnTo>
                  <a:pt x="3585548" y="4539901"/>
                </a:lnTo>
                <a:lnTo>
                  <a:pt x="3584658" y="4540392"/>
                </a:lnTo>
                <a:lnTo>
                  <a:pt x="3583765" y="4540879"/>
                </a:lnTo>
                <a:lnTo>
                  <a:pt x="3582870" y="4541362"/>
                </a:lnTo>
                <a:lnTo>
                  <a:pt x="3581973" y="4541842"/>
                </a:lnTo>
                <a:lnTo>
                  <a:pt x="3581074" y="4542318"/>
                </a:lnTo>
                <a:lnTo>
                  <a:pt x="3580173" y="4542791"/>
                </a:lnTo>
                <a:lnTo>
                  <a:pt x="3579269" y="4543261"/>
                </a:lnTo>
                <a:lnTo>
                  <a:pt x="3578363" y="4543726"/>
                </a:lnTo>
                <a:lnTo>
                  <a:pt x="3577456" y="4544188"/>
                </a:lnTo>
                <a:lnTo>
                  <a:pt x="3576546" y="4544647"/>
                </a:lnTo>
                <a:lnTo>
                  <a:pt x="3575634" y="4545102"/>
                </a:lnTo>
                <a:lnTo>
                  <a:pt x="3574720" y="4545553"/>
                </a:lnTo>
                <a:lnTo>
                  <a:pt x="3573803" y="4546001"/>
                </a:lnTo>
                <a:lnTo>
                  <a:pt x="3572885" y="4546445"/>
                </a:lnTo>
                <a:lnTo>
                  <a:pt x="3571965" y="4546885"/>
                </a:lnTo>
                <a:lnTo>
                  <a:pt x="3571042" y="4547322"/>
                </a:lnTo>
                <a:lnTo>
                  <a:pt x="3570118" y="4547755"/>
                </a:lnTo>
                <a:lnTo>
                  <a:pt x="3569191" y="4548185"/>
                </a:lnTo>
                <a:lnTo>
                  <a:pt x="3568263" y="4548611"/>
                </a:lnTo>
                <a:lnTo>
                  <a:pt x="3567332" y="4549033"/>
                </a:lnTo>
                <a:lnTo>
                  <a:pt x="3566399" y="4549451"/>
                </a:lnTo>
                <a:lnTo>
                  <a:pt x="3565465" y="4549866"/>
                </a:lnTo>
                <a:lnTo>
                  <a:pt x="3564528" y="4550277"/>
                </a:lnTo>
                <a:lnTo>
                  <a:pt x="3563589" y="4550684"/>
                </a:lnTo>
                <a:lnTo>
                  <a:pt x="3562649" y="4551088"/>
                </a:lnTo>
                <a:lnTo>
                  <a:pt x="3561706" y="4551488"/>
                </a:lnTo>
                <a:lnTo>
                  <a:pt x="3560761" y="4551884"/>
                </a:lnTo>
                <a:lnTo>
                  <a:pt x="3559815" y="4552276"/>
                </a:lnTo>
                <a:lnTo>
                  <a:pt x="3558866" y="4552665"/>
                </a:lnTo>
                <a:lnTo>
                  <a:pt x="3557916" y="4553049"/>
                </a:lnTo>
                <a:lnTo>
                  <a:pt x="3556964" y="4553430"/>
                </a:lnTo>
                <a:lnTo>
                  <a:pt x="3556009" y="4553808"/>
                </a:lnTo>
                <a:lnTo>
                  <a:pt x="3555053" y="4554181"/>
                </a:lnTo>
                <a:lnTo>
                  <a:pt x="3554095" y="4554551"/>
                </a:lnTo>
                <a:lnTo>
                  <a:pt x="3553135" y="4554916"/>
                </a:lnTo>
                <a:lnTo>
                  <a:pt x="3552173" y="4555278"/>
                </a:lnTo>
                <a:lnTo>
                  <a:pt x="3551209" y="4555637"/>
                </a:lnTo>
                <a:lnTo>
                  <a:pt x="3550244" y="4555991"/>
                </a:lnTo>
                <a:lnTo>
                  <a:pt x="3549276" y="4556341"/>
                </a:lnTo>
                <a:lnTo>
                  <a:pt x="3548307" y="4556688"/>
                </a:lnTo>
                <a:lnTo>
                  <a:pt x="3547336" y="4557030"/>
                </a:lnTo>
                <a:lnTo>
                  <a:pt x="3546363" y="4557369"/>
                </a:lnTo>
                <a:lnTo>
                  <a:pt x="3545388" y="4557704"/>
                </a:lnTo>
                <a:lnTo>
                  <a:pt x="3544411" y="4558035"/>
                </a:lnTo>
                <a:lnTo>
                  <a:pt x="3543433" y="4558362"/>
                </a:lnTo>
                <a:lnTo>
                  <a:pt x="3542453" y="4558685"/>
                </a:lnTo>
                <a:lnTo>
                  <a:pt x="3541471" y="4559004"/>
                </a:lnTo>
                <a:lnTo>
                  <a:pt x="3540487" y="4559320"/>
                </a:lnTo>
                <a:lnTo>
                  <a:pt x="3539502" y="4559631"/>
                </a:lnTo>
                <a:lnTo>
                  <a:pt x="3538514" y="4559938"/>
                </a:lnTo>
                <a:lnTo>
                  <a:pt x="3537525" y="4560242"/>
                </a:lnTo>
                <a:lnTo>
                  <a:pt x="3536535" y="4560541"/>
                </a:lnTo>
                <a:lnTo>
                  <a:pt x="3535542" y="4560837"/>
                </a:lnTo>
                <a:lnTo>
                  <a:pt x="3534548" y="4561128"/>
                </a:lnTo>
                <a:lnTo>
                  <a:pt x="3533552" y="4561415"/>
                </a:lnTo>
                <a:lnTo>
                  <a:pt x="3532554" y="4561699"/>
                </a:lnTo>
                <a:lnTo>
                  <a:pt x="3531555" y="4561978"/>
                </a:lnTo>
                <a:lnTo>
                  <a:pt x="3530554" y="4562254"/>
                </a:lnTo>
                <a:lnTo>
                  <a:pt x="3529552" y="4562525"/>
                </a:lnTo>
                <a:lnTo>
                  <a:pt x="3528547" y="4562792"/>
                </a:lnTo>
                <a:lnTo>
                  <a:pt x="3527541" y="4563055"/>
                </a:lnTo>
                <a:lnTo>
                  <a:pt x="3526534" y="4563314"/>
                </a:lnTo>
                <a:lnTo>
                  <a:pt x="3525525" y="4563569"/>
                </a:lnTo>
                <a:lnTo>
                  <a:pt x="3524514" y="4563820"/>
                </a:lnTo>
                <a:lnTo>
                  <a:pt x="3523501" y="4564067"/>
                </a:lnTo>
                <a:lnTo>
                  <a:pt x="3522487" y="4564310"/>
                </a:lnTo>
                <a:lnTo>
                  <a:pt x="3521472" y="4564548"/>
                </a:lnTo>
                <a:lnTo>
                  <a:pt x="3520454" y="4564783"/>
                </a:lnTo>
                <a:lnTo>
                  <a:pt x="3519436" y="4565013"/>
                </a:lnTo>
                <a:lnTo>
                  <a:pt x="3518415" y="4565239"/>
                </a:lnTo>
                <a:lnTo>
                  <a:pt x="3517393" y="4565461"/>
                </a:lnTo>
                <a:lnTo>
                  <a:pt x="3516370" y="4565679"/>
                </a:lnTo>
                <a:lnTo>
                  <a:pt x="3515345" y="4565893"/>
                </a:lnTo>
                <a:lnTo>
                  <a:pt x="3514318" y="4566102"/>
                </a:lnTo>
                <a:lnTo>
                  <a:pt x="3513290" y="4566308"/>
                </a:lnTo>
                <a:lnTo>
                  <a:pt x="3512261" y="4566509"/>
                </a:lnTo>
                <a:lnTo>
                  <a:pt x="3511230" y="4566706"/>
                </a:lnTo>
                <a:lnTo>
                  <a:pt x="3510197" y="4566898"/>
                </a:lnTo>
                <a:lnTo>
                  <a:pt x="3509163" y="4567087"/>
                </a:lnTo>
                <a:lnTo>
                  <a:pt x="3508128" y="4567271"/>
                </a:lnTo>
                <a:lnTo>
                  <a:pt x="3507091" y="4567451"/>
                </a:lnTo>
                <a:lnTo>
                  <a:pt x="3506052" y="4567627"/>
                </a:lnTo>
                <a:lnTo>
                  <a:pt x="3505012" y="4567798"/>
                </a:lnTo>
                <a:lnTo>
                  <a:pt x="3503971" y="4567965"/>
                </a:lnTo>
                <a:lnTo>
                  <a:pt x="3502928" y="4568128"/>
                </a:lnTo>
                <a:lnTo>
                  <a:pt x="3501884" y="4568287"/>
                </a:lnTo>
                <a:lnTo>
                  <a:pt x="3500838" y="4568441"/>
                </a:lnTo>
                <a:lnTo>
                  <a:pt x="3499792" y="4568591"/>
                </a:lnTo>
                <a:lnTo>
                  <a:pt x="3498743" y="4568736"/>
                </a:lnTo>
                <a:lnTo>
                  <a:pt x="3497693" y="4568878"/>
                </a:lnTo>
                <a:lnTo>
                  <a:pt x="3496642" y="4569015"/>
                </a:lnTo>
                <a:lnTo>
                  <a:pt x="3495590" y="4569147"/>
                </a:lnTo>
                <a:lnTo>
                  <a:pt x="3494536" y="4569275"/>
                </a:lnTo>
                <a:lnTo>
                  <a:pt x="3493481" y="4569399"/>
                </a:lnTo>
                <a:lnTo>
                  <a:pt x="3492424" y="4569519"/>
                </a:lnTo>
                <a:lnTo>
                  <a:pt x="3491367" y="4569634"/>
                </a:lnTo>
                <a:lnTo>
                  <a:pt x="3490307" y="4569744"/>
                </a:lnTo>
                <a:lnTo>
                  <a:pt x="3489247" y="4569851"/>
                </a:lnTo>
                <a:lnTo>
                  <a:pt x="3488185" y="4569953"/>
                </a:lnTo>
                <a:lnTo>
                  <a:pt x="3487122" y="4570050"/>
                </a:lnTo>
                <a:lnTo>
                  <a:pt x="3486058" y="4570143"/>
                </a:lnTo>
                <a:lnTo>
                  <a:pt x="3484992" y="4570232"/>
                </a:lnTo>
                <a:lnTo>
                  <a:pt x="3483926" y="4570316"/>
                </a:lnTo>
                <a:lnTo>
                  <a:pt x="3482858" y="4570395"/>
                </a:lnTo>
                <a:lnTo>
                  <a:pt x="3481788" y="4570470"/>
                </a:lnTo>
                <a:lnTo>
                  <a:pt x="3480718" y="4570541"/>
                </a:lnTo>
                <a:lnTo>
                  <a:pt x="3479646" y="4570607"/>
                </a:lnTo>
                <a:lnTo>
                  <a:pt x="3478573" y="4570669"/>
                </a:lnTo>
                <a:lnTo>
                  <a:pt x="3477499" y="4570726"/>
                </a:lnTo>
                <a:lnTo>
                  <a:pt x="3476423" y="4570779"/>
                </a:lnTo>
                <a:lnTo>
                  <a:pt x="3475347" y="4570827"/>
                </a:lnTo>
                <a:lnTo>
                  <a:pt x="3474269" y="4570870"/>
                </a:lnTo>
                <a:lnTo>
                  <a:pt x="3473190" y="4570909"/>
                </a:lnTo>
                <a:lnTo>
                  <a:pt x="3472110" y="4570944"/>
                </a:lnTo>
                <a:lnTo>
                  <a:pt x="3471029" y="4570974"/>
                </a:lnTo>
                <a:lnTo>
                  <a:pt x="3469947" y="4570999"/>
                </a:lnTo>
                <a:lnTo>
                  <a:pt x="3468863" y="4571020"/>
                </a:lnTo>
                <a:lnTo>
                  <a:pt x="3467779" y="4571036"/>
                </a:lnTo>
                <a:lnTo>
                  <a:pt x="3466693" y="4571048"/>
                </a:lnTo>
                <a:lnTo>
                  <a:pt x="3465606" y="4571055"/>
                </a:lnTo>
                <a:lnTo>
                  <a:pt x="3464518" y="4571057"/>
                </a:lnTo>
                <a:lnTo>
                  <a:pt x="3464518" y="4584230"/>
                </a:lnTo>
                <a:lnTo>
                  <a:pt x="3464518" y="4584230"/>
                </a:lnTo>
                <a:close/>
                <a:moveTo>
                  <a:pt x="3464518" y="13173"/>
                </a:moveTo>
                <a:lnTo>
                  <a:pt x="3464518" y="26346"/>
                </a:lnTo>
                <a:lnTo>
                  <a:pt x="3465606" y="26348"/>
                </a:lnTo>
                <a:lnTo>
                  <a:pt x="3466693" y="26355"/>
                </a:lnTo>
                <a:lnTo>
                  <a:pt x="3467779" y="26367"/>
                </a:lnTo>
                <a:lnTo>
                  <a:pt x="3468863" y="26383"/>
                </a:lnTo>
                <a:lnTo>
                  <a:pt x="3469947" y="26404"/>
                </a:lnTo>
                <a:lnTo>
                  <a:pt x="3471029" y="26429"/>
                </a:lnTo>
                <a:lnTo>
                  <a:pt x="3472110" y="26459"/>
                </a:lnTo>
                <a:lnTo>
                  <a:pt x="3473190" y="26493"/>
                </a:lnTo>
                <a:lnTo>
                  <a:pt x="3474269" y="26533"/>
                </a:lnTo>
                <a:lnTo>
                  <a:pt x="3475347" y="26576"/>
                </a:lnTo>
                <a:lnTo>
                  <a:pt x="3476423" y="26624"/>
                </a:lnTo>
                <a:lnTo>
                  <a:pt x="3477499" y="26677"/>
                </a:lnTo>
                <a:lnTo>
                  <a:pt x="3478573" y="26734"/>
                </a:lnTo>
                <a:lnTo>
                  <a:pt x="3479646" y="26796"/>
                </a:lnTo>
                <a:lnTo>
                  <a:pt x="3480718" y="26862"/>
                </a:lnTo>
                <a:lnTo>
                  <a:pt x="3481788" y="26933"/>
                </a:lnTo>
                <a:lnTo>
                  <a:pt x="3482858" y="27008"/>
                </a:lnTo>
                <a:lnTo>
                  <a:pt x="3483926" y="27087"/>
                </a:lnTo>
                <a:lnTo>
                  <a:pt x="3484992" y="27171"/>
                </a:lnTo>
                <a:lnTo>
                  <a:pt x="3486058" y="27260"/>
                </a:lnTo>
                <a:lnTo>
                  <a:pt x="3487122" y="27353"/>
                </a:lnTo>
                <a:lnTo>
                  <a:pt x="3488185" y="27450"/>
                </a:lnTo>
                <a:lnTo>
                  <a:pt x="3489247" y="27552"/>
                </a:lnTo>
                <a:lnTo>
                  <a:pt x="3490307" y="27659"/>
                </a:lnTo>
                <a:lnTo>
                  <a:pt x="3491367" y="27769"/>
                </a:lnTo>
                <a:lnTo>
                  <a:pt x="3492424" y="27884"/>
                </a:lnTo>
                <a:lnTo>
                  <a:pt x="3493481" y="28004"/>
                </a:lnTo>
                <a:lnTo>
                  <a:pt x="3494536" y="28128"/>
                </a:lnTo>
                <a:lnTo>
                  <a:pt x="3495590" y="28256"/>
                </a:lnTo>
                <a:lnTo>
                  <a:pt x="3496642" y="28388"/>
                </a:lnTo>
                <a:lnTo>
                  <a:pt x="3497693" y="28525"/>
                </a:lnTo>
                <a:lnTo>
                  <a:pt x="3498743" y="28667"/>
                </a:lnTo>
                <a:lnTo>
                  <a:pt x="3499792" y="28812"/>
                </a:lnTo>
                <a:lnTo>
                  <a:pt x="3500838" y="28962"/>
                </a:lnTo>
                <a:lnTo>
                  <a:pt x="3501884" y="29116"/>
                </a:lnTo>
                <a:lnTo>
                  <a:pt x="3502928" y="29275"/>
                </a:lnTo>
                <a:lnTo>
                  <a:pt x="3503971" y="29438"/>
                </a:lnTo>
                <a:lnTo>
                  <a:pt x="3505012" y="29605"/>
                </a:lnTo>
                <a:lnTo>
                  <a:pt x="3506052" y="29776"/>
                </a:lnTo>
                <a:lnTo>
                  <a:pt x="3507091" y="29952"/>
                </a:lnTo>
                <a:lnTo>
                  <a:pt x="3508128" y="30132"/>
                </a:lnTo>
                <a:lnTo>
                  <a:pt x="3509163" y="30316"/>
                </a:lnTo>
                <a:lnTo>
                  <a:pt x="3510197" y="30505"/>
                </a:lnTo>
                <a:lnTo>
                  <a:pt x="3511230" y="30697"/>
                </a:lnTo>
                <a:lnTo>
                  <a:pt x="3512261" y="30894"/>
                </a:lnTo>
                <a:lnTo>
                  <a:pt x="3513290" y="31095"/>
                </a:lnTo>
                <a:lnTo>
                  <a:pt x="3514318" y="31301"/>
                </a:lnTo>
                <a:lnTo>
                  <a:pt x="3515345" y="31510"/>
                </a:lnTo>
                <a:lnTo>
                  <a:pt x="3516370" y="31724"/>
                </a:lnTo>
                <a:lnTo>
                  <a:pt x="3517393" y="31942"/>
                </a:lnTo>
                <a:lnTo>
                  <a:pt x="3518415" y="32164"/>
                </a:lnTo>
                <a:lnTo>
                  <a:pt x="3519436" y="32390"/>
                </a:lnTo>
                <a:lnTo>
                  <a:pt x="3520454" y="32620"/>
                </a:lnTo>
                <a:lnTo>
                  <a:pt x="3521472" y="32855"/>
                </a:lnTo>
                <a:lnTo>
                  <a:pt x="3522487" y="33093"/>
                </a:lnTo>
                <a:lnTo>
                  <a:pt x="3523501" y="33336"/>
                </a:lnTo>
                <a:lnTo>
                  <a:pt x="3524514" y="33583"/>
                </a:lnTo>
                <a:lnTo>
                  <a:pt x="3525525" y="33834"/>
                </a:lnTo>
                <a:lnTo>
                  <a:pt x="3526534" y="34089"/>
                </a:lnTo>
                <a:lnTo>
                  <a:pt x="3527541" y="34348"/>
                </a:lnTo>
                <a:lnTo>
                  <a:pt x="3528547" y="34611"/>
                </a:lnTo>
                <a:lnTo>
                  <a:pt x="3529552" y="34878"/>
                </a:lnTo>
                <a:lnTo>
                  <a:pt x="3530554" y="35149"/>
                </a:lnTo>
                <a:lnTo>
                  <a:pt x="3531555" y="35425"/>
                </a:lnTo>
                <a:lnTo>
                  <a:pt x="3532554" y="35704"/>
                </a:lnTo>
                <a:lnTo>
                  <a:pt x="3533552" y="35988"/>
                </a:lnTo>
                <a:lnTo>
                  <a:pt x="3534548" y="36275"/>
                </a:lnTo>
                <a:lnTo>
                  <a:pt x="3535542" y="36566"/>
                </a:lnTo>
                <a:lnTo>
                  <a:pt x="3536535" y="36862"/>
                </a:lnTo>
                <a:lnTo>
                  <a:pt x="3537525" y="37161"/>
                </a:lnTo>
                <a:lnTo>
                  <a:pt x="3538514" y="37465"/>
                </a:lnTo>
                <a:lnTo>
                  <a:pt x="3539502" y="37772"/>
                </a:lnTo>
                <a:lnTo>
                  <a:pt x="3540487" y="38083"/>
                </a:lnTo>
                <a:lnTo>
                  <a:pt x="3541471" y="38398"/>
                </a:lnTo>
                <a:lnTo>
                  <a:pt x="3542453" y="38718"/>
                </a:lnTo>
                <a:lnTo>
                  <a:pt x="3543433" y="39041"/>
                </a:lnTo>
                <a:lnTo>
                  <a:pt x="3544411" y="39368"/>
                </a:lnTo>
                <a:lnTo>
                  <a:pt x="3545388" y="39699"/>
                </a:lnTo>
                <a:lnTo>
                  <a:pt x="3546363" y="40034"/>
                </a:lnTo>
                <a:lnTo>
                  <a:pt x="3547336" y="40373"/>
                </a:lnTo>
                <a:lnTo>
                  <a:pt x="3548307" y="40715"/>
                </a:lnTo>
                <a:lnTo>
                  <a:pt x="3549276" y="41062"/>
                </a:lnTo>
                <a:lnTo>
                  <a:pt x="3550244" y="41412"/>
                </a:lnTo>
                <a:lnTo>
                  <a:pt x="3551209" y="41766"/>
                </a:lnTo>
                <a:lnTo>
                  <a:pt x="3552173" y="42125"/>
                </a:lnTo>
                <a:lnTo>
                  <a:pt x="3553135" y="42487"/>
                </a:lnTo>
                <a:lnTo>
                  <a:pt x="3554095" y="42852"/>
                </a:lnTo>
                <a:lnTo>
                  <a:pt x="3555053" y="43222"/>
                </a:lnTo>
                <a:lnTo>
                  <a:pt x="3556009" y="43595"/>
                </a:lnTo>
                <a:lnTo>
                  <a:pt x="3556964" y="43973"/>
                </a:lnTo>
                <a:lnTo>
                  <a:pt x="3557916" y="44354"/>
                </a:lnTo>
                <a:lnTo>
                  <a:pt x="3558866" y="44738"/>
                </a:lnTo>
                <a:lnTo>
                  <a:pt x="3559815" y="45127"/>
                </a:lnTo>
                <a:lnTo>
                  <a:pt x="3560761" y="45519"/>
                </a:lnTo>
                <a:lnTo>
                  <a:pt x="3561706" y="45915"/>
                </a:lnTo>
                <a:lnTo>
                  <a:pt x="3562649" y="46315"/>
                </a:lnTo>
                <a:lnTo>
                  <a:pt x="3563589" y="46719"/>
                </a:lnTo>
                <a:lnTo>
                  <a:pt x="3564528" y="47126"/>
                </a:lnTo>
                <a:lnTo>
                  <a:pt x="3565465" y="47537"/>
                </a:lnTo>
                <a:lnTo>
                  <a:pt x="3566399" y="47952"/>
                </a:lnTo>
                <a:lnTo>
                  <a:pt x="3567332" y="48370"/>
                </a:lnTo>
                <a:lnTo>
                  <a:pt x="3568263" y="48792"/>
                </a:lnTo>
                <a:lnTo>
                  <a:pt x="3569191" y="49218"/>
                </a:lnTo>
                <a:lnTo>
                  <a:pt x="3570118" y="49648"/>
                </a:lnTo>
                <a:lnTo>
                  <a:pt x="3571042" y="50081"/>
                </a:lnTo>
                <a:lnTo>
                  <a:pt x="3571965" y="50518"/>
                </a:lnTo>
                <a:lnTo>
                  <a:pt x="3572885" y="50958"/>
                </a:lnTo>
                <a:lnTo>
                  <a:pt x="3573803" y="51402"/>
                </a:lnTo>
                <a:lnTo>
                  <a:pt x="3574720" y="51850"/>
                </a:lnTo>
                <a:lnTo>
                  <a:pt x="3575634" y="52301"/>
                </a:lnTo>
                <a:lnTo>
                  <a:pt x="3576546" y="52756"/>
                </a:lnTo>
                <a:lnTo>
                  <a:pt x="3577456" y="53215"/>
                </a:lnTo>
                <a:lnTo>
                  <a:pt x="3578363" y="53677"/>
                </a:lnTo>
                <a:lnTo>
                  <a:pt x="3579269" y="54142"/>
                </a:lnTo>
                <a:lnTo>
                  <a:pt x="3580173" y="54612"/>
                </a:lnTo>
                <a:lnTo>
                  <a:pt x="3581074" y="55084"/>
                </a:lnTo>
                <a:lnTo>
                  <a:pt x="3581973" y="55561"/>
                </a:lnTo>
                <a:lnTo>
                  <a:pt x="3582870" y="56041"/>
                </a:lnTo>
                <a:lnTo>
                  <a:pt x="3583765" y="56524"/>
                </a:lnTo>
                <a:lnTo>
                  <a:pt x="3584658" y="57011"/>
                </a:lnTo>
                <a:lnTo>
                  <a:pt x="3585548" y="57502"/>
                </a:lnTo>
                <a:lnTo>
                  <a:pt x="3586436" y="57996"/>
                </a:lnTo>
                <a:lnTo>
                  <a:pt x="3587322" y="58493"/>
                </a:lnTo>
                <a:lnTo>
                  <a:pt x="3588206" y="58994"/>
                </a:lnTo>
                <a:lnTo>
                  <a:pt x="3589087" y="59499"/>
                </a:lnTo>
                <a:lnTo>
                  <a:pt x="3589967" y="60006"/>
                </a:lnTo>
                <a:lnTo>
                  <a:pt x="3590844" y="60518"/>
                </a:lnTo>
                <a:lnTo>
                  <a:pt x="3591719" y="61033"/>
                </a:lnTo>
                <a:lnTo>
                  <a:pt x="3592591" y="61551"/>
                </a:lnTo>
                <a:lnTo>
                  <a:pt x="3593461" y="62073"/>
                </a:lnTo>
                <a:lnTo>
                  <a:pt x="3594329" y="62598"/>
                </a:lnTo>
                <a:lnTo>
                  <a:pt x="3595195" y="63126"/>
                </a:lnTo>
                <a:lnTo>
                  <a:pt x="3596058" y="63658"/>
                </a:lnTo>
                <a:lnTo>
                  <a:pt x="3596919" y="64193"/>
                </a:lnTo>
                <a:lnTo>
                  <a:pt x="3597778" y="64732"/>
                </a:lnTo>
                <a:lnTo>
                  <a:pt x="3598634" y="65274"/>
                </a:lnTo>
                <a:lnTo>
                  <a:pt x="3599488" y="65820"/>
                </a:lnTo>
                <a:lnTo>
                  <a:pt x="3600340" y="66368"/>
                </a:lnTo>
                <a:lnTo>
                  <a:pt x="3601189" y="66920"/>
                </a:lnTo>
                <a:lnTo>
                  <a:pt x="3602036" y="67476"/>
                </a:lnTo>
                <a:lnTo>
                  <a:pt x="3602880" y="68035"/>
                </a:lnTo>
                <a:lnTo>
                  <a:pt x="3603722" y="68597"/>
                </a:lnTo>
                <a:lnTo>
                  <a:pt x="3604562" y="69162"/>
                </a:lnTo>
                <a:lnTo>
                  <a:pt x="3605399" y="69731"/>
                </a:lnTo>
                <a:lnTo>
                  <a:pt x="3606234" y="70303"/>
                </a:lnTo>
                <a:lnTo>
                  <a:pt x="3607066" y="70878"/>
                </a:lnTo>
                <a:lnTo>
                  <a:pt x="3607896" y="71457"/>
                </a:lnTo>
                <a:lnTo>
                  <a:pt x="3608724" y="72039"/>
                </a:lnTo>
                <a:lnTo>
                  <a:pt x="3609549" y="72624"/>
                </a:lnTo>
                <a:lnTo>
                  <a:pt x="3610372" y="73212"/>
                </a:lnTo>
                <a:lnTo>
                  <a:pt x="3611192" y="73804"/>
                </a:lnTo>
                <a:lnTo>
                  <a:pt x="3612009" y="74398"/>
                </a:lnTo>
                <a:lnTo>
                  <a:pt x="3612824" y="74996"/>
                </a:lnTo>
                <a:lnTo>
                  <a:pt x="3613637" y="75598"/>
                </a:lnTo>
                <a:lnTo>
                  <a:pt x="3614447" y="76202"/>
                </a:lnTo>
                <a:lnTo>
                  <a:pt x="3615255" y="76810"/>
                </a:lnTo>
                <a:lnTo>
                  <a:pt x="3616060" y="77420"/>
                </a:lnTo>
                <a:lnTo>
                  <a:pt x="3616862" y="78034"/>
                </a:lnTo>
                <a:lnTo>
                  <a:pt x="3617662" y="78651"/>
                </a:lnTo>
                <a:lnTo>
                  <a:pt x="3618459" y="79272"/>
                </a:lnTo>
                <a:lnTo>
                  <a:pt x="3619254" y="79895"/>
                </a:lnTo>
                <a:lnTo>
                  <a:pt x="3620046" y="80522"/>
                </a:lnTo>
                <a:lnTo>
                  <a:pt x="3620836" y="81151"/>
                </a:lnTo>
                <a:lnTo>
                  <a:pt x="3621623" y="81784"/>
                </a:lnTo>
                <a:lnTo>
                  <a:pt x="3622408" y="82420"/>
                </a:lnTo>
                <a:lnTo>
                  <a:pt x="3623189" y="83059"/>
                </a:lnTo>
                <a:lnTo>
                  <a:pt x="3623968" y="83701"/>
                </a:lnTo>
                <a:lnTo>
                  <a:pt x="3624745" y="84346"/>
                </a:lnTo>
                <a:lnTo>
                  <a:pt x="3625519" y="84994"/>
                </a:lnTo>
                <a:lnTo>
                  <a:pt x="3626290" y="85645"/>
                </a:lnTo>
                <a:lnTo>
                  <a:pt x="3627059" y="86300"/>
                </a:lnTo>
                <a:lnTo>
                  <a:pt x="3627825" y="86957"/>
                </a:lnTo>
                <a:lnTo>
                  <a:pt x="3628588" y="87617"/>
                </a:lnTo>
                <a:lnTo>
                  <a:pt x="3629348" y="88281"/>
                </a:lnTo>
                <a:lnTo>
                  <a:pt x="3630106" y="88947"/>
                </a:lnTo>
                <a:lnTo>
                  <a:pt x="3630861" y="89616"/>
                </a:lnTo>
                <a:lnTo>
                  <a:pt x="3631613" y="90289"/>
                </a:lnTo>
                <a:lnTo>
                  <a:pt x="3632363" y="90964"/>
                </a:lnTo>
                <a:lnTo>
                  <a:pt x="3633110" y="91642"/>
                </a:lnTo>
                <a:lnTo>
                  <a:pt x="3633854" y="92324"/>
                </a:lnTo>
                <a:lnTo>
                  <a:pt x="3634596" y="93008"/>
                </a:lnTo>
                <a:lnTo>
                  <a:pt x="3635334" y="93695"/>
                </a:lnTo>
                <a:lnTo>
                  <a:pt x="3636070" y="94385"/>
                </a:lnTo>
                <a:lnTo>
                  <a:pt x="3636803" y="95078"/>
                </a:lnTo>
                <a:lnTo>
                  <a:pt x="3637533" y="95774"/>
                </a:lnTo>
                <a:lnTo>
                  <a:pt x="3638261" y="96473"/>
                </a:lnTo>
                <a:lnTo>
                  <a:pt x="3638985" y="97175"/>
                </a:lnTo>
                <a:lnTo>
                  <a:pt x="3639707" y="97880"/>
                </a:lnTo>
                <a:lnTo>
                  <a:pt x="3640426" y="98587"/>
                </a:lnTo>
                <a:lnTo>
                  <a:pt x="3641142" y="99298"/>
                </a:lnTo>
                <a:lnTo>
                  <a:pt x="3641856" y="100011"/>
                </a:lnTo>
                <a:lnTo>
                  <a:pt x="3642566" y="100727"/>
                </a:lnTo>
                <a:lnTo>
                  <a:pt x="3643274" y="101446"/>
                </a:lnTo>
                <a:lnTo>
                  <a:pt x="3643978" y="102168"/>
                </a:lnTo>
                <a:lnTo>
                  <a:pt x="3644680" y="102892"/>
                </a:lnTo>
                <a:lnTo>
                  <a:pt x="3645379" y="103620"/>
                </a:lnTo>
                <a:lnTo>
                  <a:pt x="3646075" y="104350"/>
                </a:lnTo>
                <a:lnTo>
                  <a:pt x="3646768" y="105083"/>
                </a:lnTo>
                <a:lnTo>
                  <a:pt x="3647458" y="105819"/>
                </a:lnTo>
                <a:lnTo>
                  <a:pt x="3648145" y="106558"/>
                </a:lnTo>
                <a:lnTo>
                  <a:pt x="3648830" y="107299"/>
                </a:lnTo>
                <a:lnTo>
                  <a:pt x="3649511" y="108043"/>
                </a:lnTo>
                <a:lnTo>
                  <a:pt x="3650189" y="108790"/>
                </a:lnTo>
                <a:lnTo>
                  <a:pt x="3650865" y="109540"/>
                </a:lnTo>
                <a:lnTo>
                  <a:pt x="3651537" y="110292"/>
                </a:lnTo>
                <a:lnTo>
                  <a:pt x="3652206" y="111047"/>
                </a:lnTo>
                <a:lnTo>
                  <a:pt x="3652873" y="111805"/>
                </a:lnTo>
                <a:lnTo>
                  <a:pt x="3653536" y="112565"/>
                </a:lnTo>
                <a:lnTo>
                  <a:pt x="3654196" y="113329"/>
                </a:lnTo>
                <a:lnTo>
                  <a:pt x="3654854" y="114094"/>
                </a:lnTo>
                <a:lnTo>
                  <a:pt x="3655508" y="114863"/>
                </a:lnTo>
                <a:lnTo>
                  <a:pt x="3656159" y="115634"/>
                </a:lnTo>
                <a:lnTo>
                  <a:pt x="3656807" y="116408"/>
                </a:lnTo>
                <a:lnTo>
                  <a:pt x="3657453" y="117185"/>
                </a:lnTo>
                <a:lnTo>
                  <a:pt x="3658095" y="117964"/>
                </a:lnTo>
                <a:lnTo>
                  <a:pt x="3658733" y="118746"/>
                </a:lnTo>
                <a:lnTo>
                  <a:pt x="3659369" y="119530"/>
                </a:lnTo>
                <a:lnTo>
                  <a:pt x="3660002" y="120317"/>
                </a:lnTo>
                <a:lnTo>
                  <a:pt x="3660632" y="121107"/>
                </a:lnTo>
                <a:lnTo>
                  <a:pt x="3661258" y="121899"/>
                </a:lnTo>
                <a:lnTo>
                  <a:pt x="3661882" y="122694"/>
                </a:lnTo>
                <a:lnTo>
                  <a:pt x="3662502" y="123491"/>
                </a:lnTo>
                <a:lnTo>
                  <a:pt x="3663119" y="124291"/>
                </a:lnTo>
                <a:lnTo>
                  <a:pt x="3663733" y="125093"/>
                </a:lnTo>
                <a:lnTo>
                  <a:pt x="3664344" y="125898"/>
                </a:lnTo>
                <a:lnTo>
                  <a:pt x="3664951" y="126706"/>
                </a:lnTo>
                <a:lnTo>
                  <a:pt x="3665556" y="127516"/>
                </a:lnTo>
                <a:lnTo>
                  <a:pt x="3666157" y="128329"/>
                </a:lnTo>
                <a:lnTo>
                  <a:pt x="3666755" y="129144"/>
                </a:lnTo>
                <a:lnTo>
                  <a:pt x="3667350" y="129961"/>
                </a:lnTo>
                <a:lnTo>
                  <a:pt x="3667941" y="130781"/>
                </a:lnTo>
                <a:lnTo>
                  <a:pt x="3668530" y="131604"/>
                </a:lnTo>
                <a:lnTo>
                  <a:pt x="3669115" y="132429"/>
                </a:lnTo>
                <a:lnTo>
                  <a:pt x="3669696" y="133257"/>
                </a:lnTo>
                <a:lnTo>
                  <a:pt x="3670275" y="134087"/>
                </a:lnTo>
                <a:lnTo>
                  <a:pt x="3670850" y="134919"/>
                </a:lnTo>
                <a:lnTo>
                  <a:pt x="3671422" y="135754"/>
                </a:lnTo>
                <a:lnTo>
                  <a:pt x="3671991" y="136591"/>
                </a:lnTo>
                <a:lnTo>
                  <a:pt x="3672556" y="137431"/>
                </a:lnTo>
                <a:lnTo>
                  <a:pt x="3673119" y="138273"/>
                </a:lnTo>
                <a:lnTo>
                  <a:pt x="3673677" y="139117"/>
                </a:lnTo>
                <a:lnTo>
                  <a:pt x="3674233" y="139964"/>
                </a:lnTo>
                <a:lnTo>
                  <a:pt x="3674785" y="140813"/>
                </a:lnTo>
                <a:lnTo>
                  <a:pt x="3675334" y="141665"/>
                </a:lnTo>
                <a:lnTo>
                  <a:pt x="3675879" y="142519"/>
                </a:lnTo>
                <a:lnTo>
                  <a:pt x="3676421" y="143375"/>
                </a:lnTo>
                <a:lnTo>
                  <a:pt x="3676960" y="144234"/>
                </a:lnTo>
                <a:lnTo>
                  <a:pt x="3677495" y="145095"/>
                </a:lnTo>
                <a:lnTo>
                  <a:pt x="3678027" y="145958"/>
                </a:lnTo>
                <a:lnTo>
                  <a:pt x="3678556" y="146824"/>
                </a:lnTo>
                <a:lnTo>
                  <a:pt x="3679081" y="147692"/>
                </a:lnTo>
                <a:lnTo>
                  <a:pt x="3679603" y="148562"/>
                </a:lnTo>
                <a:lnTo>
                  <a:pt x="3680121" y="149434"/>
                </a:lnTo>
                <a:lnTo>
                  <a:pt x="3680636" y="150309"/>
                </a:lnTo>
                <a:lnTo>
                  <a:pt x="3681147" y="151186"/>
                </a:lnTo>
                <a:lnTo>
                  <a:pt x="3681655" y="152065"/>
                </a:lnTo>
                <a:lnTo>
                  <a:pt x="3682159" y="152947"/>
                </a:lnTo>
                <a:lnTo>
                  <a:pt x="3682660" y="153831"/>
                </a:lnTo>
                <a:lnTo>
                  <a:pt x="3683158" y="154717"/>
                </a:lnTo>
                <a:lnTo>
                  <a:pt x="3683652" y="155605"/>
                </a:lnTo>
                <a:lnTo>
                  <a:pt x="3684142" y="156495"/>
                </a:lnTo>
                <a:lnTo>
                  <a:pt x="3684629" y="157388"/>
                </a:lnTo>
                <a:lnTo>
                  <a:pt x="3685113" y="158283"/>
                </a:lnTo>
                <a:lnTo>
                  <a:pt x="3685593" y="159180"/>
                </a:lnTo>
                <a:lnTo>
                  <a:pt x="3686069" y="160079"/>
                </a:lnTo>
                <a:lnTo>
                  <a:pt x="3686542" y="160980"/>
                </a:lnTo>
                <a:lnTo>
                  <a:pt x="3687011" y="161884"/>
                </a:lnTo>
                <a:lnTo>
                  <a:pt x="3687477" y="162789"/>
                </a:lnTo>
                <a:lnTo>
                  <a:pt x="3687939" y="163697"/>
                </a:lnTo>
                <a:lnTo>
                  <a:pt x="3688397" y="164607"/>
                </a:lnTo>
                <a:lnTo>
                  <a:pt x="3688852" y="165519"/>
                </a:lnTo>
                <a:lnTo>
                  <a:pt x="3689304" y="166433"/>
                </a:lnTo>
                <a:lnTo>
                  <a:pt x="3689751" y="167349"/>
                </a:lnTo>
                <a:lnTo>
                  <a:pt x="3690195" y="168268"/>
                </a:lnTo>
                <a:lnTo>
                  <a:pt x="3690636" y="169188"/>
                </a:lnTo>
                <a:lnTo>
                  <a:pt x="3691073" y="170111"/>
                </a:lnTo>
                <a:lnTo>
                  <a:pt x="3691506" y="171035"/>
                </a:lnTo>
                <a:lnTo>
                  <a:pt x="3691935" y="171962"/>
                </a:lnTo>
                <a:lnTo>
                  <a:pt x="3692361" y="172890"/>
                </a:lnTo>
                <a:lnTo>
                  <a:pt x="3692783" y="173821"/>
                </a:lnTo>
                <a:lnTo>
                  <a:pt x="3693202" y="174754"/>
                </a:lnTo>
                <a:lnTo>
                  <a:pt x="3693616" y="175688"/>
                </a:lnTo>
                <a:lnTo>
                  <a:pt x="3694027" y="176625"/>
                </a:lnTo>
                <a:lnTo>
                  <a:pt x="3694435" y="177564"/>
                </a:lnTo>
                <a:lnTo>
                  <a:pt x="3694838" y="178504"/>
                </a:lnTo>
                <a:lnTo>
                  <a:pt x="3695238" y="179447"/>
                </a:lnTo>
                <a:lnTo>
                  <a:pt x="3695634" y="180391"/>
                </a:lnTo>
                <a:lnTo>
                  <a:pt x="3696027" y="181338"/>
                </a:lnTo>
                <a:lnTo>
                  <a:pt x="3696415" y="182286"/>
                </a:lnTo>
                <a:lnTo>
                  <a:pt x="3696800" y="183237"/>
                </a:lnTo>
                <a:lnTo>
                  <a:pt x="3697181" y="184189"/>
                </a:lnTo>
                <a:lnTo>
                  <a:pt x="3697558" y="185144"/>
                </a:lnTo>
                <a:lnTo>
                  <a:pt x="3697932" y="186100"/>
                </a:lnTo>
                <a:lnTo>
                  <a:pt x="3698301" y="187058"/>
                </a:lnTo>
                <a:lnTo>
                  <a:pt x="3698667" y="188018"/>
                </a:lnTo>
                <a:lnTo>
                  <a:pt x="3699029" y="188980"/>
                </a:lnTo>
                <a:lnTo>
                  <a:pt x="3699387" y="189944"/>
                </a:lnTo>
                <a:lnTo>
                  <a:pt x="3699741" y="190909"/>
                </a:lnTo>
                <a:lnTo>
                  <a:pt x="3700092" y="191877"/>
                </a:lnTo>
                <a:lnTo>
                  <a:pt x="3700438" y="192846"/>
                </a:lnTo>
                <a:lnTo>
                  <a:pt x="3700781" y="193817"/>
                </a:lnTo>
                <a:lnTo>
                  <a:pt x="3701120" y="194790"/>
                </a:lnTo>
                <a:lnTo>
                  <a:pt x="3701455" y="195765"/>
                </a:lnTo>
                <a:lnTo>
                  <a:pt x="3701786" y="196741"/>
                </a:lnTo>
                <a:lnTo>
                  <a:pt x="3702113" y="197720"/>
                </a:lnTo>
                <a:lnTo>
                  <a:pt x="3702436" y="198700"/>
                </a:lnTo>
                <a:lnTo>
                  <a:pt x="3702755" y="199682"/>
                </a:lnTo>
                <a:lnTo>
                  <a:pt x="3703070" y="200666"/>
                </a:lnTo>
                <a:lnTo>
                  <a:pt x="3703382" y="201651"/>
                </a:lnTo>
                <a:lnTo>
                  <a:pt x="3703689" y="202639"/>
                </a:lnTo>
                <a:lnTo>
                  <a:pt x="3703992" y="203628"/>
                </a:lnTo>
                <a:lnTo>
                  <a:pt x="3704292" y="204618"/>
                </a:lnTo>
                <a:lnTo>
                  <a:pt x="3704587" y="205611"/>
                </a:lnTo>
                <a:lnTo>
                  <a:pt x="3704879" y="206605"/>
                </a:lnTo>
                <a:lnTo>
                  <a:pt x="3705166" y="207601"/>
                </a:lnTo>
                <a:lnTo>
                  <a:pt x="3705449" y="208598"/>
                </a:lnTo>
                <a:lnTo>
                  <a:pt x="3705729" y="209598"/>
                </a:lnTo>
                <a:lnTo>
                  <a:pt x="3706004" y="210599"/>
                </a:lnTo>
                <a:lnTo>
                  <a:pt x="3706275" y="211601"/>
                </a:lnTo>
                <a:lnTo>
                  <a:pt x="3706543" y="212606"/>
                </a:lnTo>
                <a:lnTo>
                  <a:pt x="3706806" y="213611"/>
                </a:lnTo>
                <a:lnTo>
                  <a:pt x="3707065" y="214619"/>
                </a:lnTo>
                <a:lnTo>
                  <a:pt x="3707320" y="215628"/>
                </a:lnTo>
                <a:lnTo>
                  <a:pt x="3707571" y="216639"/>
                </a:lnTo>
                <a:lnTo>
                  <a:pt x="3707818" y="217652"/>
                </a:lnTo>
                <a:lnTo>
                  <a:pt x="3708060" y="218666"/>
                </a:lnTo>
                <a:lnTo>
                  <a:pt x="3708299" y="219681"/>
                </a:lnTo>
                <a:lnTo>
                  <a:pt x="3708533" y="220698"/>
                </a:lnTo>
                <a:lnTo>
                  <a:pt x="3708764" y="221717"/>
                </a:lnTo>
                <a:lnTo>
                  <a:pt x="3708990" y="222738"/>
                </a:lnTo>
                <a:lnTo>
                  <a:pt x="3709212" y="223759"/>
                </a:lnTo>
                <a:lnTo>
                  <a:pt x="3709430" y="224783"/>
                </a:lnTo>
                <a:lnTo>
                  <a:pt x="3709643" y="225808"/>
                </a:lnTo>
                <a:lnTo>
                  <a:pt x="3709853" y="226834"/>
                </a:lnTo>
                <a:lnTo>
                  <a:pt x="3710058" y="227863"/>
                </a:lnTo>
                <a:lnTo>
                  <a:pt x="3710259" y="228892"/>
                </a:lnTo>
                <a:lnTo>
                  <a:pt x="3710456" y="229923"/>
                </a:lnTo>
                <a:lnTo>
                  <a:pt x="3710649" y="230956"/>
                </a:lnTo>
                <a:lnTo>
                  <a:pt x="3710837" y="231990"/>
                </a:lnTo>
                <a:lnTo>
                  <a:pt x="3711022" y="233025"/>
                </a:lnTo>
                <a:lnTo>
                  <a:pt x="3711202" y="234062"/>
                </a:lnTo>
                <a:lnTo>
                  <a:pt x="3711377" y="235101"/>
                </a:lnTo>
                <a:lnTo>
                  <a:pt x="3711549" y="236141"/>
                </a:lnTo>
                <a:lnTo>
                  <a:pt x="3711716" y="237182"/>
                </a:lnTo>
                <a:lnTo>
                  <a:pt x="3711879" y="238225"/>
                </a:lnTo>
                <a:lnTo>
                  <a:pt x="3712037" y="239269"/>
                </a:lnTo>
                <a:lnTo>
                  <a:pt x="3712191" y="240314"/>
                </a:lnTo>
                <a:lnTo>
                  <a:pt x="3712341" y="241361"/>
                </a:lnTo>
                <a:lnTo>
                  <a:pt x="3712487" y="242410"/>
                </a:lnTo>
                <a:lnTo>
                  <a:pt x="3712628" y="243459"/>
                </a:lnTo>
                <a:lnTo>
                  <a:pt x="3712765" y="244510"/>
                </a:lnTo>
                <a:lnTo>
                  <a:pt x="3712898" y="245563"/>
                </a:lnTo>
                <a:lnTo>
                  <a:pt x="3713026" y="246617"/>
                </a:lnTo>
                <a:lnTo>
                  <a:pt x="3713150" y="247672"/>
                </a:lnTo>
                <a:lnTo>
                  <a:pt x="3713269" y="248728"/>
                </a:lnTo>
                <a:lnTo>
                  <a:pt x="3713384" y="249786"/>
                </a:lnTo>
                <a:lnTo>
                  <a:pt x="3713495" y="250845"/>
                </a:lnTo>
                <a:lnTo>
                  <a:pt x="3713601" y="251906"/>
                </a:lnTo>
                <a:lnTo>
                  <a:pt x="3713703" y="252967"/>
                </a:lnTo>
                <a:lnTo>
                  <a:pt x="3713801" y="254030"/>
                </a:lnTo>
                <a:lnTo>
                  <a:pt x="3713894" y="255095"/>
                </a:lnTo>
                <a:lnTo>
                  <a:pt x="3713982" y="256160"/>
                </a:lnTo>
                <a:lnTo>
                  <a:pt x="3714066" y="257227"/>
                </a:lnTo>
                <a:lnTo>
                  <a:pt x="3714146" y="258295"/>
                </a:lnTo>
                <a:lnTo>
                  <a:pt x="3714221" y="259365"/>
                </a:lnTo>
                <a:lnTo>
                  <a:pt x="3714292" y="260435"/>
                </a:lnTo>
                <a:lnTo>
                  <a:pt x="3714358" y="261507"/>
                </a:lnTo>
                <a:lnTo>
                  <a:pt x="3714420" y="262580"/>
                </a:lnTo>
                <a:lnTo>
                  <a:pt x="3714477" y="263654"/>
                </a:lnTo>
                <a:lnTo>
                  <a:pt x="3714529" y="264729"/>
                </a:lnTo>
                <a:lnTo>
                  <a:pt x="3714578" y="265806"/>
                </a:lnTo>
                <a:lnTo>
                  <a:pt x="3714621" y="266884"/>
                </a:lnTo>
                <a:lnTo>
                  <a:pt x="3714660" y="267963"/>
                </a:lnTo>
                <a:lnTo>
                  <a:pt x="3714695" y="269043"/>
                </a:lnTo>
                <a:lnTo>
                  <a:pt x="3714725" y="270124"/>
                </a:lnTo>
                <a:lnTo>
                  <a:pt x="3714750" y="271206"/>
                </a:lnTo>
                <a:lnTo>
                  <a:pt x="3714771" y="272290"/>
                </a:lnTo>
                <a:lnTo>
                  <a:pt x="3714787" y="273374"/>
                </a:lnTo>
                <a:lnTo>
                  <a:pt x="3714798" y="274460"/>
                </a:lnTo>
                <a:lnTo>
                  <a:pt x="3714805" y="275547"/>
                </a:lnTo>
                <a:lnTo>
                  <a:pt x="3714808" y="276635"/>
                </a:lnTo>
                <a:lnTo>
                  <a:pt x="3727980" y="276635"/>
                </a:lnTo>
                <a:lnTo>
                  <a:pt x="3727980" y="276635"/>
                </a:lnTo>
                <a:lnTo>
                  <a:pt x="3727977" y="275433"/>
                </a:lnTo>
                <a:lnTo>
                  <a:pt x="3727969" y="274232"/>
                </a:lnTo>
                <a:lnTo>
                  <a:pt x="3727956" y="273033"/>
                </a:lnTo>
                <a:lnTo>
                  <a:pt x="3727937" y="271835"/>
                </a:lnTo>
                <a:lnTo>
                  <a:pt x="3727913" y="270638"/>
                </a:lnTo>
                <a:lnTo>
                  <a:pt x="3727884" y="269442"/>
                </a:lnTo>
                <a:lnTo>
                  <a:pt x="3727849" y="268248"/>
                </a:lnTo>
                <a:lnTo>
                  <a:pt x="3727809" y="267055"/>
                </a:lnTo>
                <a:lnTo>
                  <a:pt x="3727764" y="265864"/>
                </a:lnTo>
                <a:lnTo>
                  <a:pt x="3727713" y="264674"/>
                </a:lnTo>
                <a:lnTo>
                  <a:pt x="3727657" y="263485"/>
                </a:lnTo>
                <a:lnTo>
                  <a:pt x="3727596" y="262298"/>
                </a:lnTo>
                <a:lnTo>
                  <a:pt x="3727530" y="261112"/>
                </a:lnTo>
                <a:lnTo>
                  <a:pt x="3727459" y="259927"/>
                </a:lnTo>
                <a:lnTo>
                  <a:pt x="3727382" y="258744"/>
                </a:lnTo>
                <a:lnTo>
                  <a:pt x="3727300" y="257562"/>
                </a:lnTo>
                <a:lnTo>
                  <a:pt x="3727213" y="256382"/>
                </a:lnTo>
                <a:lnTo>
                  <a:pt x="3727121" y="255203"/>
                </a:lnTo>
                <a:lnTo>
                  <a:pt x="3727023" y="254026"/>
                </a:lnTo>
                <a:lnTo>
                  <a:pt x="3726921" y="252850"/>
                </a:lnTo>
                <a:lnTo>
                  <a:pt x="3726813" y="251676"/>
                </a:lnTo>
                <a:lnTo>
                  <a:pt x="3726700" y="250503"/>
                </a:lnTo>
                <a:lnTo>
                  <a:pt x="3726582" y="249331"/>
                </a:lnTo>
                <a:lnTo>
                  <a:pt x="3726459" y="248161"/>
                </a:lnTo>
                <a:lnTo>
                  <a:pt x="3726331" y="246993"/>
                </a:lnTo>
                <a:lnTo>
                  <a:pt x="3726198" y="245826"/>
                </a:lnTo>
                <a:lnTo>
                  <a:pt x="3726059" y="244661"/>
                </a:lnTo>
                <a:lnTo>
                  <a:pt x="3725916" y="243497"/>
                </a:lnTo>
                <a:lnTo>
                  <a:pt x="3725767" y="242335"/>
                </a:lnTo>
                <a:lnTo>
                  <a:pt x="3725614" y="241174"/>
                </a:lnTo>
                <a:lnTo>
                  <a:pt x="3725455" y="240015"/>
                </a:lnTo>
                <a:lnTo>
                  <a:pt x="3725292" y="238858"/>
                </a:lnTo>
                <a:lnTo>
                  <a:pt x="3725123" y="237702"/>
                </a:lnTo>
                <a:lnTo>
                  <a:pt x="3724950" y="236548"/>
                </a:lnTo>
                <a:lnTo>
                  <a:pt x="3724771" y="235395"/>
                </a:lnTo>
                <a:lnTo>
                  <a:pt x="3724588" y="234245"/>
                </a:lnTo>
                <a:lnTo>
                  <a:pt x="3724399" y="233095"/>
                </a:lnTo>
                <a:lnTo>
                  <a:pt x="3724206" y="231948"/>
                </a:lnTo>
                <a:lnTo>
                  <a:pt x="3724007" y="230802"/>
                </a:lnTo>
                <a:lnTo>
                  <a:pt x="3723804" y="229658"/>
                </a:lnTo>
                <a:lnTo>
                  <a:pt x="3723596" y="228516"/>
                </a:lnTo>
                <a:lnTo>
                  <a:pt x="3723383" y="227375"/>
                </a:lnTo>
                <a:lnTo>
                  <a:pt x="3723165" y="226236"/>
                </a:lnTo>
                <a:lnTo>
                  <a:pt x="3722942" y="225099"/>
                </a:lnTo>
                <a:lnTo>
                  <a:pt x="3722714" y="223963"/>
                </a:lnTo>
                <a:lnTo>
                  <a:pt x="3722481" y="222829"/>
                </a:lnTo>
                <a:lnTo>
                  <a:pt x="3722244" y="221698"/>
                </a:lnTo>
                <a:lnTo>
                  <a:pt x="3722001" y="220567"/>
                </a:lnTo>
                <a:lnTo>
                  <a:pt x="3721754" y="219439"/>
                </a:lnTo>
                <a:lnTo>
                  <a:pt x="3721502" y="218312"/>
                </a:lnTo>
                <a:lnTo>
                  <a:pt x="3721246" y="217188"/>
                </a:lnTo>
                <a:lnTo>
                  <a:pt x="3720984" y="216065"/>
                </a:lnTo>
                <a:lnTo>
                  <a:pt x="3720718" y="214944"/>
                </a:lnTo>
                <a:lnTo>
                  <a:pt x="3720447" y="213825"/>
                </a:lnTo>
                <a:lnTo>
                  <a:pt x="3720171" y="212707"/>
                </a:lnTo>
                <a:lnTo>
                  <a:pt x="3719890" y="211592"/>
                </a:lnTo>
                <a:lnTo>
                  <a:pt x="3719605" y="210478"/>
                </a:lnTo>
                <a:lnTo>
                  <a:pt x="3719315" y="209367"/>
                </a:lnTo>
                <a:lnTo>
                  <a:pt x="3719020" y="208257"/>
                </a:lnTo>
                <a:lnTo>
                  <a:pt x="3718720" y="207149"/>
                </a:lnTo>
                <a:lnTo>
                  <a:pt x="3718416" y="206043"/>
                </a:lnTo>
                <a:lnTo>
                  <a:pt x="3718107" y="204939"/>
                </a:lnTo>
                <a:lnTo>
                  <a:pt x="3717794" y="203837"/>
                </a:lnTo>
                <a:lnTo>
                  <a:pt x="3717475" y="202737"/>
                </a:lnTo>
                <a:lnTo>
                  <a:pt x="3717153" y="201639"/>
                </a:lnTo>
                <a:lnTo>
                  <a:pt x="3716825" y="200543"/>
                </a:lnTo>
                <a:lnTo>
                  <a:pt x="3716493" y="199449"/>
                </a:lnTo>
                <a:lnTo>
                  <a:pt x="3716156" y="198357"/>
                </a:lnTo>
                <a:lnTo>
                  <a:pt x="3715815" y="197267"/>
                </a:lnTo>
                <a:lnTo>
                  <a:pt x="3715469" y="196179"/>
                </a:lnTo>
                <a:lnTo>
                  <a:pt x="3715119" y="195093"/>
                </a:lnTo>
                <a:lnTo>
                  <a:pt x="3714764" y="194010"/>
                </a:lnTo>
                <a:lnTo>
                  <a:pt x="3714404" y="192928"/>
                </a:lnTo>
                <a:lnTo>
                  <a:pt x="3714040" y="191848"/>
                </a:lnTo>
                <a:lnTo>
                  <a:pt x="3713671" y="190771"/>
                </a:lnTo>
                <a:lnTo>
                  <a:pt x="3713298" y="189695"/>
                </a:lnTo>
                <a:lnTo>
                  <a:pt x="3712920" y="188622"/>
                </a:lnTo>
                <a:lnTo>
                  <a:pt x="3712538" y="187550"/>
                </a:lnTo>
                <a:lnTo>
                  <a:pt x="3712151" y="186481"/>
                </a:lnTo>
                <a:lnTo>
                  <a:pt x="3711760" y="185414"/>
                </a:lnTo>
                <a:lnTo>
                  <a:pt x="3711365" y="184350"/>
                </a:lnTo>
                <a:lnTo>
                  <a:pt x="3710965" y="183287"/>
                </a:lnTo>
                <a:lnTo>
                  <a:pt x="3710560" y="182226"/>
                </a:lnTo>
                <a:lnTo>
                  <a:pt x="3710151" y="181168"/>
                </a:lnTo>
                <a:lnTo>
                  <a:pt x="3709738" y="180112"/>
                </a:lnTo>
                <a:lnTo>
                  <a:pt x="3709320" y="179058"/>
                </a:lnTo>
                <a:lnTo>
                  <a:pt x="3708898" y="178007"/>
                </a:lnTo>
                <a:lnTo>
                  <a:pt x="3708471" y="176957"/>
                </a:lnTo>
                <a:lnTo>
                  <a:pt x="3708040" y="175910"/>
                </a:lnTo>
                <a:lnTo>
                  <a:pt x="3707605" y="174866"/>
                </a:lnTo>
                <a:lnTo>
                  <a:pt x="3707165" y="173823"/>
                </a:lnTo>
                <a:lnTo>
                  <a:pt x="3706721" y="172783"/>
                </a:lnTo>
                <a:lnTo>
                  <a:pt x="3706273" y="171745"/>
                </a:lnTo>
                <a:lnTo>
                  <a:pt x="3705821" y="170709"/>
                </a:lnTo>
                <a:lnTo>
                  <a:pt x="3705364" y="169676"/>
                </a:lnTo>
                <a:lnTo>
                  <a:pt x="3704902" y="168645"/>
                </a:lnTo>
                <a:lnTo>
                  <a:pt x="3704437" y="167616"/>
                </a:lnTo>
                <a:lnTo>
                  <a:pt x="3703967" y="166590"/>
                </a:lnTo>
                <a:lnTo>
                  <a:pt x="3703493" y="165566"/>
                </a:lnTo>
                <a:lnTo>
                  <a:pt x="3703015" y="164544"/>
                </a:lnTo>
                <a:lnTo>
                  <a:pt x="3702532" y="163525"/>
                </a:lnTo>
                <a:lnTo>
                  <a:pt x="3702046" y="162508"/>
                </a:lnTo>
                <a:lnTo>
                  <a:pt x="3701555" y="161494"/>
                </a:lnTo>
                <a:lnTo>
                  <a:pt x="3701059" y="160482"/>
                </a:lnTo>
                <a:lnTo>
                  <a:pt x="3700560" y="159472"/>
                </a:lnTo>
                <a:lnTo>
                  <a:pt x="3700057" y="158465"/>
                </a:lnTo>
                <a:lnTo>
                  <a:pt x="3699549" y="157461"/>
                </a:lnTo>
                <a:lnTo>
                  <a:pt x="3699037" y="156459"/>
                </a:lnTo>
                <a:lnTo>
                  <a:pt x="3698521" y="155459"/>
                </a:lnTo>
                <a:lnTo>
                  <a:pt x="3698001" y="154462"/>
                </a:lnTo>
                <a:lnTo>
                  <a:pt x="3697477" y="153467"/>
                </a:lnTo>
                <a:lnTo>
                  <a:pt x="3696948" y="152475"/>
                </a:lnTo>
                <a:lnTo>
                  <a:pt x="3696416" y="151485"/>
                </a:lnTo>
                <a:lnTo>
                  <a:pt x="3695879" y="150498"/>
                </a:lnTo>
                <a:lnTo>
                  <a:pt x="3695339" y="149514"/>
                </a:lnTo>
                <a:lnTo>
                  <a:pt x="3694794" y="148532"/>
                </a:lnTo>
                <a:lnTo>
                  <a:pt x="3694245" y="147552"/>
                </a:lnTo>
                <a:lnTo>
                  <a:pt x="3693692" y="146575"/>
                </a:lnTo>
                <a:lnTo>
                  <a:pt x="3693135" y="145601"/>
                </a:lnTo>
                <a:lnTo>
                  <a:pt x="3692575" y="144629"/>
                </a:lnTo>
                <a:lnTo>
                  <a:pt x="3692010" y="143660"/>
                </a:lnTo>
                <a:lnTo>
                  <a:pt x="3691441" y="142694"/>
                </a:lnTo>
                <a:lnTo>
                  <a:pt x="3690868" y="141730"/>
                </a:lnTo>
                <a:lnTo>
                  <a:pt x="3690291" y="140769"/>
                </a:lnTo>
                <a:lnTo>
                  <a:pt x="3689710" y="139811"/>
                </a:lnTo>
                <a:lnTo>
                  <a:pt x="3689125" y="138855"/>
                </a:lnTo>
                <a:lnTo>
                  <a:pt x="3688537" y="137902"/>
                </a:lnTo>
                <a:lnTo>
                  <a:pt x="3687944" y="136951"/>
                </a:lnTo>
                <a:lnTo>
                  <a:pt x="3687348" y="136004"/>
                </a:lnTo>
                <a:lnTo>
                  <a:pt x="3686747" y="135059"/>
                </a:lnTo>
                <a:lnTo>
                  <a:pt x="3686143" y="134116"/>
                </a:lnTo>
                <a:lnTo>
                  <a:pt x="3685535" y="133177"/>
                </a:lnTo>
                <a:lnTo>
                  <a:pt x="3684922" y="132240"/>
                </a:lnTo>
                <a:lnTo>
                  <a:pt x="3684306" y="131306"/>
                </a:lnTo>
                <a:lnTo>
                  <a:pt x="3683687" y="130375"/>
                </a:lnTo>
                <a:lnTo>
                  <a:pt x="3683063" y="129447"/>
                </a:lnTo>
                <a:lnTo>
                  <a:pt x="3682435" y="128521"/>
                </a:lnTo>
                <a:lnTo>
                  <a:pt x="3681804" y="127598"/>
                </a:lnTo>
                <a:lnTo>
                  <a:pt x="3681169" y="126678"/>
                </a:lnTo>
                <a:lnTo>
                  <a:pt x="3680530" y="125761"/>
                </a:lnTo>
                <a:lnTo>
                  <a:pt x="3679887" y="124846"/>
                </a:lnTo>
                <a:lnTo>
                  <a:pt x="3679241" y="123935"/>
                </a:lnTo>
                <a:lnTo>
                  <a:pt x="3678591" y="123026"/>
                </a:lnTo>
                <a:lnTo>
                  <a:pt x="3677937" y="122121"/>
                </a:lnTo>
                <a:lnTo>
                  <a:pt x="3677279" y="121218"/>
                </a:lnTo>
                <a:lnTo>
                  <a:pt x="3676618" y="120318"/>
                </a:lnTo>
                <a:lnTo>
                  <a:pt x="3675952" y="119421"/>
                </a:lnTo>
                <a:lnTo>
                  <a:pt x="3675284" y="118527"/>
                </a:lnTo>
                <a:lnTo>
                  <a:pt x="3674611" y="117635"/>
                </a:lnTo>
                <a:lnTo>
                  <a:pt x="3673935" y="116747"/>
                </a:lnTo>
                <a:lnTo>
                  <a:pt x="3673255" y="115862"/>
                </a:lnTo>
                <a:lnTo>
                  <a:pt x="3672571" y="114980"/>
                </a:lnTo>
                <a:lnTo>
                  <a:pt x="3671884" y="114100"/>
                </a:lnTo>
                <a:lnTo>
                  <a:pt x="3671193" y="113224"/>
                </a:lnTo>
                <a:lnTo>
                  <a:pt x="3670499" y="112350"/>
                </a:lnTo>
                <a:lnTo>
                  <a:pt x="3669801" y="111480"/>
                </a:lnTo>
                <a:lnTo>
                  <a:pt x="3669099" y="110613"/>
                </a:lnTo>
                <a:lnTo>
                  <a:pt x="3668394" y="109748"/>
                </a:lnTo>
                <a:lnTo>
                  <a:pt x="3667685" y="108887"/>
                </a:lnTo>
                <a:lnTo>
                  <a:pt x="3666972" y="108029"/>
                </a:lnTo>
                <a:lnTo>
                  <a:pt x="3666256" y="107174"/>
                </a:lnTo>
                <a:lnTo>
                  <a:pt x="3665537" y="106322"/>
                </a:lnTo>
                <a:lnTo>
                  <a:pt x="3664814" y="105473"/>
                </a:lnTo>
                <a:lnTo>
                  <a:pt x="3664087" y="104627"/>
                </a:lnTo>
                <a:lnTo>
                  <a:pt x="3663357" y="103784"/>
                </a:lnTo>
                <a:lnTo>
                  <a:pt x="3662624" y="102945"/>
                </a:lnTo>
                <a:lnTo>
                  <a:pt x="3661887" y="102108"/>
                </a:lnTo>
                <a:lnTo>
                  <a:pt x="3661146" y="101275"/>
                </a:lnTo>
                <a:lnTo>
                  <a:pt x="3660402" y="100445"/>
                </a:lnTo>
                <a:lnTo>
                  <a:pt x="3659654" y="99618"/>
                </a:lnTo>
                <a:lnTo>
                  <a:pt x="3658904" y="98794"/>
                </a:lnTo>
                <a:lnTo>
                  <a:pt x="3658149" y="97973"/>
                </a:lnTo>
                <a:lnTo>
                  <a:pt x="3657391" y="97156"/>
                </a:lnTo>
                <a:lnTo>
                  <a:pt x="3656630" y="96342"/>
                </a:lnTo>
                <a:lnTo>
                  <a:pt x="3655866" y="95531"/>
                </a:lnTo>
                <a:lnTo>
                  <a:pt x="3655098" y="94723"/>
                </a:lnTo>
                <a:lnTo>
                  <a:pt x="3654326" y="93919"/>
                </a:lnTo>
                <a:lnTo>
                  <a:pt x="3653552" y="93117"/>
                </a:lnTo>
                <a:lnTo>
                  <a:pt x="3652774" y="92320"/>
                </a:lnTo>
                <a:lnTo>
                  <a:pt x="3651992" y="91525"/>
                </a:lnTo>
                <a:lnTo>
                  <a:pt x="3651207" y="90734"/>
                </a:lnTo>
                <a:lnTo>
                  <a:pt x="3650419" y="89945"/>
                </a:lnTo>
                <a:lnTo>
                  <a:pt x="3649628" y="89161"/>
                </a:lnTo>
                <a:lnTo>
                  <a:pt x="3648833" y="88379"/>
                </a:lnTo>
                <a:lnTo>
                  <a:pt x="3648035" y="87601"/>
                </a:lnTo>
                <a:lnTo>
                  <a:pt x="3647234" y="86827"/>
                </a:lnTo>
                <a:lnTo>
                  <a:pt x="3646430" y="86055"/>
                </a:lnTo>
                <a:lnTo>
                  <a:pt x="3645622" y="85287"/>
                </a:lnTo>
                <a:lnTo>
                  <a:pt x="3644811" y="84523"/>
                </a:lnTo>
                <a:lnTo>
                  <a:pt x="3643997" y="83761"/>
                </a:lnTo>
                <a:lnTo>
                  <a:pt x="3643179" y="83004"/>
                </a:lnTo>
                <a:lnTo>
                  <a:pt x="3642359" y="82249"/>
                </a:lnTo>
                <a:lnTo>
                  <a:pt x="3641535" y="81498"/>
                </a:lnTo>
                <a:lnTo>
                  <a:pt x="3640708" y="80751"/>
                </a:lnTo>
                <a:lnTo>
                  <a:pt x="3639878" y="80007"/>
                </a:lnTo>
                <a:lnTo>
                  <a:pt x="3639045" y="79266"/>
                </a:lnTo>
                <a:lnTo>
                  <a:pt x="3638208" y="78529"/>
                </a:lnTo>
                <a:lnTo>
                  <a:pt x="3637368" y="77796"/>
                </a:lnTo>
                <a:lnTo>
                  <a:pt x="3636526" y="77066"/>
                </a:lnTo>
                <a:lnTo>
                  <a:pt x="3635680" y="76339"/>
                </a:lnTo>
                <a:lnTo>
                  <a:pt x="3634831" y="75616"/>
                </a:lnTo>
                <a:lnTo>
                  <a:pt x="3633979" y="74896"/>
                </a:lnTo>
                <a:lnTo>
                  <a:pt x="3633124" y="74180"/>
                </a:lnTo>
                <a:lnTo>
                  <a:pt x="3632266" y="73468"/>
                </a:lnTo>
                <a:lnTo>
                  <a:pt x="3631404" y="72759"/>
                </a:lnTo>
                <a:lnTo>
                  <a:pt x="3630540" y="72054"/>
                </a:lnTo>
                <a:lnTo>
                  <a:pt x="3629673" y="71352"/>
                </a:lnTo>
                <a:lnTo>
                  <a:pt x="3628802" y="70654"/>
                </a:lnTo>
                <a:lnTo>
                  <a:pt x="3627929" y="69960"/>
                </a:lnTo>
                <a:lnTo>
                  <a:pt x="3627053" y="69269"/>
                </a:lnTo>
                <a:lnTo>
                  <a:pt x="3626173" y="68582"/>
                </a:lnTo>
                <a:lnTo>
                  <a:pt x="3625291" y="67898"/>
                </a:lnTo>
                <a:lnTo>
                  <a:pt x="3624406" y="67218"/>
                </a:lnTo>
                <a:lnTo>
                  <a:pt x="3623517" y="66542"/>
                </a:lnTo>
                <a:lnTo>
                  <a:pt x="3622626" y="65869"/>
                </a:lnTo>
                <a:lnTo>
                  <a:pt x="3621732" y="65200"/>
                </a:lnTo>
                <a:lnTo>
                  <a:pt x="3620835" y="64535"/>
                </a:lnTo>
                <a:lnTo>
                  <a:pt x="3619935" y="63874"/>
                </a:lnTo>
                <a:lnTo>
                  <a:pt x="3619032" y="63216"/>
                </a:lnTo>
                <a:lnTo>
                  <a:pt x="3618126" y="62562"/>
                </a:lnTo>
                <a:lnTo>
                  <a:pt x="3617218" y="61912"/>
                </a:lnTo>
                <a:lnTo>
                  <a:pt x="3616306" y="61265"/>
                </a:lnTo>
                <a:lnTo>
                  <a:pt x="3615392" y="60623"/>
                </a:lnTo>
                <a:lnTo>
                  <a:pt x="3614475" y="59984"/>
                </a:lnTo>
                <a:lnTo>
                  <a:pt x="3613555" y="59349"/>
                </a:lnTo>
                <a:lnTo>
                  <a:pt x="3612632" y="58717"/>
                </a:lnTo>
                <a:lnTo>
                  <a:pt x="3611706" y="58090"/>
                </a:lnTo>
                <a:lnTo>
                  <a:pt x="3610778" y="57466"/>
                </a:lnTo>
                <a:lnTo>
                  <a:pt x="3609847" y="56846"/>
                </a:lnTo>
                <a:lnTo>
                  <a:pt x="3608913" y="56230"/>
                </a:lnTo>
                <a:lnTo>
                  <a:pt x="3607976" y="55618"/>
                </a:lnTo>
                <a:lnTo>
                  <a:pt x="3607036" y="55010"/>
                </a:lnTo>
                <a:lnTo>
                  <a:pt x="3606094" y="54406"/>
                </a:lnTo>
                <a:lnTo>
                  <a:pt x="3605149" y="53805"/>
                </a:lnTo>
                <a:lnTo>
                  <a:pt x="3604201" y="53209"/>
                </a:lnTo>
                <a:lnTo>
                  <a:pt x="3603251" y="52616"/>
                </a:lnTo>
                <a:lnTo>
                  <a:pt x="3602298" y="52027"/>
                </a:lnTo>
                <a:lnTo>
                  <a:pt x="3601342" y="51443"/>
                </a:lnTo>
                <a:lnTo>
                  <a:pt x="3600384" y="50862"/>
                </a:lnTo>
                <a:lnTo>
                  <a:pt x="3599423" y="50285"/>
                </a:lnTo>
                <a:lnTo>
                  <a:pt x="3598459" y="49712"/>
                </a:lnTo>
                <a:lnTo>
                  <a:pt x="3597492" y="49143"/>
                </a:lnTo>
                <a:lnTo>
                  <a:pt x="3596523" y="48578"/>
                </a:lnTo>
                <a:lnTo>
                  <a:pt x="3595552" y="48017"/>
                </a:lnTo>
                <a:lnTo>
                  <a:pt x="3594578" y="47461"/>
                </a:lnTo>
                <a:lnTo>
                  <a:pt x="3593601" y="46908"/>
                </a:lnTo>
                <a:lnTo>
                  <a:pt x="3592621" y="46359"/>
                </a:lnTo>
                <a:lnTo>
                  <a:pt x="3591639" y="45814"/>
                </a:lnTo>
                <a:lnTo>
                  <a:pt x="3590655" y="45274"/>
                </a:lnTo>
                <a:lnTo>
                  <a:pt x="3589668" y="44737"/>
                </a:lnTo>
                <a:lnTo>
                  <a:pt x="3588678" y="44205"/>
                </a:lnTo>
                <a:lnTo>
                  <a:pt x="3587686" y="43676"/>
                </a:lnTo>
                <a:lnTo>
                  <a:pt x="3586691" y="43152"/>
                </a:lnTo>
                <a:lnTo>
                  <a:pt x="3585694" y="42632"/>
                </a:lnTo>
                <a:lnTo>
                  <a:pt x="3584694" y="42116"/>
                </a:lnTo>
                <a:lnTo>
                  <a:pt x="3583692" y="41604"/>
                </a:lnTo>
                <a:lnTo>
                  <a:pt x="3582688" y="41096"/>
                </a:lnTo>
                <a:lnTo>
                  <a:pt x="3581680" y="40593"/>
                </a:lnTo>
                <a:lnTo>
                  <a:pt x="3580671" y="40093"/>
                </a:lnTo>
                <a:lnTo>
                  <a:pt x="3579659" y="39598"/>
                </a:lnTo>
                <a:lnTo>
                  <a:pt x="3578645" y="39107"/>
                </a:lnTo>
                <a:lnTo>
                  <a:pt x="3577628" y="38621"/>
                </a:lnTo>
                <a:lnTo>
                  <a:pt x="3576609" y="38138"/>
                </a:lnTo>
                <a:lnTo>
                  <a:pt x="3575587" y="37660"/>
                </a:lnTo>
                <a:lnTo>
                  <a:pt x="3574563" y="37186"/>
                </a:lnTo>
                <a:lnTo>
                  <a:pt x="3573537" y="36716"/>
                </a:lnTo>
                <a:lnTo>
                  <a:pt x="3572508" y="36250"/>
                </a:lnTo>
                <a:lnTo>
                  <a:pt x="3571477" y="35789"/>
                </a:lnTo>
                <a:lnTo>
                  <a:pt x="3570444" y="35332"/>
                </a:lnTo>
                <a:lnTo>
                  <a:pt x="3569408" y="34880"/>
                </a:lnTo>
                <a:lnTo>
                  <a:pt x="3568370" y="34431"/>
                </a:lnTo>
                <a:lnTo>
                  <a:pt x="3567330" y="33987"/>
                </a:lnTo>
                <a:lnTo>
                  <a:pt x="3566287" y="33548"/>
                </a:lnTo>
                <a:lnTo>
                  <a:pt x="3565243" y="33113"/>
                </a:lnTo>
                <a:lnTo>
                  <a:pt x="3564195" y="32682"/>
                </a:lnTo>
                <a:lnTo>
                  <a:pt x="3563146" y="32255"/>
                </a:lnTo>
                <a:lnTo>
                  <a:pt x="3562094" y="31833"/>
                </a:lnTo>
                <a:lnTo>
                  <a:pt x="3561041" y="31415"/>
                </a:lnTo>
                <a:lnTo>
                  <a:pt x="3559985" y="31002"/>
                </a:lnTo>
                <a:lnTo>
                  <a:pt x="3558926" y="30593"/>
                </a:lnTo>
                <a:lnTo>
                  <a:pt x="3557866" y="30188"/>
                </a:lnTo>
                <a:lnTo>
                  <a:pt x="3556803" y="29788"/>
                </a:lnTo>
                <a:lnTo>
                  <a:pt x="3555739" y="29393"/>
                </a:lnTo>
                <a:lnTo>
                  <a:pt x="3554672" y="29001"/>
                </a:lnTo>
                <a:lnTo>
                  <a:pt x="3553602" y="28615"/>
                </a:lnTo>
                <a:lnTo>
                  <a:pt x="3552531" y="28233"/>
                </a:lnTo>
                <a:lnTo>
                  <a:pt x="3551458" y="27855"/>
                </a:lnTo>
                <a:lnTo>
                  <a:pt x="3550382" y="27482"/>
                </a:lnTo>
                <a:lnTo>
                  <a:pt x="3549305" y="27113"/>
                </a:lnTo>
                <a:lnTo>
                  <a:pt x="3548225" y="26749"/>
                </a:lnTo>
                <a:lnTo>
                  <a:pt x="3547143" y="26389"/>
                </a:lnTo>
                <a:lnTo>
                  <a:pt x="3546059" y="26034"/>
                </a:lnTo>
                <a:lnTo>
                  <a:pt x="3544974" y="25684"/>
                </a:lnTo>
                <a:lnTo>
                  <a:pt x="3543886" y="25338"/>
                </a:lnTo>
                <a:lnTo>
                  <a:pt x="3542796" y="24997"/>
                </a:lnTo>
                <a:lnTo>
                  <a:pt x="3541704" y="24660"/>
                </a:lnTo>
                <a:lnTo>
                  <a:pt x="3540610" y="24328"/>
                </a:lnTo>
                <a:lnTo>
                  <a:pt x="3539513" y="24000"/>
                </a:lnTo>
                <a:lnTo>
                  <a:pt x="3538415" y="23677"/>
                </a:lnTo>
                <a:lnTo>
                  <a:pt x="3537315" y="23359"/>
                </a:lnTo>
                <a:lnTo>
                  <a:pt x="3536213" y="23046"/>
                </a:lnTo>
                <a:lnTo>
                  <a:pt x="3535110" y="22737"/>
                </a:lnTo>
                <a:lnTo>
                  <a:pt x="3534004" y="22433"/>
                </a:lnTo>
                <a:lnTo>
                  <a:pt x="3532896" y="22133"/>
                </a:lnTo>
                <a:lnTo>
                  <a:pt x="3531786" y="21838"/>
                </a:lnTo>
                <a:lnTo>
                  <a:pt x="3530674" y="21548"/>
                </a:lnTo>
                <a:lnTo>
                  <a:pt x="3529561" y="21263"/>
                </a:lnTo>
                <a:lnTo>
                  <a:pt x="3528445" y="20982"/>
                </a:lnTo>
                <a:lnTo>
                  <a:pt x="3527328" y="20706"/>
                </a:lnTo>
                <a:lnTo>
                  <a:pt x="3526209" y="20435"/>
                </a:lnTo>
                <a:lnTo>
                  <a:pt x="3525088" y="20169"/>
                </a:lnTo>
                <a:lnTo>
                  <a:pt x="3523965" y="19907"/>
                </a:lnTo>
                <a:lnTo>
                  <a:pt x="3522840" y="19651"/>
                </a:lnTo>
                <a:lnTo>
                  <a:pt x="3521714" y="19399"/>
                </a:lnTo>
                <a:lnTo>
                  <a:pt x="3520585" y="19151"/>
                </a:lnTo>
                <a:lnTo>
                  <a:pt x="3519455" y="18909"/>
                </a:lnTo>
                <a:lnTo>
                  <a:pt x="3518323" y="18672"/>
                </a:lnTo>
                <a:lnTo>
                  <a:pt x="3517190" y="18439"/>
                </a:lnTo>
                <a:lnTo>
                  <a:pt x="3516054" y="18211"/>
                </a:lnTo>
                <a:lnTo>
                  <a:pt x="3514917" y="17988"/>
                </a:lnTo>
                <a:lnTo>
                  <a:pt x="3513778" y="17770"/>
                </a:lnTo>
                <a:lnTo>
                  <a:pt x="3512637" y="17557"/>
                </a:lnTo>
                <a:lnTo>
                  <a:pt x="3511495" y="17349"/>
                </a:lnTo>
                <a:lnTo>
                  <a:pt x="3510351" y="17146"/>
                </a:lnTo>
                <a:lnTo>
                  <a:pt x="3509205" y="16947"/>
                </a:lnTo>
                <a:lnTo>
                  <a:pt x="3508057" y="16754"/>
                </a:lnTo>
                <a:lnTo>
                  <a:pt x="3506908" y="16565"/>
                </a:lnTo>
                <a:lnTo>
                  <a:pt x="3505757" y="16382"/>
                </a:lnTo>
                <a:lnTo>
                  <a:pt x="3504605" y="16203"/>
                </a:lnTo>
                <a:lnTo>
                  <a:pt x="3503451" y="16030"/>
                </a:lnTo>
                <a:lnTo>
                  <a:pt x="3502295" y="15861"/>
                </a:lnTo>
                <a:lnTo>
                  <a:pt x="3501138" y="15697"/>
                </a:lnTo>
                <a:lnTo>
                  <a:pt x="3499979" y="15539"/>
                </a:lnTo>
                <a:lnTo>
                  <a:pt x="3498818" y="15385"/>
                </a:lnTo>
                <a:lnTo>
                  <a:pt x="3497656" y="15237"/>
                </a:lnTo>
                <a:lnTo>
                  <a:pt x="3496492" y="15094"/>
                </a:lnTo>
                <a:lnTo>
                  <a:pt x="3495327" y="14955"/>
                </a:lnTo>
                <a:lnTo>
                  <a:pt x="3494160" y="14822"/>
                </a:lnTo>
                <a:lnTo>
                  <a:pt x="3492992" y="14694"/>
                </a:lnTo>
                <a:lnTo>
                  <a:pt x="3491822" y="14571"/>
                </a:lnTo>
                <a:lnTo>
                  <a:pt x="3490650" y="14453"/>
                </a:lnTo>
                <a:lnTo>
                  <a:pt x="3489477" y="14340"/>
                </a:lnTo>
                <a:lnTo>
                  <a:pt x="3488303" y="14232"/>
                </a:lnTo>
                <a:lnTo>
                  <a:pt x="3487127" y="14130"/>
                </a:lnTo>
                <a:lnTo>
                  <a:pt x="3485950" y="14032"/>
                </a:lnTo>
                <a:lnTo>
                  <a:pt x="3484771" y="13940"/>
                </a:lnTo>
                <a:lnTo>
                  <a:pt x="3483590" y="13853"/>
                </a:lnTo>
                <a:lnTo>
                  <a:pt x="3482409" y="13771"/>
                </a:lnTo>
                <a:lnTo>
                  <a:pt x="3481226" y="13694"/>
                </a:lnTo>
                <a:lnTo>
                  <a:pt x="3480041" y="13623"/>
                </a:lnTo>
                <a:lnTo>
                  <a:pt x="3478855" y="13556"/>
                </a:lnTo>
                <a:lnTo>
                  <a:pt x="3477668" y="13495"/>
                </a:lnTo>
                <a:lnTo>
                  <a:pt x="3476479" y="13440"/>
                </a:lnTo>
                <a:lnTo>
                  <a:pt x="3475289" y="13389"/>
                </a:lnTo>
                <a:lnTo>
                  <a:pt x="3474097" y="13344"/>
                </a:lnTo>
                <a:lnTo>
                  <a:pt x="3472905" y="13304"/>
                </a:lnTo>
                <a:lnTo>
                  <a:pt x="3471711" y="13269"/>
                </a:lnTo>
                <a:lnTo>
                  <a:pt x="3470515" y="13240"/>
                </a:lnTo>
                <a:lnTo>
                  <a:pt x="3469318" y="13216"/>
                </a:lnTo>
                <a:lnTo>
                  <a:pt x="3468120" y="13197"/>
                </a:lnTo>
                <a:lnTo>
                  <a:pt x="3466921" y="13184"/>
                </a:lnTo>
                <a:lnTo>
                  <a:pt x="3465720" y="13176"/>
                </a:lnTo>
                <a:lnTo>
                  <a:pt x="3464518" y="13173"/>
                </a:lnTo>
                <a:lnTo>
                  <a:pt x="3464518" y="13173"/>
                </a:lnTo>
                <a:lnTo>
                  <a:pt x="3464518" y="13173"/>
                </a:lnTo>
                <a:close/>
                <a:moveTo>
                  <a:pt x="276635" y="13173"/>
                </a:moveTo>
                <a:lnTo>
                  <a:pt x="276635" y="13173"/>
                </a:lnTo>
                <a:lnTo>
                  <a:pt x="276634" y="13173"/>
                </a:lnTo>
                <a:lnTo>
                  <a:pt x="275432" y="13176"/>
                </a:lnTo>
                <a:lnTo>
                  <a:pt x="274232" y="13184"/>
                </a:lnTo>
                <a:lnTo>
                  <a:pt x="273032" y="13197"/>
                </a:lnTo>
                <a:lnTo>
                  <a:pt x="271834" y="13216"/>
                </a:lnTo>
                <a:lnTo>
                  <a:pt x="270637" y="13240"/>
                </a:lnTo>
                <a:lnTo>
                  <a:pt x="269442" y="13269"/>
                </a:lnTo>
                <a:lnTo>
                  <a:pt x="268248" y="13304"/>
                </a:lnTo>
                <a:lnTo>
                  <a:pt x="267055" y="13344"/>
                </a:lnTo>
                <a:lnTo>
                  <a:pt x="265864" y="13389"/>
                </a:lnTo>
                <a:lnTo>
                  <a:pt x="264674" y="13440"/>
                </a:lnTo>
                <a:lnTo>
                  <a:pt x="263485" y="13495"/>
                </a:lnTo>
                <a:lnTo>
                  <a:pt x="262297" y="13556"/>
                </a:lnTo>
                <a:lnTo>
                  <a:pt x="261111" y="13623"/>
                </a:lnTo>
                <a:lnTo>
                  <a:pt x="259927" y="13694"/>
                </a:lnTo>
                <a:lnTo>
                  <a:pt x="258744" y="13771"/>
                </a:lnTo>
                <a:lnTo>
                  <a:pt x="257562" y="13853"/>
                </a:lnTo>
                <a:lnTo>
                  <a:pt x="256382" y="13940"/>
                </a:lnTo>
                <a:lnTo>
                  <a:pt x="255203" y="14032"/>
                </a:lnTo>
                <a:lnTo>
                  <a:pt x="254026" y="14130"/>
                </a:lnTo>
                <a:lnTo>
                  <a:pt x="252850" y="14232"/>
                </a:lnTo>
                <a:lnTo>
                  <a:pt x="251675" y="14340"/>
                </a:lnTo>
                <a:lnTo>
                  <a:pt x="250502" y="14453"/>
                </a:lnTo>
                <a:lnTo>
                  <a:pt x="249331" y="14571"/>
                </a:lnTo>
                <a:lnTo>
                  <a:pt x="248161" y="14694"/>
                </a:lnTo>
                <a:lnTo>
                  <a:pt x="246993" y="14822"/>
                </a:lnTo>
                <a:lnTo>
                  <a:pt x="245826" y="14955"/>
                </a:lnTo>
                <a:lnTo>
                  <a:pt x="244660" y="15094"/>
                </a:lnTo>
                <a:lnTo>
                  <a:pt x="243497" y="15237"/>
                </a:lnTo>
                <a:lnTo>
                  <a:pt x="242334" y="15385"/>
                </a:lnTo>
                <a:lnTo>
                  <a:pt x="241174" y="15539"/>
                </a:lnTo>
                <a:lnTo>
                  <a:pt x="240015" y="15697"/>
                </a:lnTo>
                <a:lnTo>
                  <a:pt x="238858" y="15861"/>
                </a:lnTo>
                <a:lnTo>
                  <a:pt x="237702" y="16030"/>
                </a:lnTo>
                <a:lnTo>
                  <a:pt x="236548" y="16203"/>
                </a:lnTo>
                <a:lnTo>
                  <a:pt x="235395" y="16382"/>
                </a:lnTo>
                <a:lnTo>
                  <a:pt x="234244" y="16565"/>
                </a:lnTo>
                <a:lnTo>
                  <a:pt x="233095" y="16754"/>
                </a:lnTo>
                <a:lnTo>
                  <a:pt x="231948" y="16947"/>
                </a:lnTo>
                <a:lnTo>
                  <a:pt x="230802" y="17146"/>
                </a:lnTo>
                <a:lnTo>
                  <a:pt x="229658" y="17349"/>
                </a:lnTo>
                <a:lnTo>
                  <a:pt x="228515" y="17557"/>
                </a:lnTo>
                <a:lnTo>
                  <a:pt x="227375" y="17770"/>
                </a:lnTo>
                <a:lnTo>
                  <a:pt x="226236" y="17988"/>
                </a:lnTo>
                <a:lnTo>
                  <a:pt x="225098" y="18211"/>
                </a:lnTo>
                <a:lnTo>
                  <a:pt x="223963" y="18439"/>
                </a:lnTo>
                <a:lnTo>
                  <a:pt x="222829" y="18672"/>
                </a:lnTo>
                <a:lnTo>
                  <a:pt x="221697" y="18909"/>
                </a:lnTo>
                <a:lnTo>
                  <a:pt x="220567" y="19151"/>
                </a:lnTo>
                <a:lnTo>
                  <a:pt x="219439" y="19399"/>
                </a:lnTo>
                <a:lnTo>
                  <a:pt x="218312" y="19651"/>
                </a:lnTo>
                <a:lnTo>
                  <a:pt x="217187" y="19907"/>
                </a:lnTo>
                <a:lnTo>
                  <a:pt x="216065" y="20169"/>
                </a:lnTo>
                <a:lnTo>
                  <a:pt x="214944" y="20435"/>
                </a:lnTo>
                <a:lnTo>
                  <a:pt x="213824" y="20706"/>
                </a:lnTo>
                <a:lnTo>
                  <a:pt x="212707" y="20982"/>
                </a:lnTo>
                <a:lnTo>
                  <a:pt x="211592" y="21263"/>
                </a:lnTo>
                <a:lnTo>
                  <a:pt x="210478" y="21548"/>
                </a:lnTo>
                <a:lnTo>
                  <a:pt x="209366" y="21838"/>
                </a:lnTo>
                <a:lnTo>
                  <a:pt x="208257" y="22133"/>
                </a:lnTo>
                <a:lnTo>
                  <a:pt x="207149" y="22433"/>
                </a:lnTo>
                <a:lnTo>
                  <a:pt x="206043" y="22737"/>
                </a:lnTo>
                <a:lnTo>
                  <a:pt x="204939" y="23046"/>
                </a:lnTo>
                <a:lnTo>
                  <a:pt x="203837" y="23359"/>
                </a:lnTo>
                <a:lnTo>
                  <a:pt x="202737" y="23677"/>
                </a:lnTo>
                <a:lnTo>
                  <a:pt x="201639" y="24000"/>
                </a:lnTo>
                <a:lnTo>
                  <a:pt x="200543" y="24328"/>
                </a:lnTo>
                <a:lnTo>
                  <a:pt x="199449" y="24660"/>
                </a:lnTo>
                <a:lnTo>
                  <a:pt x="198357" y="24997"/>
                </a:lnTo>
                <a:lnTo>
                  <a:pt x="197267" y="25338"/>
                </a:lnTo>
                <a:lnTo>
                  <a:pt x="196179" y="25684"/>
                </a:lnTo>
                <a:lnTo>
                  <a:pt x="195093" y="26034"/>
                </a:lnTo>
                <a:lnTo>
                  <a:pt x="194009" y="26389"/>
                </a:lnTo>
                <a:lnTo>
                  <a:pt x="192927" y="26749"/>
                </a:lnTo>
                <a:lnTo>
                  <a:pt x="191848" y="27113"/>
                </a:lnTo>
                <a:lnTo>
                  <a:pt x="190770" y="27482"/>
                </a:lnTo>
                <a:lnTo>
                  <a:pt x="189695" y="27855"/>
                </a:lnTo>
                <a:lnTo>
                  <a:pt x="188621" y="28233"/>
                </a:lnTo>
                <a:lnTo>
                  <a:pt x="187550" y="28615"/>
                </a:lnTo>
                <a:lnTo>
                  <a:pt x="186481" y="29001"/>
                </a:lnTo>
                <a:lnTo>
                  <a:pt x="185414" y="29393"/>
                </a:lnTo>
                <a:lnTo>
                  <a:pt x="184349" y="29788"/>
                </a:lnTo>
                <a:lnTo>
                  <a:pt x="183287" y="30188"/>
                </a:lnTo>
                <a:lnTo>
                  <a:pt x="182226" y="30593"/>
                </a:lnTo>
                <a:lnTo>
                  <a:pt x="181168" y="31002"/>
                </a:lnTo>
                <a:lnTo>
                  <a:pt x="180112" y="31415"/>
                </a:lnTo>
                <a:lnTo>
                  <a:pt x="179058" y="31833"/>
                </a:lnTo>
                <a:lnTo>
                  <a:pt x="178006" y="32255"/>
                </a:lnTo>
                <a:lnTo>
                  <a:pt x="176957" y="32682"/>
                </a:lnTo>
                <a:lnTo>
                  <a:pt x="175910" y="33113"/>
                </a:lnTo>
                <a:lnTo>
                  <a:pt x="174865" y="33548"/>
                </a:lnTo>
                <a:lnTo>
                  <a:pt x="173823" y="33987"/>
                </a:lnTo>
                <a:lnTo>
                  <a:pt x="172782" y="34431"/>
                </a:lnTo>
                <a:lnTo>
                  <a:pt x="171744" y="34880"/>
                </a:lnTo>
                <a:lnTo>
                  <a:pt x="170709" y="35332"/>
                </a:lnTo>
                <a:lnTo>
                  <a:pt x="169675" y="35789"/>
                </a:lnTo>
                <a:lnTo>
                  <a:pt x="168644" y="36250"/>
                </a:lnTo>
                <a:lnTo>
                  <a:pt x="167616" y="36716"/>
                </a:lnTo>
                <a:lnTo>
                  <a:pt x="166589" y="37186"/>
                </a:lnTo>
                <a:lnTo>
                  <a:pt x="165565" y="37660"/>
                </a:lnTo>
                <a:lnTo>
                  <a:pt x="164544" y="38138"/>
                </a:lnTo>
                <a:lnTo>
                  <a:pt x="163525" y="38621"/>
                </a:lnTo>
                <a:lnTo>
                  <a:pt x="162508" y="39107"/>
                </a:lnTo>
                <a:lnTo>
                  <a:pt x="161494" y="39598"/>
                </a:lnTo>
                <a:lnTo>
                  <a:pt x="160482" y="40093"/>
                </a:lnTo>
                <a:lnTo>
                  <a:pt x="159472" y="40593"/>
                </a:lnTo>
                <a:lnTo>
                  <a:pt x="158465" y="41096"/>
                </a:lnTo>
                <a:lnTo>
                  <a:pt x="157460" y="41604"/>
                </a:lnTo>
                <a:lnTo>
                  <a:pt x="156458" y="42116"/>
                </a:lnTo>
                <a:lnTo>
                  <a:pt x="155459" y="42632"/>
                </a:lnTo>
                <a:lnTo>
                  <a:pt x="154461" y="43152"/>
                </a:lnTo>
                <a:lnTo>
                  <a:pt x="153467" y="43676"/>
                </a:lnTo>
                <a:lnTo>
                  <a:pt x="152475" y="44205"/>
                </a:lnTo>
                <a:lnTo>
                  <a:pt x="151485" y="44737"/>
                </a:lnTo>
                <a:lnTo>
                  <a:pt x="150498" y="45274"/>
                </a:lnTo>
                <a:lnTo>
                  <a:pt x="149513" y="45814"/>
                </a:lnTo>
                <a:lnTo>
                  <a:pt x="148531" y="46359"/>
                </a:lnTo>
                <a:lnTo>
                  <a:pt x="147552" y="46908"/>
                </a:lnTo>
                <a:lnTo>
                  <a:pt x="146575" y="47461"/>
                </a:lnTo>
                <a:lnTo>
                  <a:pt x="145601" y="48017"/>
                </a:lnTo>
                <a:lnTo>
                  <a:pt x="144629" y="48578"/>
                </a:lnTo>
                <a:lnTo>
                  <a:pt x="143660" y="49143"/>
                </a:lnTo>
                <a:lnTo>
                  <a:pt x="142694" y="49712"/>
                </a:lnTo>
                <a:lnTo>
                  <a:pt x="141730" y="50285"/>
                </a:lnTo>
                <a:lnTo>
                  <a:pt x="140769" y="50862"/>
                </a:lnTo>
                <a:lnTo>
                  <a:pt x="139810" y="51443"/>
                </a:lnTo>
                <a:lnTo>
                  <a:pt x="138855" y="52027"/>
                </a:lnTo>
                <a:lnTo>
                  <a:pt x="137901" y="52616"/>
                </a:lnTo>
                <a:lnTo>
                  <a:pt x="136951" y="53209"/>
                </a:lnTo>
                <a:lnTo>
                  <a:pt x="136003" y="53805"/>
                </a:lnTo>
                <a:lnTo>
                  <a:pt x="135058" y="54406"/>
                </a:lnTo>
                <a:lnTo>
                  <a:pt x="134116" y="55010"/>
                </a:lnTo>
                <a:lnTo>
                  <a:pt x="133177" y="55618"/>
                </a:lnTo>
                <a:lnTo>
                  <a:pt x="132240" y="56230"/>
                </a:lnTo>
                <a:lnTo>
                  <a:pt x="131306" y="56846"/>
                </a:lnTo>
                <a:lnTo>
                  <a:pt x="130375" y="57466"/>
                </a:lnTo>
                <a:lnTo>
                  <a:pt x="129446" y="58090"/>
                </a:lnTo>
                <a:lnTo>
                  <a:pt x="128521" y="58717"/>
                </a:lnTo>
                <a:lnTo>
                  <a:pt x="127598" y="59349"/>
                </a:lnTo>
                <a:lnTo>
                  <a:pt x="126678" y="59984"/>
                </a:lnTo>
                <a:lnTo>
                  <a:pt x="125761" y="60623"/>
                </a:lnTo>
                <a:lnTo>
                  <a:pt x="124846" y="61265"/>
                </a:lnTo>
                <a:lnTo>
                  <a:pt x="123935" y="61912"/>
                </a:lnTo>
                <a:lnTo>
                  <a:pt x="123026" y="62562"/>
                </a:lnTo>
                <a:lnTo>
                  <a:pt x="122120" y="63216"/>
                </a:lnTo>
                <a:lnTo>
                  <a:pt x="121217" y="63874"/>
                </a:lnTo>
                <a:lnTo>
                  <a:pt x="120317" y="64535"/>
                </a:lnTo>
                <a:lnTo>
                  <a:pt x="119420" y="65200"/>
                </a:lnTo>
                <a:lnTo>
                  <a:pt x="118526" y="65869"/>
                </a:lnTo>
                <a:lnTo>
                  <a:pt x="117635" y="66542"/>
                </a:lnTo>
                <a:lnTo>
                  <a:pt x="116747" y="67218"/>
                </a:lnTo>
                <a:lnTo>
                  <a:pt x="115862" y="67898"/>
                </a:lnTo>
                <a:lnTo>
                  <a:pt x="114979" y="68582"/>
                </a:lnTo>
                <a:lnTo>
                  <a:pt x="114100" y="69269"/>
                </a:lnTo>
                <a:lnTo>
                  <a:pt x="113224" y="69960"/>
                </a:lnTo>
                <a:lnTo>
                  <a:pt x="112350" y="70654"/>
                </a:lnTo>
                <a:lnTo>
                  <a:pt x="111480" y="71352"/>
                </a:lnTo>
                <a:lnTo>
                  <a:pt x="110612" y="72054"/>
                </a:lnTo>
                <a:lnTo>
                  <a:pt x="109748" y="72759"/>
                </a:lnTo>
                <a:lnTo>
                  <a:pt x="108887" y="73468"/>
                </a:lnTo>
                <a:lnTo>
                  <a:pt x="108029" y="74180"/>
                </a:lnTo>
                <a:lnTo>
                  <a:pt x="107174" y="74896"/>
                </a:lnTo>
                <a:lnTo>
                  <a:pt x="106322" y="75616"/>
                </a:lnTo>
                <a:lnTo>
                  <a:pt x="105473" y="76339"/>
                </a:lnTo>
                <a:lnTo>
                  <a:pt x="104627" y="77066"/>
                </a:lnTo>
                <a:lnTo>
                  <a:pt x="103784" y="77796"/>
                </a:lnTo>
                <a:lnTo>
                  <a:pt x="102944" y="78529"/>
                </a:lnTo>
                <a:lnTo>
                  <a:pt x="102108" y="79266"/>
                </a:lnTo>
                <a:lnTo>
                  <a:pt x="101275" y="80007"/>
                </a:lnTo>
                <a:lnTo>
                  <a:pt x="100445" y="80751"/>
                </a:lnTo>
                <a:lnTo>
                  <a:pt x="99618" y="81498"/>
                </a:lnTo>
                <a:lnTo>
                  <a:pt x="98794" y="82249"/>
                </a:lnTo>
                <a:lnTo>
                  <a:pt x="97973" y="83004"/>
                </a:lnTo>
                <a:lnTo>
                  <a:pt x="97156" y="83761"/>
                </a:lnTo>
                <a:lnTo>
                  <a:pt x="96342" y="84523"/>
                </a:lnTo>
                <a:lnTo>
                  <a:pt x="95531" y="85287"/>
                </a:lnTo>
                <a:lnTo>
                  <a:pt x="94723" y="86055"/>
                </a:lnTo>
                <a:lnTo>
                  <a:pt x="93918" y="86827"/>
                </a:lnTo>
                <a:lnTo>
                  <a:pt x="93117" y="87601"/>
                </a:lnTo>
                <a:lnTo>
                  <a:pt x="92319" y="88379"/>
                </a:lnTo>
                <a:lnTo>
                  <a:pt x="91525" y="89161"/>
                </a:lnTo>
                <a:lnTo>
                  <a:pt x="90733" y="89945"/>
                </a:lnTo>
                <a:lnTo>
                  <a:pt x="89945" y="90734"/>
                </a:lnTo>
                <a:lnTo>
                  <a:pt x="89160" y="91525"/>
                </a:lnTo>
                <a:lnTo>
                  <a:pt x="88379" y="92320"/>
                </a:lnTo>
                <a:lnTo>
                  <a:pt x="87601" y="93117"/>
                </a:lnTo>
                <a:lnTo>
                  <a:pt x="86826" y="93919"/>
                </a:lnTo>
                <a:lnTo>
                  <a:pt x="86055" y="94723"/>
                </a:lnTo>
                <a:lnTo>
                  <a:pt x="85287" y="95531"/>
                </a:lnTo>
                <a:lnTo>
                  <a:pt x="84522" y="96342"/>
                </a:lnTo>
                <a:lnTo>
                  <a:pt x="83761" y="97156"/>
                </a:lnTo>
                <a:lnTo>
                  <a:pt x="83003" y="97973"/>
                </a:lnTo>
                <a:lnTo>
                  <a:pt x="82249" y="98794"/>
                </a:lnTo>
                <a:lnTo>
                  <a:pt x="81498" y="99618"/>
                </a:lnTo>
                <a:lnTo>
                  <a:pt x="80751" y="100445"/>
                </a:lnTo>
                <a:lnTo>
                  <a:pt x="80007" y="101275"/>
                </a:lnTo>
                <a:lnTo>
                  <a:pt x="79266" y="102108"/>
                </a:lnTo>
                <a:lnTo>
                  <a:pt x="78529" y="102945"/>
                </a:lnTo>
                <a:lnTo>
                  <a:pt x="77795" y="103784"/>
                </a:lnTo>
                <a:lnTo>
                  <a:pt x="77065" y="104627"/>
                </a:lnTo>
                <a:lnTo>
                  <a:pt x="76339" y="105473"/>
                </a:lnTo>
                <a:lnTo>
                  <a:pt x="75616" y="106322"/>
                </a:lnTo>
                <a:lnTo>
                  <a:pt x="74896" y="107174"/>
                </a:lnTo>
                <a:lnTo>
                  <a:pt x="74180" y="108029"/>
                </a:lnTo>
                <a:lnTo>
                  <a:pt x="73468" y="108887"/>
                </a:lnTo>
                <a:lnTo>
                  <a:pt x="72759" y="109748"/>
                </a:lnTo>
                <a:lnTo>
                  <a:pt x="72054" y="110613"/>
                </a:lnTo>
                <a:lnTo>
                  <a:pt x="71352" y="111480"/>
                </a:lnTo>
                <a:lnTo>
                  <a:pt x="70654" y="112350"/>
                </a:lnTo>
                <a:lnTo>
                  <a:pt x="69959" y="113224"/>
                </a:lnTo>
                <a:lnTo>
                  <a:pt x="69268" y="114100"/>
                </a:lnTo>
                <a:lnTo>
                  <a:pt x="68581" y="114980"/>
                </a:lnTo>
                <a:lnTo>
                  <a:pt x="67898" y="115862"/>
                </a:lnTo>
                <a:lnTo>
                  <a:pt x="67218" y="116747"/>
                </a:lnTo>
                <a:lnTo>
                  <a:pt x="66541" y="117635"/>
                </a:lnTo>
                <a:lnTo>
                  <a:pt x="65869" y="118527"/>
                </a:lnTo>
                <a:lnTo>
                  <a:pt x="65200" y="119421"/>
                </a:lnTo>
                <a:lnTo>
                  <a:pt x="64535" y="120318"/>
                </a:lnTo>
                <a:lnTo>
                  <a:pt x="63873" y="121218"/>
                </a:lnTo>
                <a:lnTo>
                  <a:pt x="63216" y="122121"/>
                </a:lnTo>
                <a:lnTo>
                  <a:pt x="62562" y="123026"/>
                </a:lnTo>
                <a:lnTo>
                  <a:pt x="61912" y="123935"/>
                </a:lnTo>
                <a:lnTo>
                  <a:pt x="61265" y="124846"/>
                </a:lnTo>
                <a:lnTo>
                  <a:pt x="60622" y="125761"/>
                </a:lnTo>
                <a:lnTo>
                  <a:pt x="59983" y="126678"/>
                </a:lnTo>
                <a:lnTo>
                  <a:pt x="59348" y="127598"/>
                </a:lnTo>
                <a:lnTo>
                  <a:pt x="58717" y="128521"/>
                </a:lnTo>
                <a:lnTo>
                  <a:pt x="58090" y="129447"/>
                </a:lnTo>
                <a:lnTo>
                  <a:pt x="57466" y="130375"/>
                </a:lnTo>
                <a:lnTo>
                  <a:pt x="56846" y="131306"/>
                </a:lnTo>
                <a:lnTo>
                  <a:pt x="56230" y="132240"/>
                </a:lnTo>
                <a:lnTo>
                  <a:pt x="55618" y="133177"/>
                </a:lnTo>
                <a:lnTo>
                  <a:pt x="55010" y="134116"/>
                </a:lnTo>
                <a:lnTo>
                  <a:pt x="54405" y="135059"/>
                </a:lnTo>
                <a:lnTo>
                  <a:pt x="53805" y="136004"/>
                </a:lnTo>
                <a:lnTo>
                  <a:pt x="53208" y="136951"/>
                </a:lnTo>
                <a:lnTo>
                  <a:pt x="52616" y="137902"/>
                </a:lnTo>
                <a:lnTo>
                  <a:pt x="52027" y="138855"/>
                </a:lnTo>
                <a:lnTo>
                  <a:pt x="51442" y="139811"/>
                </a:lnTo>
                <a:lnTo>
                  <a:pt x="50861" y="140769"/>
                </a:lnTo>
                <a:lnTo>
                  <a:pt x="50285" y="141730"/>
                </a:lnTo>
                <a:lnTo>
                  <a:pt x="49712" y="142694"/>
                </a:lnTo>
                <a:lnTo>
                  <a:pt x="49143" y="143660"/>
                </a:lnTo>
                <a:lnTo>
                  <a:pt x="48578" y="144629"/>
                </a:lnTo>
                <a:lnTo>
                  <a:pt x="48017" y="145601"/>
                </a:lnTo>
                <a:lnTo>
                  <a:pt x="47460" y="146575"/>
                </a:lnTo>
                <a:lnTo>
                  <a:pt x="46907" y="147552"/>
                </a:lnTo>
                <a:lnTo>
                  <a:pt x="46359" y="148532"/>
                </a:lnTo>
                <a:lnTo>
                  <a:pt x="45814" y="149514"/>
                </a:lnTo>
                <a:lnTo>
                  <a:pt x="45273" y="150498"/>
                </a:lnTo>
                <a:lnTo>
                  <a:pt x="44737" y="151485"/>
                </a:lnTo>
                <a:lnTo>
                  <a:pt x="44204" y="152475"/>
                </a:lnTo>
                <a:lnTo>
                  <a:pt x="43676" y="153467"/>
                </a:lnTo>
                <a:lnTo>
                  <a:pt x="43152" y="154462"/>
                </a:lnTo>
                <a:lnTo>
                  <a:pt x="42632" y="155459"/>
                </a:lnTo>
                <a:lnTo>
                  <a:pt x="42116" y="156459"/>
                </a:lnTo>
                <a:lnTo>
                  <a:pt x="41604" y="157461"/>
                </a:lnTo>
                <a:lnTo>
                  <a:pt x="41096" y="158465"/>
                </a:lnTo>
                <a:lnTo>
                  <a:pt x="40592" y="159472"/>
                </a:lnTo>
                <a:lnTo>
                  <a:pt x="40093" y="160482"/>
                </a:lnTo>
                <a:lnTo>
                  <a:pt x="39598" y="161494"/>
                </a:lnTo>
                <a:lnTo>
                  <a:pt x="39107" y="162508"/>
                </a:lnTo>
                <a:lnTo>
                  <a:pt x="38620" y="163525"/>
                </a:lnTo>
                <a:lnTo>
                  <a:pt x="38138" y="164544"/>
                </a:lnTo>
                <a:lnTo>
                  <a:pt x="37659" y="165566"/>
                </a:lnTo>
                <a:lnTo>
                  <a:pt x="37185" y="166590"/>
                </a:lnTo>
                <a:lnTo>
                  <a:pt x="36716" y="167616"/>
                </a:lnTo>
                <a:lnTo>
                  <a:pt x="36250" y="168645"/>
                </a:lnTo>
                <a:lnTo>
                  <a:pt x="35789" y="169676"/>
                </a:lnTo>
                <a:lnTo>
                  <a:pt x="35332" y="170709"/>
                </a:lnTo>
                <a:lnTo>
                  <a:pt x="34879" y="171745"/>
                </a:lnTo>
                <a:lnTo>
                  <a:pt x="34431" y="172783"/>
                </a:lnTo>
                <a:lnTo>
                  <a:pt x="33987" y="173823"/>
                </a:lnTo>
                <a:lnTo>
                  <a:pt x="33547" y="174866"/>
                </a:lnTo>
                <a:lnTo>
                  <a:pt x="33112" y="175910"/>
                </a:lnTo>
                <a:lnTo>
                  <a:pt x="32681" y="176957"/>
                </a:lnTo>
                <a:lnTo>
                  <a:pt x="32255" y="178007"/>
                </a:lnTo>
                <a:lnTo>
                  <a:pt x="31833" y="179058"/>
                </a:lnTo>
                <a:lnTo>
                  <a:pt x="31415" y="180112"/>
                </a:lnTo>
                <a:lnTo>
                  <a:pt x="31001" y="181168"/>
                </a:lnTo>
                <a:lnTo>
                  <a:pt x="30592" y="182226"/>
                </a:lnTo>
                <a:lnTo>
                  <a:pt x="30188" y="183287"/>
                </a:lnTo>
                <a:lnTo>
                  <a:pt x="29788" y="184350"/>
                </a:lnTo>
                <a:lnTo>
                  <a:pt x="29392" y="185414"/>
                </a:lnTo>
                <a:lnTo>
                  <a:pt x="29001" y="186481"/>
                </a:lnTo>
                <a:lnTo>
                  <a:pt x="28614" y="187550"/>
                </a:lnTo>
                <a:lnTo>
                  <a:pt x="28232" y="188622"/>
                </a:lnTo>
                <a:lnTo>
                  <a:pt x="27855" y="189695"/>
                </a:lnTo>
                <a:lnTo>
                  <a:pt x="27481" y="190771"/>
                </a:lnTo>
                <a:lnTo>
                  <a:pt x="27113" y="191848"/>
                </a:lnTo>
                <a:lnTo>
                  <a:pt x="26749" y="192928"/>
                </a:lnTo>
                <a:lnTo>
                  <a:pt x="26389" y="194010"/>
                </a:lnTo>
                <a:lnTo>
                  <a:pt x="26034" y="195093"/>
                </a:lnTo>
                <a:lnTo>
                  <a:pt x="25683" y="196179"/>
                </a:lnTo>
                <a:lnTo>
                  <a:pt x="25337" y="197267"/>
                </a:lnTo>
                <a:lnTo>
                  <a:pt x="24996" y="198357"/>
                </a:lnTo>
                <a:lnTo>
                  <a:pt x="24659" y="199449"/>
                </a:lnTo>
                <a:lnTo>
                  <a:pt x="24327" y="200543"/>
                </a:lnTo>
                <a:lnTo>
                  <a:pt x="24000" y="201639"/>
                </a:lnTo>
                <a:lnTo>
                  <a:pt x="23677" y="202737"/>
                </a:lnTo>
                <a:lnTo>
                  <a:pt x="23359" y="203837"/>
                </a:lnTo>
                <a:lnTo>
                  <a:pt x="23045" y="204939"/>
                </a:lnTo>
                <a:lnTo>
                  <a:pt x="22736" y="206043"/>
                </a:lnTo>
                <a:lnTo>
                  <a:pt x="22432" y="207149"/>
                </a:lnTo>
                <a:lnTo>
                  <a:pt x="22133" y="208257"/>
                </a:lnTo>
                <a:lnTo>
                  <a:pt x="21838" y="209367"/>
                </a:lnTo>
                <a:lnTo>
                  <a:pt x="21548" y="210478"/>
                </a:lnTo>
                <a:lnTo>
                  <a:pt x="21263" y="211592"/>
                </a:lnTo>
                <a:lnTo>
                  <a:pt x="20982" y="212707"/>
                </a:lnTo>
                <a:lnTo>
                  <a:pt x="20706" y="213825"/>
                </a:lnTo>
                <a:lnTo>
                  <a:pt x="20435" y="214944"/>
                </a:lnTo>
                <a:lnTo>
                  <a:pt x="20169" y="216065"/>
                </a:lnTo>
                <a:lnTo>
                  <a:pt x="19907" y="217188"/>
                </a:lnTo>
                <a:lnTo>
                  <a:pt x="19650" y="218312"/>
                </a:lnTo>
                <a:lnTo>
                  <a:pt x="19398" y="219439"/>
                </a:lnTo>
                <a:lnTo>
                  <a:pt x="19151" y="220567"/>
                </a:lnTo>
                <a:lnTo>
                  <a:pt x="18909" y="221698"/>
                </a:lnTo>
                <a:lnTo>
                  <a:pt x="18671" y="222829"/>
                </a:lnTo>
                <a:lnTo>
                  <a:pt x="18439" y="223963"/>
                </a:lnTo>
                <a:lnTo>
                  <a:pt x="18211" y="225099"/>
                </a:lnTo>
                <a:lnTo>
                  <a:pt x="17988" y="226236"/>
                </a:lnTo>
                <a:lnTo>
                  <a:pt x="17770" y="227375"/>
                </a:lnTo>
                <a:lnTo>
                  <a:pt x="17557" y="228516"/>
                </a:lnTo>
                <a:lnTo>
                  <a:pt x="17349" y="229658"/>
                </a:lnTo>
                <a:lnTo>
                  <a:pt x="17145" y="230802"/>
                </a:lnTo>
                <a:lnTo>
                  <a:pt x="16947" y="231948"/>
                </a:lnTo>
                <a:lnTo>
                  <a:pt x="16753" y="233095"/>
                </a:lnTo>
                <a:lnTo>
                  <a:pt x="16565" y="234245"/>
                </a:lnTo>
                <a:lnTo>
                  <a:pt x="16381" y="235395"/>
                </a:lnTo>
                <a:lnTo>
                  <a:pt x="16203" y="236548"/>
                </a:lnTo>
                <a:lnTo>
                  <a:pt x="16029" y="237702"/>
                </a:lnTo>
                <a:lnTo>
                  <a:pt x="15861" y="238858"/>
                </a:lnTo>
                <a:lnTo>
                  <a:pt x="15697" y="240015"/>
                </a:lnTo>
                <a:lnTo>
                  <a:pt x="15539" y="241174"/>
                </a:lnTo>
                <a:lnTo>
                  <a:pt x="15385" y="242335"/>
                </a:lnTo>
                <a:lnTo>
                  <a:pt x="15237" y="243497"/>
                </a:lnTo>
                <a:lnTo>
                  <a:pt x="15093" y="244661"/>
                </a:lnTo>
                <a:lnTo>
                  <a:pt x="14955" y="245826"/>
                </a:lnTo>
                <a:lnTo>
                  <a:pt x="14822" y="246993"/>
                </a:lnTo>
                <a:lnTo>
                  <a:pt x="14693" y="248161"/>
                </a:lnTo>
                <a:lnTo>
                  <a:pt x="14570" y="249331"/>
                </a:lnTo>
                <a:lnTo>
                  <a:pt x="14452" y="250503"/>
                </a:lnTo>
                <a:lnTo>
                  <a:pt x="14339" y="251676"/>
                </a:lnTo>
                <a:lnTo>
                  <a:pt x="14232" y="252850"/>
                </a:lnTo>
                <a:lnTo>
                  <a:pt x="14129" y="254026"/>
                </a:lnTo>
                <a:lnTo>
                  <a:pt x="14032" y="255203"/>
                </a:lnTo>
                <a:lnTo>
                  <a:pt x="13940" y="256382"/>
                </a:lnTo>
                <a:lnTo>
                  <a:pt x="13852" y="257562"/>
                </a:lnTo>
                <a:lnTo>
                  <a:pt x="13771" y="258744"/>
                </a:lnTo>
                <a:lnTo>
                  <a:pt x="13694" y="259927"/>
                </a:lnTo>
                <a:lnTo>
                  <a:pt x="13622" y="261112"/>
                </a:lnTo>
                <a:lnTo>
                  <a:pt x="13556" y="262298"/>
                </a:lnTo>
                <a:lnTo>
                  <a:pt x="13495" y="263485"/>
                </a:lnTo>
                <a:lnTo>
                  <a:pt x="13439" y="264674"/>
                </a:lnTo>
                <a:lnTo>
                  <a:pt x="13389" y="265864"/>
                </a:lnTo>
                <a:lnTo>
                  <a:pt x="13344" y="267055"/>
                </a:lnTo>
                <a:lnTo>
                  <a:pt x="13304" y="268248"/>
                </a:lnTo>
                <a:lnTo>
                  <a:pt x="13269" y="269442"/>
                </a:lnTo>
                <a:lnTo>
                  <a:pt x="13240" y="270638"/>
                </a:lnTo>
                <a:lnTo>
                  <a:pt x="13216" y="271835"/>
                </a:lnTo>
                <a:lnTo>
                  <a:pt x="13197" y="273033"/>
                </a:lnTo>
                <a:lnTo>
                  <a:pt x="13183" y="274232"/>
                </a:lnTo>
                <a:lnTo>
                  <a:pt x="13175" y="275433"/>
                </a:lnTo>
                <a:lnTo>
                  <a:pt x="13173" y="276635"/>
                </a:lnTo>
                <a:lnTo>
                  <a:pt x="13173" y="276635"/>
                </a:lnTo>
                <a:lnTo>
                  <a:pt x="13173" y="276635"/>
                </a:lnTo>
                <a:lnTo>
                  <a:pt x="26346" y="276635"/>
                </a:lnTo>
                <a:lnTo>
                  <a:pt x="26348" y="275547"/>
                </a:lnTo>
                <a:lnTo>
                  <a:pt x="26355" y="274460"/>
                </a:lnTo>
                <a:lnTo>
                  <a:pt x="26367" y="273374"/>
                </a:lnTo>
                <a:lnTo>
                  <a:pt x="26383" y="272290"/>
                </a:lnTo>
                <a:lnTo>
                  <a:pt x="26404" y="271206"/>
                </a:lnTo>
                <a:lnTo>
                  <a:pt x="26429" y="270124"/>
                </a:lnTo>
                <a:lnTo>
                  <a:pt x="26459" y="269043"/>
                </a:lnTo>
                <a:lnTo>
                  <a:pt x="26493" y="267963"/>
                </a:lnTo>
                <a:lnTo>
                  <a:pt x="26533" y="266884"/>
                </a:lnTo>
                <a:lnTo>
                  <a:pt x="26576" y="265806"/>
                </a:lnTo>
                <a:lnTo>
                  <a:pt x="26624" y="264729"/>
                </a:lnTo>
                <a:lnTo>
                  <a:pt x="26677" y="263654"/>
                </a:lnTo>
                <a:lnTo>
                  <a:pt x="26734" y="262580"/>
                </a:lnTo>
                <a:lnTo>
                  <a:pt x="26796" y="261507"/>
                </a:lnTo>
                <a:lnTo>
                  <a:pt x="26862" y="260435"/>
                </a:lnTo>
                <a:lnTo>
                  <a:pt x="26933" y="259365"/>
                </a:lnTo>
                <a:lnTo>
                  <a:pt x="27008" y="258295"/>
                </a:lnTo>
                <a:lnTo>
                  <a:pt x="27087" y="257227"/>
                </a:lnTo>
                <a:lnTo>
                  <a:pt x="27171" y="256160"/>
                </a:lnTo>
                <a:lnTo>
                  <a:pt x="27260" y="255095"/>
                </a:lnTo>
                <a:lnTo>
                  <a:pt x="27353" y="254030"/>
                </a:lnTo>
                <a:lnTo>
                  <a:pt x="27450" y="252967"/>
                </a:lnTo>
                <a:lnTo>
                  <a:pt x="27552" y="251906"/>
                </a:lnTo>
                <a:lnTo>
                  <a:pt x="27659" y="250845"/>
                </a:lnTo>
                <a:lnTo>
                  <a:pt x="27769" y="249786"/>
                </a:lnTo>
                <a:lnTo>
                  <a:pt x="27884" y="248728"/>
                </a:lnTo>
                <a:lnTo>
                  <a:pt x="28004" y="247672"/>
                </a:lnTo>
                <a:lnTo>
                  <a:pt x="28128" y="246617"/>
                </a:lnTo>
                <a:lnTo>
                  <a:pt x="28256" y="245563"/>
                </a:lnTo>
                <a:lnTo>
                  <a:pt x="28388" y="244510"/>
                </a:lnTo>
                <a:lnTo>
                  <a:pt x="28525" y="243459"/>
                </a:lnTo>
                <a:lnTo>
                  <a:pt x="28667" y="242410"/>
                </a:lnTo>
                <a:lnTo>
                  <a:pt x="28812" y="241361"/>
                </a:lnTo>
                <a:lnTo>
                  <a:pt x="28962" y="240314"/>
                </a:lnTo>
                <a:lnTo>
                  <a:pt x="29116" y="239269"/>
                </a:lnTo>
                <a:lnTo>
                  <a:pt x="29275" y="238225"/>
                </a:lnTo>
                <a:lnTo>
                  <a:pt x="29438" y="237182"/>
                </a:lnTo>
                <a:lnTo>
                  <a:pt x="29605" y="236141"/>
                </a:lnTo>
                <a:lnTo>
                  <a:pt x="29776" y="235101"/>
                </a:lnTo>
                <a:lnTo>
                  <a:pt x="29952" y="234062"/>
                </a:lnTo>
                <a:lnTo>
                  <a:pt x="30132" y="233025"/>
                </a:lnTo>
                <a:lnTo>
                  <a:pt x="30316" y="231990"/>
                </a:lnTo>
                <a:lnTo>
                  <a:pt x="30505" y="230956"/>
                </a:lnTo>
                <a:lnTo>
                  <a:pt x="30697" y="229923"/>
                </a:lnTo>
                <a:lnTo>
                  <a:pt x="30894" y="228892"/>
                </a:lnTo>
                <a:lnTo>
                  <a:pt x="31095" y="227863"/>
                </a:lnTo>
                <a:lnTo>
                  <a:pt x="31301" y="226834"/>
                </a:lnTo>
                <a:lnTo>
                  <a:pt x="31510" y="225808"/>
                </a:lnTo>
                <a:lnTo>
                  <a:pt x="31724" y="224783"/>
                </a:lnTo>
                <a:lnTo>
                  <a:pt x="31942" y="223759"/>
                </a:lnTo>
                <a:lnTo>
                  <a:pt x="32164" y="222738"/>
                </a:lnTo>
                <a:lnTo>
                  <a:pt x="32390" y="221717"/>
                </a:lnTo>
                <a:lnTo>
                  <a:pt x="32620" y="220698"/>
                </a:lnTo>
                <a:lnTo>
                  <a:pt x="32855" y="219681"/>
                </a:lnTo>
                <a:lnTo>
                  <a:pt x="33093" y="218666"/>
                </a:lnTo>
                <a:lnTo>
                  <a:pt x="33336" y="217652"/>
                </a:lnTo>
                <a:lnTo>
                  <a:pt x="33583" y="216639"/>
                </a:lnTo>
                <a:lnTo>
                  <a:pt x="33834" y="215628"/>
                </a:lnTo>
                <a:lnTo>
                  <a:pt x="34089" y="214619"/>
                </a:lnTo>
                <a:lnTo>
                  <a:pt x="34348" y="213611"/>
                </a:lnTo>
                <a:lnTo>
                  <a:pt x="34611" y="212606"/>
                </a:lnTo>
                <a:lnTo>
                  <a:pt x="34878" y="211601"/>
                </a:lnTo>
                <a:lnTo>
                  <a:pt x="35149" y="210599"/>
                </a:lnTo>
                <a:lnTo>
                  <a:pt x="35425" y="209598"/>
                </a:lnTo>
                <a:lnTo>
                  <a:pt x="35704" y="208598"/>
                </a:lnTo>
                <a:lnTo>
                  <a:pt x="35988" y="207601"/>
                </a:lnTo>
                <a:lnTo>
                  <a:pt x="36275" y="206605"/>
                </a:lnTo>
                <a:lnTo>
                  <a:pt x="36566" y="205611"/>
                </a:lnTo>
                <a:lnTo>
                  <a:pt x="36862" y="204618"/>
                </a:lnTo>
                <a:lnTo>
                  <a:pt x="37161" y="203628"/>
                </a:lnTo>
                <a:lnTo>
                  <a:pt x="37465" y="202639"/>
                </a:lnTo>
                <a:lnTo>
                  <a:pt x="37772" y="201651"/>
                </a:lnTo>
                <a:lnTo>
                  <a:pt x="38083" y="200666"/>
                </a:lnTo>
                <a:lnTo>
                  <a:pt x="38398" y="199682"/>
                </a:lnTo>
                <a:lnTo>
                  <a:pt x="38718" y="198700"/>
                </a:lnTo>
                <a:lnTo>
                  <a:pt x="39041" y="197720"/>
                </a:lnTo>
                <a:lnTo>
                  <a:pt x="39368" y="196741"/>
                </a:lnTo>
                <a:lnTo>
                  <a:pt x="39699" y="195765"/>
                </a:lnTo>
                <a:lnTo>
                  <a:pt x="40034" y="194790"/>
                </a:lnTo>
                <a:lnTo>
                  <a:pt x="40373" y="193817"/>
                </a:lnTo>
                <a:lnTo>
                  <a:pt x="40715" y="192846"/>
                </a:lnTo>
                <a:lnTo>
                  <a:pt x="41062" y="191877"/>
                </a:lnTo>
                <a:lnTo>
                  <a:pt x="41412" y="190909"/>
                </a:lnTo>
                <a:lnTo>
                  <a:pt x="41766" y="189944"/>
                </a:lnTo>
                <a:lnTo>
                  <a:pt x="42125" y="188980"/>
                </a:lnTo>
                <a:lnTo>
                  <a:pt x="42487" y="188018"/>
                </a:lnTo>
                <a:lnTo>
                  <a:pt x="42852" y="187058"/>
                </a:lnTo>
                <a:lnTo>
                  <a:pt x="43222" y="186100"/>
                </a:lnTo>
                <a:lnTo>
                  <a:pt x="43595" y="185144"/>
                </a:lnTo>
                <a:lnTo>
                  <a:pt x="43973" y="184189"/>
                </a:lnTo>
                <a:lnTo>
                  <a:pt x="44354" y="183237"/>
                </a:lnTo>
                <a:lnTo>
                  <a:pt x="44738" y="182286"/>
                </a:lnTo>
                <a:lnTo>
                  <a:pt x="45127" y="181338"/>
                </a:lnTo>
                <a:lnTo>
                  <a:pt x="45519" y="180391"/>
                </a:lnTo>
                <a:lnTo>
                  <a:pt x="45915" y="179447"/>
                </a:lnTo>
                <a:lnTo>
                  <a:pt x="46315" y="178504"/>
                </a:lnTo>
                <a:lnTo>
                  <a:pt x="46719" y="177564"/>
                </a:lnTo>
                <a:lnTo>
                  <a:pt x="47126" y="176625"/>
                </a:lnTo>
                <a:lnTo>
                  <a:pt x="47537" y="175688"/>
                </a:lnTo>
                <a:lnTo>
                  <a:pt x="47952" y="174754"/>
                </a:lnTo>
                <a:lnTo>
                  <a:pt x="48370" y="173821"/>
                </a:lnTo>
                <a:lnTo>
                  <a:pt x="48792" y="172890"/>
                </a:lnTo>
                <a:lnTo>
                  <a:pt x="49218" y="171962"/>
                </a:lnTo>
                <a:lnTo>
                  <a:pt x="49648" y="171035"/>
                </a:lnTo>
                <a:lnTo>
                  <a:pt x="50081" y="170111"/>
                </a:lnTo>
                <a:lnTo>
                  <a:pt x="50518" y="169188"/>
                </a:lnTo>
                <a:lnTo>
                  <a:pt x="50958" y="168268"/>
                </a:lnTo>
                <a:lnTo>
                  <a:pt x="51402" y="167349"/>
                </a:lnTo>
                <a:lnTo>
                  <a:pt x="51850" y="166433"/>
                </a:lnTo>
                <a:lnTo>
                  <a:pt x="52301" y="165519"/>
                </a:lnTo>
                <a:lnTo>
                  <a:pt x="52756" y="164607"/>
                </a:lnTo>
                <a:lnTo>
                  <a:pt x="53215" y="163697"/>
                </a:lnTo>
                <a:lnTo>
                  <a:pt x="53677" y="162789"/>
                </a:lnTo>
                <a:lnTo>
                  <a:pt x="54142" y="161884"/>
                </a:lnTo>
                <a:lnTo>
                  <a:pt x="54612" y="160980"/>
                </a:lnTo>
                <a:lnTo>
                  <a:pt x="55084" y="160079"/>
                </a:lnTo>
                <a:lnTo>
                  <a:pt x="55561" y="159180"/>
                </a:lnTo>
                <a:lnTo>
                  <a:pt x="56041" y="158283"/>
                </a:lnTo>
                <a:lnTo>
                  <a:pt x="56524" y="157388"/>
                </a:lnTo>
                <a:lnTo>
                  <a:pt x="57011" y="156495"/>
                </a:lnTo>
                <a:lnTo>
                  <a:pt x="57502" y="155605"/>
                </a:lnTo>
                <a:lnTo>
                  <a:pt x="57996" y="154717"/>
                </a:lnTo>
                <a:lnTo>
                  <a:pt x="58493" y="153831"/>
                </a:lnTo>
                <a:lnTo>
                  <a:pt x="58994" y="152947"/>
                </a:lnTo>
                <a:lnTo>
                  <a:pt x="59499" y="152065"/>
                </a:lnTo>
                <a:lnTo>
                  <a:pt x="60006" y="151186"/>
                </a:lnTo>
                <a:lnTo>
                  <a:pt x="60518" y="150309"/>
                </a:lnTo>
                <a:lnTo>
                  <a:pt x="61033" y="149434"/>
                </a:lnTo>
                <a:lnTo>
                  <a:pt x="61551" y="148562"/>
                </a:lnTo>
                <a:lnTo>
                  <a:pt x="62073" y="147692"/>
                </a:lnTo>
                <a:lnTo>
                  <a:pt x="62598" y="146824"/>
                </a:lnTo>
                <a:lnTo>
                  <a:pt x="63126" y="145958"/>
                </a:lnTo>
                <a:lnTo>
                  <a:pt x="63658" y="145095"/>
                </a:lnTo>
                <a:lnTo>
                  <a:pt x="64193" y="144234"/>
                </a:lnTo>
                <a:lnTo>
                  <a:pt x="64732" y="143375"/>
                </a:lnTo>
                <a:lnTo>
                  <a:pt x="65274" y="142519"/>
                </a:lnTo>
                <a:lnTo>
                  <a:pt x="65820" y="141665"/>
                </a:lnTo>
                <a:lnTo>
                  <a:pt x="66368" y="140813"/>
                </a:lnTo>
                <a:lnTo>
                  <a:pt x="66920" y="139964"/>
                </a:lnTo>
                <a:lnTo>
                  <a:pt x="67476" y="139117"/>
                </a:lnTo>
                <a:lnTo>
                  <a:pt x="68035" y="138273"/>
                </a:lnTo>
                <a:lnTo>
                  <a:pt x="68597" y="137431"/>
                </a:lnTo>
                <a:lnTo>
                  <a:pt x="69162" y="136591"/>
                </a:lnTo>
                <a:lnTo>
                  <a:pt x="69731" y="135754"/>
                </a:lnTo>
                <a:lnTo>
                  <a:pt x="70303" y="134919"/>
                </a:lnTo>
                <a:lnTo>
                  <a:pt x="70878" y="134087"/>
                </a:lnTo>
                <a:lnTo>
                  <a:pt x="71457" y="133257"/>
                </a:lnTo>
                <a:lnTo>
                  <a:pt x="72039" y="132429"/>
                </a:lnTo>
                <a:lnTo>
                  <a:pt x="72624" y="131604"/>
                </a:lnTo>
                <a:lnTo>
                  <a:pt x="73212" y="130781"/>
                </a:lnTo>
                <a:lnTo>
                  <a:pt x="73804" y="129961"/>
                </a:lnTo>
                <a:lnTo>
                  <a:pt x="74398" y="129144"/>
                </a:lnTo>
                <a:lnTo>
                  <a:pt x="74996" y="128329"/>
                </a:lnTo>
                <a:lnTo>
                  <a:pt x="75598" y="127516"/>
                </a:lnTo>
                <a:lnTo>
                  <a:pt x="76202" y="126706"/>
                </a:lnTo>
                <a:lnTo>
                  <a:pt x="76810" y="125898"/>
                </a:lnTo>
                <a:lnTo>
                  <a:pt x="77420" y="125093"/>
                </a:lnTo>
                <a:lnTo>
                  <a:pt x="78034" y="124291"/>
                </a:lnTo>
                <a:lnTo>
                  <a:pt x="78651" y="123491"/>
                </a:lnTo>
                <a:lnTo>
                  <a:pt x="79272" y="122694"/>
                </a:lnTo>
                <a:lnTo>
                  <a:pt x="79895" y="121899"/>
                </a:lnTo>
                <a:lnTo>
                  <a:pt x="80522" y="121107"/>
                </a:lnTo>
                <a:lnTo>
                  <a:pt x="81151" y="120317"/>
                </a:lnTo>
                <a:lnTo>
                  <a:pt x="81784" y="119530"/>
                </a:lnTo>
                <a:lnTo>
                  <a:pt x="82420" y="118746"/>
                </a:lnTo>
                <a:lnTo>
                  <a:pt x="83059" y="117964"/>
                </a:lnTo>
                <a:lnTo>
                  <a:pt x="83701" y="117185"/>
                </a:lnTo>
                <a:lnTo>
                  <a:pt x="84346" y="116408"/>
                </a:lnTo>
                <a:lnTo>
                  <a:pt x="84994" y="115634"/>
                </a:lnTo>
                <a:lnTo>
                  <a:pt x="85645" y="114863"/>
                </a:lnTo>
                <a:lnTo>
                  <a:pt x="86300" y="114094"/>
                </a:lnTo>
                <a:lnTo>
                  <a:pt x="86957" y="113329"/>
                </a:lnTo>
                <a:lnTo>
                  <a:pt x="87617" y="112565"/>
                </a:lnTo>
                <a:lnTo>
                  <a:pt x="88281" y="111805"/>
                </a:lnTo>
                <a:lnTo>
                  <a:pt x="88947" y="111047"/>
                </a:lnTo>
                <a:lnTo>
                  <a:pt x="89616" y="110292"/>
                </a:lnTo>
                <a:lnTo>
                  <a:pt x="90289" y="109540"/>
                </a:lnTo>
                <a:lnTo>
                  <a:pt x="90964" y="108790"/>
                </a:lnTo>
                <a:lnTo>
                  <a:pt x="91642" y="108043"/>
                </a:lnTo>
                <a:lnTo>
                  <a:pt x="92324" y="107299"/>
                </a:lnTo>
                <a:lnTo>
                  <a:pt x="93008" y="106558"/>
                </a:lnTo>
                <a:lnTo>
                  <a:pt x="93695" y="105819"/>
                </a:lnTo>
                <a:lnTo>
                  <a:pt x="94385" y="105083"/>
                </a:lnTo>
                <a:lnTo>
                  <a:pt x="95078" y="104350"/>
                </a:lnTo>
                <a:lnTo>
                  <a:pt x="95774" y="103620"/>
                </a:lnTo>
                <a:lnTo>
                  <a:pt x="96473" y="102892"/>
                </a:lnTo>
                <a:lnTo>
                  <a:pt x="97175" y="102168"/>
                </a:lnTo>
                <a:lnTo>
                  <a:pt x="97880" y="101446"/>
                </a:lnTo>
                <a:lnTo>
                  <a:pt x="98587" y="100727"/>
                </a:lnTo>
                <a:lnTo>
                  <a:pt x="99298" y="100011"/>
                </a:lnTo>
                <a:lnTo>
                  <a:pt x="100011" y="99298"/>
                </a:lnTo>
                <a:lnTo>
                  <a:pt x="100727" y="98587"/>
                </a:lnTo>
                <a:lnTo>
                  <a:pt x="101446" y="97880"/>
                </a:lnTo>
                <a:lnTo>
                  <a:pt x="102168" y="97175"/>
                </a:lnTo>
                <a:lnTo>
                  <a:pt x="102892" y="96473"/>
                </a:lnTo>
                <a:lnTo>
                  <a:pt x="103620" y="95774"/>
                </a:lnTo>
                <a:lnTo>
                  <a:pt x="104350" y="95078"/>
                </a:lnTo>
                <a:lnTo>
                  <a:pt x="105083" y="94385"/>
                </a:lnTo>
                <a:lnTo>
                  <a:pt x="105819" y="93695"/>
                </a:lnTo>
                <a:lnTo>
                  <a:pt x="106558" y="93008"/>
                </a:lnTo>
                <a:lnTo>
                  <a:pt x="107299" y="92324"/>
                </a:lnTo>
                <a:lnTo>
                  <a:pt x="108043" y="91642"/>
                </a:lnTo>
                <a:lnTo>
                  <a:pt x="108790" y="90964"/>
                </a:lnTo>
                <a:lnTo>
                  <a:pt x="109540" y="90289"/>
                </a:lnTo>
                <a:lnTo>
                  <a:pt x="110292" y="89616"/>
                </a:lnTo>
                <a:lnTo>
                  <a:pt x="111047" y="88947"/>
                </a:lnTo>
                <a:lnTo>
                  <a:pt x="111805" y="88281"/>
                </a:lnTo>
                <a:lnTo>
                  <a:pt x="112565" y="87617"/>
                </a:lnTo>
                <a:lnTo>
                  <a:pt x="113329" y="86957"/>
                </a:lnTo>
                <a:lnTo>
                  <a:pt x="114094" y="86300"/>
                </a:lnTo>
                <a:lnTo>
                  <a:pt x="114863" y="85645"/>
                </a:lnTo>
                <a:lnTo>
                  <a:pt x="115634" y="84994"/>
                </a:lnTo>
                <a:lnTo>
                  <a:pt x="116408" y="84346"/>
                </a:lnTo>
                <a:lnTo>
                  <a:pt x="117185" y="83701"/>
                </a:lnTo>
                <a:lnTo>
                  <a:pt x="117964" y="83059"/>
                </a:lnTo>
                <a:lnTo>
                  <a:pt x="118746" y="82420"/>
                </a:lnTo>
                <a:lnTo>
                  <a:pt x="119530" y="81784"/>
                </a:lnTo>
                <a:lnTo>
                  <a:pt x="120317" y="81151"/>
                </a:lnTo>
                <a:lnTo>
                  <a:pt x="121107" y="80522"/>
                </a:lnTo>
                <a:lnTo>
                  <a:pt x="121899" y="79895"/>
                </a:lnTo>
                <a:lnTo>
                  <a:pt x="122694" y="79272"/>
                </a:lnTo>
                <a:lnTo>
                  <a:pt x="123491" y="78651"/>
                </a:lnTo>
                <a:lnTo>
                  <a:pt x="124291" y="78034"/>
                </a:lnTo>
                <a:lnTo>
                  <a:pt x="125093" y="77420"/>
                </a:lnTo>
                <a:lnTo>
                  <a:pt x="125898" y="76810"/>
                </a:lnTo>
                <a:lnTo>
                  <a:pt x="126706" y="76202"/>
                </a:lnTo>
                <a:lnTo>
                  <a:pt x="127516" y="75598"/>
                </a:lnTo>
                <a:lnTo>
                  <a:pt x="128329" y="74996"/>
                </a:lnTo>
                <a:lnTo>
                  <a:pt x="129144" y="74398"/>
                </a:lnTo>
                <a:lnTo>
                  <a:pt x="129961" y="73804"/>
                </a:lnTo>
                <a:lnTo>
                  <a:pt x="130781" y="73212"/>
                </a:lnTo>
                <a:lnTo>
                  <a:pt x="131604" y="72624"/>
                </a:lnTo>
                <a:lnTo>
                  <a:pt x="132429" y="72039"/>
                </a:lnTo>
                <a:lnTo>
                  <a:pt x="133257" y="71457"/>
                </a:lnTo>
                <a:lnTo>
                  <a:pt x="134087" y="70878"/>
                </a:lnTo>
                <a:lnTo>
                  <a:pt x="134919" y="70303"/>
                </a:lnTo>
                <a:lnTo>
                  <a:pt x="135754" y="69731"/>
                </a:lnTo>
                <a:lnTo>
                  <a:pt x="136591" y="69162"/>
                </a:lnTo>
                <a:lnTo>
                  <a:pt x="137431" y="68597"/>
                </a:lnTo>
                <a:lnTo>
                  <a:pt x="138273" y="68035"/>
                </a:lnTo>
                <a:lnTo>
                  <a:pt x="139117" y="67476"/>
                </a:lnTo>
                <a:lnTo>
                  <a:pt x="139964" y="66920"/>
                </a:lnTo>
                <a:lnTo>
                  <a:pt x="140813" y="66368"/>
                </a:lnTo>
                <a:lnTo>
                  <a:pt x="141665" y="65820"/>
                </a:lnTo>
                <a:lnTo>
                  <a:pt x="142519" y="65274"/>
                </a:lnTo>
                <a:lnTo>
                  <a:pt x="143375" y="64732"/>
                </a:lnTo>
                <a:lnTo>
                  <a:pt x="144234" y="64193"/>
                </a:lnTo>
                <a:lnTo>
                  <a:pt x="145095" y="63658"/>
                </a:lnTo>
                <a:lnTo>
                  <a:pt x="145958" y="63126"/>
                </a:lnTo>
                <a:lnTo>
                  <a:pt x="146824" y="62598"/>
                </a:lnTo>
                <a:lnTo>
                  <a:pt x="147692" y="62073"/>
                </a:lnTo>
                <a:lnTo>
                  <a:pt x="148562" y="61551"/>
                </a:lnTo>
                <a:lnTo>
                  <a:pt x="149434" y="61033"/>
                </a:lnTo>
                <a:lnTo>
                  <a:pt x="150309" y="60518"/>
                </a:lnTo>
                <a:lnTo>
                  <a:pt x="151186" y="60006"/>
                </a:lnTo>
                <a:lnTo>
                  <a:pt x="152065" y="59499"/>
                </a:lnTo>
                <a:lnTo>
                  <a:pt x="152947" y="58994"/>
                </a:lnTo>
                <a:lnTo>
                  <a:pt x="153831" y="58493"/>
                </a:lnTo>
                <a:lnTo>
                  <a:pt x="154717" y="57996"/>
                </a:lnTo>
                <a:lnTo>
                  <a:pt x="155605" y="57502"/>
                </a:lnTo>
                <a:lnTo>
                  <a:pt x="156495" y="57011"/>
                </a:lnTo>
                <a:lnTo>
                  <a:pt x="157388" y="56524"/>
                </a:lnTo>
                <a:lnTo>
                  <a:pt x="158283" y="56041"/>
                </a:lnTo>
                <a:lnTo>
                  <a:pt x="159180" y="55561"/>
                </a:lnTo>
                <a:lnTo>
                  <a:pt x="160079" y="55084"/>
                </a:lnTo>
                <a:lnTo>
                  <a:pt x="160980" y="54612"/>
                </a:lnTo>
                <a:lnTo>
                  <a:pt x="161884" y="54142"/>
                </a:lnTo>
                <a:lnTo>
                  <a:pt x="162789" y="53677"/>
                </a:lnTo>
                <a:lnTo>
                  <a:pt x="163697" y="53215"/>
                </a:lnTo>
                <a:lnTo>
                  <a:pt x="164607" y="52756"/>
                </a:lnTo>
                <a:lnTo>
                  <a:pt x="165519" y="52301"/>
                </a:lnTo>
                <a:lnTo>
                  <a:pt x="166433" y="51850"/>
                </a:lnTo>
                <a:lnTo>
                  <a:pt x="167349" y="51402"/>
                </a:lnTo>
                <a:lnTo>
                  <a:pt x="168268" y="50958"/>
                </a:lnTo>
                <a:lnTo>
                  <a:pt x="169188" y="50518"/>
                </a:lnTo>
                <a:lnTo>
                  <a:pt x="170111" y="50081"/>
                </a:lnTo>
                <a:lnTo>
                  <a:pt x="171035" y="49648"/>
                </a:lnTo>
                <a:lnTo>
                  <a:pt x="171962" y="49218"/>
                </a:lnTo>
                <a:lnTo>
                  <a:pt x="172890" y="48792"/>
                </a:lnTo>
                <a:lnTo>
                  <a:pt x="173821" y="48370"/>
                </a:lnTo>
                <a:lnTo>
                  <a:pt x="174754" y="47952"/>
                </a:lnTo>
                <a:lnTo>
                  <a:pt x="175688" y="47537"/>
                </a:lnTo>
                <a:lnTo>
                  <a:pt x="176625" y="47126"/>
                </a:lnTo>
                <a:lnTo>
                  <a:pt x="177564" y="46719"/>
                </a:lnTo>
                <a:lnTo>
                  <a:pt x="178504" y="46315"/>
                </a:lnTo>
                <a:lnTo>
                  <a:pt x="179447" y="45915"/>
                </a:lnTo>
                <a:lnTo>
                  <a:pt x="180391" y="45519"/>
                </a:lnTo>
                <a:lnTo>
                  <a:pt x="181338" y="45127"/>
                </a:lnTo>
                <a:lnTo>
                  <a:pt x="182286" y="44738"/>
                </a:lnTo>
                <a:lnTo>
                  <a:pt x="183237" y="44354"/>
                </a:lnTo>
                <a:lnTo>
                  <a:pt x="184189" y="43973"/>
                </a:lnTo>
                <a:lnTo>
                  <a:pt x="185144" y="43595"/>
                </a:lnTo>
                <a:lnTo>
                  <a:pt x="186100" y="43222"/>
                </a:lnTo>
                <a:lnTo>
                  <a:pt x="187058" y="42852"/>
                </a:lnTo>
                <a:lnTo>
                  <a:pt x="188018" y="42487"/>
                </a:lnTo>
                <a:lnTo>
                  <a:pt x="188980" y="42125"/>
                </a:lnTo>
                <a:lnTo>
                  <a:pt x="189944" y="41766"/>
                </a:lnTo>
                <a:lnTo>
                  <a:pt x="190909" y="41412"/>
                </a:lnTo>
                <a:lnTo>
                  <a:pt x="191877" y="41062"/>
                </a:lnTo>
                <a:lnTo>
                  <a:pt x="192846" y="40715"/>
                </a:lnTo>
                <a:lnTo>
                  <a:pt x="193817" y="40373"/>
                </a:lnTo>
                <a:lnTo>
                  <a:pt x="194790" y="40034"/>
                </a:lnTo>
                <a:lnTo>
                  <a:pt x="195765" y="39699"/>
                </a:lnTo>
                <a:lnTo>
                  <a:pt x="196741" y="39368"/>
                </a:lnTo>
                <a:lnTo>
                  <a:pt x="197720" y="39041"/>
                </a:lnTo>
                <a:lnTo>
                  <a:pt x="198700" y="38718"/>
                </a:lnTo>
                <a:lnTo>
                  <a:pt x="199682" y="38398"/>
                </a:lnTo>
                <a:lnTo>
                  <a:pt x="200666" y="38083"/>
                </a:lnTo>
                <a:lnTo>
                  <a:pt x="201651" y="37772"/>
                </a:lnTo>
                <a:lnTo>
                  <a:pt x="202639" y="37465"/>
                </a:lnTo>
                <a:lnTo>
                  <a:pt x="203628" y="37161"/>
                </a:lnTo>
                <a:lnTo>
                  <a:pt x="204618" y="36862"/>
                </a:lnTo>
                <a:lnTo>
                  <a:pt x="205611" y="36566"/>
                </a:lnTo>
                <a:lnTo>
                  <a:pt x="206605" y="36275"/>
                </a:lnTo>
                <a:lnTo>
                  <a:pt x="207601" y="35988"/>
                </a:lnTo>
                <a:lnTo>
                  <a:pt x="208598" y="35704"/>
                </a:lnTo>
                <a:lnTo>
                  <a:pt x="209598" y="35425"/>
                </a:lnTo>
                <a:lnTo>
                  <a:pt x="210599" y="35149"/>
                </a:lnTo>
                <a:lnTo>
                  <a:pt x="211601" y="34878"/>
                </a:lnTo>
                <a:lnTo>
                  <a:pt x="212606" y="34611"/>
                </a:lnTo>
                <a:lnTo>
                  <a:pt x="213611" y="34348"/>
                </a:lnTo>
                <a:lnTo>
                  <a:pt x="214619" y="34089"/>
                </a:lnTo>
                <a:lnTo>
                  <a:pt x="215628" y="33834"/>
                </a:lnTo>
                <a:lnTo>
                  <a:pt x="216639" y="33583"/>
                </a:lnTo>
                <a:lnTo>
                  <a:pt x="217652" y="33336"/>
                </a:lnTo>
                <a:lnTo>
                  <a:pt x="218666" y="33093"/>
                </a:lnTo>
                <a:lnTo>
                  <a:pt x="219681" y="32855"/>
                </a:lnTo>
                <a:lnTo>
                  <a:pt x="220698" y="32620"/>
                </a:lnTo>
                <a:lnTo>
                  <a:pt x="221717" y="32390"/>
                </a:lnTo>
                <a:lnTo>
                  <a:pt x="222738" y="32164"/>
                </a:lnTo>
                <a:lnTo>
                  <a:pt x="223759" y="31942"/>
                </a:lnTo>
                <a:lnTo>
                  <a:pt x="224783" y="31724"/>
                </a:lnTo>
                <a:lnTo>
                  <a:pt x="225808" y="31510"/>
                </a:lnTo>
                <a:lnTo>
                  <a:pt x="226834" y="31301"/>
                </a:lnTo>
                <a:lnTo>
                  <a:pt x="227863" y="31095"/>
                </a:lnTo>
                <a:lnTo>
                  <a:pt x="228892" y="30894"/>
                </a:lnTo>
                <a:lnTo>
                  <a:pt x="229923" y="30697"/>
                </a:lnTo>
                <a:lnTo>
                  <a:pt x="230956" y="30505"/>
                </a:lnTo>
                <a:lnTo>
                  <a:pt x="231990" y="30316"/>
                </a:lnTo>
                <a:lnTo>
                  <a:pt x="233025" y="30132"/>
                </a:lnTo>
                <a:lnTo>
                  <a:pt x="234062" y="29952"/>
                </a:lnTo>
                <a:lnTo>
                  <a:pt x="235101" y="29776"/>
                </a:lnTo>
                <a:lnTo>
                  <a:pt x="236141" y="29605"/>
                </a:lnTo>
                <a:lnTo>
                  <a:pt x="237182" y="29438"/>
                </a:lnTo>
                <a:lnTo>
                  <a:pt x="238225" y="29275"/>
                </a:lnTo>
                <a:lnTo>
                  <a:pt x="239269" y="29116"/>
                </a:lnTo>
                <a:lnTo>
                  <a:pt x="240314" y="28962"/>
                </a:lnTo>
                <a:lnTo>
                  <a:pt x="241361" y="28812"/>
                </a:lnTo>
                <a:lnTo>
                  <a:pt x="242410" y="28667"/>
                </a:lnTo>
                <a:lnTo>
                  <a:pt x="243459" y="28525"/>
                </a:lnTo>
                <a:lnTo>
                  <a:pt x="244510" y="28388"/>
                </a:lnTo>
                <a:lnTo>
                  <a:pt x="245563" y="28256"/>
                </a:lnTo>
                <a:lnTo>
                  <a:pt x="246617" y="28128"/>
                </a:lnTo>
                <a:lnTo>
                  <a:pt x="247672" y="28004"/>
                </a:lnTo>
                <a:lnTo>
                  <a:pt x="248728" y="27884"/>
                </a:lnTo>
                <a:lnTo>
                  <a:pt x="249786" y="27769"/>
                </a:lnTo>
                <a:lnTo>
                  <a:pt x="250845" y="27659"/>
                </a:lnTo>
                <a:lnTo>
                  <a:pt x="251906" y="27552"/>
                </a:lnTo>
                <a:lnTo>
                  <a:pt x="252967" y="27450"/>
                </a:lnTo>
                <a:lnTo>
                  <a:pt x="254030" y="27353"/>
                </a:lnTo>
                <a:lnTo>
                  <a:pt x="255095" y="27260"/>
                </a:lnTo>
                <a:lnTo>
                  <a:pt x="256160" y="27171"/>
                </a:lnTo>
                <a:lnTo>
                  <a:pt x="257227" y="27087"/>
                </a:lnTo>
                <a:lnTo>
                  <a:pt x="258295" y="27008"/>
                </a:lnTo>
                <a:lnTo>
                  <a:pt x="259365" y="26933"/>
                </a:lnTo>
                <a:lnTo>
                  <a:pt x="260435" y="26862"/>
                </a:lnTo>
                <a:lnTo>
                  <a:pt x="261507" y="26796"/>
                </a:lnTo>
                <a:lnTo>
                  <a:pt x="262580" y="26734"/>
                </a:lnTo>
                <a:lnTo>
                  <a:pt x="263654" y="26677"/>
                </a:lnTo>
                <a:lnTo>
                  <a:pt x="264729" y="26624"/>
                </a:lnTo>
                <a:lnTo>
                  <a:pt x="265806" y="26576"/>
                </a:lnTo>
                <a:lnTo>
                  <a:pt x="266884" y="26533"/>
                </a:lnTo>
                <a:lnTo>
                  <a:pt x="267963" y="26493"/>
                </a:lnTo>
                <a:lnTo>
                  <a:pt x="269043" y="26459"/>
                </a:lnTo>
                <a:lnTo>
                  <a:pt x="270124" y="26429"/>
                </a:lnTo>
                <a:lnTo>
                  <a:pt x="271206" y="26404"/>
                </a:lnTo>
                <a:lnTo>
                  <a:pt x="272290" y="26383"/>
                </a:lnTo>
                <a:lnTo>
                  <a:pt x="273374" y="26367"/>
                </a:lnTo>
                <a:lnTo>
                  <a:pt x="274460" y="26355"/>
                </a:lnTo>
                <a:lnTo>
                  <a:pt x="275547" y="26348"/>
                </a:lnTo>
                <a:lnTo>
                  <a:pt x="276635" y="26346"/>
                </a:lnTo>
                <a:lnTo>
                  <a:pt x="276635" y="13173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6">
            <a:extLst xmlns:a="http://schemas.openxmlformats.org/drawingml/2006/main">
              <a:ext uri="{FF2B5EF4-FFF2-40B4-BE49-F238E27FC236}">
                <a16:creationId xmlns:a16="http://schemas.microsoft.com/office/drawing/2014/main" id="{672A8DB7-6616-4A60-9808-B78F8CC7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2068" y="3014376"/>
            <a:ext cx="76054" cy="474231"/>
          </a:xfrm>
          <a:custGeom xmlns:a="http://schemas.openxmlformats.org/drawingml/2006/main">
            <a:pathLst>
              <a:path w="76054" h="474231">
                <a:moveTo>
                  <a:pt x="38027" y="474231"/>
                </a:moveTo>
                <a:lnTo>
                  <a:pt x="76054" y="408366"/>
                </a:lnTo>
                <a:lnTo>
                  <a:pt x="0" y="408366"/>
                </a:lnTo>
                <a:lnTo>
                  <a:pt x="38027" y="474231"/>
                </a:lnTo>
                <a:moveTo>
                  <a:pt x="38027" y="0"/>
                </a:moveTo>
                <a:lnTo>
                  <a:pt x="31441" y="0"/>
                </a:lnTo>
                <a:lnTo>
                  <a:pt x="31441" y="384459"/>
                </a:lnTo>
                <a:lnTo>
                  <a:pt x="38027" y="384459"/>
                </a:lnTo>
                <a:lnTo>
                  <a:pt x="44614" y="384459"/>
                </a:lnTo>
                <a:lnTo>
                  <a:pt x="44614" y="0"/>
                </a:lnTo>
                <a:lnTo>
                  <a:pt x="38027" y="0"/>
                </a:lnTo>
                <a:moveTo>
                  <a:pt x="38027" y="384459"/>
                </a:moveTo>
                <a:lnTo>
                  <a:pt x="31441" y="384459"/>
                </a:lnTo>
                <a:lnTo>
                  <a:pt x="31441" y="414952"/>
                </a:lnTo>
                <a:lnTo>
                  <a:pt x="38027" y="414952"/>
                </a:lnTo>
                <a:lnTo>
                  <a:pt x="44614" y="414952"/>
                </a:lnTo>
                <a:lnTo>
                  <a:pt x="44614" y="384459"/>
                </a:lnTo>
                <a:lnTo>
                  <a:pt x="38027" y="384459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df-path-7">
            <a:extLst xmlns:a="http://schemas.openxmlformats.org/drawingml/2006/main">
              <a:ext uri="{FF2B5EF4-FFF2-40B4-BE49-F238E27FC236}">
                <a16:creationId xmlns:a16="http://schemas.microsoft.com/office/drawing/2014/main" id="{481A0416-D431-4019-AAA8-DB486FF8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5722" y="3014376"/>
            <a:ext cx="76054" cy="474231"/>
          </a:xfrm>
          <a:custGeom xmlns:a="http://schemas.openxmlformats.org/drawingml/2006/main">
            <a:pathLst>
              <a:path w="76054" h="474231">
                <a:moveTo>
                  <a:pt x="38027" y="474231"/>
                </a:moveTo>
                <a:lnTo>
                  <a:pt x="76054" y="408366"/>
                </a:lnTo>
                <a:lnTo>
                  <a:pt x="0" y="408366"/>
                </a:lnTo>
                <a:lnTo>
                  <a:pt x="38027" y="474231"/>
                </a:lnTo>
                <a:moveTo>
                  <a:pt x="38027" y="0"/>
                </a:moveTo>
                <a:lnTo>
                  <a:pt x="31441" y="0"/>
                </a:lnTo>
                <a:lnTo>
                  <a:pt x="31441" y="384459"/>
                </a:lnTo>
                <a:lnTo>
                  <a:pt x="38027" y="384459"/>
                </a:lnTo>
                <a:lnTo>
                  <a:pt x="44614" y="384459"/>
                </a:lnTo>
                <a:lnTo>
                  <a:pt x="44614" y="0"/>
                </a:lnTo>
                <a:lnTo>
                  <a:pt x="38027" y="0"/>
                </a:lnTo>
                <a:moveTo>
                  <a:pt x="38027" y="384459"/>
                </a:moveTo>
                <a:lnTo>
                  <a:pt x="31441" y="384459"/>
                </a:lnTo>
                <a:lnTo>
                  <a:pt x="31441" y="414952"/>
                </a:lnTo>
                <a:lnTo>
                  <a:pt x="38027" y="414952"/>
                </a:lnTo>
                <a:lnTo>
                  <a:pt x="44614" y="414952"/>
                </a:lnTo>
                <a:lnTo>
                  <a:pt x="44614" y="384459"/>
                </a:lnTo>
                <a:lnTo>
                  <a:pt x="38027" y="384459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path-8">
            <a:extLst xmlns:a="http://schemas.openxmlformats.org/drawingml/2006/main">
              <a:ext uri="{FF2B5EF4-FFF2-40B4-BE49-F238E27FC236}">
                <a16:creationId xmlns:a16="http://schemas.microsoft.com/office/drawing/2014/main" id="{8F39EBF1-D6F7-4835-9CDA-7F3C2615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5722" y="2487453"/>
            <a:ext cx="76054" cy="250289"/>
          </a:xfrm>
          <a:custGeom xmlns:a="http://schemas.openxmlformats.org/drawingml/2006/main">
            <a:pathLst>
              <a:path w="76054" h="250289">
                <a:moveTo>
                  <a:pt x="38027" y="250289"/>
                </a:moveTo>
                <a:lnTo>
                  <a:pt x="76054" y="184423"/>
                </a:lnTo>
                <a:lnTo>
                  <a:pt x="0" y="184423"/>
                </a:lnTo>
                <a:lnTo>
                  <a:pt x="38027" y="250289"/>
                </a:lnTo>
                <a:moveTo>
                  <a:pt x="38027" y="0"/>
                </a:moveTo>
                <a:lnTo>
                  <a:pt x="31441" y="0"/>
                </a:lnTo>
                <a:lnTo>
                  <a:pt x="31441" y="202909"/>
                </a:lnTo>
                <a:lnTo>
                  <a:pt x="38027" y="202909"/>
                </a:lnTo>
                <a:lnTo>
                  <a:pt x="44614" y="202909"/>
                </a:lnTo>
                <a:lnTo>
                  <a:pt x="44614" y="0"/>
                </a:lnTo>
                <a:lnTo>
                  <a:pt x="38027" y="0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df-path-9">
            <a:extLst xmlns:a="http://schemas.openxmlformats.org/drawingml/2006/main">
              <a:ext uri="{FF2B5EF4-FFF2-40B4-BE49-F238E27FC236}">
                <a16:creationId xmlns:a16="http://schemas.microsoft.com/office/drawing/2014/main" id="{632C238F-DB10-4D70-A42E-2971ECEE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9326" y="3753561"/>
            <a:ext cx="434712" cy="76055"/>
          </a:xfrm>
          <a:custGeom xmlns:a="http://schemas.openxmlformats.org/drawingml/2006/main">
            <a:pathLst>
              <a:path w="434712" h="76055">
                <a:moveTo>
                  <a:pt x="434712" y="38027"/>
                </a:moveTo>
                <a:lnTo>
                  <a:pt x="368847" y="0"/>
                </a:lnTo>
                <a:lnTo>
                  <a:pt x="368847" y="76055"/>
                </a:lnTo>
                <a:lnTo>
                  <a:pt x="434712" y="38027"/>
                </a:lnTo>
                <a:moveTo>
                  <a:pt x="0" y="38027"/>
                </a:moveTo>
                <a:lnTo>
                  <a:pt x="0" y="44614"/>
                </a:lnTo>
                <a:lnTo>
                  <a:pt x="12587" y="44614"/>
                </a:lnTo>
                <a:lnTo>
                  <a:pt x="12587" y="38027"/>
                </a:lnTo>
                <a:lnTo>
                  <a:pt x="12587" y="31441"/>
                </a:lnTo>
                <a:lnTo>
                  <a:pt x="0" y="31441"/>
                </a:lnTo>
                <a:lnTo>
                  <a:pt x="0" y="38027"/>
                </a:lnTo>
                <a:moveTo>
                  <a:pt x="37759" y="38027"/>
                </a:moveTo>
                <a:lnTo>
                  <a:pt x="37759" y="44614"/>
                </a:lnTo>
                <a:lnTo>
                  <a:pt x="62932" y="44614"/>
                </a:lnTo>
                <a:lnTo>
                  <a:pt x="62932" y="38027"/>
                </a:lnTo>
                <a:lnTo>
                  <a:pt x="62932" y="31441"/>
                </a:lnTo>
                <a:lnTo>
                  <a:pt x="37759" y="31441"/>
                </a:lnTo>
                <a:lnTo>
                  <a:pt x="37759" y="38027"/>
                </a:lnTo>
                <a:moveTo>
                  <a:pt x="88106" y="38027"/>
                </a:moveTo>
                <a:lnTo>
                  <a:pt x="88106" y="44614"/>
                </a:lnTo>
                <a:lnTo>
                  <a:pt x="113278" y="44614"/>
                </a:lnTo>
                <a:lnTo>
                  <a:pt x="113278" y="38027"/>
                </a:lnTo>
                <a:lnTo>
                  <a:pt x="113278" y="31441"/>
                </a:lnTo>
                <a:lnTo>
                  <a:pt x="88106" y="31441"/>
                </a:lnTo>
                <a:lnTo>
                  <a:pt x="88106" y="38027"/>
                </a:lnTo>
                <a:moveTo>
                  <a:pt x="138451" y="38027"/>
                </a:moveTo>
                <a:lnTo>
                  <a:pt x="138451" y="44614"/>
                </a:lnTo>
                <a:lnTo>
                  <a:pt x="163624" y="44614"/>
                </a:lnTo>
                <a:lnTo>
                  <a:pt x="163624" y="38027"/>
                </a:lnTo>
                <a:lnTo>
                  <a:pt x="163624" y="31441"/>
                </a:lnTo>
                <a:lnTo>
                  <a:pt x="138451" y="31441"/>
                </a:lnTo>
                <a:lnTo>
                  <a:pt x="138451" y="38027"/>
                </a:lnTo>
                <a:moveTo>
                  <a:pt x="188797" y="38027"/>
                </a:moveTo>
                <a:lnTo>
                  <a:pt x="188797" y="44614"/>
                </a:lnTo>
                <a:lnTo>
                  <a:pt x="213970" y="44614"/>
                </a:lnTo>
                <a:lnTo>
                  <a:pt x="213970" y="38027"/>
                </a:lnTo>
                <a:lnTo>
                  <a:pt x="213970" y="31441"/>
                </a:lnTo>
                <a:lnTo>
                  <a:pt x="188797" y="31441"/>
                </a:lnTo>
                <a:lnTo>
                  <a:pt x="188797" y="38027"/>
                </a:lnTo>
                <a:moveTo>
                  <a:pt x="239142" y="38027"/>
                </a:moveTo>
                <a:lnTo>
                  <a:pt x="239142" y="44614"/>
                </a:lnTo>
                <a:lnTo>
                  <a:pt x="264315" y="44614"/>
                </a:lnTo>
                <a:lnTo>
                  <a:pt x="264315" y="38027"/>
                </a:lnTo>
                <a:lnTo>
                  <a:pt x="264315" y="31441"/>
                </a:lnTo>
                <a:lnTo>
                  <a:pt x="239142" y="31441"/>
                </a:lnTo>
                <a:lnTo>
                  <a:pt x="239142" y="38027"/>
                </a:lnTo>
                <a:moveTo>
                  <a:pt x="289488" y="38027"/>
                </a:moveTo>
                <a:lnTo>
                  <a:pt x="289488" y="44614"/>
                </a:lnTo>
                <a:lnTo>
                  <a:pt x="314661" y="44614"/>
                </a:lnTo>
                <a:lnTo>
                  <a:pt x="314661" y="38027"/>
                </a:lnTo>
                <a:lnTo>
                  <a:pt x="314661" y="31441"/>
                </a:lnTo>
                <a:lnTo>
                  <a:pt x="289488" y="31441"/>
                </a:lnTo>
                <a:lnTo>
                  <a:pt x="289488" y="38027"/>
                </a:lnTo>
                <a:moveTo>
                  <a:pt x="339834" y="38027"/>
                </a:moveTo>
                <a:lnTo>
                  <a:pt x="339834" y="44614"/>
                </a:lnTo>
                <a:lnTo>
                  <a:pt x="352420" y="44614"/>
                </a:lnTo>
                <a:lnTo>
                  <a:pt x="352420" y="38027"/>
                </a:lnTo>
                <a:lnTo>
                  <a:pt x="352420" y="31441"/>
                </a:lnTo>
                <a:lnTo>
                  <a:pt x="339834" y="31441"/>
                </a:lnTo>
                <a:lnTo>
                  <a:pt x="339834" y="38027"/>
                </a:lnTo>
                <a:moveTo>
                  <a:pt x="352420" y="38027"/>
                </a:moveTo>
                <a:lnTo>
                  <a:pt x="352420" y="44614"/>
                </a:lnTo>
                <a:lnTo>
                  <a:pt x="362707" y="44614"/>
                </a:lnTo>
                <a:lnTo>
                  <a:pt x="362707" y="38027"/>
                </a:lnTo>
                <a:lnTo>
                  <a:pt x="362707" y="31441"/>
                </a:lnTo>
                <a:lnTo>
                  <a:pt x="352420" y="31441"/>
                </a:lnTo>
                <a:lnTo>
                  <a:pt x="352420" y="38027"/>
                </a:lnTo>
                <a:moveTo>
                  <a:pt x="383280" y="38027"/>
                </a:moveTo>
                <a:lnTo>
                  <a:pt x="383280" y="44614"/>
                </a:lnTo>
                <a:lnTo>
                  <a:pt x="403852" y="44614"/>
                </a:lnTo>
                <a:lnTo>
                  <a:pt x="403852" y="38027"/>
                </a:lnTo>
                <a:lnTo>
                  <a:pt x="403852" y="31441"/>
                </a:lnTo>
                <a:lnTo>
                  <a:pt x="383280" y="31441"/>
                </a:lnTo>
                <a:lnTo>
                  <a:pt x="383280" y="38027"/>
                </a:lnTo>
                <a:moveTo>
                  <a:pt x="434712" y="38027"/>
                </a:moveTo>
                <a:lnTo>
                  <a:pt x="368847" y="0"/>
                </a:lnTo>
                <a:lnTo>
                  <a:pt x="368847" y="76055"/>
                </a:lnTo>
                <a:lnTo>
                  <a:pt x="434712" y="38027"/>
                </a:lnTo>
                <a:moveTo>
                  <a:pt x="0" y="38027"/>
                </a:moveTo>
                <a:lnTo>
                  <a:pt x="0" y="44614"/>
                </a:lnTo>
                <a:lnTo>
                  <a:pt x="12587" y="44614"/>
                </a:lnTo>
                <a:lnTo>
                  <a:pt x="12587" y="38027"/>
                </a:lnTo>
                <a:lnTo>
                  <a:pt x="12587" y="31441"/>
                </a:lnTo>
                <a:lnTo>
                  <a:pt x="0" y="31441"/>
                </a:lnTo>
                <a:lnTo>
                  <a:pt x="0" y="38027"/>
                </a:lnTo>
                <a:moveTo>
                  <a:pt x="37759" y="38027"/>
                </a:moveTo>
                <a:lnTo>
                  <a:pt x="37759" y="44614"/>
                </a:lnTo>
                <a:lnTo>
                  <a:pt x="62932" y="44614"/>
                </a:lnTo>
                <a:lnTo>
                  <a:pt x="62932" y="38027"/>
                </a:lnTo>
                <a:lnTo>
                  <a:pt x="62932" y="31441"/>
                </a:lnTo>
                <a:lnTo>
                  <a:pt x="37759" y="31441"/>
                </a:lnTo>
                <a:lnTo>
                  <a:pt x="37759" y="38027"/>
                </a:lnTo>
                <a:moveTo>
                  <a:pt x="88106" y="38027"/>
                </a:moveTo>
                <a:lnTo>
                  <a:pt x="88106" y="44614"/>
                </a:lnTo>
                <a:lnTo>
                  <a:pt x="113278" y="44614"/>
                </a:lnTo>
                <a:lnTo>
                  <a:pt x="113278" y="38027"/>
                </a:lnTo>
                <a:lnTo>
                  <a:pt x="113278" y="31441"/>
                </a:lnTo>
                <a:lnTo>
                  <a:pt x="88106" y="31441"/>
                </a:lnTo>
                <a:lnTo>
                  <a:pt x="88106" y="38027"/>
                </a:lnTo>
                <a:moveTo>
                  <a:pt x="138451" y="38027"/>
                </a:moveTo>
                <a:lnTo>
                  <a:pt x="138451" y="44614"/>
                </a:lnTo>
                <a:lnTo>
                  <a:pt x="163624" y="44614"/>
                </a:lnTo>
                <a:lnTo>
                  <a:pt x="163624" y="38027"/>
                </a:lnTo>
                <a:lnTo>
                  <a:pt x="163624" y="31441"/>
                </a:lnTo>
                <a:lnTo>
                  <a:pt x="138451" y="31441"/>
                </a:lnTo>
                <a:lnTo>
                  <a:pt x="138451" y="38027"/>
                </a:lnTo>
                <a:moveTo>
                  <a:pt x="188797" y="38027"/>
                </a:moveTo>
                <a:lnTo>
                  <a:pt x="188797" y="44614"/>
                </a:lnTo>
                <a:lnTo>
                  <a:pt x="213970" y="44614"/>
                </a:lnTo>
                <a:lnTo>
                  <a:pt x="213970" y="38027"/>
                </a:lnTo>
                <a:lnTo>
                  <a:pt x="213970" y="31441"/>
                </a:lnTo>
                <a:lnTo>
                  <a:pt x="188797" y="31441"/>
                </a:lnTo>
                <a:lnTo>
                  <a:pt x="188797" y="38027"/>
                </a:lnTo>
                <a:moveTo>
                  <a:pt x="239142" y="38027"/>
                </a:moveTo>
                <a:lnTo>
                  <a:pt x="239142" y="44614"/>
                </a:lnTo>
                <a:lnTo>
                  <a:pt x="264315" y="44614"/>
                </a:lnTo>
                <a:lnTo>
                  <a:pt x="264315" y="38027"/>
                </a:lnTo>
                <a:lnTo>
                  <a:pt x="264315" y="31441"/>
                </a:lnTo>
                <a:lnTo>
                  <a:pt x="239142" y="31441"/>
                </a:lnTo>
                <a:lnTo>
                  <a:pt x="239142" y="38027"/>
                </a:lnTo>
                <a:moveTo>
                  <a:pt x="289488" y="38027"/>
                </a:moveTo>
                <a:lnTo>
                  <a:pt x="289488" y="44614"/>
                </a:lnTo>
                <a:lnTo>
                  <a:pt x="314661" y="44614"/>
                </a:lnTo>
                <a:lnTo>
                  <a:pt x="314661" y="38027"/>
                </a:lnTo>
                <a:lnTo>
                  <a:pt x="314661" y="31441"/>
                </a:lnTo>
                <a:lnTo>
                  <a:pt x="289488" y="31441"/>
                </a:lnTo>
                <a:lnTo>
                  <a:pt x="289488" y="38027"/>
                </a:lnTo>
                <a:moveTo>
                  <a:pt x="339834" y="38027"/>
                </a:moveTo>
                <a:lnTo>
                  <a:pt x="339834" y="44614"/>
                </a:lnTo>
                <a:lnTo>
                  <a:pt x="352420" y="44614"/>
                </a:lnTo>
                <a:lnTo>
                  <a:pt x="352420" y="38027"/>
                </a:lnTo>
                <a:lnTo>
                  <a:pt x="352420" y="31441"/>
                </a:lnTo>
                <a:lnTo>
                  <a:pt x="339834" y="31441"/>
                </a:lnTo>
                <a:lnTo>
                  <a:pt x="339834" y="38027"/>
                </a:lnTo>
                <a:moveTo>
                  <a:pt x="352420" y="38027"/>
                </a:moveTo>
                <a:lnTo>
                  <a:pt x="352420" y="44614"/>
                </a:lnTo>
                <a:lnTo>
                  <a:pt x="362707" y="44614"/>
                </a:lnTo>
                <a:lnTo>
                  <a:pt x="362707" y="38027"/>
                </a:lnTo>
                <a:lnTo>
                  <a:pt x="362707" y="31441"/>
                </a:lnTo>
                <a:lnTo>
                  <a:pt x="352420" y="31441"/>
                </a:lnTo>
                <a:lnTo>
                  <a:pt x="352420" y="38027"/>
                </a:lnTo>
                <a:moveTo>
                  <a:pt x="383280" y="38027"/>
                </a:moveTo>
                <a:lnTo>
                  <a:pt x="383280" y="44614"/>
                </a:lnTo>
                <a:lnTo>
                  <a:pt x="403852" y="44614"/>
                </a:lnTo>
                <a:lnTo>
                  <a:pt x="403852" y="38027"/>
                </a:lnTo>
                <a:lnTo>
                  <a:pt x="403852" y="31441"/>
                </a:lnTo>
                <a:lnTo>
                  <a:pt x="383280" y="31441"/>
                </a:lnTo>
                <a:lnTo>
                  <a:pt x="383280" y="38027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df-path-10">
            <a:extLst xmlns:a="http://schemas.openxmlformats.org/drawingml/2006/main">
              <a:ext uri="{FF2B5EF4-FFF2-40B4-BE49-F238E27FC236}">
                <a16:creationId xmlns:a16="http://schemas.microsoft.com/office/drawing/2014/main" id="{33AF6599-5E8A-403D-8E4D-0156C461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2979" y="3753561"/>
            <a:ext cx="434712" cy="76055"/>
          </a:xfrm>
          <a:custGeom xmlns:a="http://schemas.openxmlformats.org/drawingml/2006/main">
            <a:pathLst>
              <a:path w="434712" h="76055">
                <a:moveTo>
                  <a:pt x="434712" y="38027"/>
                </a:moveTo>
                <a:lnTo>
                  <a:pt x="368847" y="0"/>
                </a:lnTo>
                <a:lnTo>
                  <a:pt x="368847" y="76055"/>
                </a:lnTo>
                <a:lnTo>
                  <a:pt x="434712" y="38027"/>
                </a:lnTo>
                <a:moveTo>
                  <a:pt x="0" y="38027"/>
                </a:moveTo>
                <a:lnTo>
                  <a:pt x="0" y="44614"/>
                </a:lnTo>
                <a:lnTo>
                  <a:pt x="12587" y="44614"/>
                </a:lnTo>
                <a:lnTo>
                  <a:pt x="12587" y="38027"/>
                </a:lnTo>
                <a:lnTo>
                  <a:pt x="12587" y="31441"/>
                </a:lnTo>
                <a:lnTo>
                  <a:pt x="0" y="31441"/>
                </a:lnTo>
                <a:lnTo>
                  <a:pt x="0" y="38027"/>
                </a:lnTo>
                <a:moveTo>
                  <a:pt x="37759" y="38027"/>
                </a:moveTo>
                <a:lnTo>
                  <a:pt x="37759" y="44614"/>
                </a:lnTo>
                <a:lnTo>
                  <a:pt x="62932" y="44614"/>
                </a:lnTo>
                <a:lnTo>
                  <a:pt x="62932" y="38027"/>
                </a:lnTo>
                <a:lnTo>
                  <a:pt x="62932" y="31441"/>
                </a:lnTo>
                <a:lnTo>
                  <a:pt x="37759" y="31441"/>
                </a:lnTo>
                <a:lnTo>
                  <a:pt x="37759" y="38027"/>
                </a:lnTo>
                <a:moveTo>
                  <a:pt x="88106" y="38027"/>
                </a:moveTo>
                <a:lnTo>
                  <a:pt x="88106" y="44614"/>
                </a:lnTo>
                <a:lnTo>
                  <a:pt x="113278" y="44614"/>
                </a:lnTo>
                <a:lnTo>
                  <a:pt x="113278" y="38027"/>
                </a:lnTo>
                <a:lnTo>
                  <a:pt x="113278" y="31441"/>
                </a:lnTo>
                <a:lnTo>
                  <a:pt x="88106" y="31441"/>
                </a:lnTo>
                <a:lnTo>
                  <a:pt x="88106" y="38027"/>
                </a:lnTo>
                <a:moveTo>
                  <a:pt x="138451" y="38027"/>
                </a:moveTo>
                <a:lnTo>
                  <a:pt x="138451" y="44614"/>
                </a:lnTo>
                <a:lnTo>
                  <a:pt x="163624" y="44614"/>
                </a:lnTo>
                <a:lnTo>
                  <a:pt x="163624" y="38027"/>
                </a:lnTo>
                <a:lnTo>
                  <a:pt x="163624" y="31441"/>
                </a:lnTo>
                <a:lnTo>
                  <a:pt x="138451" y="31441"/>
                </a:lnTo>
                <a:lnTo>
                  <a:pt x="138451" y="38027"/>
                </a:lnTo>
                <a:moveTo>
                  <a:pt x="188797" y="38027"/>
                </a:moveTo>
                <a:lnTo>
                  <a:pt x="188797" y="44614"/>
                </a:lnTo>
                <a:lnTo>
                  <a:pt x="213970" y="44614"/>
                </a:lnTo>
                <a:lnTo>
                  <a:pt x="213970" y="38027"/>
                </a:lnTo>
                <a:lnTo>
                  <a:pt x="213970" y="31441"/>
                </a:lnTo>
                <a:lnTo>
                  <a:pt x="188797" y="31441"/>
                </a:lnTo>
                <a:lnTo>
                  <a:pt x="188797" y="38027"/>
                </a:lnTo>
                <a:moveTo>
                  <a:pt x="239143" y="38027"/>
                </a:moveTo>
                <a:lnTo>
                  <a:pt x="239143" y="44614"/>
                </a:lnTo>
                <a:lnTo>
                  <a:pt x="264315" y="44614"/>
                </a:lnTo>
                <a:lnTo>
                  <a:pt x="264315" y="38027"/>
                </a:lnTo>
                <a:lnTo>
                  <a:pt x="264315" y="31441"/>
                </a:lnTo>
                <a:lnTo>
                  <a:pt x="239143" y="31441"/>
                </a:lnTo>
                <a:lnTo>
                  <a:pt x="239143" y="38027"/>
                </a:lnTo>
                <a:moveTo>
                  <a:pt x="289488" y="38027"/>
                </a:moveTo>
                <a:lnTo>
                  <a:pt x="289488" y="44614"/>
                </a:lnTo>
                <a:lnTo>
                  <a:pt x="314662" y="44614"/>
                </a:lnTo>
                <a:lnTo>
                  <a:pt x="314662" y="38027"/>
                </a:lnTo>
                <a:lnTo>
                  <a:pt x="314662" y="31441"/>
                </a:lnTo>
                <a:lnTo>
                  <a:pt x="289488" y="31441"/>
                </a:lnTo>
                <a:lnTo>
                  <a:pt x="289488" y="38027"/>
                </a:lnTo>
                <a:moveTo>
                  <a:pt x="339834" y="38027"/>
                </a:moveTo>
                <a:lnTo>
                  <a:pt x="339834" y="44614"/>
                </a:lnTo>
                <a:lnTo>
                  <a:pt x="352421" y="44614"/>
                </a:lnTo>
                <a:lnTo>
                  <a:pt x="352421" y="38027"/>
                </a:lnTo>
                <a:lnTo>
                  <a:pt x="352421" y="31441"/>
                </a:lnTo>
                <a:lnTo>
                  <a:pt x="339834" y="31441"/>
                </a:lnTo>
                <a:lnTo>
                  <a:pt x="339834" y="38027"/>
                </a:lnTo>
                <a:moveTo>
                  <a:pt x="352421" y="38027"/>
                </a:moveTo>
                <a:lnTo>
                  <a:pt x="352421" y="44614"/>
                </a:lnTo>
                <a:lnTo>
                  <a:pt x="362707" y="44614"/>
                </a:lnTo>
                <a:lnTo>
                  <a:pt x="362707" y="38027"/>
                </a:lnTo>
                <a:lnTo>
                  <a:pt x="362707" y="31441"/>
                </a:lnTo>
                <a:lnTo>
                  <a:pt x="352421" y="31441"/>
                </a:lnTo>
                <a:lnTo>
                  <a:pt x="352421" y="38027"/>
                </a:lnTo>
                <a:moveTo>
                  <a:pt x="383280" y="38027"/>
                </a:moveTo>
                <a:lnTo>
                  <a:pt x="383280" y="44614"/>
                </a:lnTo>
                <a:lnTo>
                  <a:pt x="403852" y="44614"/>
                </a:lnTo>
                <a:lnTo>
                  <a:pt x="403852" y="38027"/>
                </a:lnTo>
                <a:lnTo>
                  <a:pt x="403852" y="31441"/>
                </a:lnTo>
                <a:lnTo>
                  <a:pt x="383280" y="31441"/>
                </a:lnTo>
                <a:lnTo>
                  <a:pt x="383280" y="38027"/>
                </a:lnTo>
                <a:moveTo>
                  <a:pt x="434712" y="38027"/>
                </a:moveTo>
                <a:lnTo>
                  <a:pt x="368847" y="0"/>
                </a:lnTo>
                <a:lnTo>
                  <a:pt x="368847" y="76055"/>
                </a:lnTo>
                <a:lnTo>
                  <a:pt x="434712" y="38027"/>
                </a:lnTo>
                <a:moveTo>
                  <a:pt x="0" y="38027"/>
                </a:moveTo>
                <a:lnTo>
                  <a:pt x="0" y="44614"/>
                </a:lnTo>
                <a:lnTo>
                  <a:pt x="12587" y="44614"/>
                </a:lnTo>
                <a:lnTo>
                  <a:pt x="12587" y="38027"/>
                </a:lnTo>
                <a:lnTo>
                  <a:pt x="12587" y="31441"/>
                </a:lnTo>
                <a:lnTo>
                  <a:pt x="0" y="31441"/>
                </a:lnTo>
                <a:lnTo>
                  <a:pt x="0" y="38027"/>
                </a:lnTo>
                <a:moveTo>
                  <a:pt x="37759" y="38027"/>
                </a:moveTo>
                <a:lnTo>
                  <a:pt x="37759" y="44614"/>
                </a:lnTo>
                <a:lnTo>
                  <a:pt x="62932" y="44614"/>
                </a:lnTo>
                <a:lnTo>
                  <a:pt x="62932" y="38027"/>
                </a:lnTo>
                <a:lnTo>
                  <a:pt x="62932" y="31441"/>
                </a:lnTo>
                <a:lnTo>
                  <a:pt x="37759" y="31441"/>
                </a:lnTo>
                <a:lnTo>
                  <a:pt x="37759" y="38027"/>
                </a:lnTo>
                <a:moveTo>
                  <a:pt x="88106" y="38027"/>
                </a:moveTo>
                <a:lnTo>
                  <a:pt x="88106" y="44614"/>
                </a:lnTo>
                <a:lnTo>
                  <a:pt x="113278" y="44614"/>
                </a:lnTo>
                <a:lnTo>
                  <a:pt x="113278" y="38027"/>
                </a:lnTo>
                <a:lnTo>
                  <a:pt x="113278" y="31441"/>
                </a:lnTo>
                <a:lnTo>
                  <a:pt x="88106" y="31441"/>
                </a:lnTo>
                <a:lnTo>
                  <a:pt x="88106" y="38027"/>
                </a:lnTo>
                <a:moveTo>
                  <a:pt x="138451" y="38027"/>
                </a:moveTo>
                <a:lnTo>
                  <a:pt x="138451" y="44614"/>
                </a:lnTo>
                <a:lnTo>
                  <a:pt x="163624" y="44614"/>
                </a:lnTo>
                <a:lnTo>
                  <a:pt x="163624" y="38027"/>
                </a:lnTo>
                <a:lnTo>
                  <a:pt x="163624" y="31441"/>
                </a:lnTo>
                <a:lnTo>
                  <a:pt x="138451" y="31441"/>
                </a:lnTo>
                <a:lnTo>
                  <a:pt x="138451" y="38027"/>
                </a:lnTo>
                <a:moveTo>
                  <a:pt x="188797" y="38027"/>
                </a:moveTo>
                <a:lnTo>
                  <a:pt x="188797" y="44614"/>
                </a:lnTo>
                <a:lnTo>
                  <a:pt x="213970" y="44614"/>
                </a:lnTo>
                <a:lnTo>
                  <a:pt x="213970" y="38027"/>
                </a:lnTo>
                <a:lnTo>
                  <a:pt x="213970" y="31441"/>
                </a:lnTo>
                <a:lnTo>
                  <a:pt x="188797" y="31441"/>
                </a:lnTo>
                <a:lnTo>
                  <a:pt x="188797" y="38027"/>
                </a:lnTo>
                <a:moveTo>
                  <a:pt x="239143" y="38027"/>
                </a:moveTo>
                <a:lnTo>
                  <a:pt x="239143" y="44614"/>
                </a:lnTo>
                <a:lnTo>
                  <a:pt x="264315" y="44614"/>
                </a:lnTo>
                <a:lnTo>
                  <a:pt x="264315" y="38027"/>
                </a:lnTo>
                <a:lnTo>
                  <a:pt x="264315" y="31441"/>
                </a:lnTo>
                <a:lnTo>
                  <a:pt x="239143" y="31441"/>
                </a:lnTo>
                <a:lnTo>
                  <a:pt x="239143" y="38027"/>
                </a:lnTo>
                <a:moveTo>
                  <a:pt x="289488" y="38027"/>
                </a:moveTo>
                <a:lnTo>
                  <a:pt x="289488" y="44614"/>
                </a:lnTo>
                <a:lnTo>
                  <a:pt x="314662" y="44614"/>
                </a:lnTo>
                <a:lnTo>
                  <a:pt x="314662" y="38027"/>
                </a:lnTo>
                <a:lnTo>
                  <a:pt x="314662" y="31441"/>
                </a:lnTo>
                <a:lnTo>
                  <a:pt x="289488" y="31441"/>
                </a:lnTo>
                <a:lnTo>
                  <a:pt x="289488" y="38027"/>
                </a:lnTo>
                <a:moveTo>
                  <a:pt x="339834" y="38027"/>
                </a:moveTo>
                <a:lnTo>
                  <a:pt x="339834" y="44614"/>
                </a:lnTo>
                <a:lnTo>
                  <a:pt x="352421" y="44614"/>
                </a:lnTo>
                <a:lnTo>
                  <a:pt x="352421" y="38027"/>
                </a:lnTo>
                <a:lnTo>
                  <a:pt x="352421" y="31441"/>
                </a:lnTo>
                <a:lnTo>
                  <a:pt x="339834" y="31441"/>
                </a:lnTo>
                <a:lnTo>
                  <a:pt x="339834" y="38027"/>
                </a:lnTo>
                <a:moveTo>
                  <a:pt x="352421" y="38027"/>
                </a:moveTo>
                <a:lnTo>
                  <a:pt x="352421" y="44614"/>
                </a:lnTo>
                <a:lnTo>
                  <a:pt x="362707" y="44614"/>
                </a:lnTo>
                <a:lnTo>
                  <a:pt x="362707" y="38027"/>
                </a:lnTo>
                <a:lnTo>
                  <a:pt x="362707" y="31441"/>
                </a:lnTo>
                <a:lnTo>
                  <a:pt x="352421" y="31441"/>
                </a:lnTo>
                <a:lnTo>
                  <a:pt x="352421" y="38027"/>
                </a:lnTo>
                <a:moveTo>
                  <a:pt x="383280" y="38027"/>
                </a:moveTo>
                <a:lnTo>
                  <a:pt x="383280" y="44614"/>
                </a:lnTo>
                <a:lnTo>
                  <a:pt x="403852" y="44614"/>
                </a:lnTo>
                <a:lnTo>
                  <a:pt x="403852" y="38027"/>
                </a:lnTo>
                <a:lnTo>
                  <a:pt x="403852" y="31441"/>
                </a:lnTo>
                <a:lnTo>
                  <a:pt x="383280" y="31441"/>
                </a:lnTo>
                <a:lnTo>
                  <a:pt x="383280" y="38027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df-path-11">
            <a:extLst xmlns:a="http://schemas.openxmlformats.org/drawingml/2006/main">
              <a:ext uri="{FF2B5EF4-FFF2-40B4-BE49-F238E27FC236}">
                <a16:creationId xmlns:a16="http://schemas.microsoft.com/office/drawing/2014/main" id="{2B4B5EC4-2B35-4227-A99E-679B202A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8125" y="2869473"/>
            <a:ext cx="388606" cy="446393"/>
          </a:xfrm>
          <a:custGeom xmlns:a="http://schemas.openxmlformats.org/drawingml/2006/main">
            <a:pathLst>
              <a:path w="388606" h="446393">
                <a:moveTo>
                  <a:pt x="388606" y="408365"/>
                </a:moveTo>
                <a:lnTo>
                  <a:pt x="322740" y="370338"/>
                </a:lnTo>
                <a:lnTo>
                  <a:pt x="322740" y="446393"/>
                </a:lnTo>
                <a:lnTo>
                  <a:pt x="388606" y="408365"/>
                </a:lnTo>
                <a:moveTo>
                  <a:pt x="6587" y="408365"/>
                </a:moveTo>
                <a:lnTo>
                  <a:pt x="0" y="408365"/>
                </a:lnTo>
                <a:lnTo>
                  <a:pt x="0" y="414952"/>
                </a:lnTo>
                <a:lnTo>
                  <a:pt x="6587" y="414952"/>
                </a:lnTo>
                <a:lnTo>
                  <a:pt x="6587" y="408365"/>
                </a:lnTo>
                <a:moveTo>
                  <a:pt x="329327" y="408365"/>
                </a:moveTo>
                <a:lnTo>
                  <a:pt x="329327" y="401779"/>
                </a:lnTo>
                <a:lnTo>
                  <a:pt x="6587" y="401779"/>
                </a:lnTo>
                <a:lnTo>
                  <a:pt x="6587" y="408365"/>
                </a:lnTo>
                <a:lnTo>
                  <a:pt x="6587" y="414952"/>
                </a:lnTo>
                <a:lnTo>
                  <a:pt x="329327" y="414952"/>
                </a:lnTo>
                <a:lnTo>
                  <a:pt x="329327" y="408365"/>
                </a:lnTo>
                <a:moveTo>
                  <a:pt x="6587" y="408365"/>
                </a:moveTo>
                <a:lnTo>
                  <a:pt x="13173" y="408365"/>
                </a:lnTo>
                <a:lnTo>
                  <a:pt x="13173" y="0"/>
                </a:lnTo>
                <a:lnTo>
                  <a:pt x="6587" y="0"/>
                </a:lnTo>
                <a:lnTo>
                  <a:pt x="0" y="0"/>
                </a:lnTo>
                <a:lnTo>
                  <a:pt x="0" y="408365"/>
                </a:lnTo>
                <a:lnTo>
                  <a:pt x="6587" y="408365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df-path-12">
            <a:extLst xmlns:a="http://schemas.openxmlformats.org/drawingml/2006/main">
              <a:ext uri="{FF2B5EF4-FFF2-40B4-BE49-F238E27FC236}">
                <a16:creationId xmlns:a16="http://schemas.microsoft.com/office/drawing/2014/main" id="{99B0A50D-10DD-4649-9553-3F70E4F7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8124" y="1288704"/>
            <a:ext cx="1060433" cy="156585"/>
          </a:xfrm>
          <a:custGeom xmlns:a="http://schemas.openxmlformats.org/drawingml/2006/main">
            <a:pathLst>
              <a:path w="1060433" h="156585">
                <a:moveTo>
                  <a:pt x="1060433" y="118558"/>
                </a:moveTo>
                <a:lnTo>
                  <a:pt x="994567" y="80530"/>
                </a:lnTo>
                <a:lnTo>
                  <a:pt x="994567" y="156585"/>
                </a:lnTo>
                <a:lnTo>
                  <a:pt x="1060433" y="118558"/>
                </a:lnTo>
                <a:moveTo>
                  <a:pt x="6587" y="118558"/>
                </a:moveTo>
                <a:lnTo>
                  <a:pt x="0" y="118558"/>
                </a:lnTo>
                <a:lnTo>
                  <a:pt x="0" y="125144"/>
                </a:lnTo>
                <a:lnTo>
                  <a:pt x="6587" y="125144"/>
                </a:lnTo>
                <a:lnTo>
                  <a:pt x="6587" y="118558"/>
                </a:lnTo>
                <a:moveTo>
                  <a:pt x="1001154" y="118558"/>
                </a:moveTo>
                <a:lnTo>
                  <a:pt x="1001154" y="111971"/>
                </a:lnTo>
                <a:lnTo>
                  <a:pt x="6587" y="111971"/>
                </a:lnTo>
                <a:lnTo>
                  <a:pt x="6587" y="118558"/>
                </a:lnTo>
                <a:lnTo>
                  <a:pt x="6587" y="125144"/>
                </a:lnTo>
                <a:lnTo>
                  <a:pt x="1001154" y="125144"/>
                </a:lnTo>
                <a:lnTo>
                  <a:pt x="1001154" y="118558"/>
                </a:lnTo>
                <a:moveTo>
                  <a:pt x="6587" y="118558"/>
                </a:moveTo>
                <a:lnTo>
                  <a:pt x="13173" y="118558"/>
                </a:lnTo>
                <a:lnTo>
                  <a:pt x="13173" y="0"/>
                </a:lnTo>
                <a:lnTo>
                  <a:pt x="6587" y="0"/>
                </a:lnTo>
                <a:lnTo>
                  <a:pt x="0" y="0"/>
                </a:lnTo>
                <a:lnTo>
                  <a:pt x="0" y="118558"/>
                </a:lnTo>
                <a:lnTo>
                  <a:pt x="6587" y="118558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df-path-13">
            <a:extLst xmlns:a="http://schemas.openxmlformats.org/drawingml/2006/main">
              <a:ext uri="{FF2B5EF4-FFF2-40B4-BE49-F238E27FC236}">
                <a16:creationId xmlns:a16="http://schemas.microsoft.com/office/drawing/2014/main" id="{BA202D5D-E67F-4BE2-9392-102BC171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702" y="1407261"/>
            <a:ext cx="230529" cy="301489"/>
          </a:xfrm>
          <a:custGeom xmlns:a="http://schemas.openxmlformats.org/drawingml/2006/main">
            <a:pathLst>
              <a:path w="230529" h="301489">
                <a:moveTo>
                  <a:pt x="230529" y="263462"/>
                </a:moveTo>
                <a:lnTo>
                  <a:pt x="164663" y="225434"/>
                </a:lnTo>
                <a:lnTo>
                  <a:pt x="164663" y="301489"/>
                </a:lnTo>
                <a:lnTo>
                  <a:pt x="230529" y="263462"/>
                </a:lnTo>
                <a:moveTo>
                  <a:pt x="6587" y="263462"/>
                </a:moveTo>
                <a:lnTo>
                  <a:pt x="0" y="263462"/>
                </a:lnTo>
                <a:lnTo>
                  <a:pt x="0" y="270048"/>
                </a:lnTo>
                <a:lnTo>
                  <a:pt x="6587" y="270048"/>
                </a:lnTo>
                <a:lnTo>
                  <a:pt x="6587" y="263462"/>
                </a:lnTo>
                <a:moveTo>
                  <a:pt x="171250" y="263462"/>
                </a:moveTo>
                <a:lnTo>
                  <a:pt x="171250" y="256875"/>
                </a:lnTo>
                <a:lnTo>
                  <a:pt x="6587" y="256875"/>
                </a:lnTo>
                <a:lnTo>
                  <a:pt x="6587" y="263462"/>
                </a:lnTo>
                <a:lnTo>
                  <a:pt x="6587" y="270048"/>
                </a:lnTo>
                <a:lnTo>
                  <a:pt x="171250" y="270048"/>
                </a:lnTo>
                <a:lnTo>
                  <a:pt x="171250" y="263462"/>
                </a:lnTo>
                <a:moveTo>
                  <a:pt x="6587" y="263462"/>
                </a:moveTo>
                <a:lnTo>
                  <a:pt x="13173" y="263462"/>
                </a:lnTo>
                <a:lnTo>
                  <a:pt x="13173" y="0"/>
                </a:lnTo>
                <a:lnTo>
                  <a:pt x="6587" y="0"/>
                </a:lnTo>
                <a:lnTo>
                  <a:pt x="0" y="0"/>
                </a:lnTo>
                <a:lnTo>
                  <a:pt x="0" y="263462"/>
                </a:lnTo>
                <a:lnTo>
                  <a:pt x="6587" y="263462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df-path-14">
            <a:extLst xmlns:a="http://schemas.openxmlformats.org/drawingml/2006/main">
              <a:ext uri="{FF2B5EF4-FFF2-40B4-BE49-F238E27FC236}">
                <a16:creationId xmlns:a16="http://schemas.microsoft.com/office/drawing/2014/main" id="{CD38412C-EE7D-41BD-9E5D-69FF6CCE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2068" y="2283271"/>
            <a:ext cx="907450" cy="454471"/>
          </a:xfrm>
          <a:custGeom xmlns:a="http://schemas.openxmlformats.org/drawingml/2006/main">
            <a:pathLst>
              <a:path w="907450" h="454471">
                <a:moveTo>
                  <a:pt x="38027" y="454471"/>
                </a:moveTo>
                <a:lnTo>
                  <a:pt x="76054" y="388605"/>
                </a:lnTo>
                <a:lnTo>
                  <a:pt x="0" y="388605"/>
                </a:lnTo>
                <a:lnTo>
                  <a:pt x="38027" y="454471"/>
                </a:lnTo>
                <a:moveTo>
                  <a:pt x="38027" y="6587"/>
                </a:moveTo>
                <a:lnTo>
                  <a:pt x="38027" y="0"/>
                </a:lnTo>
                <a:lnTo>
                  <a:pt x="31441" y="0"/>
                </a:lnTo>
                <a:lnTo>
                  <a:pt x="31441" y="6587"/>
                </a:lnTo>
                <a:lnTo>
                  <a:pt x="38027" y="6587"/>
                </a:lnTo>
                <a:moveTo>
                  <a:pt x="38027" y="395192"/>
                </a:moveTo>
                <a:lnTo>
                  <a:pt x="44614" y="395192"/>
                </a:lnTo>
                <a:lnTo>
                  <a:pt x="44614" y="6587"/>
                </a:lnTo>
                <a:lnTo>
                  <a:pt x="38027" y="6587"/>
                </a:lnTo>
                <a:lnTo>
                  <a:pt x="31441" y="6587"/>
                </a:lnTo>
                <a:lnTo>
                  <a:pt x="31441" y="395192"/>
                </a:lnTo>
                <a:lnTo>
                  <a:pt x="38027" y="395192"/>
                </a:lnTo>
                <a:moveTo>
                  <a:pt x="38027" y="6587"/>
                </a:moveTo>
                <a:lnTo>
                  <a:pt x="38027" y="13173"/>
                </a:lnTo>
                <a:lnTo>
                  <a:pt x="907450" y="13173"/>
                </a:lnTo>
                <a:lnTo>
                  <a:pt x="907450" y="6587"/>
                </a:lnTo>
                <a:lnTo>
                  <a:pt x="907450" y="0"/>
                </a:lnTo>
                <a:lnTo>
                  <a:pt x="38027" y="0"/>
                </a:lnTo>
                <a:lnTo>
                  <a:pt x="38027" y="6587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df-path-15">
            <a:extLst xmlns:a="http://schemas.openxmlformats.org/drawingml/2006/main">
              <a:ext uri="{FF2B5EF4-FFF2-40B4-BE49-F238E27FC236}">
                <a16:creationId xmlns:a16="http://schemas.microsoft.com/office/drawing/2014/main" id="{49ACAEC7-23F3-409D-9375-2E20C01B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1681" y="2989522"/>
            <a:ext cx="243702" cy="341008"/>
          </a:xfrm>
          <a:custGeom xmlns:a="http://schemas.openxmlformats.org/drawingml/2006/main">
            <a:pathLst>
              <a:path w="243702" h="341008">
                <a:moveTo>
                  <a:pt x="243702" y="38027"/>
                </a:moveTo>
                <a:lnTo>
                  <a:pt x="177837" y="76055"/>
                </a:lnTo>
                <a:lnTo>
                  <a:pt x="177837" y="0"/>
                </a:lnTo>
                <a:lnTo>
                  <a:pt x="243702" y="38027"/>
                </a:lnTo>
                <a:moveTo>
                  <a:pt x="6587" y="38027"/>
                </a:moveTo>
                <a:lnTo>
                  <a:pt x="0" y="38027"/>
                </a:lnTo>
                <a:lnTo>
                  <a:pt x="0" y="31441"/>
                </a:lnTo>
                <a:lnTo>
                  <a:pt x="6587" y="31441"/>
                </a:lnTo>
                <a:lnTo>
                  <a:pt x="6587" y="38027"/>
                </a:lnTo>
                <a:moveTo>
                  <a:pt x="184423" y="38027"/>
                </a:moveTo>
                <a:lnTo>
                  <a:pt x="184423" y="44614"/>
                </a:lnTo>
                <a:lnTo>
                  <a:pt x="6587" y="44614"/>
                </a:lnTo>
                <a:lnTo>
                  <a:pt x="6587" y="38027"/>
                </a:lnTo>
                <a:lnTo>
                  <a:pt x="6587" y="31441"/>
                </a:lnTo>
                <a:lnTo>
                  <a:pt x="184423" y="31441"/>
                </a:lnTo>
                <a:lnTo>
                  <a:pt x="184423" y="38027"/>
                </a:lnTo>
                <a:moveTo>
                  <a:pt x="6587" y="38027"/>
                </a:moveTo>
                <a:lnTo>
                  <a:pt x="13174" y="38027"/>
                </a:lnTo>
                <a:lnTo>
                  <a:pt x="13174" y="341008"/>
                </a:lnTo>
                <a:lnTo>
                  <a:pt x="6587" y="341008"/>
                </a:lnTo>
                <a:lnTo>
                  <a:pt x="0" y="341008"/>
                </a:lnTo>
                <a:lnTo>
                  <a:pt x="0" y="38027"/>
                </a:lnTo>
                <a:lnTo>
                  <a:pt x="6587" y="38027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df-path-16">
            <a:extLst xmlns:a="http://schemas.openxmlformats.org/drawingml/2006/main">
              <a:ext uri="{FF2B5EF4-FFF2-40B4-BE49-F238E27FC236}">
                <a16:creationId xmlns:a16="http://schemas.microsoft.com/office/drawing/2014/main" id="{16A8514B-8297-494E-9962-EC810DDB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5335" y="2989522"/>
            <a:ext cx="243702" cy="341008"/>
          </a:xfrm>
          <a:custGeom xmlns:a="http://schemas.openxmlformats.org/drawingml/2006/main">
            <a:pathLst>
              <a:path w="243702" h="341008">
                <a:moveTo>
                  <a:pt x="243702" y="38027"/>
                </a:moveTo>
                <a:lnTo>
                  <a:pt x="177837" y="76055"/>
                </a:lnTo>
                <a:lnTo>
                  <a:pt x="177837" y="0"/>
                </a:lnTo>
                <a:lnTo>
                  <a:pt x="243702" y="38027"/>
                </a:lnTo>
                <a:moveTo>
                  <a:pt x="6587" y="38027"/>
                </a:moveTo>
                <a:lnTo>
                  <a:pt x="0" y="38027"/>
                </a:lnTo>
                <a:lnTo>
                  <a:pt x="0" y="31441"/>
                </a:lnTo>
                <a:lnTo>
                  <a:pt x="6587" y="31441"/>
                </a:lnTo>
                <a:lnTo>
                  <a:pt x="6587" y="38027"/>
                </a:lnTo>
                <a:moveTo>
                  <a:pt x="184423" y="38027"/>
                </a:moveTo>
                <a:lnTo>
                  <a:pt x="184423" y="44614"/>
                </a:lnTo>
                <a:lnTo>
                  <a:pt x="6587" y="44614"/>
                </a:lnTo>
                <a:lnTo>
                  <a:pt x="6587" y="38027"/>
                </a:lnTo>
                <a:lnTo>
                  <a:pt x="6587" y="31441"/>
                </a:lnTo>
                <a:lnTo>
                  <a:pt x="184423" y="31441"/>
                </a:lnTo>
                <a:lnTo>
                  <a:pt x="184423" y="38027"/>
                </a:lnTo>
                <a:moveTo>
                  <a:pt x="6587" y="38027"/>
                </a:moveTo>
                <a:lnTo>
                  <a:pt x="13174" y="38027"/>
                </a:lnTo>
                <a:lnTo>
                  <a:pt x="13174" y="341008"/>
                </a:lnTo>
                <a:lnTo>
                  <a:pt x="6587" y="341008"/>
                </a:lnTo>
                <a:lnTo>
                  <a:pt x="0" y="341008"/>
                </a:lnTo>
                <a:lnTo>
                  <a:pt x="0" y="38027"/>
                </a:lnTo>
                <a:lnTo>
                  <a:pt x="6587" y="38027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df-path-17">
            <a:extLst xmlns:a="http://schemas.openxmlformats.org/drawingml/2006/main">
              <a:ext uri="{FF2B5EF4-FFF2-40B4-BE49-F238E27FC236}">
                <a16:creationId xmlns:a16="http://schemas.microsoft.com/office/drawing/2014/main" id="{6EB1F940-6E8F-41C4-8C62-B66A7211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4567" y="2396734"/>
            <a:ext cx="322740" cy="1105046"/>
          </a:xfrm>
          <a:custGeom xmlns:a="http://schemas.openxmlformats.org/drawingml/2006/main">
            <a:pathLst>
              <a:path w="322740" h="1105046">
                <a:moveTo>
                  <a:pt x="6587" y="38027"/>
                </a:moveTo>
                <a:lnTo>
                  <a:pt x="6587" y="31441"/>
                </a:lnTo>
                <a:lnTo>
                  <a:pt x="0" y="31441"/>
                </a:lnTo>
                <a:lnTo>
                  <a:pt x="0" y="38027"/>
                </a:lnTo>
                <a:lnTo>
                  <a:pt x="6587" y="38027"/>
                </a:lnTo>
                <a:moveTo>
                  <a:pt x="322740" y="38027"/>
                </a:moveTo>
                <a:lnTo>
                  <a:pt x="256875" y="0"/>
                </a:lnTo>
                <a:lnTo>
                  <a:pt x="256875" y="76055"/>
                </a:lnTo>
                <a:lnTo>
                  <a:pt x="322740" y="38027"/>
                </a:lnTo>
                <a:moveTo>
                  <a:pt x="6587" y="1105046"/>
                </a:moveTo>
                <a:lnTo>
                  <a:pt x="13173" y="1105046"/>
                </a:lnTo>
                <a:lnTo>
                  <a:pt x="13173" y="38027"/>
                </a:lnTo>
                <a:lnTo>
                  <a:pt x="6587" y="38027"/>
                </a:lnTo>
                <a:lnTo>
                  <a:pt x="0" y="38027"/>
                </a:lnTo>
                <a:lnTo>
                  <a:pt x="0" y="1105046"/>
                </a:lnTo>
                <a:lnTo>
                  <a:pt x="6587" y="1105046"/>
                </a:lnTo>
                <a:moveTo>
                  <a:pt x="6587" y="38027"/>
                </a:moveTo>
                <a:lnTo>
                  <a:pt x="6587" y="44614"/>
                </a:lnTo>
                <a:lnTo>
                  <a:pt x="263462" y="44614"/>
                </a:lnTo>
                <a:lnTo>
                  <a:pt x="263462" y="38027"/>
                </a:lnTo>
                <a:lnTo>
                  <a:pt x="263462" y="31441"/>
                </a:lnTo>
                <a:lnTo>
                  <a:pt x="6587" y="31441"/>
                </a:lnTo>
                <a:lnTo>
                  <a:pt x="6587" y="38027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df-path-18">
            <a:extLst xmlns:a="http://schemas.openxmlformats.org/drawingml/2006/main">
              <a:ext uri="{FF2B5EF4-FFF2-40B4-BE49-F238E27FC236}">
                <a16:creationId xmlns:a16="http://schemas.microsoft.com/office/drawing/2014/main" id="{42773CC0-5433-4E30-8136-53B9C16D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5592" y="2105435"/>
            <a:ext cx="53238" cy="144904"/>
          </a:xfrm>
          <a:custGeom xmlns:a="http://schemas.openxmlformats.org/drawingml/2006/main">
            <a:pathLst>
              <a:path w="53238" h="144904">
                <a:moveTo>
                  <a:pt x="26619" y="144904"/>
                </a:moveTo>
                <a:lnTo>
                  <a:pt x="53238" y="98798"/>
                </a:lnTo>
                <a:lnTo>
                  <a:pt x="0" y="98798"/>
                </a:lnTo>
                <a:lnTo>
                  <a:pt x="26619" y="144904"/>
                </a:lnTo>
                <a:moveTo>
                  <a:pt x="26619" y="0"/>
                </a:moveTo>
                <a:lnTo>
                  <a:pt x="22009" y="0"/>
                </a:lnTo>
                <a:lnTo>
                  <a:pt x="22009" y="103409"/>
                </a:lnTo>
                <a:lnTo>
                  <a:pt x="26619" y="103409"/>
                </a:lnTo>
                <a:lnTo>
                  <a:pt x="31229" y="103409"/>
                </a:lnTo>
                <a:lnTo>
                  <a:pt x="31229" y="0"/>
                </a:lnTo>
                <a:lnTo>
                  <a:pt x="26619" y="0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df-path-19">
            <a:extLst xmlns:a="http://schemas.openxmlformats.org/drawingml/2006/main">
              <a:ext uri="{FF2B5EF4-FFF2-40B4-BE49-F238E27FC236}">
                <a16:creationId xmlns:a16="http://schemas.microsoft.com/office/drawing/2014/main" id="{152969FB-D3AB-4B05-AE10-7B4D1294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458" y="2105435"/>
            <a:ext cx="53238" cy="144904"/>
          </a:xfrm>
          <a:custGeom xmlns:a="http://schemas.openxmlformats.org/drawingml/2006/main">
            <a:pathLst>
              <a:path w="53238" h="144904">
                <a:moveTo>
                  <a:pt x="26619" y="144904"/>
                </a:moveTo>
                <a:lnTo>
                  <a:pt x="53238" y="98798"/>
                </a:lnTo>
                <a:lnTo>
                  <a:pt x="0" y="98798"/>
                </a:lnTo>
                <a:lnTo>
                  <a:pt x="26619" y="144904"/>
                </a:lnTo>
                <a:moveTo>
                  <a:pt x="26619" y="0"/>
                </a:moveTo>
                <a:lnTo>
                  <a:pt x="22009" y="0"/>
                </a:lnTo>
                <a:lnTo>
                  <a:pt x="22009" y="103409"/>
                </a:lnTo>
                <a:lnTo>
                  <a:pt x="26619" y="103409"/>
                </a:lnTo>
                <a:lnTo>
                  <a:pt x="31229" y="103409"/>
                </a:lnTo>
                <a:lnTo>
                  <a:pt x="31229" y="0"/>
                </a:lnTo>
                <a:lnTo>
                  <a:pt x="26619" y="0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df-path-20">
            <a:extLst xmlns:a="http://schemas.openxmlformats.org/drawingml/2006/main">
              <a:ext uri="{FF2B5EF4-FFF2-40B4-BE49-F238E27FC236}">
                <a16:creationId xmlns:a16="http://schemas.microsoft.com/office/drawing/2014/main" id="{16B16AF3-93E1-45FC-8F6C-47ECDBA2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4760" y="1789281"/>
            <a:ext cx="76055" cy="1383173"/>
          </a:xfrm>
          <a:custGeom xmlns:a="http://schemas.openxmlformats.org/drawingml/2006/main">
            <a:pathLst>
              <a:path w="76055" h="1383173">
                <a:moveTo>
                  <a:pt x="38027" y="1383173"/>
                </a:moveTo>
                <a:lnTo>
                  <a:pt x="76055" y="1317307"/>
                </a:lnTo>
                <a:lnTo>
                  <a:pt x="0" y="1317307"/>
                </a:lnTo>
                <a:lnTo>
                  <a:pt x="38027" y="1383173"/>
                </a:lnTo>
                <a:moveTo>
                  <a:pt x="38027" y="0"/>
                </a:moveTo>
                <a:lnTo>
                  <a:pt x="31441" y="0"/>
                </a:lnTo>
                <a:lnTo>
                  <a:pt x="31441" y="1323894"/>
                </a:lnTo>
                <a:lnTo>
                  <a:pt x="38027" y="1323894"/>
                </a:lnTo>
                <a:lnTo>
                  <a:pt x="44614" y="1323894"/>
                </a:lnTo>
                <a:lnTo>
                  <a:pt x="44614" y="0"/>
                </a:lnTo>
                <a:lnTo>
                  <a:pt x="38027" y="0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df-path-21">
            <a:extLst xmlns:a="http://schemas.openxmlformats.org/drawingml/2006/main">
              <a:ext uri="{FF2B5EF4-FFF2-40B4-BE49-F238E27FC236}">
                <a16:creationId xmlns:a16="http://schemas.microsoft.com/office/drawing/2014/main" id="{76B6BEDF-702A-45F0-BAB8-6A59632A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6683" y="1275531"/>
            <a:ext cx="76055" cy="645481"/>
          </a:xfrm>
          <a:custGeom xmlns:a="http://schemas.openxmlformats.org/drawingml/2006/main">
            <a:pathLst>
              <a:path w="76055" h="645481">
                <a:moveTo>
                  <a:pt x="38027" y="645481"/>
                </a:moveTo>
                <a:lnTo>
                  <a:pt x="76055" y="579615"/>
                </a:lnTo>
                <a:lnTo>
                  <a:pt x="0" y="579615"/>
                </a:lnTo>
                <a:lnTo>
                  <a:pt x="38027" y="645481"/>
                </a:lnTo>
                <a:moveTo>
                  <a:pt x="38027" y="0"/>
                </a:moveTo>
                <a:lnTo>
                  <a:pt x="31441" y="0"/>
                </a:lnTo>
                <a:lnTo>
                  <a:pt x="31441" y="586202"/>
                </a:lnTo>
                <a:lnTo>
                  <a:pt x="38027" y="586202"/>
                </a:lnTo>
                <a:lnTo>
                  <a:pt x="44614" y="586202"/>
                </a:lnTo>
                <a:lnTo>
                  <a:pt x="44614" y="0"/>
                </a:lnTo>
                <a:lnTo>
                  <a:pt x="38027" y="0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df-path-22">
            <a:extLst xmlns:a="http://schemas.openxmlformats.org/drawingml/2006/main">
              <a:ext uri="{FF2B5EF4-FFF2-40B4-BE49-F238E27FC236}">
                <a16:creationId xmlns:a16="http://schemas.microsoft.com/office/drawing/2014/main" id="{83B46B24-2F09-4D1F-BB1B-1C973946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8269" y="274377"/>
            <a:ext cx="9221" cy="4030961"/>
          </a:xfrm>
          <a:custGeom xmlns:a="http://schemas.openxmlformats.org/drawingml/2006/main">
            <a:pathLst>
              <a:path w="9221" h="4030961">
                <a:moveTo>
                  <a:pt x="4610" y="0"/>
                </a:moveTo>
                <a:lnTo>
                  <a:pt x="0" y="0"/>
                </a:lnTo>
                <a:lnTo>
                  <a:pt x="0" y="32508"/>
                </a:lnTo>
                <a:lnTo>
                  <a:pt x="4610" y="32508"/>
                </a:lnTo>
                <a:lnTo>
                  <a:pt x="9221" y="32508"/>
                </a:lnTo>
                <a:lnTo>
                  <a:pt x="9221" y="0"/>
                </a:lnTo>
                <a:lnTo>
                  <a:pt x="4610" y="0"/>
                </a:lnTo>
                <a:moveTo>
                  <a:pt x="4610" y="97523"/>
                </a:moveTo>
                <a:lnTo>
                  <a:pt x="0" y="97523"/>
                </a:lnTo>
                <a:lnTo>
                  <a:pt x="0" y="162539"/>
                </a:lnTo>
                <a:lnTo>
                  <a:pt x="4610" y="162539"/>
                </a:lnTo>
                <a:lnTo>
                  <a:pt x="9221" y="162539"/>
                </a:lnTo>
                <a:lnTo>
                  <a:pt x="9221" y="97523"/>
                </a:lnTo>
                <a:lnTo>
                  <a:pt x="4610" y="97523"/>
                </a:lnTo>
                <a:moveTo>
                  <a:pt x="4610" y="227554"/>
                </a:moveTo>
                <a:lnTo>
                  <a:pt x="0" y="227554"/>
                </a:lnTo>
                <a:lnTo>
                  <a:pt x="0" y="292570"/>
                </a:lnTo>
                <a:lnTo>
                  <a:pt x="4610" y="292570"/>
                </a:lnTo>
                <a:lnTo>
                  <a:pt x="9221" y="292570"/>
                </a:lnTo>
                <a:lnTo>
                  <a:pt x="9221" y="227554"/>
                </a:lnTo>
                <a:lnTo>
                  <a:pt x="4610" y="227554"/>
                </a:lnTo>
                <a:moveTo>
                  <a:pt x="4610" y="357585"/>
                </a:moveTo>
                <a:lnTo>
                  <a:pt x="0" y="357585"/>
                </a:lnTo>
                <a:lnTo>
                  <a:pt x="0" y="422601"/>
                </a:lnTo>
                <a:lnTo>
                  <a:pt x="4610" y="422601"/>
                </a:lnTo>
                <a:lnTo>
                  <a:pt x="9221" y="422601"/>
                </a:lnTo>
                <a:lnTo>
                  <a:pt x="9221" y="357585"/>
                </a:lnTo>
                <a:lnTo>
                  <a:pt x="4610" y="357585"/>
                </a:lnTo>
                <a:moveTo>
                  <a:pt x="4610" y="487616"/>
                </a:moveTo>
                <a:lnTo>
                  <a:pt x="0" y="487616"/>
                </a:lnTo>
                <a:lnTo>
                  <a:pt x="0" y="552632"/>
                </a:lnTo>
                <a:lnTo>
                  <a:pt x="4610" y="552632"/>
                </a:lnTo>
                <a:lnTo>
                  <a:pt x="9221" y="552632"/>
                </a:lnTo>
                <a:lnTo>
                  <a:pt x="9221" y="487616"/>
                </a:lnTo>
                <a:lnTo>
                  <a:pt x="4610" y="487616"/>
                </a:lnTo>
                <a:moveTo>
                  <a:pt x="4610" y="617647"/>
                </a:moveTo>
                <a:lnTo>
                  <a:pt x="0" y="617647"/>
                </a:lnTo>
                <a:lnTo>
                  <a:pt x="0" y="682663"/>
                </a:lnTo>
                <a:lnTo>
                  <a:pt x="4610" y="682663"/>
                </a:lnTo>
                <a:lnTo>
                  <a:pt x="9221" y="682663"/>
                </a:lnTo>
                <a:lnTo>
                  <a:pt x="9221" y="617647"/>
                </a:lnTo>
                <a:lnTo>
                  <a:pt x="4610" y="617647"/>
                </a:lnTo>
                <a:moveTo>
                  <a:pt x="4610" y="747678"/>
                </a:moveTo>
                <a:lnTo>
                  <a:pt x="0" y="747678"/>
                </a:lnTo>
                <a:lnTo>
                  <a:pt x="0" y="812694"/>
                </a:lnTo>
                <a:lnTo>
                  <a:pt x="4610" y="812694"/>
                </a:lnTo>
                <a:lnTo>
                  <a:pt x="9221" y="812694"/>
                </a:lnTo>
                <a:lnTo>
                  <a:pt x="9221" y="747678"/>
                </a:lnTo>
                <a:lnTo>
                  <a:pt x="4610" y="747678"/>
                </a:lnTo>
                <a:moveTo>
                  <a:pt x="4610" y="877709"/>
                </a:moveTo>
                <a:lnTo>
                  <a:pt x="0" y="877709"/>
                </a:lnTo>
                <a:lnTo>
                  <a:pt x="0" y="942725"/>
                </a:lnTo>
                <a:lnTo>
                  <a:pt x="4610" y="942725"/>
                </a:lnTo>
                <a:lnTo>
                  <a:pt x="9221" y="942725"/>
                </a:lnTo>
                <a:lnTo>
                  <a:pt x="9221" y="877709"/>
                </a:lnTo>
                <a:lnTo>
                  <a:pt x="4610" y="877709"/>
                </a:lnTo>
                <a:moveTo>
                  <a:pt x="4610" y="1007741"/>
                </a:moveTo>
                <a:lnTo>
                  <a:pt x="0" y="1007741"/>
                </a:lnTo>
                <a:lnTo>
                  <a:pt x="0" y="1072756"/>
                </a:lnTo>
                <a:lnTo>
                  <a:pt x="4610" y="1072756"/>
                </a:lnTo>
                <a:lnTo>
                  <a:pt x="9221" y="1072756"/>
                </a:lnTo>
                <a:lnTo>
                  <a:pt x="9221" y="1007741"/>
                </a:lnTo>
                <a:lnTo>
                  <a:pt x="4610" y="1007741"/>
                </a:lnTo>
                <a:moveTo>
                  <a:pt x="4610" y="1137771"/>
                </a:moveTo>
                <a:lnTo>
                  <a:pt x="0" y="1137771"/>
                </a:lnTo>
                <a:lnTo>
                  <a:pt x="0" y="1202787"/>
                </a:lnTo>
                <a:lnTo>
                  <a:pt x="4610" y="1202787"/>
                </a:lnTo>
                <a:lnTo>
                  <a:pt x="9221" y="1202787"/>
                </a:lnTo>
                <a:lnTo>
                  <a:pt x="9221" y="1137771"/>
                </a:lnTo>
                <a:lnTo>
                  <a:pt x="4610" y="1137771"/>
                </a:lnTo>
                <a:moveTo>
                  <a:pt x="4610" y="1267803"/>
                </a:moveTo>
                <a:lnTo>
                  <a:pt x="0" y="1267803"/>
                </a:lnTo>
                <a:lnTo>
                  <a:pt x="0" y="1332818"/>
                </a:lnTo>
                <a:lnTo>
                  <a:pt x="4610" y="1332818"/>
                </a:lnTo>
                <a:lnTo>
                  <a:pt x="9221" y="1332818"/>
                </a:lnTo>
                <a:lnTo>
                  <a:pt x="9221" y="1267803"/>
                </a:lnTo>
                <a:lnTo>
                  <a:pt x="4610" y="1267803"/>
                </a:lnTo>
                <a:moveTo>
                  <a:pt x="4610" y="1397834"/>
                </a:moveTo>
                <a:lnTo>
                  <a:pt x="0" y="1397834"/>
                </a:lnTo>
                <a:lnTo>
                  <a:pt x="0" y="1462849"/>
                </a:lnTo>
                <a:lnTo>
                  <a:pt x="4610" y="1462849"/>
                </a:lnTo>
                <a:lnTo>
                  <a:pt x="9221" y="1462849"/>
                </a:lnTo>
                <a:lnTo>
                  <a:pt x="9221" y="1397834"/>
                </a:lnTo>
                <a:lnTo>
                  <a:pt x="4610" y="1397834"/>
                </a:lnTo>
                <a:moveTo>
                  <a:pt x="4610" y="1527865"/>
                </a:moveTo>
                <a:lnTo>
                  <a:pt x="0" y="1527865"/>
                </a:lnTo>
                <a:lnTo>
                  <a:pt x="0" y="1592880"/>
                </a:lnTo>
                <a:lnTo>
                  <a:pt x="4610" y="1592880"/>
                </a:lnTo>
                <a:lnTo>
                  <a:pt x="9221" y="1592880"/>
                </a:lnTo>
                <a:lnTo>
                  <a:pt x="9221" y="1527865"/>
                </a:lnTo>
                <a:lnTo>
                  <a:pt x="4610" y="1527865"/>
                </a:lnTo>
                <a:moveTo>
                  <a:pt x="4610" y="1657896"/>
                </a:moveTo>
                <a:lnTo>
                  <a:pt x="0" y="1657896"/>
                </a:lnTo>
                <a:lnTo>
                  <a:pt x="0" y="1722911"/>
                </a:lnTo>
                <a:lnTo>
                  <a:pt x="4610" y="1722911"/>
                </a:lnTo>
                <a:lnTo>
                  <a:pt x="9221" y="1722911"/>
                </a:lnTo>
                <a:lnTo>
                  <a:pt x="9221" y="1657896"/>
                </a:lnTo>
                <a:lnTo>
                  <a:pt x="4610" y="1657896"/>
                </a:lnTo>
                <a:moveTo>
                  <a:pt x="4610" y="1787927"/>
                </a:moveTo>
                <a:lnTo>
                  <a:pt x="0" y="1787927"/>
                </a:lnTo>
                <a:lnTo>
                  <a:pt x="0" y="1852942"/>
                </a:lnTo>
                <a:lnTo>
                  <a:pt x="4610" y="1852942"/>
                </a:lnTo>
                <a:lnTo>
                  <a:pt x="9221" y="1852942"/>
                </a:lnTo>
                <a:lnTo>
                  <a:pt x="9221" y="1787927"/>
                </a:lnTo>
                <a:lnTo>
                  <a:pt x="4610" y="1787927"/>
                </a:lnTo>
                <a:moveTo>
                  <a:pt x="4610" y="1917958"/>
                </a:moveTo>
                <a:lnTo>
                  <a:pt x="0" y="1917958"/>
                </a:lnTo>
                <a:lnTo>
                  <a:pt x="0" y="1982973"/>
                </a:lnTo>
                <a:lnTo>
                  <a:pt x="4610" y="1982973"/>
                </a:lnTo>
                <a:lnTo>
                  <a:pt x="9221" y="1982973"/>
                </a:lnTo>
                <a:lnTo>
                  <a:pt x="9221" y="1917958"/>
                </a:lnTo>
                <a:lnTo>
                  <a:pt x="4610" y="1917958"/>
                </a:lnTo>
                <a:moveTo>
                  <a:pt x="4610" y="2047989"/>
                </a:moveTo>
                <a:lnTo>
                  <a:pt x="0" y="2047989"/>
                </a:lnTo>
                <a:lnTo>
                  <a:pt x="0" y="2113004"/>
                </a:lnTo>
                <a:lnTo>
                  <a:pt x="4610" y="2113004"/>
                </a:lnTo>
                <a:lnTo>
                  <a:pt x="9221" y="2113004"/>
                </a:lnTo>
                <a:lnTo>
                  <a:pt x="9221" y="2047989"/>
                </a:lnTo>
                <a:lnTo>
                  <a:pt x="4610" y="2047989"/>
                </a:lnTo>
                <a:moveTo>
                  <a:pt x="4610" y="2178020"/>
                </a:moveTo>
                <a:lnTo>
                  <a:pt x="0" y="2178020"/>
                </a:lnTo>
                <a:lnTo>
                  <a:pt x="0" y="2243035"/>
                </a:lnTo>
                <a:lnTo>
                  <a:pt x="4610" y="2243035"/>
                </a:lnTo>
                <a:lnTo>
                  <a:pt x="9221" y="2243035"/>
                </a:lnTo>
                <a:lnTo>
                  <a:pt x="9221" y="2178020"/>
                </a:lnTo>
                <a:lnTo>
                  <a:pt x="4610" y="2178020"/>
                </a:lnTo>
                <a:moveTo>
                  <a:pt x="4610" y="2308051"/>
                </a:moveTo>
                <a:lnTo>
                  <a:pt x="0" y="2308051"/>
                </a:lnTo>
                <a:lnTo>
                  <a:pt x="0" y="2373067"/>
                </a:lnTo>
                <a:lnTo>
                  <a:pt x="4610" y="2373067"/>
                </a:lnTo>
                <a:lnTo>
                  <a:pt x="9221" y="2373067"/>
                </a:lnTo>
                <a:lnTo>
                  <a:pt x="9221" y="2308051"/>
                </a:lnTo>
                <a:lnTo>
                  <a:pt x="4610" y="2308051"/>
                </a:lnTo>
                <a:moveTo>
                  <a:pt x="4610" y="2438082"/>
                </a:moveTo>
                <a:lnTo>
                  <a:pt x="0" y="2438082"/>
                </a:lnTo>
                <a:lnTo>
                  <a:pt x="0" y="2503098"/>
                </a:lnTo>
                <a:lnTo>
                  <a:pt x="4610" y="2503098"/>
                </a:lnTo>
                <a:lnTo>
                  <a:pt x="9221" y="2503098"/>
                </a:lnTo>
                <a:lnTo>
                  <a:pt x="9221" y="2438082"/>
                </a:lnTo>
                <a:lnTo>
                  <a:pt x="4610" y="2438082"/>
                </a:lnTo>
                <a:moveTo>
                  <a:pt x="4610" y="2568113"/>
                </a:moveTo>
                <a:lnTo>
                  <a:pt x="0" y="2568113"/>
                </a:lnTo>
                <a:lnTo>
                  <a:pt x="0" y="2633129"/>
                </a:lnTo>
                <a:lnTo>
                  <a:pt x="4610" y="2633129"/>
                </a:lnTo>
                <a:lnTo>
                  <a:pt x="9221" y="2633129"/>
                </a:lnTo>
                <a:lnTo>
                  <a:pt x="9221" y="2568113"/>
                </a:lnTo>
                <a:lnTo>
                  <a:pt x="4610" y="2568113"/>
                </a:lnTo>
                <a:moveTo>
                  <a:pt x="4610" y="2698144"/>
                </a:moveTo>
                <a:lnTo>
                  <a:pt x="0" y="2698144"/>
                </a:lnTo>
                <a:lnTo>
                  <a:pt x="0" y="2763160"/>
                </a:lnTo>
                <a:lnTo>
                  <a:pt x="4610" y="2763160"/>
                </a:lnTo>
                <a:lnTo>
                  <a:pt x="9221" y="2763160"/>
                </a:lnTo>
                <a:lnTo>
                  <a:pt x="9221" y="2698144"/>
                </a:lnTo>
                <a:lnTo>
                  <a:pt x="4610" y="2698144"/>
                </a:lnTo>
                <a:moveTo>
                  <a:pt x="4610" y="2828175"/>
                </a:moveTo>
                <a:lnTo>
                  <a:pt x="0" y="2828175"/>
                </a:lnTo>
                <a:lnTo>
                  <a:pt x="0" y="2893191"/>
                </a:lnTo>
                <a:lnTo>
                  <a:pt x="4610" y="2893191"/>
                </a:lnTo>
                <a:lnTo>
                  <a:pt x="9221" y="2893191"/>
                </a:lnTo>
                <a:lnTo>
                  <a:pt x="9221" y="2828175"/>
                </a:lnTo>
                <a:lnTo>
                  <a:pt x="4610" y="2828175"/>
                </a:lnTo>
                <a:moveTo>
                  <a:pt x="4610" y="2958206"/>
                </a:moveTo>
                <a:lnTo>
                  <a:pt x="0" y="2958206"/>
                </a:lnTo>
                <a:lnTo>
                  <a:pt x="0" y="3023222"/>
                </a:lnTo>
                <a:lnTo>
                  <a:pt x="4610" y="3023222"/>
                </a:lnTo>
                <a:lnTo>
                  <a:pt x="9221" y="3023222"/>
                </a:lnTo>
                <a:lnTo>
                  <a:pt x="9221" y="2958206"/>
                </a:lnTo>
                <a:lnTo>
                  <a:pt x="4610" y="2958206"/>
                </a:lnTo>
                <a:moveTo>
                  <a:pt x="4610" y="3088237"/>
                </a:moveTo>
                <a:lnTo>
                  <a:pt x="0" y="3088237"/>
                </a:lnTo>
                <a:lnTo>
                  <a:pt x="0" y="3153253"/>
                </a:lnTo>
                <a:lnTo>
                  <a:pt x="4610" y="3153253"/>
                </a:lnTo>
                <a:lnTo>
                  <a:pt x="9221" y="3153253"/>
                </a:lnTo>
                <a:lnTo>
                  <a:pt x="9221" y="3088237"/>
                </a:lnTo>
                <a:lnTo>
                  <a:pt x="4610" y="3088237"/>
                </a:lnTo>
                <a:moveTo>
                  <a:pt x="4610" y="3218268"/>
                </a:moveTo>
                <a:lnTo>
                  <a:pt x="0" y="3218268"/>
                </a:lnTo>
                <a:lnTo>
                  <a:pt x="0" y="3283284"/>
                </a:lnTo>
                <a:lnTo>
                  <a:pt x="4610" y="3283284"/>
                </a:lnTo>
                <a:lnTo>
                  <a:pt x="9221" y="3283284"/>
                </a:lnTo>
                <a:lnTo>
                  <a:pt x="9221" y="3218268"/>
                </a:lnTo>
                <a:lnTo>
                  <a:pt x="4610" y="3218268"/>
                </a:lnTo>
                <a:moveTo>
                  <a:pt x="4610" y="3348299"/>
                </a:moveTo>
                <a:lnTo>
                  <a:pt x="0" y="3348299"/>
                </a:lnTo>
                <a:lnTo>
                  <a:pt x="0" y="3413315"/>
                </a:lnTo>
                <a:lnTo>
                  <a:pt x="4610" y="3413315"/>
                </a:lnTo>
                <a:lnTo>
                  <a:pt x="9221" y="3413315"/>
                </a:lnTo>
                <a:lnTo>
                  <a:pt x="9221" y="3348299"/>
                </a:lnTo>
                <a:lnTo>
                  <a:pt x="4610" y="3348299"/>
                </a:lnTo>
                <a:moveTo>
                  <a:pt x="4610" y="3478330"/>
                </a:moveTo>
                <a:lnTo>
                  <a:pt x="0" y="3478330"/>
                </a:lnTo>
                <a:lnTo>
                  <a:pt x="0" y="3543346"/>
                </a:lnTo>
                <a:lnTo>
                  <a:pt x="4610" y="3543346"/>
                </a:lnTo>
                <a:lnTo>
                  <a:pt x="9221" y="3543346"/>
                </a:lnTo>
                <a:lnTo>
                  <a:pt x="9221" y="3478330"/>
                </a:lnTo>
                <a:lnTo>
                  <a:pt x="4610" y="3478330"/>
                </a:lnTo>
                <a:moveTo>
                  <a:pt x="4610" y="3608361"/>
                </a:moveTo>
                <a:lnTo>
                  <a:pt x="0" y="3608361"/>
                </a:lnTo>
                <a:lnTo>
                  <a:pt x="0" y="3673377"/>
                </a:lnTo>
                <a:lnTo>
                  <a:pt x="4610" y="3673377"/>
                </a:lnTo>
                <a:lnTo>
                  <a:pt x="9221" y="3673377"/>
                </a:lnTo>
                <a:lnTo>
                  <a:pt x="9221" y="3608361"/>
                </a:lnTo>
                <a:lnTo>
                  <a:pt x="4610" y="3608361"/>
                </a:lnTo>
                <a:moveTo>
                  <a:pt x="4610" y="3738392"/>
                </a:moveTo>
                <a:lnTo>
                  <a:pt x="0" y="3738392"/>
                </a:lnTo>
                <a:lnTo>
                  <a:pt x="0" y="3803408"/>
                </a:lnTo>
                <a:lnTo>
                  <a:pt x="4610" y="3803408"/>
                </a:lnTo>
                <a:lnTo>
                  <a:pt x="9221" y="3803408"/>
                </a:lnTo>
                <a:lnTo>
                  <a:pt x="9221" y="3738392"/>
                </a:lnTo>
                <a:lnTo>
                  <a:pt x="4610" y="3738392"/>
                </a:lnTo>
                <a:moveTo>
                  <a:pt x="4610" y="3868423"/>
                </a:moveTo>
                <a:lnTo>
                  <a:pt x="0" y="3868423"/>
                </a:lnTo>
                <a:lnTo>
                  <a:pt x="0" y="3933439"/>
                </a:lnTo>
                <a:lnTo>
                  <a:pt x="4610" y="3933439"/>
                </a:lnTo>
                <a:lnTo>
                  <a:pt x="9221" y="3933439"/>
                </a:lnTo>
                <a:lnTo>
                  <a:pt x="9221" y="3868423"/>
                </a:lnTo>
                <a:lnTo>
                  <a:pt x="4610" y="3868423"/>
                </a:lnTo>
                <a:moveTo>
                  <a:pt x="4610" y="3998454"/>
                </a:moveTo>
                <a:lnTo>
                  <a:pt x="0" y="3998454"/>
                </a:lnTo>
                <a:lnTo>
                  <a:pt x="0" y="4030961"/>
                </a:lnTo>
                <a:lnTo>
                  <a:pt x="4610" y="4030961"/>
                </a:lnTo>
                <a:lnTo>
                  <a:pt x="9221" y="4030961"/>
                </a:lnTo>
                <a:lnTo>
                  <a:pt x="9221" y="3998454"/>
                </a:lnTo>
                <a:lnTo>
                  <a:pt x="4610" y="3998454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6006CC71-0B21-411E-9B19-874AC78B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4202" y="4282285"/>
            <a:ext cx="241122" cy="197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</a:t>
            </a:r>
          </a:p>
        </p:txBody>
      </p:sp>
      <p:sp>
        <p:nvSpPr>
          <p:cNvPr id="24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7278C753-F300-42E9-8DC8-BACA1C12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0751" y="4282285"/>
            <a:ext cx="234562" cy="197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(c)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1ADEA4-1297-40ED-AB1E-0ABE10A705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92577f1aa4e59"/>
          <a:srcRect xmlns:a="http://schemas.openxmlformats.org/drawingml/2006/main" l="272" t="0" r="2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49" y="2303031"/>
            <a:ext cx="1358290" cy="764039"/>
          </a:xfrm>
          <a:prstGeom xmlns:a="http://schemas.openxmlformats.org/drawingml/2006/main" prst="rect">
            <a:avLst/>
          </a:prstGeom>
        </p:spPr>
      </p:pic>
      <p:sp>
        <p:nvSpPr>
          <p:cNvPr id="26" name="uniskill-source-component-0">
            <a:extLst xmlns:a="http://schemas.openxmlformats.org/drawingml/2006/main">
              <a:ext uri="{FF2B5EF4-FFF2-40B4-BE49-F238E27FC236}">
                <a16:creationId xmlns:a16="http://schemas.microsoft.com/office/drawing/2014/main" id="{E513DB21-2550-4FBF-9AB1-27CBB7DE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49" y="2303031"/>
            <a:ext cx="1358290" cy="764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pdf-path-28">
            <a:extLst xmlns:a="http://schemas.openxmlformats.org/drawingml/2006/main">
              <a:ext uri="{FF2B5EF4-FFF2-40B4-BE49-F238E27FC236}">
                <a16:creationId xmlns:a16="http://schemas.microsoft.com/office/drawing/2014/main" id="{B070611C-B49D-4AF5-B84C-80C00462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289" y="2289857"/>
            <a:ext cx="790385" cy="790385"/>
          </a:xfrm>
          <a:custGeom xmlns:a="http://schemas.openxmlformats.org/drawingml/2006/main">
            <a:pathLst>
              <a:path w="790385" h="790385">
                <a:moveTo>
                  <a:pt x="13173" y="13173"/>
                </a:moveTo>
                <a:lnTo>
                  <a:pt x="13173" y="13173"/>
                </a:lnTo>
                <a:lnTo>
                  <a:pt x="13173" y="13173"/>
                </a:lnTo>
                <a:lnTo>
                  <a:pt x="13173" y="13173"/>
                </a:lnTo>
                <a:lnTo>
                  <a:pt x="13173" y="13173"/>
                </a:lnTo>
                <a:close/>
                <a:moveTo>
                  <a:pt x="13173" y="777212"/>
                </a:moveTo>
                <a:lnTo>
                  <a:pt x="13173" y="777212"/>
                </a:lnTo>
                <a:lnTo>
                  <a:pt x="13173" y="777212"/>
                </a:lnTo>
                <a:lnTo>
                  <a:pt x="13173" y="777212"/>
                </a:lnTo>
                <a:lnTo>
                  <a:pt x="13173" y="777212"/>
                </a:lnTo>
                <a:close/>
                <a:moveTo>
                  <a:pt x="13173" y="13173"/>
                </a:moveTo>
                <a:lnTo>
                  <a:pt x="13173" y="26347"/>
                </a:lnTo>
                <a:lnTo>
                  <a:pt x="777211" y="26347"/>
                </a:lnTo>
                <a:lnTo>
                  <a:pt x="777211" y="13173"/>
                </a:lnTo>
                <a:lnTo>
                  <a:pt x="13173" y="13173"/>
                </a:lnTo>
                <a:lnTo>
                  <a:pt x="13173" y="13173"/>
                </a:lnTo>
                <a:close/>
                <a:moveTo>
                  <a:pt x="777211" y="13173"/>
                </a:moveTo>
                <a:lnTo>
                  <a:pt x="764039" y="13173"/>
                </a:lnTo>
                <a:lnTo>
                  <a:pt x="764039" y="777212"/>
                </a:lnTo>
                <a:lnTo>
                  <a:pt x="777211" y="777212"/>
                </a:lnTo>
                <a:close/>
                <a:moveTo>
                  <a:pt x="777211" y="777212"/>
                </a:moveTo>
                <a:lnTo>
                  <a:pt x="777211" y="764039"/>
                </a:lnTo>
                <a:lnTo>
                  <a:pt x="13173" y="764039"/>
                </a:lnTo>
                <a:lnTo>
                  <a:pt x="13173" y="777212"/>
                </a:lnTo>
                <a:lnTo>
                  <a:pt x="13173" y="777212"/>
                </a:lnTo>
                <a:close/>
                <a:moveTo>
                  <a:pt x="13173" y="777212"/>
                </a:moveTo>
                <a:lnTo>
                  <a:pt x="26346" y="777212"/>
                </a:lnTo>
                <a:lnTo>
                  <a:pt x="26346" y="13173"/>
                </a:lnTo>
                <a:lnTo>
                  <a:pt x="13173" y="13173"/>
                </a:lnTo>
                <a:lnTo>
                  <a:pt x="13173" y="13173"/>
                </a:lnTo>
                <a:lnTo>
                  <a:pt x="13173" y="777212"/>
                </a:lnTo>
                <a:lnTo>
                  <a:pt x="13173" y="77721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9DBDA6-0F0A-4A87-BB6F-14F69EA150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ae73c76a44e8a"/>
          <a:srcRect xmlns:a="http://schemas.openxmlformats.org/drawingml/2006/main" l="272" t="0" r="2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02294" y="788127"/>
            <a:ext cx="1358290" cy="764038"/>
          </a:xfrm>
          <a:prstGeom xmlns:a="http://schemas.openxmlformats.org/drawingml/2006/main" prst="rect">
            <a:avLst/>
          </a:prstGeom>
        </p:spPr>
      </p:pic>
      <p:sp>
        <p:nvSpPr>
          <p:cNvPr id="29" name="uniskill-source-component-1">
            <a:extLst xmlns:a="http://schemas.openxmlformats.org/drawingml/2006/main">
              <a:ext uri="{FF2B5EF4-FFF2-40B4-BE49-F238E27FC236}">
                <a16:creationId xmlns:a16="http://schemas.microsoft.com/office/drawing/2014/main" id="{98ADF8A5-D100-4B6B-8FFD-0312FF38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2294" y="788127"/>
            <a:ext cx="1358290" cy="76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pdf-path-30">
            <a:extLst xmlns:a="http://schemas.openxmlformats.org/drawingml/2006/main">
              <a:ext uri="{FF2B5EF4-FFF2-40B4-BE49-F238E27FC236}">
                <a16:creationId xmlns:a16="http://schemas.microsoft.com/office/drawing/2014/main" id="{DDF3A777-0DF7-441B-B107-46734DA7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6634" y="774954"/>
            <a:ext cx="790385" cy="790384"/>
          </a:xfrm>
          <a:custGeom xmlns:a="http://schemas.openxmlformats.org/drawingml/2006/main">
            <a:pathLst>
              <a:path w="790385" h="790384">
                <a:moveTo>
                  <a:pt x="777211" y="13173"/>
                </a:moveTo>
                <a:lnTo>
                  <a:pt x="13173" y="13173"/>
                </a:lnTo>
                <a:lnTo>
                  <a:pt x="13173" y="26346"/>
                </a:lnTo>
                <a:lnTo>
                  <a:pt x="777211" y="26346"/>
                </a:lnTo>
                <a:close/>
                <a:moveTo>
                  <a:pt x="777211" y="13173"/>
                </a:moveTo>
                <a:lnTo>
                  <a:pt x="764039" y="13173"/>
                </a:lnTo>
                <a:lnTo>
                  <a:pt x="764039" y="777211"/>
                </a:lnTo>
                <a:lnTo>
                  <a:pt x="777211" y="777211"/>
                </a:lnTo>
                <a:close/>
                <a:moveTo>
                  <a:pt x="13173" y="777212"/>
                </a:moveTo>
                <a:lnTo>
                  <a:pt x="777211" y="777212"/>
                </a:lnTo>
                <a:lnTo>
                  <a:pt x="777211" y="764038"/>
                </a:lnTo>
                <a:lnTo>
                  <a:pt x="13173" y="764038"/>
                </a:lnTo>
                <a:close/>
                <a:moveTo>
                  <a:pt x="13173" y="777211"/>
                </a:moveTo>
                <a:lnTo>
                  <a:pt x="26346" y="777211"/>
                </a:lnTo>
                <a:lnTo>
                  <a:pt x="26346" y="13173"/>
                </a:lnTo>
                <a:lnTo>
                  <a:pt x="13173" y="1317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41F8AC-AC35-4902-88A8-084BFA9CC0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5468498af41ef"/>
          <a:srcRect xmlns:a="http://schemas.openxmlformats.org/drawingml/2006/main" l="195" t="0" r="1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434761"/>
            <a:ext cx="1341375" cy="764039"/>
          </a:xfrm>
          <a:prstGeom xmlns:a="http://schemas.openxmlformats.org/drawingml/2006/main" prst="rect">
            <a:avLst/>
          </a:prstGeom>
        </p:spPr>
      </p:pic>
      <p:sp>
        <p:nvSpPr>
          <p:cNvPr id="32" name="uniskill-source-component-2">
            <a:extLst xmlns:a="http://schemas.openxmlformats.org/drawingml/2006/main">
              <a:ext uri="{FF2B5EF4-FFF2-40B4-BE49-F238E27FC236}">
                <a16:creationId xmlns:a16="http://schemas.microsoft.com/office/drawing/2014/main" id="{37D7BB48-1C54-46BD-841F-4C8F463D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2434761"/>
            <a:ext cx="1341375" cy="764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E7AA10-4D17-4EDF-B5C6-3709EBEDF9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b43b82aaa47a7"/>
          <a:srcRect xmlns:a="http://schemas.openxmlformats.org/drawingml/2006/main" l="195" t="0" r="1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434761"/>
            <a:ext cx="1341375" cy="764039"/>
          </a:xfrm>
          <a:prstGeom xmlns:a="http://schemas.openxmlformats.org/drawingml/2006/main" prst="rect">
            <a:avLst/>
          </a:prstGeom>
        </p:spPr>
      </p:pic>
      <p:sp>
        <p:nvSpPr>
          <p:cNvPr id="34" name="uniskill-source-component-3">
            <a:extLst xmlns:a="http://schemas.openxmlformats.org/drawingml/2006/main">
              <a:ext uri="{FF2B5EF4-FFF2-40B4-BE49-F238E27FC236}">
                <a16:creationId xmlns:a16="http://schemas.microsoft.com/office/drawing/2014/main" id="{1BFC7C02-ABD8-4AAC-B2E3-5D6C740E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2434761"/>
            <a:ext cx="1341375" cy="764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pdf-path-33">
            <a:extLst xmlns:a="http://schemas.openxmlformats.org/drawingml/2006/main">
              <a:ext uri="{FF2B5EF4-FFF2-40B4-BE49-F238E27FC236}">
                <a16:creationId xmlns:a16="http://schemas.microsoft.com/office/drawing/2014/main" id="{E8D24D90-9EB6-4D5C-AD56-805AD90A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12" y="2408415"/>
            <a:ext cx="816731" cy="816731"/>
          </a:xfrm>
          <a:custGeom xmlns:a="http://schemas.openxmlformats.org/drawingml/2006/main">
            <a:pathLst>
              <a:path w="816731" h="816731">
                <a:moveTo>
                  <a:pt x="26346" y="26346"/>
                </a:moveTo>
                <a:lnTo>
                  <a:pt x="26346" y="52693"/>
                </a:lnTo>
                <a:lnTo>
                  <a:pt x="790384" y="52693"/>
                </a:lnTo>
                <a:lnTo>
                  <a:pt x="790384" y="26346"/>
                </a:lnTo>
                <a:close/>
                <a:moveTo>
                  <a:pt x="790384" y="790385"/>
                </a:moveTo>
                <a:lnTo>
                  <a:pt x="790384" y="26346"/>
                </a:lnTo>
                <a:lnTo>
                  <a:pt x="764038" y="26346"/>
                </a:lnTo>
                <a:lnTo>
                  <a:pt x="764038" y="790385"/>
                </a:lnTo>
                <a:close/>
                <a:moveTo>
                  <a:pt x="790384" y="790385"/>
                </a:moveTo>
                <a:lnTo>
                  <a:pt x="790384" y="764039"/>
                </a:lnTo>
                <a:lnTo>
                  <a:pt x="26346" y="764039"/>
                </a:lnTo>
                <a:lnTo>
                  <a:pt x="26346" y="790385"/>
                </a:lnTo>
                <a:close/>
                <a:moveTo>
                  <a:pt x="26346" y="790385"/>
                </a:moveTo>
                <a:lnTo>
                  <a:pt x="52692" y="790385"/>
                </a:lnTo>
                <a:lnTo>
                  <a:pt x="52692" y="26346"/>
                </a:lnTo>
                <a:lnTo>
                  <a:pt x="26346" y="26346"/>
                </a:lnTo>
                <a:close/>
              </a:path>
            </a:pathLst>
          </a:custGeom>
          <a:solidFill xmlns:a="http://schemas.openxmlformats.org/drawingml/2006/main">
            <a:srgbClr val="1FB91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8A685D-02B7-4D63-A01C-3D2A7B3D55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e7d726fb04399"/>
          <a:srcRect xmlns:a="http://schemas.openxmlformats.org/drawingml/2006/main" l="272" t="0" r="2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15295" y="774954"/>
            <a:ext cx="1358290" cy="764038"/>
          </a:xfrm>
          <a:prstGeom xmlns:a="http://schemas.openxmlformats.org/drawingml/2006/main" prst="rect">
            <a:avLst/>
          </a:prstGeom>
        </p:spPr>
      </p:pic>
      <p:sp>
        <p:nvSpPr>
          <p:cNvPr id="37" name="uniskill-source-component-4">
            <a:extLst xmlns:a="http://schemas.openxmlformats.org/drawingml/2006/main">
              <a:ext uri="{FF2B5EF4-FFF2-40B4-BE49-F238E27FC236}">
                <a16:creationId xmlns:a16="http://schemas.microsoft.com/office/drawing/2014/main" id="{5A34239F-AF10-48F1-8372-1D763DC3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5295" y="774954"/>
            <a:ext cx="1358290" cy="76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pdf-path-35">
            <a:extLst xmlns:a="http://schemas.openxmlformats.org/drawingml/2006/main">
              <a:ext uri="{FF2B5EF4-FFF2-40B4-BE49-F238E27FC236}">
                <a16:creationId xmlns:a16="http://schemas.microsoft.com/office/drawing/2014/main" id="{10EF4F54-8CFC-4C49-A536-30B92041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4423" y="748608"/>
            <a:ext cx="816731" cy="816730"/>
          </a:xfrm>
          <a:custGeom xmlns:a="http://schemas.openxmlformats.org/drawingml/2006/main">
            <a:pathLst>
              <a:path w="816731" h="816730">
                <a:moveTo>
                  <a:pt x="26346" y="790384"/>
                </a:moveTo>
                <a:lnTo>
                  <a:pt x="26346" y="790384"/>
                </a:lnTo>
                <a:lnTo>
                  <a:pt x="26346" y="790385"/>
                </a:lnTo>
                <a:lnTo>
                  <a:pt x="26346" y="790385"/>
                </a:lnTo>
                <a:lnTo>
                  <a:pt x="26346" y="790384"/>
                </a:lnTo>
                <a:close/>
                <a:moveTo>
                  <a:pt x="790384" y="26346"/>
                </a:moveTo>
                <a:lnTo>
                  <a:pt x="26346" y="26346"/>
                </a:lnTo>
                <a:lnTo>
                  <a:pt x="26346" y="52692"/>
                </a:lnTo>
                <a:lnTo>
                  <a:pt x="790384" y="52692"/>
                </a:lnTo>
                <a:close/>
                <a:moveTo>
                  <a:pt x="790384" y="26346"/>
                </a:moveTo>
                <a:lnTo>
                  <a:pt x="764038" y="26346"/>
                </a:lnTo>
                <a:lnTo>
                  <a:pt x="764038" y="790384"/>
                </a:lnTo>
                <a:lnTo>
                  <a:pt x="790384" y="790384"/>
                </a:lnTo>
                <a:close/>
                <a:moveTo>
                  <a:pt x="790384" y="790385"/>
                </a:moveTo>
                <a:lnTo>
                  <a:pt x="790384" y="764038"/>
                </a:lnTo>
                <a:lnTo>
                  <a:pt x="26346" y="764038"/>
                </a:lnTo>
                <a:lnTo>
                  <a:pt x="26346" y="790384"/>
                </a:lnTo>
                <a:lnTo>
                  <a:pt x="26346" y="790385"/>
                </a:lnTo>
                <a:close/>
                <a:moveTo>
                  <a:pt x="26346" y="790384"/>
                </a:moveTo>
                <a:lnTo>
                  <a:pt x="52692" y="790384"/>
                </a:lnTo>
                <a:lnTo>
                  <a:pt x="52692" y="26346"/>
                </a:lnTo>
                <a:lnTo>
                  <a:pt x="26346" y="26346"/>
                </a:lnTo>
                <a:lnTo>
                  <a:pt x="26346" y="790384"/>
                </a:lnTo>
                <a:lnTo>
                  <a:pt x="26346" y="790384"/>
                </a:lnTo>
                <a:close/>
              </a:path>
            </a:pathLst>
          </a:custGeom>
          <a:solidFill xmlns:a="http://schemas.openxmlformats.org/drawingml/2006/main">
            <a:srgbClr val="1FB91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F58ECB-5B5F-4FD7-B18D-53D9B52102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b7dd1896e4b84"/>
          <a:srcRect xmlns:a="http://schemas.openxmlformats.org/drawingml/2006/main" l="272" t="0" r="2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3418" y="2303031"/>
            <a:ext cx="1358290" cy="764039"/>
          </a:xfrm>
          <a:prstGeom xmlns:a="http://schemas.openxmlformats.org/drawingml/2006/main" prst="rect">
            <a:avLst/>
          </a:prstGeom>
        </p:spPr>
      </p:pic>
      <p:sp>
        <p:nvSpPr>
          <p:cNvPr id="40" name="uniskill-source-component-5">
            <a:extLst xmlns:a="http://schemas.openxmlformats.org/drawingml/2006/main">
              <a:ext uri="{FF2B5EF4-FFF2-40B4-BE49-F238E27FC236}">
                <a16:creationId xmlns:a16="http://schemas.microsoft.com/office/drawing/2014/main" id="{B8107043-5B53-4033-B2FA-149FDE76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418" y="2303031"/>
            <a:ext cx="1358290" cy="764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pdf-path-37">
            <a:extLst xmlns:a="http://schemas.openxmlformats.org/drawingml/2006/main">
              <a:ext uri="{FF2B5EF4-FFF2-40B4-BE49-F238E27FC236}">
                <a16:creationId xmlns:a16="http://schemas.microsoft.com/office/drawing/2014/main" id="{801ECC38-1087-4196-ABAA-58BC6995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827" y="2289857"/>
            <a:ext cx="790385" cy="790385"/>
          </a:xfrm>
          <a:custGeom xmlns:a="http://schemas.openxmlformats.org/drawingml/2006/main">
            <a:pathLst>
              <a:path w="790385" h="790385">
                <a:moveTo>
                  <a:pt x="13173" y="13173"/>
                </a:moveTo>
                <a:lnTo>
                  <a:pt x="13173" y="13173"/>
                </a:lnTo>
                <a:lnTo>
                  <a:pt x="13173" y="13173"/>
                </a:lnTo>
                <a:lnTo>
                  <a:pt x="13173" y="13173"/>
                </a:lnTo>
                <a:lnTo>
                  <a:pt x="13173" y="13173"/>
                </a:lnTo>
                <a:close/>
                <a:moveTo>
                  <a:pt x="13173" y="777212"/>
                </a:moveTo>
                <a:lnTo>
                  <a:pt x="13173" y="777212"/>
                </a:lnTo>
                <a:lnTo>
                  <a:pt x="13173" y="777212"/>
                </a:lnTo>
                <a:lnTo>
                  <a:pt x="13173" y="777212"/>
                </a:lnTo>
                <a:lnTo>
                  <a:pt x="13173" y="777212"/>
                </a:lnTo>
                <a:close/>
                <a:moveTo>
                  <a:pt x="13173" y="13173"/>
                </a:moveTo>
                <a:lnTo>
                  <a:pt x="13173" y="26347"/>
                </a:lnTo>
                <a:lnTo>
                  <a:pt x="777211" y="26347"/>
                </a:lnTo>
                <a:lnTo>
                  <a:pt x="777211" y="13173"/>
                </a:lnTo>
                <a:lnTo>
                  <a:pt x="13173" y="13173"/>
                </a:lnTo>
                <a:lnTo>
                  <a:pt x="13173" y="13173"/>
                </a:lnTo>
                <a:close/>
                <a:moveTo>
                  <a:pt x="777211" y="13173"/>
                </a:moveTo>
                <a:lnTo>
                  <a:pt x="764039" y="13173"/>
                </a:lnTo>
                <a:lnTo>
                  <a:pt x="764039" y="777212"/>
                </a:lnTo>
                <a:lnTo>
                  <a:pt x="777211" y="777212"/>
                </a:lnTo>
                <a:close/>
                <a:moveTo>
                  <a:pt x="777211" y="777212"/>
                </a:moveTo>
                <a:lnTo>
                  <a:pt x="777211" y="764039"/>
                </a:lnTo>
                <a:lnTo>
                  <a:pt x="13173" y="764039"/>
                </a:lnTo>
                <a:lnTo>
                  <a:pt x="13173" y="777212"/>
                </a:lnTo>
                <a:lnTo>
                  <a:pt x="13173" y="777212"/>
                </a:lnTo>
                <a:close/>
                <a:moveTo>
                  <a:pt x="13173" y="777212"/>
                </a:moveTo>
                <a:lnTo>
                  <a:pt x="26346" y="777212"/>
                </a:lnTo>
                <a:lnTo>
                  <a:pt x="26346" y="13173"/>
                </a:lnTo>
                <a:lnTo>
                  <a:pt x="13173" y="13173"/>
                </a:lnTo>
                <a:lnTo>
                  <a:pt x="13173" y="13173"/>
                </a:lnTo>
                <a:lnTo>
                  <a:pt x="13173" y="777212"/>
                </a:lnTo>
                <a:lnTo>
                  <a:pt x="13173" y="77721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328611-7096-406E-8B57-1D844A1964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639c3666040eb"/>
          <a:srcRect xmlns:a="http://schemas.openxmlformats.org/drawingml/2006/main" l="272" t="0" r="2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52167" y="788127"/>
            <a:ext cx="1358290" cy="764038"/>
          </a:xfrm>
          <a:prstGeom xmlns:a="http://schemas.openxmlformats.org/drawingml/2006/main" prst="rect">
            <a:avLst/>
          </a:prstGeom>
        </p:spPr>
      </p:pic>
      <p:sp>
        <p:nvSpPr>
          <p:cNvPr id="43" name="uniskill-source-component-6">
            <a:extLst xmlns:a="http://schemas.openxmlformats.org/drawingml/2006/main">
              <a:ext uri="{FF2B5EF4-FFF2-40B4-BE49-F238E27FC236}">
                <a16:creationId xmlns:a16="http://schemas.microsoft.com/office/drawing/2014/main" id="{DCE5696E-F137-448C-8898-CE1D9B81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2167" y="788127"/>
            <a:ext cx="1358290" cy="76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pdf-path-39">
            <a:extLst xmlns:a="http://schemas.openxmlformats.org/drawingml/2006/main">
              <a:ext uri="{FF2B5EF4-FFF2-40B4-BE49-F238E27FC236}">
                <a16:creationId xmlns:a16="http://schemas.microsoft.com/office/drawing/2014/main" id="{1379BEAE-A487-4968-AE4B-B040A068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5576" y="774954"/>
            <a:ext cx="790385" cy="790384"/>
          </a:xfrm>
          <a:custGeom xmlns:a="http://schemas.openxmlformats.org/drawingml/2006/main">
            <a:pathLst>
              <a:path w="790385" h="790384">
                <a:moveTo>
                  <a:pt x="777212" y="777211"/>
                </a:moveTo>
                <a:lnTo>
                  <a:pt x="777212" y="777212"/>
                </a:lnTo>
                <a:lnTo>
                  <a:pt x="777212" y="777212"/>
                </a:lnTo>
                <a:lnTo>
                  <a:pt x="777212" y="777211"/>
                </a:lnTo>
                <a:lnTo>
                  <a:pt x="777212" y="777211"/>
                </a:lnTo>
                <a:close/>
                <a:moveTo>
                  <a:pt x="13173" y="13173"/>
                </a:moveTo>
                <a:lnTo>
                  <a:pt x="13173" y="26346"/>
                </a:lnTo>
                <a:lnTo>
                  <a:pt x="777212" y="26346"/>
                </a:lnTo>
                <a:lnTo>
                  <a:pt x="777212" y="13173"/>
                </a:lnTo>
                <a:close/>
                <a:moveTo>
                  <a:pt x="777212" y="13173"/>
                </a:moveTo>
                <a:lnTo>
                  <a:pt x="764039" y="13173"/>
                </a:lnTo>
                <a:lnTo>
                  <a:pt x="764039" y="777211"/>
                </a:lnTo>
                <a:lnTo>
                  <a:pt x="777212" y="777211"/>
                </a:lnTo>
                <a:lnTo>
                  <a:pt x="777212" y="777211"/>
                </a:lnTo>
                <a:close/>
                <a:moveTo>
                  <a:pt x="777212" y="777211"/>
                </a:moveTo>
                <a:lnTo>
                  <a:pt x="777212" y="764038"/>
                </a:lnTo>
                <a:lnTo>
                  <a:pt x="13173" y="764038"/>
                </a:lnTo>
                <a:lnTo>
                  <a:pt x="13173" y="777212"/>
                </a:lnTo>
                <a:lnTo>
                  <a:pt x="777212" y="777212"/>
                </a:lnTo>
                <a:lnTo>
                  <a:pt x="777212" y="777211"/>
                </a:lnTo>
                <a:close/>
                <a:moveTo>
                  <a:pt x="13173" y="777211"/>
                </a:moveTo>
                <a:lnTo>
                  <a:pt x="26346" y="777211"/>
                </a:lnTo>
                <a:lnTo>
                  <a:pt x="26346" y="13173"/>
                </a:lnTo>
                <a:lnTo>
                  <a:pt x="13173" y="1317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7305E0-7460-441F-BE30-1E11AE96E8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aff2c2f724653"/>
          <a:srcRect xmlns:a="http://schemas.openxmlformats.org/drawingml/2006/main" l="67" t="0" r="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6571" y="2434761"/>
            <a:ext cx="1335269" cy="764039"/>
          </a:xfrm>
          <a:prstGeom xmlns:a="http://schemas.openxmlformats.org/drawingml/2006/main" prst="rect">
            <a:avLst/>
          </a:prstGeom>
        </p:spPr>
      </p:pic>
      <p:sp>
        <p:nvSpPr>
          <p:cNvPr id="46" name="uniskill-source-component-7">
            <a:extLst xmlns:a="http://schemas.openxmlformats.org/drawingml/2006/main">
              <a:ext uri="{FF2B5EF4-FFF2-40B4-BE49-F238E27FC236}">
                <a16:creationId xmlns:a16="http://schemas.microsoft.com/office/drawing/2014/main" id="{54B48BC5-DEA7-4248-9674-B90BF37A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571" y="2434761"/>
            <a:ext cx="1335269" cy="764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pdf-path-41">
            <a:extLst xmlns:a="http://schemas.openxmlformats.org/drawingml/2006/main">
              <a:ext uri="{FF2B5EF4-FFF2-40B4-BE49-F238E27FC236}">
                <a16:creationId xmlns:a16="http://schemas.microsoft.com/office/drawing/2014/main" id="{D1DE3C2E-5030-443D-82CD-B250304F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577" y="2408415"/>
            <a:ext cx="816731" cy="816731"/>
          </a:xfrm>
          <a:custGeom xmlns:a="http://schemas.openxmlformats.org/drawingml/2006/main">
            <a:pathLst>
              <a:path w="816731" h="816731">
                <a:moveTo>
                  <a:pt x="26346" y="26346"/>
                </a:moveTo>
                <a:lnTo>
                  <a:pt x="26346" y="52693"/>
                </a:lnTo>
                <a:lnTo>
                  <a:pt x="790384" y="52693"/>
                </a:lnTo>
                <a:lnTo>
                  <a:pt x="790384" y="26346"/>
                </a:lnTo>
                <a:close/>
                <a:moveTo>
                  <a:pt x="790384" y="790385"/>
                </a:moveTo>
                <a:lnTo>
                  <a:pt x="790384" y="26346"/>
                </a:lnTo>
                <a:lnTo>
                  <a:pt x="764038" y="26346"/>
                </a:lnTo>
                <a:lnTo>
                  <a:pt x="764038" y="790385"/>
                </a:lnTo>
                <a:close/>
                <a:moveTo>
                  <a:pt x="790384" y="790385"/>
                </a:moveTo>
                <a:lnTo>
                  <a:pt x="790384" y="764039"/>
                </a:lnTo>
                <a:lnTo>
                  <a:pt x="26346" y="764039"/>
                </a:lnTo>
                <a:lnTo>
                  <a:pt x="26346" y="790385"/>
                </a:lnTo>
                <a:close/>
                <a:moveTo>
                  <a:pt x="26346" y="790385"/>
                </a:moveTo>
                <a:lnTo>
                  <a:pt x="52692" y="790385"/>
                </a:lnTo>
                <a:lnTo>
                  <a:pt x="52692" y="26346"/>
                </a:lnTo>
                <a:lnTo>
                  <a:pt x="26346" y="26346"/>
                </a:lnTo>
                <a:close/>
              </a:path>
            </a:pathLst>
          </a:custGeom>
          <a:solidFill xmlns:a="http://schemas.openxmlformats.org/drawingml/2006/main">
            <a:srgbClr val="257FD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64CA59-EA7F-4B8A-AEC5-72B67E7AB1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4a587c0704ac4"/>
          <a:srcRect xmlns:a="http://schemas.openxmlformats.org/drawingml/2006/main" l="67" t="0" r="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5417" y="3225145"/>
            <a:ext cx="1335269" cy="764039"/>
          </a:xfrm>
          <a:prstGeom xmlns:a="http://schemas.openxmlformats.org/drawingml/2006/main" prst="rect">
            <a:avLst/>
          </a:prstGeom>
        </p:spPr>
      </p:pic>
      <p:sp>
        <p:nvSpPr>
          <p:cNvPr id="49" name="uniskill-source-component-8">
            <a:extLst xmlns:a="http://schemas.openxmlformats.org/drawingml/2006/main">
              <a:ext uri="{FF2B5EF4-FFF2-40B4-BE49-F238E27FC236}">
                <a16:creationId xmlns:a16="http://schemas.microsoft.com/office/drawing/2014/main" id="{7A5ED2F5-635D-4903-AC1A-E541A491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5417" y="3225145"/>
            <a:ext cx="1335269" cy="764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pdf-path-43">
            <a:extLst xmlns:a="http://schemas.openxmlformats.org/drawingml/2006/main">
              <a:ext uri="{FF2B5EF4-FFF2-40B4-BE49-F238E27FC236}">
                <a16:creationId xmlns:a16="http://schemas.microsoft.com/office/drawing/2014/main" id="{9391BEDE-3772-42A6-AAA3-A7AF28A9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4423" y="3198799"/>
            <a:ext cx="816731" cy="816731"/>
          </a:xfrm>
          <a:custGeom xmlns:a="http://schemas.openxmlformats.org/drawingml/2006/main">
            <a:pathLst>
              <a:path w="816731" h="816731">
                <a:moveTo>
                  <a:pt x="26346" y="790385"/>
                </a:moveTo>
                <a:lnTo>
                  <a:pt x="26346" y="790385"/>
                </a:lnTo>
                <a:lnTo>
                  <a:pt x="26346" y="790385"/>
                </a:lnTo>
                <a:lnTo>
                  <a:pt x="26346" y="790385"/>
                </a:lnTo>
                <a:lnTo>
                  <a:pt x="26346" y="790385"/>
                </a:lnTo>
                <a:close/>
                <a:moveTo>
                  <a:pt x="790384" y="26347"/>
                </a:moveTo>
                <a:lnTo>
                  <a:pt x="26346" y="26347"/>
                </a:lnTo>
                <a:lnTo>
                  <a:pt x="26346" y="52693"/>
                </a:lnTo>
                <a:lnTo>
                  <a:pt x="790384" y="52693"/>
                </a:lnTo>
                <a:close/>
                <a:moveTo>
                  <a:pt x="790384" y="26347"/>
                </a:moveTo>
                <a:lnTo>
                  <a:pt x="764038" y="26347"/>
                </a:lnTo>
                <a:lnTo>
                  <a:pt x="764038" y="790385"/>
                </a:lnTo>
                <a:lnTo>
                  <a:pt x="790384" y="790385"/>
                </a:lnTo>
                <a:close/>
                <a:moveTo>
                  <a:pt x="790384" y="790385"/>
                </a:moveTo>
                <a:lnTo>
                  <a:pt x="790384" y="764039"/>
                </a:lnTo>
                <a:lnTo>
                  <a:pt x="26346" y="764039"/>
                </a:lnTo>
                <a:lnTo>
                  <a:pt x="26346" y="790385"/>
                </a:lnTo>
                <a:lnTo>
                  <a:pt x="26346" y="790385"/>
                </a:lnTo>
                <a:close/>
                <a:moveTo>
                  <a:pt x="26346" y="790385"/>
                </a:moveTo>
                <a:lnTo>
                  <a:pt x="52692" y="790385"/>
                </a:lnTo>
                <a:lnTo>
                  <a:pt x="52692" y="26347"/>
                </a:lnTo>
                <a:lnTo>
                  <a:pt x="26346" y="26347"/>
                </a:lnTo>
                <a:lnTo>
                  <a:pt x="26346" y="790385"/>
                </a:lnTo>
                <a:lnTo>
                  <a:pt x="26346" y="790385"/>
                </a:lnTo>
                <a:close/>
              </a:path>
            </a:pathLst>
          </a:custGeom>
          <a:solidFill xmlns:a="http://schemas.openxmlformats.org/drawingml/2006/main">
            <a:srgbClr val="257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df-path-44">
            <a:extLst xmlns:a="http://schemas.openxmlformats.org/drawingml/2006/main">
              <a:ext uri="{FF2B5EF4-FFF2-40B4-BE49-F238E27FC236}">
                <a16:creationId xmlns:a16="http://schemas.microsoft.com/office/drawing/2014/main" id="{B4A487E6-42E3-4FC0-B6EE-AE398A8E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6250" y="3580819"/>
            <a:ext cx="289808" cy="342500"/>
          </a:xfrm>
          <a:custGeom xmlns:a="http://schemas.openxmlformats.org/drawingml/2006/main">
            <a:pathLst>
              <a:path w="289808" h="342500">
                <a:moveTo>
                  <a:pt x="285429" y="253052"/>
                </a:moveTo>
                <a:lnTo>
                  <a:pt x="140525" y="342500"/>
                </a:lnTo>
                <a:lnTo>
                  <a:pt x="0" y="260699"/>
                </a:lnTo>
                <a:lnTo>
                  <a:pt x="4379" y="89449"/>
                </a:lnTo>
                <a:lnTo>
                  <a:pt x="149283" y="0"/>
                </a:lnTo>
                <a:lnTo>
                  <a:pt x="289808" y="81802"/>
                </a:lnTo>
                <a:lnTo>
                  <a:pt x="285429" y="253052"/>
                </a:lnTo>
              </a:path>
            </a:pathLst>
          </a:custGeom>
          <a:solidFill xmlns:a="http://schemas.openxmlformats.org/drawingml/2006/main">
            <a:srgbClr val="B2C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df-path-45">
            <a:extLst xmlns:a="http://schemas.openxmlformats.org/drawingml/2006/main">
              <a:ext uri="{FF2B5EF4-FFF2-40B4-BE49-F238E27FC236}">
                <a16:creationId xmlns:a16="http://schemas.microsoft.com/office/drawing/2014/main" id="{F23AA46D-A2EB-4154-91BE-F55F6702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2881" y="3565461"/>
            <a:ext cx="316544" cy="373216"/>
          </a:xfrm>
          <a:custGeom xmlns:a="http://schemas.openxmlformats.org/drawingml/2006/main">
            <a:pathLst>
              <a:path w="316544" h="373216">
                <a:moveTo>
                  <a:pt x="153893" y="357858"/>
                </a:moveTo>
                <a:lnTo>
                  <a:pt x="153893" y="357858"/>
                </a:lnTo>
                <a:lnTo>
                  <a:pt x="153893" y="357858"/>
                </a:lnTo>
                <a:lnTo>
                  <a:pt x="153893" y="357858"/>
                </a:lnTo>
                <a:lnTo>
                  <a:pt x="153893" y="357858"/>
                </a:lnTo>
                <a:close/>
                <a:moveTo>
                  <a:pt x="298797" y="268409"/>
                </a:moveTo>
                <a:lnTo>
                  <a:pt x="291877" y="257200"/>
                </a:lnTo>
                <a:lnTo>
                  <a:pt x="146974" y="346649"/>
                </a:lnTo>
                <a:lnTo>
                  <a:pt x="153893" y="357858"/>
                </a:lnTo>
                <a:lnTo>
                  <a:pt x="153893" y="357858"/>
                </a:lnTo>
                <a:lnTo>
                  <a:pt x="298797" y="268410"/>
                </a:lnTo>
                <a:close/>
                <a:moveTo>
                  <a:pt x="153893" y="357858"/>
                </a:moveTo>
                <a:lnTo>
                  <a:pt x="160520" y="346474"/>
                </a:lnTo>
                <a:lnTo>
                  <a:pt x="19995" y="264672"/>
                </a:lnTo>
                <a:lnTo>
                  <a:pt x="13368" y="276057"/>
                </a:lnTo>
                <a:lnTo>
                  <a:pt x="13368" y="276057"/>
                </a:lnTo>
                <a:lnTo>
                  <a:pt x="153893" y="357858"/>
                </a:lnTo>
                <a:lnTo>
                  <a:pt x="153893" y="357858"/>
                </a:lnTo>
                <a:close/>
                <a:moveTo>
                  <a:pt x="13368" y="276057"/>
                </a:moveTo>
                <a:lnTo>
                  <a:pt x="13369" y="276057"/>
                </a:lnTo>
                <a:lnTo>
                  <a:pt x="26537" y="276393"/>
                </a:lnTo>
                <a:lnTo>
                  <a:pt x="30916" y="105144"/>
                </a:lnTo>
                <a:lnTo>
                  <a:pt x="17748" y="104807"/>
                </a:lnTo>
                <a:close/>
                <a:moveTo>
                  <a:pt x="17748" y="104807"/>
                </a:moveTo>
                <a:lnTo>
                  <a:pt x="17748" y="104807"/>
                </a:lnTo>
                <a:lnTo>
                  <a:pt x="24667" y="116016"/>
                </a:lnTo>
                <a:lnTo>
                  <a:pt x="169571" y="26568"/>
                </a:lnTo>
                <a:lnTo>
                  <a:pt x="162651" y="15358"/>
                </a:lnTo>
                <a:close/>
                <a:moveTo>
                  <a:pt x="162651" y="15358"/>
                </a:moveTo>
                <a:lnTo>
                  <a:pt x="162651" y="15359"/>
                </a:lnTo>
                <a:lnTo>
                  <a:pt x="156024" y="26743"/>
                </a:lnTo>
                <a:lnTo>
                  <a:pt x="296549" y="108544"/>
                </a:lnTo>
                <a:lnTo>
                  <a:pt x="303176" y="97160"/>
                </a:lnTo>
                <a:close/>
                <a:moveTo>
                  <a:pt x="303176" y="97160"/>
                </a:moveTo>
                <a:lnTo>
                  <a:pt x="303176" y="97160"/>
                </a:lnTo>
                <a:lnTo>
                  <a:pt x="290007" y="96823"/>
                </a:lnTo>
                <a:lnTo>
                  <a:pt x="285628" y="268073"/>
                </a:lnTo>
                <a:lnTo>
                  <a:pt x="298797" y="268409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5FD0F0-E239-4EC6-9A76-73EC54352F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916ac5ff514199"/>
          <a:srcRect xmlns:a="http://schemas.openxmlformats.org/drawingml/2006/main" l="272" t="0" r="2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15775" y="933031"/>
            <a:ext cx="1358290" cy="764038"/>
          </a:xfrm>
          <a:prstGeom xmlns:a="http://schemas.openxmlformats.org/drawingml/2006/main" prst="rect">
            <a:avLst/>
          </a:prstGeom>
        </p:spPr>
      </p:pic>
      <p:sp>
        <p:nvSpPr>
          <p:cNvPr id="54" name="uniskill-source-component-9">
            <a:extLst xmlns:a="http://schemas.openxmlformats.org/drawingml/2006/main">
              <a:ext uri="{FF2B5EF4-FFF2-40B4-BE49-F238E27FC236}">
                <a16:creationId xmlns:a16="http://schemas.microsoft.com/office/drawing/2014/main" id="{F1A75F59-E779-468D-A2BA-C9A1B4AA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5775" y="933031"/>
            <a:ext cx="1358290" cy="76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pdf-path-47">
            <a:extLst xmlns:a="http://schemas.openxmlformats.org/drawingml/2006/main">
              <a:ext uri="{FF2B5EF4-FFF2-40B4-BE49-F238E27FC236}">
                <a16:creationId xmlns:a16="http://schemas.microsoft.com/office/drawing/2014/main" id="{A552D158-2255-49DA-B9BD-FA7D808E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076" y="919858"/>
            <a:ext cx="790385" cy="790384"/>
          </a:xfrm>
          <a:custGeom xmlns:a="http://schemas.openxmlformats.org/drawingml/2006/main">
            <a:pathLst>
              <a:path w="790385" h="790384">
                <a:moveTo>
                  <a:pt x="777212" y="13173"/>
                </a:moveTo>
                <a:lnTo>
                  <a:pt x="777212" y="13173"/>
                </a:lnTo>
                <a:lnTo>
                  <a:pt x="777212" y="13173"/>
                </a:lnTo>
                <a:lnTo>
                  <a:pt x="777212" y="13173"/>
                </a:lnTo>
                <a:lnTo>
                  <a:pt x="777212" y="13173"/>
                </a:lnTo>
                <a:close/>
                <a:moveTo>
                  <a:pt x="777212" y="777211"/>
                </a:moveTo>
                <a:lnTo>
                  <a:pt x="777212" y="777211"/>
                </a:lnTo>
                <a:lnTo>
                  <a:pt x="777212" y="777211"/>
                </a:lnTo>
                <a:lnTo>
                  <a:pt x="777212" y="777211"/>
                </a:lnTo>
                <a:lnTo>
                  <a:pt x="777212" y="777211"/>
                </a:lnTo>
                <a:close/>
                <a:moveTo>
                  <a:pt x="13174" y="26346"/>
                </a:moveTo>
                <a:lnTo>
                  <a:pt x="777212" y="26346"/>
                </a:lnTo>
                <a:lnTo>
                  <a:pt x="777212" y="13173"/>
                </a:lnTo>
                <a:lnTo>
                  <a:pt x="777212" y="13173"/>
                </a:lnTo>
                <a:lnTo>
                  <a:pt x="13174" y="13173"/>
                </a:lnTo>
                <a:close/>
                <a:moveTo>
                  <a:pt x="777212" y="13173"/>
                </a:moveTo>
                <a:lnTo>
                  <a:pt x="764039" y="13173"/>
                </a:lnTo>
                <a:lnTo>
                  <a:pt x="764039" y="777211"/>
                </a:lnTo>
                <a:lnTo>
                  <a:pt x="777212" y="777211"/>
                </a:lnTo>
                <a:lnTo>
                  <a:pt x="777212" y="777211"/>
                </a:lnTo>
                <a:lnTo>
                  <a:pt x="777212" y="13173"/>
                </a:lnTo>
                <a:lnTo>
                  <a:pt x="777212" y="13173"/>
                </a:lnTo>
                <a:close/>
                <a:moveTo>
                  <a:pt x="777212" y="777211"/>
                </a:moveTo>
                <a:lnTo>
                  <a:pt x="777212" y="764038"/>
                </a:lnTo>
                <a:lnTo>
                  <a:pt x="13174" y="764038"/>
                </a:lnTo>
                <a:lnTo>
                  <a:pt x="13174" y="777211"/>
                </a:lnTo>
                <a:lnTo>
                  <a:pt x="777212" y="777211"/>
                </a:lnTo>
                <a:lnTo>
                  <a:pt x="777212" y="777211"/>
                </a:lnTo>
                <a:close/>
                <a:moveTo>
                  <a:pt x="13174" y="777211"/>
                </a:moveTo>
                <a:lnTo>
                  <a:pt x="26346" y="777211"/>
                </a:lnTo>
                <a:lnTo>
                  <a:pt x="26346" y="13173"/>
                </a:lnTo>
                <a:lnTo>
                  <a:pt x="13174" y="1317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03EAD6-5582-4E2D-998C-0B25A71DF1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879e29ea74675"/>
          <a:srcRect xmlns:a="http://schemas.openxmlformats.org/drawingml/2006/main" l="67" t="0" r="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44840" y="933031"/>
            <a:ext cx="1335269" cy="764038"/>
          </a:xfrm>
          <a:prstGeom xmlns:a="http://schemas.openxmlformats.org/drawingml/2006/main" prst="rect">
            <a:avLst/>
          </a:prstGeom>
        </p:spPr>
      </p:pic>
      <p:sp>
        <p:nvSpPr>
          <p:cNvPr id="57" name="uniskill-source-component-10">
            <a:extLst xmlns:a="http://schemas.openxmlformats.org/drawingml/2006/main">
              <a:ext uri="{FF2B5EF4-FFF2-40B4-BE49-F238E27FC236}">
                <a16:creationId xmlns:a16="http://schemas.microsoft.com/office/drawing/2014/main" id="{3273854B-5746-4D71-AF2F-CCA5ADB6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4840" y="933031"/>
            <a:ext cx="1335269" cy="76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pdf-path-49">
            <a:extLst xmlns:a="http://schemas.openxmlformats.org/drawingml/2006/main">
              <a:ext uri="{FF2B5EF4-FFF2-40B4-BE49-F238E27FC236}">
                <a16:creationId xmlns:a16="http://schemas.microsoft.com/office/drawing/2014/main" id="{CBC36A23-851A-4A73-8382-35BF61A6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7018" y="919858"/>
            <a:ext cx="790385" cy="790384"/>
          </a:xfrm>
          <a:custGeom xmlns:a="http://schemas.openxmlformats.org/drawingml/2006/main">
            <a:pathLst>
              <a:path w="790385" h="790384">
                <a:moveTo>
                  <a:pt x="13173" y="13173"/>
                </a:moveTo>
                <a:lnTo>
                  <a:pt x="13173" y="13173"/>
                </a:lnTo>
                <a:lnTo>
                  <a:pt x="13173" y="13173"/>
                </a:lnTo>
                <a:lnTo>
                  <a:pt x="13173" y="13173"/>
                </a:lnTo>
                <a:lnTo>
                  <a:pt x="13173" y="13173"/>
                </a:lnTo>
                <a:close/>
                <a:moveTo>
                  <a:pt x="13173" y="777211"/>
                </a:moveTo>
                <a:lnTo>
                  <a:pt x="13173" y="777211"/>
                </a:lnTo>
                <a:lnTo>
                  <a:pt x="13173" y="777211"/>
                </a:lnTo>
                <a:lnTo>
                  <a:pt x="13173" y="777211"/>
                </a:lnTo>
                <a:lnTo>
                  <a:pt x="13173" y="777211"/>
                </a:lnTo>
                <a:close/>
                <a:moveTo>
                  <a:pt x="13173" y="13173"/>
                </a:moveTo>
                <a:lnTo>
                  <a:pt x="13173" y="26346"/>
                </a:lnTo>
                <a:lnTo>
                  <a:pt x="777211" y="26346"/>
                </a:lnTo>
                <a:lnTo>
                  <a:pt x="777211" y="13173"/>
                </a:lnTo>
                <a:lnTo>
                  <a:pt x="13173" y="13173"/>
                </a:lnTo>
                <a:lnTo>
                  <a:pt x="13173" y="13173"/>
                </a:lnTo>
                <a:close/>
                <a:moveTo>
                  <a:pt x="777211" y="13173"/>
                </a:moveTo>
                <a:lnTo>
                  <a:pt x="764039" y="13173"/>
                </a:lnTo>
                <a:lnTo>
                  <a:pt x="764039" y="777211"/>
                </a:lnTo>
                <a:lnTo>
                  <a:pt x="777211" y="777211"/>
                </a:lnTo>
                <a:close/>
                <a:moveTo>
                  <a:pt x="777211" y="777211"/>
                </a:moveTo>
                <a:lnTo>
                  <a:pt x="777211" y="764038"/>
                </a:lnTo>
                <a:lnTo>
                  <a:pt x="13173" y="764038"/>
                </a:lnTo>
                <a:lnTo>
                  <a:pt x="13173" y="777211"/>
                </a:lnTo>
                <a:lnTo>
                  <a:pt x="13173" y="777211"/>
                </a:lnTo>
                <a:close/>
                <a:moveTo>
                  <a:pt x="13173" y="777211"/>
                </a:moveTo>
                <a:lnTo>
                  <a:pt x="26346" y="777211"/>
                </a:lnTo>
                <a:lnTo>
                  <a:pt x="26346" y="13173"/>
                </a:lnTo>
                <a:lnTo>
                  <a:pt x="13173" y="13173"/>
                </a:lnTo>
                <a:lnTo>
                  <a:pt x="13173" y="13173"/>
                </a:lnTo>
                <a:lnTo>
                  <a:pt x="13173" y="777211"/>
                </a:lnTo>
                <a:lnTo>
                  <a:pt x="13173" y="777211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2E49CBAB-6756-40C0-8237-8B506E26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808" y="226295"/>
            <a:ext cx="3090178" cy="17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Universal Skill Representation Learning</a:t>
            </a:r>
          </a:p>
        </p:txBody>
      </p:sp>
      <p:sp>
        <p:nvSpPr>
          <p:cNvPr id="60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8BE05FCC-596F-4835-A539-6020FCFB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808" y="439040"/>
            <a:ext cx="634351" cy="131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Section 3.2</a:t>
            </a:r>
          </a:p>
        </p:txBody>
      </p:sp>
      <p:sp>
        <p:nvSpPr>
          <p:cNvPr id="61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7E5402E8-128B-4F03-95A0-A1B36960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731" y="226295"/>
            <a:ext cx="2648400" cy="17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Universal Skill-Conditioned Policy</a:t>
            </a:r>
          </a:p>
        </p:txBody>
      </p:sp>
      <p:sp>
        <p:nvSpPr>
          <p:cNvPr id="62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A04C05DC-F07E-44EC-AFB6-5D497FA0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731" y="439040"/>
            <a:ext cx="634350" cy="131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Section 3.3</a:t>
            </a:r>
          </a:p>
        </p:txBody>
      </p:sp>
      <p:sp>
        <p:nvSpPr>
          <p:cNvPr id="63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C12A7DD5-8963-4015-BD9A-6C850C64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4806" y="233211"/>
            <a:ext cx="1106400" cy="164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9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9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9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Inference with</a:t>
            </a:r>
          </a:p>
        </p:txBody>
      </p:sp>
      <p:sp>
        <p:nvSpPr>
          <p:cNvPr id="64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1480A6CA-DE05-4713-8E29-C3E1FDDC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7890" y="240127"/>
            <a:ext cx="2194015" cy="158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4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Universal Skill Representations</a:t>
            </a:r>
          </a:p>
        </p:txBody>
      </p:sp>
      <p:sp>
        <p:nvSpPr>
          <p:cNvPr id="65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6993F15A-88DA-4868-B6BE-0F4F70AD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4806" y="439041"/>
            <a:ext cx="634350" cy="131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Section 3.4</a:t>
            </a:r>
          </a:p>
        </p:txBody>
      </p:sp>
      <p:sp>
        <p:nvSpPr>
          <p:cNvPr id="66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A8A1C78E-163C-43DB-BBAB-A39A63F0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9184" y="3783026"/>
            <a:ext cx="584404" cy="17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4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Actions</a:t>
            </a:r>
          </a:p>
        </p:txBody>
      </p:sp>
      <p:sp>
        <p:nvSpPr>
          <p:cNvPr id="67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B9DE6CFF-3656-43B3-BD59-514CB4BE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9758" y="3561059"/>
            <a:ext cx="440631" cy="131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Actions</a:t>
            </a:r>
          </a:p>
        </p:txBody>
      </p:sp>
      <p:sp>
        <p:nvSpPr>
          <p:cNvPr id="68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0E44CF16-3F0B-4C43-B559-C9DA853A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6787" y="1400675"/>
            <a:ext cx="229659" cy="131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Aug</a:t>
            </a:r>
          </a:p>
        </p:txBody>
      </p:sp>
      <p:sp>
        <p:nvSpPr>
          <p:cNvPr id="69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7A89008E-3ADB-4C89-BDEB-F4FA2C11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411" y="3561059"/>
            <a:ext cx="440631" cy="131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Actions</a:t>
            </a:r>
          </a:p>
        </p:txBody>
      </p:sp>
      <p:sp>
        <p:nvSpPr>
          <p:cNvPr id="70" name="pdf-path-64">
            <a:extLst xmlns:a="http://schemas.openxmlformats.org/drawingml/2006/main">
              <a:ext uri="{FF2B5EF4-FFF2-40B4-BE49-F238E27FC236}">
                <a16:creationId xmlns:a16="http://schemas.microsoft.com/office/drawing/2014/main" id="{1DAF5BEC-4191-4DD2-AA6C-74F0DA31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0481" y="1894665"/>
            <a:ext cx="78323" cy="111080"/>
          </a:xfrm>
          <a:custGeom xmlns:a="http://schemas.openxmlformats.org/drawingml/2006/main">
            <a:pathLst>
              <a:path w="78323" h="111080">
                <a:moveTo>
                  <a:pt x="2786" y="110917"/>
                </a:moveTo>
                <a:cubicBezTo>
                  <a:pt x="929" y="110917"/>
                  <a:pt x="0" y="110429"/>
                  <a:pt x="0" y="109454"/>
                </a:cubicBezTo>
                <a:cubicBezTo>
                  <a:pt x="0" y="109237"/>
                  <a:pt x="164" y="108478"/>
                  <a:pt x="491" y="107177"/>
                </a:cubicBezTo>
                <a:cubicBezTo>
                  <a:pt x="1038" y="105117"/>
                  <a:pt x="1584" y="103978"/>
                  <a:pt x="2130" y="103761"/>
                </a:cubicBezTo>
                <a:cubicBezTo>
                  <a:pt x="2458" y="103653"/>
                  <a:pt x="3277" y="103599"/>
                  <a:pt x="4588" y="103599"/>
                </a:cubicBezTo>
                <a:lnTo>
                  <a:pt x="5571" y="103599"/>
                </a:lnTo>
                <a:cubicBezTo>
                  <a:pt x="12125" y="103599"/>
                  <a:pt x="16276" y="103219"/>
                  <a:pt x="18024" y="102460"/>
                </a:cubicBezTo>
                <a:cubicBezTo>
                  <a:pt x="18133" y="102460"/>
                  <a:pt x="18243" y="102406"/>
                  <a:pt x="18352" y="102298"/>
                </a:cubicBezTo>
                <a:cubicBezTo>
                  <a:pt x="18898" y="102081"/>
                  <a:pt x="19499" y="100834"/>
                  <a:pt x="20154" y="98557"/>
                </a:cubicBezTo>
                <a:cubicBezTo>
                  <a:pt x="20809" y="96280"/>
                  <a:pt x="23486" y="85654"/>
                  <a:pt x="28183" y="66681"/>
                </a:cubicBezTo>
                <a:cubicBezTo>
                  <a:pt x="29494" y="61801"/>
                  <a:pt x="30477" y="57952"/>
                  <a:pt x="31132" y="55133"/>
                </a:cubicBezTo>
                <a:cubicBezTo>
                  <a:pt x="38779" y="24775"/>
                  <a:pt x="42602" y="9487"/>
                  <a:pt x="42602" y="9270"/>
                </a:cubicBezTo>
                <a:cubicBezTo>
                  <a:pt x="42384" y="8836"/>
                  <a:pt x="42275" y="8566"/>
                  <a:pt x="42275" y="8457"/>
                </a:cubicBezTo>
                <a:cubicBezTo>
                  <a:pt x="41182" y="7807"/>
                  <a:pt x="37304" y="7481"/>
                  <a:pt x="30641" y="7481"/>
                </a:cubicBezTo>
                <a:lnTo>
                  <a:pt x="27364" y="7481"/>
                </a:lnTo>
                <a:cubicBezTo>
                  <a:pt x="26381" y="6831"/>
                  <a:pt x="26162" y="5476"/>
                  <a:pt x="26708" y="3415"/>
                </a:cubicBezTo>
                <a:cubicBezTo>
                  <a:pt x="27145" y="1789"/>
                  <a:pt x="27473" y="813"/>
                  <a:pt x="27692" y="488"/>
                </a:cubicBezTo>
                <a:cubicBezTo>
                  <a:pt x="27910" y="163"/>
                  <a:pt x="28674" y="0"/>
                  <a:pt x="29986" y="0"/>
                </a:cubicBezTo>
                <a:lnTo>
                  <a:pt x="30641" y="0"/>
                </a:lnTo>
                <a:cubicBezTo>
                  <a:pt x="38506" y="217"/>
                  <a:pt x="46480" y="325"/>
                  <a:pt x="54564" y="325"/>
                </a:cubicBezTo>
                <a:cubicBezTo>
                  <a:pt x="67890" y="325"/>
                  <a:pt x="74882" y="217"/>
                  <a:pt x="75537" y="0"/>
                </a:cubicBezTo>
                <a:lnTo>
                  <a:pt x="77176" y="0"/>
                </a:lnTo>
                <a:cubicBezTo>
                  <a:pt x="77940" y="759"/>
                  <a:pt x="78323" y="1355"/>
                  <a:pt x="78323" y="1789"/>
                </a:cubicBezTo>
                <a:cubicBezTo>
                  <a:pt x="78323" y="2223"/>
                  <a:pt x="78159" y="3144"/>
                  <a:pt x="77831" y="4554"/>
                </a:cubicBezTo>
                <a:cubicBezTo>
                  <a:pt x="77503" y="5963"/>
                  <a:pt x="77121" y="6831"/>
                  <a:pt x="76684" y="7156"/>
                </a:cubicBezTo>
                <a:cubicBezTo>
                  <a:pt x="76356" y="7373"/>
                  <a:pt x="75100" y="7481"/>
                  <a:pt x="72916" y="7481"/>
                </a:cubicBezTo>
                <a:cubicBezTo>
                  <a:pt x="69529" y="7481"/>
                  <a:pt x="66033" y="7644"/>
                  <a:pt x="62429" y="7969"/>
                </a:cubicBezTo>
                <a:cubicBezTo>
                  <a:pt x="60899" y="8294"/>
                  <a:pt x="59862" y="8891"/>
                  <a:pt x="59316" y="9758"/>
                </a:cubicBezTo>
                <a:cubicBezTo>
                  <a:pt x="58551" y="11276"/>
                  <a:pt x="55765" y="21631"/>
                  <a:pt x="50959" y="40821"/>
                </a:cubicBezTo>
                <a:cubicBezTo>
                  <a:pt x="49757" y="45917"/>
                  <a:pt x="48556" y="50850"/>
                  <a:pt x="47354" y="55621"/>
                </a:cubicBezTo>
                <a:cubicBezTo>
                  <a:pt x="39707" y="85546"/>
                  <a:pt x="35884" y="100834"/>
                  <a:pt x="35884" y="101485"/>
                </a:cubicBezTo>
                <a:cubicBezTo>
                  <a:pt x="35884" y="102243"/>
                  <a:pt x="36430" y="102731"/>
                  <a:pt x="37523" y="102948"/>
                </a:cubicBezTo>
                <a:cubicBezTo>
                  <a:pt x="38615" y="103165"/>
                  <a:pt x="41455" y="103382"/>
                  <a:pt x="46043" y="103599"/>
                </a:cubicBezTo>
                <a:lnTo>
                  <a:pt x="51287" y="103599"/>
                </a:lnTo>
                <a:cubicBezTo>
                  <a:pt x="51942" y="104466"/>
                  <a:pt x="52270" y="104954"/>
                  <a:pt x="52270" y="105062"/>
                </a:cubicBezTo>
                <a:cubicBezTo>
                  <a:pt x="52270" y="105171"/>
                  <a:pt x="52106" y="106146"/>
                  <a:pt x="51778" y="107990"/>
                </a:cubicBezTo>
                <a:cubicBezTo>
                  <a:pt x="51341" y="109399"/>
                  <a:pt x="50795" y="110429"/>
                  <a:pt x="50140" y="111080"/>
                </a:cubicBezTo>
                <a:lnTo>
                  <a:pt x="47518" y="111080"/>
                </a:lnTo>
                <a:cubicBezTo>
                  <a:pt x="43476" y="110863"/>
                  <a:pt x="35993" y="110755"/>
                  <a:pt x="25070" y="110755"/>
                </a:cubicBezTo>
                <a:cubicBezTo>
                  <a:pt x="21137" y="110755"/>
                  <a:pt x="17532" y="110755"/>
                  <a:pt x="14255" y="110755"/>
                </a:cubicBezTo>
                <a:cubicBezTo>
                  <a:pt x="10978" y="110755"/>
                  <a:pt x="8357" y="110755"/>
                  <a:pt x="6390" y="110755"/>
                </a:cubicBezTo>
                <a:cubicBezTo>
                  <a:pt x="4424" y="110755"/>
                  <a:pt x="3223" y="110809"/>
                  <a:pt x="2786" y="1109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df-path-65">
            <a:extLst xmlns:a="http://schemas.openxmlformats.org/drawingml/2006/main">
              <a:ext uri="{FF2B5EF4-FFF2-40B4-BE49-F238E27FC236}">
                <a16:creationId xmlns:a16="http://schemas.microsoft.com/office/drawing/2014/main" id="{319D0E01-D084-4E82-936E-1DA4CBDF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925" y="1958161"/>
            <a:ext cx="36028" cy="73244"/>
          </a:xfrm>
          <a:custGeom xmlns:a="http://schemas.openxmlformats.org/drawingml/2006/main">
            <a:pathLst>
              <a:path w="36028" h="73244">
                <a:moveTo>
                  <a:pt x="811" y="27711"/>
                </a:moveTo>
                <a:cubicBezTo>
                  <a:pt x="270" y="27175"/>
                  <a:pt x="0" y="26791"/>
                  <a:pt x="0" y="26561"/>
                </a:cubicBezTo>
                <a:cubicBezTo>
                  <a:pt x="0" y="26255"/>
                  <a:pt x="116" y="25641"/>
                  <a:pt x="348" y="24721"/>
                </a:cubicBezTo>
                <a:cubicBezTo>
                  <a:pt x="579" y="23801"/>
                  <a:pt x="772" y="23265"/>
                  <a:pt x="927" y="23112"/>
                </a:cubicBezTo>
                <a:cubicBezTo>
                  <a:pt x="1081" y="22728"/>
                  <a:pt x="1429" y="22537"/>
                  <a:pt x="1970" y="22537"/>
                </a:cubicBezTo>
                <a:cubicBezTo>
                  <a:pt x="2510" y="22537"/>
                  <a:pt x="4479" y="22498"/>
                  <a:pt x="7878" y="22422"/>
                </a:cubicBezTo>
                <a:lnTo>
                  <a:pt x="14017" y="22422"/>
                </a:lnTo>
                <a:lnTo>
                  <a:pt x="16218" y="13223"/>
                </a:lnTo>
                <a:cubicBezTo>
                  <a:pt x="16450" y="12380"/>
                  <a:pt x="16720" y="11268"/>
                  <a:pt x="17029" y="9888"/>
                </a:cubicBezTo>
                <a:cubicBezTo>
                  <a:pt x="17338" y="8509"/>
                  <a:pt x="17609" y="7512"/>
                  <a:pt x="17840" y="6899"/>
                </a:cubicBezTo>
                <a:cubicBezTo>
                  <a:pt x="18072" y="6286"/>
                  <a:pt x="18304" y="5519"/>
                  <a:pt x="18535" y="4599"/>
                </a:cubicBezTo>
                <a:cubicBezTo>
                  <a:pt x="18767" y="3680"/>
                  <a:pt x="19076" y="3028"/>
                  <a:pt x="19462" y="2644"/>
                </a:cubicBezTo>
                <a:cubicBezTo>
                  <a:pt x="19848" y="2261"/>
                  <a:pt x="20234" y="1802"/>
                  <a:pt x="20621" y="1265"/>
                </a:cubicBezTo>
                <a:cubicBezTo>
                  <a:pt x="21007" y="728"/>
                  <a:pt x="21547" y="383"/>
                  <a:pt x="22242" y="230"/>
                </a:cubicBezTo>
                <a:cubicBezTo>
                  <a:pt x="22937" y="77"/>
                  <a:pt x="23632" y="0"/>
                  <a:pt x="24328" y="0"/>
                </a:cubicBezTo>
                <a:cubicBezTo>
                  <a:pt x="25718" y="77"/>
                  <a:pt x="26683" y="498"/>
                  <a:pt x="27224" y="1265"/>
                </a:cubicBezTo>
                <a:cubicBezTo>
                  <a:pt x="27764" y="2031"/>
                  <a:pt x="28035" y="2760"/>
                  <a:pt x="28035" y="3449"/>
                </a:cubicBezTo>
                <a:cubicBezTo>
                  <a:pt x="28035" y="3986"/>
                  <a:pt x="27687" y="5787"/>
                  <a:pt x="26992" y="8854"/>
                </a:cubicBezTo>
                <a:cubicBezTo>
                  <a:pt x="26297" y="11920"/>
                  <a:pt x="25525" y="14948"/>
                  <a:pt x="24675" y="17937"/>
                </a:cubicBezTo>
                <a:lnTo>
                  <a:pt x="23517" y="22192"/>
                </a:lnTo>
                <a:cubicBezTo>
                  <a:pt x="23517" y="22345"/>
                  <a:pt x="25447" y="22422"/>
                  <a:pt x="29309" y="22422"/>
                </a:cubicBezTo>
                <a:lnTo>
                  <a:pt x="35217" y="22422"/>
                </a:lnTo>
                <a:cubicBezTo>
                  <a:pt x="35758" y="22958"/>
                  <a:pt x="36028" y="23380"/>
                  <a:pt x="36028" y="23686"/>
                </a:cubicBezTo>
                <a:cubicBezTo>
                  <a:pt x="36028" y="25373"/>
                  <a:pt x="35526" y="26715"/>
                  <a:pt x="34522" y="27711"/>
                </a:cubicBezTo>
                <a:lnTo>
                  <a:pt x="22126" y="27711"/>
                </a:lnTo>
                <a:lnTo>
                  <a:pt x="17956" y="44383"/>
                </a:lnTo>
                <a:cubicBezTo>
                  <a:pt x="14944" y="56649"/>
                  <a:pt x="13438" y="63241"/>
                  <a:pt x="13438" y="64161"/>
                </a:cubicBezTo>
                <a:cubicBezTo>
                  <a:pt x="13438" y="67380"/>
                  <a:pt x="14481" y="68990"/>
                  <a:pt x="16566" y="68990"/>
                </a:cubicBezTo>
                <a:cubicBezTo>
                  <a:pt x="19269" y="68990"/>
                  <a:pt x="21895" y="67687"/>
                  <a:pt x="24443" y="65080"/>
                </a:cubicBezTo>
                <a:cubicBezTo>
                  <a:pt x="26992" y="62474"/>
                  <a:pt x="29038" y="59255"/>
                  <a:pt x="30583" y="55422"/>
                </a:cubicBezTo>
                <a:cubicBezTo>
                  <a:pt x="30738" y="54962"/>
                  <a:pt x="30931" y="54693"/>
                  <a:pt x="31162" y="54617"/>
                </a:cubicBezTo>
                <a:cubicBezTo>
                  <a:pt x="31394" y="54540"/>
                  <a:pt x="31973" y="54464"/>
                  <a:pt x="32900" y="54387"/>
                </a:cubicBezTo>
                <a:lnTo>
                  <a:pt x="33363" y="54387"/>
                </a:lnTo>
                <a:cubicBezTo>
                  <a:pt x="34522" y="54387"/>
                  <a:pt x="35101" y="54693"/>
                  <a:pt x="35101" y="55307"/>
                </a:cubicBezTo>
                <a:cubicBezTo>
                  <a:pt x="35101" y="55537"/>
                  <a:pt x="34985" y="55997"/>
                  <a:pt x="34754" y="56687"/>
                </a:cubicBezTo>
                <a:cubicBezTo>
                  <a:pt x="34368" y="57913"/>
                  <a:pt x="33673" y="59370"/>
                  <a:pt x="32668" y="61056"/>
                </a:cubicBezTo>
                <a:cubicBezTo>
                  <a:pt x="31665" y="62742"/>
                  <a:pt x="30351" y="64544"/>
                  <a:pt x="28730" y="66460"/>
                </a:cubicBezTo>
                <a:cubicBezTo>
                  <a:pt x="27108" y="68377"/>
                  <a:pt x="25138" y="69986"/>
                  <a:pt x="22822" y="71290"/>
                </a:cubicBezTo>
                <a:cubicBezTo>
                  <a:pt x="20505" y="72593"/>
                  <a:pt x="18149" y="73244"/>
                  <a:pt x="15755" y="73244"/>
                </a:cubicBezTo>
                <a:cubicBezTo>
                  <a:pt x="13438" y="73244"/>
                  <a:pt x="11237" y="72669"/>
                  <a:pt x="9152" y="71519"/>
                </a:cubicBezTo>
                <a:cubicBezTo>
                  <a:pt x="7067" y="70370"/>
                  <a:pt x="5561" y="68377"/>
                  <a:pt x="4634" y="65540"/>
                </a:cubicBezTo>
                <a:cubicBezTo>
                  <a:pt x="4479" y="64927"/>
                  <a:pt x="4402" y="63892"/>
                  <a:pt x="4402" y="62436"/>
                </a:cubicBezTo>
                <a:lnTo>
                  <a:pt x="4402" y="60366"/>
                </a:lnTo>
                <a:lnTo>
                  <a:pt x="8457" y="44269"/>
                </a:lnTo>
                <a:cubicBezTo>
                  <a:pt x="11160" y="33460"/>
                  <a:pt x="12550" y="28018"/>
                  <a:pt x="12627" y="27941"/>
                </a:cubicBezTo>
                <a:cubicBezTo>
                  <a:pt x="12627" y="27788"/>
                  <a:pt x="10658" y="27711"/>
                  <a:pt x="6719" y="27711"/>
                </a:cubicBezTo>
                <a:lnTo>
                  <a:pt x="811" y="2771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df-path-66">
            <a:extLst xmlns:a="http://schemas.openxmlformats.org/drawingml/2006/main">
              <a:ext uri="{FF2B5EF4-FFF2-40B4-BE49-F238E27FC236}">
                <a16:creationId xmlns:a16="http://schemas.microsoft.com/office/drawing/2014/main" id="{9E26204C-577E-4399-8C74-BA8EBED9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031" y="1963105"/>
            <a:ext cx="77153" cy="76464"/>
          </a:xfrm>
          <a:custGeom xmlns:a="http://schemas.openxmlformats.org/drawingml/2006/main">
            <a:pathLst>
              <a:path w="77153" h="76464">
                <a:moveTo>
                  <a:pt x="0" y="39784"/>
                </a:moveTo>
                <a:cubicBezTo>
                  <a:pt x="0" y="39784"/>
                  <a:pt x="0" y="39286"/>
                  <a:pt x="0" y="38290"/>
                </a:cubicBezTo>
                <a:cubicBezTo>
                  <a:pt x="0" y="37293"/>
                  <a:pt x="541" y="36526"/>
                  <a:pt x="1622" y="35990"/>
                </a:cubicBezTo>
                <a:lnTo>
                  <a:pt x="36260" y="35990"/>
                </a:lnTo>
                <a:lnTo>
                  <a:pt x="36260" y="18742"/>
                </a:lnTo>
                <a:lnTo>
                  <a:pt x="36375" y="1495"/>
                </a:lnTo>
                <a:cubicBezTo>
                  <a:pt x="37148" y="498"/>
                  <a:pt x="37881" y="0"/>
                  <a:pt x="38576" y="0"/>
                </a:cubicBezTo>
                <a:cubicBezTo>
                  <a:pt x="39581" y="0"/>
                  <a:pt x="40353" y="575"/>
                  <a:pt x="40893" y="1725"/>
                </a:cubicBezTo>
                <a:lnTo>
                  <a:pt x="40893" y="35990"/>
                </a:lnTo>
                <a:lnTo>
                  <a:pt x="75415" y="35990"/>
                </a:lnTo>
                <a:cubicBezTo>
                  <a:pt x="76574" y="36603"/>
                  <a:pt x="77153" y="37370"/>
                  <a:pt x="77153" y="38290"/>
                </a:cubicBezTo>
                <a:cubicBezTo>
                  <a:pt x="77153" y="39209"/>
                  <a:pt x="76574" y="39976"/>
                  <a:pt x="75415" y="40589"/>
                </a:cubicBezTo>
                <a:lnTo>
                  <a:pt x="40893" y="40589"/>
                </a:lnTo>
                <a:lnTo>
                  <a:pt x="40893" y="74854"/>
                </a:lnTo>
                <a:cubicBezTo>
                  <a:pt x="40276" y="75927"/>
                  <a:pt x="39581" y="76464"/>
                  <a:pt x="38808" y="76464"/>
                </a:cubicBezTo>
                <a:lnTo>
                  <a:pt x="38576" y="76464"/>
                </a:lnTo>
                <a:lnTo>
                  <a:pt x="38345" y="76464"/>
                </a:lnTo>
                <a:cubicBezTo>
                  <a:pt x="37418" y="76464"/>
                  <a:pt x="36723" y="75927"/>
                  <a:pt x="36260" y="74854"/>
                </a:cubicBezTo>
                <a:lnTo>
                  <a:pt x="36260" y="40589"/>
                </a:lnTo>
                <a:lnTo>
                  <a:pt x="1622" y="40589"/>
                </a:lnTo>
                <a:cubicBezTo>
                  <a:pt x="541" y="40052"/>
                  <a:pt x="0" y="39286"/>
                  <a:pt x="0" y="38290"/>
                </a:cubicBezTo>
                <a:lnTo>
                  <a:pt x="0" y="397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path-67">
            <a:extLst xmlns:a="http://schemas.openxmlformats.org/drawingml/2006/main">
              <a:ext uri="{FF2B5EF4-FFF2-40B4-BE49-F238E27FC236}">
                <a16:creationId xmlns:a16="http://schemas.microsoft.com/office/drawing/2014/main" id="{638D112B-36BC-4840-B321-BE92D5BD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1233" y="1950342"/>
            <a:ext cx="52710" cy="81063"/>
          </a:xfrm>
          <a:custGeom xmlns:a="http://schemas.openxmlformats.org/drawingml/2006/main">
            <a:pathLst>
              <a:path w="52710" h="81063">
                <a:moveTo>
                  <a:pt x="8457" y="5404"/>
                </a:moveTo>
                <a:cubicBezTo>
                  <a:pt x="8457" y="4638"/>
                  <a:pt x="8611" y="3756"/>
                  <a:pt x="8920" y="2760"/>
                </a:cubicBezTo>
                <a:cubicBezTo>
                  <a:pt x="9229" y="1763"/>
                  <a:pt x="9692" y="1265"/>
                  <a:pt x="10310" y="1265"/>
                </a:cubicBezTo>
                <a:cubicBezTo>
                  <a:pt x="10387" y="1265"/>
                  <a:pt x="13168" y="1073"/>
                  <a:pt x="18651" y="690"/>
                </a:cubicBezTo>
                <a:cubicBezTo>
                  <a:pt x="24135" y="307"/>
                  <a:pt x="26953" y="77"/>
                  <a:pt x="27108" y="0"/>
                </a:cubicBezTo>
                <a:cubicBezTo>
                  <a:pt x="28035" y="0"/>
                  <a:pt x="28498" y="307"/>
                  <a:pt x="28498" y="920"/>
                </a:cubicBezTo>
                <a:cubicBezTo>
                  <a:pt x="28498" y="1456"/>
                  <a:pt x="26567" y="9467"/>
                  <a:pt x="22706" y="24951"/>
                </a:cubicBezTo>
                <a:cubicBezTo>
                  <a:pt x="18844" y="40129"/>
                  <a:pt x="16914" y="47986"/>
                  <a:pt x="16914" y="48523"/>
                </a:cubicBezTo>
                <a:cubicBezTo>
                  <a:pt x="18381" y="47756"/>
                  <a:pt x="19501" y="47028"/>
                  <a:pt x="20273" y="46338"/>
                </a:cubicBezTo>
                <a:cubicBezTo>
                  <a:pt x="22126" y="44958"/>
                  <a:pt x="24791" y="42544"/>
                  <a:pt x="28266" y="39094"/>
                </a:cubicBezTo>
                <a:cubicBezTo>
                  <a:pt x="31742" y="35645"/>
                  <a:pt x="34445" y="33307"/>
                  <a:pt x="36375" y="32080"/>
                </a:cubicBezTo>
                <a:cubicBezTo>
                  <a:pt x="39465" y="30011"/>
                  <a:pt x="42399" y="28976"/>
                  <a:pt x="45180" y="28976"/>
                </a:cubicBezTo>
                <a:cubicBezTo>
                  <a:pt x="47497" y="28976"/>
                  <a:pt x="49312" y="29704"/>
                  <a:pt x="50625" y="31161"/>
                </a:cubicBezTo>
                <a:cubicBezTo>
                  <a:pt x="51937" y="32617"/>
                  <a:pt x="52632" y="34687"/>
                  <a:pt x="52710" y="37370"/>
                </a:cubicBezTo>
                <a:cubicBezTo>
                  <a:pt x="52710" y="39286"/>
                  <a:pt x="52439" y="40896"/>
                  <a:pt x="51899" y="42199"/>
                </a:cubicBezTo>
                <a:cubicBezTo>
                  <a:pt x="51358" y="43502"/>
                  <a:pt x="50625" y="44460"/>
                  <a:pt x="49698" y="45074"/>
                </a:cubicBezTo>
                <a:cubicBezTo>
                  <a:pt x="48771" y="45687"/>
                  <a:pt x="47960" y="46108"/>
                  <a:pt x="47265" y="46338"/>
                </a:cubicBezTo>
                <a:cubicBezTo>
                  <a:pt x="46570" y="46568"/>
                  <a:pt x="45875" y="46683"/>
                  <a:pt x="45180" y="46683"/>
                </a:cubicBezTo>
                <a:cubicBezTo>
                  <a:pt x="43635" y="46683"/>
                  <a:pt x="42399" y="46262"/>
                  <a:pt x="41472" y="45418"/>
                </a:cubicBezTo>
                <a:cubicBezTo>
                  <a:pt x="40546" y="44575"/>
                  <a:pt x="40082" y="43464"/>
                  <a:pt x="40082" y="42084"/>
                </a:cubicBezTo>
                <a:cubicBezTo>
                  <a:pt x="40082" y="40167"/>
                  <a:pt x="40700" y="38596"/>
                  <a:pt x="41936" y="37370"/>
                </a:cubicBezTo>
                <a:cubicBezTo>
                  <a:pt x="43172" y="36143"/>
                  <a:pt x="44407" y="35338"/>
                  <a:pt x="45643" y="34955"/>
                </a:cubicBezTo>
                <a:lnTo>
                  <a:pt x="47497" y="34610"/>
                </a:lnTo>
                <a:cubicBezTo>
                  <a:pt x="46570" y="33690"/>
                  <a:pt x="45643" y="33230"/>
                  <a:pt x="44716" y="33230"/>
                </a:cubicBezTo>
                <a:lnTo>
                  <a:pt x="44253" y="33230"/>
                </a:lnTo>
                <a:cubicBezTo>
                  <a:pt x="41782" y="33460"/>
                  <a:pt x="39349" y="34419"/>
                  <a:pt x="36955" y="36105"/>
                </a:cubicBezTo>
                <a:cubicBezTo>
                  <a:pt x="34561" y="37791"/>
                  <a:pt x="31742" y="40244"/>
                  <a:pt x="28498" y="43464"/>
                </a:cubicBezTo>
                <a:cubicBezTo>
                  <a:pt x="25254" y="46683"/>
                  <a:pt x="22706" y="49021"/>
                  <a:pt x="20852" y="50478"/>
                </a:cubicBezTo>
                <a:cubicBezTo>
                  <a:pt x="21007" y="50554"/>
                  <a:pt x="21586" y="50669"/>
                  <a:pt x="22590" y="50822"/>
                </a:cubicBezTo>
                <a:cubicBezTo>
                  <a:pt x="23594" y="50976"/>
                  <a:pt x="24520" y="51206"/>
                  <a:pt x="25370" y="51513"/>
                </a:cubicBezTo>
                <a:cubicBezTo>
                  <a:pt x="26220" y="51819"/>
                  <a:pt x="27224" y="52126"/>
                  <a:pt x="28382" y="52432"/>
                </a:cubicBezTo>
                <a:cubicBezTo>
                  <a:pt x="29541" y="52739"/>
                  <a:pt x="30583" y="53276"/>
                  <a:pt x="31510" y="54042"/>
                </a:cubicBezTo>
                <a:cubicBezTo>
                  <a:pt x="32437" y="54809"/>
                  <a:pt x="33286" y="55499"/>
                  <a:pt x="34058" y="56112"/>
                </a:cubicBezTo>
                <a:cubicBezTo>
                  <a:pt x="34831" y="56725"/>
                  <a:pt x="35487" y="57722"/>
                  <a:pt x="36028" y="59101"/>
                </a:cubicBezTo>
                <a:cubicBezTo>
                  <a:pt x="36569" y="60481"/>
                  <a:pt x="36800" y="61746"/>
                  <a:pt x="36723" y="62896"/>
                </a:cubicBezTo>
                <a:cubicBezTo>
                  <a:pt x="36723" y="64199"/>
                  <a:pt x="36530" y="65771"/>
                  <a:pt x="36144" y="67610"/>
                </a:cubicBezTo>
                <a:cubicBezTo>
                  <a:pt x="35758" y="69450"/>
                  <a:pt x="35526" y="70983"/>
                  <a:pt x="35449" y="72209"/>
                </a:cubicBezTo>
                <a:cubicBezTo>
                  <a:pt x="35449" y="75276"/>
                  <a:pt x="36491" y="76809"/>
                  <a:pt x="38576" y="76809"/>
                </a:cubicBezTo>
                <a:cubicBezTo>
                  <a:pt x="42283" y="76809"/>
                  <a:pt x="45295" y="72248"/>
                  <a:pt x="47613" y="63126"/>
                </a:cubicBezTo>
                <a:cubicBezTo>
                  <a:pt x="47767" y="62513"/>
                  <a:pt x="48539" y="62206"/>
                  <a:pt x="49930" y="62206"/>
                </a:cubicBezTo>
                <a:lnTo>
                  <a:pt x="50393" y="62206"/>
                </a:lnTo>
                <a:cubicBezTo>
                  <a:pt x="51629" y="62206"/>
                  <a:pt x="52247" y="62551"/>
                  <a:pt x="52247" y="63241"/>
                </a:cubicBezTo>
                <a:cubicBezTo>
                  <a:pt x="52247" y="63624"/>
                  <a:pt x="52131" y="64161"/>
                  <a:pt x="51899" y="64851"/>
                </a:cubicBezTo>
                <a:cubicBezTo>
                  <a:pt x="48732" y="75659"/>
                  <a:pt x="44176" y="81063"/>
                  <a:pt x="38229" y="81063"/>
                </a:cubicBezTo>
                <a:cubicBezTo>
                  <a:pt x="34754" y="81063"/>
                  <a:pt x="31935" y="80067"/>
                  <a:pt x="29772" y="78074"/>
                </a:cubicBezTo>
                <a:cubicBezTo>
                  <a:pt x="27610" y="76081"/>
                  <a:pt x="26529" y="73206"/>
                  <a:pt x="26529" y="69450"/>
                </a:cubicBezTo>
                <a:cubicBezTo>
                  <a:pt x="26529" y="68070"/>
                  <a:pt x="26644" y="66882"/>
                  <a:pt x="26876" y="65885"/>
                </a:cubicBezTo>
                <a:cubicBezTo>
                  <a:pt x="27108" y="64889"/>
                  <a:pt x="27224" y="63969"/>
                  <a:pt x="27224" y="63126"/>
                </a:cubicBezTo>
                <a:cubicBezTo>
                  <a:pt x="27224" y="61440"/>
                  <a:pt x="26683" y="59983"/>
                  <a:pt x="25602" y="58756"/>
                </a:cubicBezTo>
                <a:cubicBezTo>
                  <a:pt x="24520" y="57530"/>
                  <a:pt x="23169" y="56649"/>
                  <a:pt x="21547" y="56112"/>
                </a:cubicBezTo>
                <a:cubicBezTo>
                  <a:pt x="19925" y="55575"/>
                  <a:pt x="18612" y="55153"/>
                  <a:pt x="17609" y="54847"/>
                </a:cubicBezTo>
                <a:cubicBezTo>
                  <a:pt x="16605" y="54540"/>
                  <a:pt x="15909" y="54425"/>
                  <a:pt x="15523" y="54502"/>
                </a:cubicBezTo>
                <a:lnTo>
                  <a:pt x="15292" y="54502"/>
                </a:lnTo>
                <a:cubicBezTo>
                  <a:pt x="14365" y="57722"/>
                  <a:pt x="13554" y="60826"/>
                  <a:pt x="12859" y="63816"/>
                </a:cubicBezTo>
                <a:cubicBezTo>
                  <a:pt x="12164" y="66805"/>
                  <a:pt x="11623" y="69028"/>
                  <a:pt x="11237" y="70485"/>
                </a:cubicBezTo>
                <a:cubicBezTo>
                  <a:pt x="10851" y="71941"/>
                  <a:pt x="10503" y="73359"/>
                  <a:pt x="10195" y="74739"/>
                </a:cubicBezTo>
                <a:cubicBezTo>
                  <a:pt x="9885" y="76119"/>
                  <a:pt x="9615" y="77039"/>
                  <a:pt x="9384" y="77499"/>
                </a:cubicBezTo>
                <a:cubicBezTo>
                  <a:pt x="9152" y="77959"/>
                  <a:pt x="8881" y="78457"/>
                  <a:pt x="8573" y="78993"/>
                </a:cubicBezTo>
                <a:cubicBezTo>
                  <a:pt x="8263" y="79530"/>
                  <a:pt x="7839" y="79875"/>
                  <a:pt x="7298" y="80028"/>
                </a:cubicBezTo>
                <a:cubicBezTo>
                  <a:pt x="6294" y="80718"/>
                  <a:pt x="5213" y="81063"/>
                  <a:pt x="4055" y="81063"/>
                </a:cubicBezTo>
                <a:cubicBezTo>
                  <a:pt x="2742" y="81063"/>
                  <a:pt x="1738" y="80680"/>
                  <a:pt x="1043" y="79913"/>
                </a:cubicBezTo>
                <a:cubicBezTo>
                  <a:pt x="348" y="79147"/>
                  <a:pt x="0" y="78495"/>
                  <a:pt x="0" y="77959"/>
                </a:cubicBezTo>
                <a:cubicBezTo>
                  <a:pt x="0" y="77192"/>
                  <a:pt x="1429" y="71059"/>
                  <a:pt x="4286" y="59561"/>
                </a:cubicBezTo>
                <a:cubicBezTo>
                  <a:pt x="7144" y="48063"/>
                  <a:pt x="9963" y="36756"/>
                  <a:pt x="12743" y="25641"/>
                </a:cubicBezTo>
                <a:lnTo>
                  <a:pt x="17029" y="8969"/>
                </a:lnTo>
                <a:cubicBezTo>
                  <a:pt x="17106" y="7972"/>
                  <a:pt x="16836" y="7359"/>
                  <a:pt x="16218" y="7129"/>
                </a:cubicBezTo>
                <a:cubicBezTo>
                  <a:pt x="15600" y="6899"/>
                  <a:pt x="14094" y="6707"/>
                  <a:pt x="11701" y="6554"/>
                </a:cubicBezTo>
                <a:lnTo>
                  <a:pt x="11121" y="6554"/>
                </a:lnTo>
                <a:cubicBezTo>
                  <a:pt x="10349" y="6554"/>
                  <a:pt x="9847" y="6554"/>
                  <a:pt x="9615" y="6554"/>
                </a:cubicBezTo>
                <a:cubicBezTo>
                  <a:pt x="9384" y="6554"/>
                  <a:pt x="9113" y="6439"/>
                  <a:pt x="8804" y="6209"/>
                </a:cubicBezTo>
                <a:cubicBezTo>
                  <a:pt x="8495" y="5979"/>
                  <a:pt x="8379" y="5711"/>
                  <a:pt x="8457" y="54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path-68">
            <a:extLst xmlns:a="http://schemas.openxmlformats.org/drawingml/2006/main">
              <a:ext uri="{FF2B5EF4-FFF2-40B4-BE49-F238E27FC236}">
                <a16:creationId xmlns:a16="http://schemas.microsoft.com/office/drawing/2014/main" id="{76FB62F3-2D67-4054-8B28-825A4CA0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1058" y="4028704"/>
            <a:ext cx="78323" cy="111080"/>
          </a:xfrm>
          <a:custGeom xmlns:a="http://schemas.openxmlformats.org/drawingml/2006/main">
            <a:pathLst>
              <a:path w="78323" h="111080">
                <a:moveTo>
                  <a:pt x="2786" y="110917"/>
                </a:moveTo>
                <a:cubicBezTo>
                  <a:pt x="929" y="110917"/>
                  <a:pt x="0" y="110429"/>
                  <a:pt x="0" y="109454"/>
                </a:cubicBezTo>
                <a:cubicBezTo>
                  <a:pt x="0" y="109237"/>
                  <a:pt x="164" y="108478"/>
                  <a:pt x="491" y="107177"/>
                </a:cubicBezTo>
                <a:cubicBezTo>
                  <a:pt x="1038" y="105117"/>
                  <a:pt x="1584" y="103978"/>
                  <a:pt x="2130" y="103761"/>
                </a:cubicBezTo>
                <a:cubicBezTo>
                  <a:pt x="2458" y="103653"/>
                  <a:pt x="3277" y="103599"/>
                  <a:pt x="4588" y="103599"/>
                </a:cubicBezTo>
                <a:lnTo>
                  <a:pt x="5571" y="103599"/>
                </a:lnTo>
                <a:cubicBezTo>
                  <a:pt x="12125" y="103599"/>
                  <a:pt x="16276" y="103219"/>
                  <a:pt x="18024" y="102460"/>
                </a:cubicBezTo>
                <a:cubicBezTo>
                  <a:pt x="18133" y="102460"/>
                  <a:pt x="18243" y="102406"/>
                  <a:pt x="18352" y="102298"/>
                </a:cubicBezTo>
                <a:cubicBezTo>
                  <a:pt x="18898" y="102081"/>
                  <a:pt x="19499" y="100834"/>
                  <a:pt x="20154" y="98557"/>
                </a:cubicBezTo>
                <a:cubicBezTo>
                  <a:pt x="20809" y="96280"/>
                  <a:pt x="23486" y="85655"/>
                  <a:pt x="28183" y="66681"/>
                </a:cubicBezTo>
                <a:cubicBezTo>
                  <a:pt x="29494" y="61801"/>
                  <a:pt x="30477" y="57952"/>
                  <a:pt x="31132" y="55133"/>
                </a:cubicBezTo>
                <a:cubicBezTo>
                  <a:pt x="38779" y="24775"/>
                  <a:pt x="42602" y="9487"/>
                  <a:pt x="42602" y="9270"/>
                </a:cubicBezTo>
                <a:cubicBezTo>
                  <a:pt x="42384" y="8836"/>
                  <a:pt x="42275" y="8566"/>
                  <a:pt x="42275" y="8457"/>
                </a:cubicBezTo>
                <a:cubicBezTo>
                  <a:pt x="41182" y="7807"/>
                  <a:pt x="37304" y="7481"/>
                  <a:pt x="30641" y="7481"/>
                </a:cubicBezTo>
                <a:lnTo>
                  <a:pt x="27364" y="7481"/>
                </a:lnTo>
                <a:cubicBezTo>
                  <a:pt x="26381" y="6831"/>
                  <a:pt x="26162" y="5476"/>
                  <a:pt x="26708" y="3415"/>
                </a:cubicBezTo>
                <a:cubicBezTo>
                  <a:pt x="27145" y="1789"/>
                  <a:pt x="27473" y="813"/>
                  <a:pt x="27692" y="488"/>
                </a:cubicBezTo>
                <a:cubicBezTo>
                  <a:pt x="27910" y="163"/>
                  <a:pt x="28674" y="0"/>
                  <a:pt x="29986" y="0"/>
                </a:cubicBezTo>
                <a:lnTo>
                  <a:pt x="30641" y="0"/>
                </a:lnTo>
                <a:cubicBezTo>
                  <a:pt x="38506" y="217"/>
                  <a:pt x="46480" y="325"/>
                  <a:pt x="54564" y="325"/>
                </a:cubicBezTo>
                <a:cubicBezTo>
                  <a:pt x="67890" y="325"/>
                  <a:pt x="74882" y="217"/>
                  <a:pt x="75537" y="0"/>
                </a:cubicBezTo>
                <a:lnTo>
                  <a:pt x="77176" y="0"/>
                </a:lnTo>
                <a:cubicBezTo>
                  <a:pt x="77940" y="759"/>
                  <a:pt x="78323" y="1355"/>
                  <a:pt x="78323" y="1789"/>
                </a:cubicBezTo>
                <a:cubicBezTo>
                  <a:pt x="78323" y="2223"/>
                  <a:pt x="78159" y="3144"/>
                  <a:pt x="77831" y="4554"/>
                </a:cubicBezTo>
                <a:cubicBezTo>
                  <a:pt x="77503" y="5963"/>
                  <a:pt x="77121" y="6831"/>
                  <a:pt x="76684" y="7156"/>
                </a:cubicBezTo>
                <a:cubicBezTo>
                  <a:pt x="76356" y="7373"/>
                  <a:pt x="75100" y="7481"/>
                  <a:pt x="72916" y="7481"/>
                </a:cubicBezTo>
                <a:cubicBezTo>
                  <a:pt x="69529" y="7481"/>
                  <a:pt x="66033" y="7644"/>
                  <a:pt x="62429" y="7969"/>
                </a:cubicBezTo>
                <a:cubicBezTo>
                  <a:pt x="60899" y="8294"/>
                  <a:pt x="59862" y="8891"/>
                  <a:pt x="59316" y="9758"/>
                </a:cubicBezTo>
                <a:cubicBezTo>
                  <a:pt x="58551" y="11276"/>
                  <a:pt x="55765" y="21631"/>
                  <a:pt x="50959" y="40821"/>
                </a:cubicBezTo>
                <a:cubicBezTo>
                  <a:pt x="49757" y="45917"/>
                  <a:pt x="48556" y="50851"/>
                  <a:pt x="47354" y="55621"/>
                </a:cubicBezTo>
                <a:cubicBezTo>
                  <a:pt x="39707" y="85546"/>
                  <a:pt x="35884" y="100834"/>
                  <a:pt x="35884" y="101485"/>
                </a:cubicBezTo>
                <a:cubicBezTo>
                  <a:pt x="35884" y="102244"/>
                  <a:pt x="36430" y="102732"/>
                  <a:pt x="37523" y="102948"/>
                </a:cubicBezTo>
                <a:cubicBezTo>
                  <a:pt x="38615" y="103165"/>
                  <a:pt x="41455" y="103382"/>
                  <a:pt x="46043" y="103599"/>
                </a:cubicBezTo>
                <a:lnTo>
                  <a:pt x="51287" y="103599"/>
                </a:lnTo>
                <a:cubicBezTo>
                  <a:pt x="51942" y="104466"/>
                  <a:pt x="52270" y="104954"/>
                  <a:pt x="52270" y="105062"/>
                </a:cubicBezTo>
                <a:cubicBezTo>
                  <a:pt x="52270" y="105171"/>
                  <a:pt x="52106" y="106147"/>
                  <a:pt x="51778" y="107990"/>
                </a:cubicBezTo>
                <a:cubicBezTo>
                  <a:pt x="51341" y="109400"/>
                  <a:pt x="50795" y="110429"/>
                  <a:pt x="50140" y="111080"/>
                </a:cubicBezTo>
                <a:lnTo>
                  <a:pt x="47518" y="111080"/>
                </a:lnTo>
                <a:cubicBezTo>
                  <a:pt x="43476" y="110863"/>
                  <a:pt x="35993" y="110755"/>
                  <a:pt x="25070" y="110755"/>
                </a:cubicBezTo>
                <a:cubicBezTo>
                  <a:pt x="21137" y="110755"/>
                  <a:pt x="17532" y="110755"/>
                  <a:pt x="14255" y="110755"/>
                </a:cubicBezTo>
                <a:cubicBezTo>
                  <a:pt x="10978" y="110755"/>
                  <a:pt x="8357" y="110755"/>
                  <a:pt x="6390" y="110755"/>
                </a:cubicBezTo>
                <a:cubicBezTo>
                  <a:pt x="4424" y="110755"/>
                  <a:pt x="3223" y="110809"/>
                  <a:pt x="2786" y="1109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df-path-69">
            <a:extLst xmlns:a="http://schemas.openxmlformats.org/drawingml/2006/main">
              <a:ext uri="{FF2B5EF4-FFF2-40B4-BE49-F238E27FC236}">
                <a16:creationId xmlns:a16="http://schemas.microsoft.com/office/drawing/2014/main" id="{C0DAD95A-C3DB-4C17-A420-7EEF9E03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6502" y="4092199"/>
            <a:ext cx="36028" cy="73244"/>
          </a:xfrm>
          <a:custGeom xmlns:a="http://schemas.openxmlformats.org/drawingml/2006/main">
            <a:pathLst>
              <a:path w="36028" h="73244">
                <a:moveTo>
                  <a:pt x="811" y="27711"/>
                </a:moveTo>
                <a:cubicBezTo>
                  <a:pt x="270" y="27175"/>
                  <a:pt x="0" y="26791"/>
                  <a:pt x="0" y="26561"/>
                </a:cubicBezTo>
                <a:cubicBezTo>
                  <a:pt x="0" y="26255"/>
                  <a:pt x="116" y="25641"/>
                  <a:pt x="348" y="24721"/>
                </a:cubicBezTo>
                <a:cubicBezTo>
                  <a:pt x="579" y="23801"/>
                  <a:pt x="772" y="23265"/>
                  <a:pt x="927" y="23112"/>
                </a:cubicBezTo>
                <a:cubicBezTo>
                  <a:pt x="1081" y="22728"/>
                  <a:pt x="1429" y="22537"/>
                  <a:pt x="1970" y="22537"/>
                </a:cubicBezTo>
                <a:cubicBezTo>
                  <a:pt x="2510" y="22537"/>
                  <a:pt x="4479" y="22498"/>
                  <a:pt x="7878" y="22422"/>
                </a:cubicBezTo>
                <a:lnTo>
                  <a:pt x="14017" y="22422"/>
                </a:lnTo>
                <a:lnTo>
                  <a:pt x="16218" y="13223"/>
                </a:lnTo>
                <a:cubicBezTo>
                  <a:pt x="16450" y="12380"/>
                  <a:pt x="16720" y="11268"/>
                  <a:pt x="17029" y="9888"/>
                </a:cubicBezTo>
                <a:cubicBezTo>
                  <a:pt x="17338" y="8509"/>
                  <a:pt x="17609" y="7512"/>
                  <a:pt x="17840" y="6899"/>
                </a:cubicBezTo>
                <a:cubicBezTo>
                  <a:pt x="18072" y="6286"/>
                  <a:pt x="18304" y="5519"/>
                  <a:pt x="18535" y="4599"/>
                </a:cubicBezTo>
                <a:cubicBezTo>
                  <a:pt x="18767" y="3680"/>
                  <a:pt x="19076" y="3028"/>
                  <a:pt x="19462" y="2644"/>
                </a:cubicBezTo>
                <a:cubicBezTo>
                  <a:pt x="19848" y="2261"/>
                  <a:pt x="20234" y="1802"/>
                  <a:pt x="20621" y="1265"/>
                </a:cubicBezTo>
                <a:cubicBezTo>
                  <a:pt x="21007" y="728"/>
                  <a:pt x="21547" y="383"/>
                  <a:pt x="22242" y="230"/>
                </a:cubicBezTo>
                <a:cubicBezTo>
                  <a:pt x="22937" y="77"/>
                  <a:pt x="23632" y="0"/>
                  <a:pt x="24328" y="0"/>
                </a:cubicBezTo>
                <a:cubicBezTo>
                  <a:pt x="25718" y="77"/>
                  <a:pt x="26683" y="498"/>
                  <a:pt x="27224" y="1265"/>
                </a:cubicBezTo>
                <a:cubicBezTo>
                  <a:pt x="27764" y="2031"/>
                  <a:pt x="28035" y="2760"/>
                  <a:pt x="28035" y="3449"/>
                </a:cubicBezTo>
                <a:cubicBezTo>
                  <a:pt x="28035" y="3986"/>
                  <a:pt x="27687" y="5787"/>
                  <a:pt x="26992" y="8854"/>
                </a:cubicBezTo>
                <a:cubicBezTo>
                  <a:pt x="26297" y="11920"/>
                  <a:pt x="25525" y="14948"/>
                  <a:pt x="24675" y="17937"/>
                </a:cubicBezTo>
                <a:lnTo>
                  <a:pt x="23517" y="22192"/>
                </a:lnTo>
                <a:cubicBezTo>
                  <a:pt x="23517" y="22345"/>
                  <a:pt x="25447" y="22422"/>
                  <a:pt x="29309" y="22422"/>
                </a:cubicBezTo>
                <a:lnTo>
                  <a:pt x="35217" y="22422"/>
                </a:lnTo>
                <a:cubicBezTo>
                  <a:pt x="35758" y="22958"/>
                  <a:pt x="36028" y="23380"/>
                  <a:pt x="36028" y="23686"/>
                </a:cubicBezTo>
                <a:cubicBezTo>
                  <a:pt x="36028" y="25373"/>
                  <a:pt x="35526" y="26715"/>
                  <a:pt x="34522" y="27711"/>
                </a:cubicBezTo>
                <a:lnTo>
                  <a:pt x="22127" y="27711"/>
                </a:lnTo>
                <a:lnTo>
                  <a:pt x="17956" y="44383"/>
                </a:lnTo>
                <a:cubicBezTo>
                  <a:pt x="14944" y="56649"/>
                  <a:pt x="13438" y="63241"/>
                  <a:pt x="13438" y="64161"/>
                </a:cubicBezTo>
                <a:cubicBezTo>
                  <a:pt x="13438" y="67380"/>
                  <a:pt x="14481" y="68990"/>
                  <a:pt x="16566" y="68990"/>
                </a:cubicBezTo>
                <a:cubicBezTo>
                  <a:pt x="19269" y="68990"/>
                  <a:pt x="21895" y="67687"/>
                  <a:pt x="24443" y="65080"/>
                </a:cubicBezTo>
                <a:cubicBezTo>
                  <a:pt x="26992" y="62474"/>
                  <a:pt x="29038" y="59255"/>
                  <a:pt x="30583" y="55422"/>
                </a:cubicBezTo>
                <a:cubicBezTo>
                  <a:pt x="30738" y="54962"/>
                  <a:pt x="30931" y="54693"/>
                  <a:pt x="31162" y="54617"/>
                </a:cubicBezTo>
                <a:cubicBezTo>
                  <a:pt x="31394" y="54540"/>
                  <a:pt x="31973" y="54464"/>
                  <a:pt x="32900" y="54387"/>
                </a:cubicBezTo>
                <a:lnTo>
                  <a:pt x="33363" y="54387"/>
                </a:lnTo>
                <a:cubicBezTo>
                  <a:pt x="34522" y="54387"/>
                  <a:pt x="35101" y="54693"/>
                  <a:pt x="35101" y="55307"/>
                </a:cubicBezTo>
                <a:cubicBezTo>
                  <a:pt x="35101" y="55537"/>
                  <a:pt x="34985" y="55997"/>
                  <a:pt x="34754" y="56687"/>
                </a:cubicBezTo>
                <a:cubicBezTo>
                  <a:pt x="34368" y="57913"/>
                  <a:pt x="33673" y="59370"/>
                  <a:pt x="32668" y="61056"/>
                </a:cubicBezTo>
                <a:cubicBezTo>
                  <a:pt x="31665" y="62742"/>
                  <a:pt x="30351" y="64544"/>
                  <a:pt x="28730" y="66460"/>
                </a:cubicBezTo>
                <a:cubicBezTo>
                  <a:pt x="27108" y="68377"/>
                  <a:pt x="25138" y="69986"/>
                  <a:pt x="22822" y="71290"/>
                </a:cubicBezTo>
                <a:cubicBezTo>
                  <a:pt x="20505" y="72593"/>
                  <a:pt x="18149" y="73244"/>
                  <a:pt x="15755" y="73244"/>
                </a:cubicBezTo>
                <a:cubicBezTo>
                  <a:pt x="13438" y="73244"/>
                  <a:pt x="11237" y="72669"/>
                  <a:pt x="9152" y="71519"/>
                </a:cubicBezTo>
                <a:cubicBezTo>
                  <a:pt x="7067" y="70370"/>
                  <a:pt x="5561" y="68377"/>
                  <a:pt x="4634" y="65540"/>
                </a:cubicBezTo>
                <a:cubicBezTo>
                  <a:pt x="4479" y="64927"/>
                  <a:pt x="4402" y="63892"/>
                  <a:pt x="4402" y="62436"/>
                </a:cubicBezTo>
                <a:lnTo>
                  <a:pt x="4402" y="60366"/>
                </a:lnTo>
                <a:lnTo>
                  <a:pt x="8457" y="44269"/>
                </a:lnTo>
                <a:cubicBezTo>
                  <a:pt x="11160" y="33460"/>
                  <a:pt x="12550" y="28018"/>
                  <a:pt x="12627" y="27941"/>
                </a:cubicBezTo>
                <a:cubicBezTo>
                  <a:pt x="12627" y="27788"/>
                  <a:pt x="10658" y="27711"/>
                  <a:pt x="6719" y="27711"/>
                </a:cubicBezTo>
                <a:lnTo>
                  <a:pt x="811" y="2771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df-path-70">
            <a:extLst xmlns:a="http://schemas.openxmlformats.org/drawingml/2006/main">
              <a:ext uri="{FF2B5EF4-FFF2-40B4-BE49-F238E27FC236}">
                <a16:creationId xmlns:a16="http://schemas.microsoft.com/office/drawing/2014/main" id="{30CF69E4-30CD-4260-9C81-6E28CC49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2609" y="4097143"/>
            <a:ext cx="77153" cy="76464"/>
          </a:xfrm>
          <a:custGeom xmlns:a="http://schemas.openxmlformats.org/drawingml/2006/main">
            <a:pathLst>
              <a:path w="77153" h="76464">
                <a:moveTo>
                  <a:pt x="0" y="39784"/>
                </a:moveTo>
                <a:cubicBezTo>
                  <a:pt x="0" y="39784"/>
                  <a:pt x="0" y="39286"/>
                  <a:pt x="0" y="38290"/>
                </a:cubicBezTo>
                <a:cubicBezTo>
                  <a:pt x="0" y="37293"/>
                  <a:pt x="541" y="36526"/>
                  <a:pt x="1622" y="35990"/>
                </a:cubicBezTo>
                <a:lnTo>
                  <a:pt x="36260" y="35990"/>
                </a:lnTo>
                <a:lnTo>
                  <a:pt x="36260" y="18742"/>
                </a:lnTo>
                <a:lnTo>
                  <a:pt x="36375" y="1495"/>
                </a:lnTo>
                <a:cubicBezTo>
                  <a:pt x="37148" y="498"/>
                  <a:pt x="37881" y="0"/>
                  <a:pt x="38576" y="0"/>
                </a:cubicBezTo>
                <a:cubicBezTo>
                  <a:pt x="39581" y="0"/>
                  <a:pt x="40353" y="575"/>
                  <a:pt x="40893" y="1725"/>
                </a:cubicBezTo>
                <a:lnTo>
                  <a:pt x="40893" y="35990"/>
                </a:lnTo>
                <a:lnTo>
                  <a:pt x="75415" y="35990"/>
                </a:lnTo>
                <a:cubicBezTo>
                  <a:pt x="76574" y="36603"/>
                  <a:pt x="77153" y="37370"/>
                  <a:pt x="77153" y="38290"/>
                </a:cubicBezTo>
                <a:cubicBezTo>
                  <a:pt x="77153" y="39209"/>
                  <a:pt x="76574" y="39976"/>
                  <a:pt x="75415" y="40589"/>
                </a:cubicBezTo>
                <a:lnTo>
                  <a:pt x="40893" y="40589"/>
                </a:lnTo>
                <a:lnTo>
                  <a:pt x="40893" y="74854"/>
                </a:lnTo>
                <a:cubicBezTo>
                  <a:pt x="40276" y="75927"/>
                  <a:pt x="39581" y="76464"/>
                  <a:pt x="38808" y="76464"/>
                </a:cubicBezTo>
                <a:lnTo>
                  <a:pt x="38576" y="76464"/>
                </a:lnTo>
                <a:lnTo>
                  <a:pt x="38345" y="76464"/>
                </a:lnTo>
                <a:cubicBezTo>
                  <a:pt x="37418" y="76464"/>
                  <a:pt x="36723" y="75927"/>
                  <a:pt x="36260" y="74854"/>
                </a:cubicBezTo>
                <a:lnTo>
                  <a:pt x="36260" y="40589"/>
                </a:lnTo>
                <a:lnTo>
                  <a:pt x="1622" y="40589"/>
                </a:lnTo>
                <a:cubicBezTo>
                  <a:pt x="541" y="40052"/>
                  <a:pt x="0" y="39286"/>
                  <a:pt x="0" y="38290"/>
                </a:cubicBezTo>
                <a:lnTo>
                  <a:pt x="0" y="397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71">
            <a:extLst xmlns:a="http://schemas.openxmlformats.org/drawingml/2006/main">
              <a:ext uri="{FF2B5EF4-FFF2-40B4-BE49-F238E27FC236}">
                <a16:creationId xmlns:a16="http://schemas.microsoft.com/office/drawing/2014/main" id="{4AF6FEC5-4D5F-4794-97A8-2AEBACFB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1809" y="4084381"/>
            <a:ext cx="52710" cy="81063"/>
          </a:xfrm>
          <a:custGeom xmlns:a="http://schemas.openxmlformats.org/drawingml/2006/main">
            <a:pathLst>
              <a:path w="52710" h="81063">
                <a:moveTo>
                  <a:pt x="8457" y="5404"/>
                </a:moveTo>
                <a:cubicBezTo>
                  <a:pt x="8457" y="4638"/>
                  <a:pt x="8611" y="3756"/>
                  <a:pt x="8920" y="2760"/>
                </a:cubicBezTo>
                <a:cubicBezTo>
                  <a:pt x="9229" y="1763"/>
                  <a:pt x="9692" y="1265"/>
                  <a:pt x="10310" y="1265"/>
                </a:cubicBezTo>
                <a:cubicBezTo>
                  <a:pt x="10387" y="1265"/>
                  <a:pt x="13168" y="1073"/>
                  <a:pt x="18651" y="690"/>
                </a:cubicBezTo>
                <a:cubicBezTo>
                  <a:pt x="24135" y="307"/>
                  <a:pt x="26953" y="77"/>
                  <a:pt x="27108" y="0"/>
                </a:cubicBezTo>
                <a:cubicBezTo>
                  <a:pt x="28035" y="0"/>
                  <a:pt x="28498" y="307"/>
                  <a:pt x="28498" y="920"/>
                </a:cubicBezTo>
                <a:cubicBezTo>
                  <a:pt x="28498" y="1456"/>
                  <a:pt x="26567" y="9467"/>
                  <a:pt x="22706" y="24951"/>
                </a:cubicBezTo>
                <a:cubicBezTo>
                  <a:pt x="18844" y="40129"/>
                  <a:pt x="16914" y="47986"/>
                  <a:pt x="16914" y="48523"/>
                </a:cubicBezTo>
                <a:cubicBezTo>
                  <a:pt x="18381" y="47756"/>
                  <a:pt x="19501" y="47028"/>
                  <a:pt x="20273" y="46338"/>
                </a:cubicBezTo>
                <a:cubicBezTo>
                  <a:pt x="22127" y="44958"/>
                  <a:pt x="24791" y="42544"/>
                  <a:pt x="28266" y="39094"/>
                </a:cubicBezTo>
                <a:cubicBezTo>
                  <a:pt x="31742" y="35645"/>
                  <a:pt x="34445" y="33307"/>
                  <a:pt x="36375" y="32080"/>
                </a:cubicBezTo>
                <a:cubicBezTo>
                  <a:pt x="39465" y="30010"/>
                  <a:pt x="42399" y="28976"/>
                  <a:pt x="45180" y="28976"/>
                </a:cubicBezTo>
                <a:cubicBezTo>
                  <a:pt x="47497" y="28976"/>
                  <a:pt x="49312" y="29704"/>
                  <a:pt x="50625" y="31161"/>
                </a:cubicBezTo>
                <a:cubicBezTo>
                  <a:pt x="51937" y="32617"/>
                  <a:pt x="52632" y="34687"/>
                  <a:pt x="52710" y="37370"/>
                </a:cubicBezTo>
                <a:cubicBezTo>
                  <a:pt x="52710" y="39286"/>
                  <a:pt x="52439" y="40896"/>
                  <a:pt x="51899" y="42199"/>
                </a:cubicBezTo>
                <a:cubicBezTo>
                  <a:pt x="51358" y="43502"/>
                  <a:pt x="50625" y="44460"/>
                  <a:pt x="49698" y="45074"/>
                </a:cubicBezTo>
                <a:cubicBezTo>
                  <a:pt x="48771" y="45687"/>
                  <a:pt x="47960" y="46108"/>
                  <a:pt x="47265" y="46338"/>
                </a:cubicBezTo>
                <a:cubicBezTo>
                  <a:pt x="46570" y="46568"/>
                  <a:pt x="45875" y="46683"/>
                  <a:pt x="45180" y="46683"/>
                </a:cubicBezTo>
                <a:cubicBezTo>
                  <a:pt x="43635" y="46683"/>
                  <a:pt x="42399" y="46262"/>
                  <a:pt x="41473" y="45418"/>
                </a:cubicBezTo>
                <a:cubicBezTo>
                  <a:pt x="40546" y="44575"/>
                  <a:pt x="40082" y="43464"/>
                  <a:pt x="40082" y="42084"/>
                </a:cubicBezTo>
                <a:cubicBezTo>
                  <a:pt x="40082" y="40167"/>
                  <a:pt x="40700" y="38596"/>
                  <a:pt x="41936" y="37370"/>
                </a:cubicBezTo>
                <a:cubicBezTo>
                  <a:pt x="43172" y="36143"/>
                  <a:pt x="44407" y="35338"/>
                  <a:pt x="45643" y="34955"/>
                </a:cubicBezTo>
                <a:lnTo>
                  <a:pt x="47497" y="34610"/>
                </a:lnTo>
                <a:cubicBezTo>
                  <a:pt x="46570" y="33690"/>
                  <a:pt x="45643" y="33230"/>
                  <a:pt x="44716" y="33230"/>
                </a:cubicBezTo>
                <a:lnTo>
                  <a:pt x="44253" y="33230"/>
                </a:lnTo>
                <a:cubicBezTo>
                  <a:pt x="41782" y="33460"/>
                  <a:pt x="39349" y="34418"/>
                  <a:pt x="36955" y="36105"/>
                </a:cubicBezTo>
                <a:cubicBezTo>
                  <a:pt x="34561" y="37791"/>
                  <a:pt x="31742" y="40244"/>
                  <a:pt x="28498" y="43464"/>
                </a:cubicBezTo>
                <a:cubicBezTo>
                  <a:pt x="25254" y="46683"/>
                  <a:pt x="22706" y="49021"/>
                  <a:pt x="20852" y="50478"/>
                </a:cubicBezTo>
                <a:cubicBezTo>
                  <a:pt x="21007" y="50554"/>
                  <a:pt x="21586" y="50669"/>
                  <a:pt x="22590" y="50822"/>
                </a:cubicBezTo>
                <a:cubicBezTo>
                  <a:pt x="23594" y="50976"/>
                  <a:pt x="24520" y="51206"/>
                  <a:pt x="25370" y="51512"/>
                </a:cubicBezTo>
                <a:cubicBezTo>
                  <a:pt x="26220" y="51819"/>
                  <a:pt x="27224" y="52126"/>
                  <a:pt x="28382" y="52432"/>
                </a:cubicBezTo>
                <a:cubicBezTo>
                  <a:pt x="29541" y="52739"/>
                  <a:pt x="30583" y="53276"/>
                  <a:pt x="31510" y="54042"/>
                </a:cubicBezTo>
                <a:cubicBezTo>
                  <a:pt x="32437" y="54809"/>
                  <a:pt x="33286" y="55498"/>
                  <a:pt x="34058" y="56112"/>
                </a:cubicBezTo>
                <a:cubicBezTo>
                  <a:pt x="34831" y="56725"/>
                  <a:pt x="35487" y="57722"/>
                  <a:pt x="36028" y="59101"/>
                </a:cubicBezTo>
                <a:cubicBezTo>
                  <a:pt x="36569" y="60481"/>
                  <a:pt x="36800" y="61746"/>
                  <a:pt x="36723" y="62896"/>
                </a:cubicBezTo>
                <a:cubicBezTo>
                  <a:pt x="36723" y="64199"/>
                  <a:pt x="36530" y="65771"/>
                  <a:pt x="36144" y="67610"/>
                </a:cubicBezTo>
                <a:cubicBezTo>
                  <a:pt x="35758" y="69450"/>
                  <a:pt x="35526" y="70983"/>
                  <a:pt x="35449" y="72209"/>
                </a:cubicBezTo>
                <a:cubicBezTo>
                  <a:pt x="35449" y="75276"/>
                  <a:pt x="36491" y="76809"/>
                  <a:pt x="38576" y="76809"/>
                </a:cubicBezTo>
                <a:cubicBezTo>
                  <a:pt x="42283" y="76809"/>
                  <a:pt x="45295" y="72248"/>
                  <a:pt x="47613" y="63126"/>
                </a:cubicBezTo>
                <a:cubicBezTo>
                  <a:pt x="47767" y="62513"/>
                  <a:pt x="48539" y="62206"/>
                  <a:pt x="49930" y="62206"/>
                </a:cubicBezTo>
                <a:lnTo>
                  <a:pt x="50393" y="62206"/>
                </a:lnTo>
                <a:cubicBezTo>
                  <a:pt x="51629" y="62206"/>
                  <a:pt x="52247" y="62551"/>
                  <a:pt x="52247" y="63241"/>
                </a:cubicBezTo>
                <a:cubicBezTo>
                  <a:pt x="52247" y="63624"/>
                  <a:pt x="52131" y="64161"/>
                  <a:pt x="51899" y="64851"/>
                </a:cubicBezTo>
                <a:cubicBezTo>
                  <a:pt x="48732" y="75659"/>
                  <a:pt x="44176" y="81063"/>
                  <a:pt x="38229" y="81063"/>
                </a:cubicBezTo>
                <a:cubicBezTo>
                  <a:pt x="34754" y="81063"/>
                  <a:pt x="31935" y="80067"/>
                  <a:pt x="29772" y="78074"/>
                </a:cubicBezTo>
                <a:cubicBezTo>
                  <a:pt x="27610" y="76081"/>
                  <a:pt x="26529" y="73206"/>
                  <a:pt x="26529" y="69450"/>
                </a:cubicBezTo>
                <a:cubicBezTo>
                  <a:pt x="26529" y="68070"/>
                  <a:pt x="26644" y="66882"/>
                  <a:pt x="26876" y="65885"/>
                </a:cubicBezTo>
                <a:cubicBezTo>
                  <a:pt x="27108" y="64889"/>
                  <a:pt x="27224" y="63969"/>
                  <a:pt x="27224" y="63126"/>
                </a:cubicBezTo>
                <a:cubicBezTo>
                  <a:pt x="27224" y="61439"/>
                  <a:pt x="26683" y="59983"/>
                  <a:pt x="25602" y="58756"/>
                </a:cubicBezTo>
                <a:cubicBezTo>
                  <a:pt x="24520" y="57530"/>
                  <a:pt x="23169" y="56649"/>
                  <a:pt x="21547" y="56112"/>
                </a:cubicBezTo>
                <a:cubicBezTo>
                  <a:pt x="19925" y="55575"/>
                  <a:pt x="18612" y="55153"/>
                  <a:pt x="17609" y="54847"/>
                </a:cubicBezTo>
                <a:cubicBezTo>
                  <a:pt x="16605" y="54540"/>
                  <a:pt x="15909" y="54425"/>
                  <a:pt x="15523" y="54502"/>
                </a:cubicBezTo>
                <a:lnTo>
                  <a:pt x="15292" y="54502"/>
                </a:lnTo>
                <a:cubicBezTo>
                  <a:pt x="14365" y="57722"/>
                  <a:pt x="13554" y="60826"/>
                  <a:pt x="12859" y="63815"/>
                </a:cubicBezTo>
                <a:cubicBezTo>
                  <a:pt x="12164" y="66805"/>
                  <a:pt x="11623" y="69028"/>
                  <a:pt x="11237" y="70485"/>
                </a:cubicBezTo>
                <a:cubicBezTo>
                  <a:pt x="10851" y="71941"/>
                  <a:pt x="10503" y="73359"/>
                  <a:pt x="10195" y="74739"/>
                </a:cubicBezTo>
                <a:cubicBezTo>
                  <a:pt x="9885" y="76119"/>
                  <a:pt x="9615" y="77039"/>
                  <a:pt x="9384" y="77499"/>
                </a:cubicBezTo>
                <a:cubicBezTo>
                  <a:pt x="9152" y="77959"/>
                  <a:pt x="8881" y="78457"/>
                  <a:pt x="8573" y="78993"/>
                </a:cubicBezTo>
                <a:cubicBezTo>
                  <a:pt x="8263" y="79530"/>
                  <a:pt x="7839" y="79875"/>
                  <a:pt x="7298" y="80028"/>
                </a:cubicBezTo>
                <a:cubicBezTo>
                  <a:pt x="6294" y="80718"/>
                  <a:pt x="5213" y="81063"/>
                  <a:pt x="4055" y="81063"/>
                </a:cubicBezTo>
                <a:cubicBezTo>
                  <a:pt x="2742" y="81063"/>
                  <a:pt x="1738" y="80680"/>
                  <a:pt x="1043" y="79913"/>
                </a:cubicBezTo>
                <a:cubicBezTo>
                  <a:pt x="348" y="79147"/>
                  <a:pt x="0" y="78495"/>
                  <a:pt x="0" y="77959"/>
                </a:cubicBezTo>
                <a:cubicBezTo>
                  <a:pt x="0" y="77192"/>
                  <a:pt x="1429" y="71059"/>
                  <a:pt x="4286" y="59561"/>
                </a:cubicBezTo>
                <a:cubicBezTo>
                  <a:pt x="7144" y="48063"/>
                  <a:pt x="9963" y="36756"/>
                  <a:pt x="12743" y="25641"/>
                </a:cubicBezTo>
                <a:lnTo>
                  <a:pt x="17029" y="8968"/>
                </a:lnTo>
                <a:cubicBezTo>
                  <a:pt x="17106" y="7972"/>
                  <a:pt x="16836" y="7359"/>
                  <a:pt x="16218" y="7129"/>
                </a:cubicBezTo>
                <a:cubicBezTo>
                  <a:pt x="15600" y="6899"/>
                  <a:pt x="14094" y="6707"/>
                  <a:pt x="11701" y="6554"/>
                </a:cubicBezTo>
                <a:lnTo>
                  <a:pt x="11121" y="6554"/>
                </a:lnTo>
                <a:cubicBezTo>
                  <a:pt x="10349" y="6554"/>
                  <a:pt x="9847" y="6554"/>
                  <a:pt x="9615" y="6554"/>
                </a:cubicBezTo>
                <a:cubicBezTo>
                  <a:pt x="9384" y="6554"/>
                  <a:pt x="9113" y="6439"/>
                  <a:pt x="8804" y="6209"/>
                </a:cubicBezTo>
                <a:cubicBezTo>
                  <a:pt x="8495" y="5979"/>
                  <a:pt x="8379" y="5711"/>
                  <a:pt x="8457" y="54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path-72">
            <a:extLst xmlns:a="http://schemas.openxmlformats.org/drawingml/2006/main">
              <a:ext uri="{FF2B5EF4-FFF2-40B4-BE49-F238E27FC236}">
                <a16:creationId xmlns:a16="http://schemas.microsoft.com/office/drawing/2014/main" id="{7B60BA8D-B190-40AB-B13D-3DCBF153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039" y="1894665"/>
            <a:ext cx="74045" cy="107011"/>
          </a:xfrm>
          <a:custGeom xmlns:a="http://schemas.openxmlformats.org/drawingml/2006/main">
            <a:pathLst>
              <a:path w="74045" h="107011">
                <a:moveTo>
                  <a:pt x="2634" y="106854"/>
                </a:moveTo>
                <a:cubicBezTo>
                  <a:pt x="878" y="106854"/>
                  <a:pt x="0" y="106384"/>
                  <a:pt x="0" y="105444"/>
                </a:cubicBezTo>
                <a:cubicBezTo>
                  <a:pt x="0" y="105235"/>
                  <a:pt x="155" y="104504"/>
                  <a:pt x="465" y="103250"/>
                </a:cubicBezTo>
                <a:cubicBezTo>
                  <a:pt x="981" y="101266"/>
                  <a:pt x="1497" y="100169"/>
                  <a:pt x="2014" y="99960"/>
                </a:cubicBezTo>
                <a:cubicBezTo>
                  <a:pt x="2324" y="99856"/>
                  <a:pt x="3098" y="99804"/>
                  <a:pt x="4338" y="99804"/>
                </a:cubicBezTo>
                <a:lnTo>
                  <a:pt x="5267" y="99804"/>
                </a:lnTo>
                <a:cubicBezTo>
                  <a:pt x="11463" y="99804"/>
                  <a:pt x="15388" y="99438"/>
                  <a:pt x="17040" y="98707"/>
                </a:cubicBezTo>
                <a:cubicBezTo>
                  <a:pt x="17143" y="98707"/>
                  <a:pt x="17246" y="98654"/>
                  <a:pt x="17350" y="98550"/>
                </a:cubicBezTo>
                <a:cubicBezTo>
                  <a:pt x="17866" y="98341"/>
                  <a:pt x="18434" y="97140"/>
                  <a:pt x="19054" y="94946"/>
                </a:cubicBezTo>
                <a:cubicBezTo>
                  <a:pt x="19673" y="92753"/>
                  <a:pt x="22203" y="82517"/>
                  <a:pt x="26644" y="64238"/>
                </a:cubicBezTo>
                <a:cubicBezTo>
                  <a:pt x="27883" y="59537"/>
                  <a:pt x="28813" y="55829"/>
                  <a:pt x="29432" y="53114"/>
                </a:cubicBezTo>
                <a:cubicBezTo>
                  <a:pt x="36661" y="23867"/>
                  <a:pt x="40276" y="9139"/>
                  <a:pt x="40276" y="8931"/>
                </a:cubicBezTo>
                <a:cubicBezTo>
                  <a:pt x="40069" y="8513"/>
                  <a:pt x="39966" y="8252"/>
                  <a:pt x="39966" y="8147"/>
                </a:cubicBezTo>
                <a:cubicBezTo>
                  <a:pt x="38933" y="7520"/>
                  <a:pt x="35267" y="7207"/>
                  <a:pt x="28967" y="7207"/>
                </a:cubicBezTo>
                <a:lnTo>
                  <a:pt x="25869" y="7207"/>
                </a:lnTo>
                <a:cubicBezTo>
                  <a:pt x="24940" y="6580"/>
                  <a:pt x="24734" y="5275"/>
                  <a:pt x="25250" y="3290"/>
                </a:cubicBezTo>
                <a:cubicBezTo>
                  <a:pt x="25663" y="1724"/>
                  <a:pt x="25973" y="784"/>
                  <a:pt x="26179" y="470"/>
                </a:cubicBezTo>
                <a:cubicBezTo>
                  <a:pt x="26386" y="157"/>
                  <a:pt x="27109" y="0"/>
                  <a:pt x="28348" y="0"/>
                </a:cubicBezTo>
                <a:lnTo>
                  <a:pt x="28967" y="0"/>
                </a:lnTo>
                <a:cubicBezTo>
                  <a:pt x="36403" y="209"/>
                  <a:pt x="43942" y="313"/>
                  <a:pt x="51584" y="313"/>
                </a:cubicBezTo>
                <a:cubicBezTo>
                  <a:pt x="64183" y="313"/>
                  <a:pt x="70792" y="209"/>
                  <a:pt x="71412" y="0"/>
                </a:cubicBezTo>
                <a:lnTo>
                  <a:pt x="72961" y="0"/>
                </a:lnTo>
                <a:cubicBezTo>
                  <a:pt x="73684" y="731"/>
                  <a:pt x="74045" y="1305"/>
                  <a:pt x="74045" y="1724"/>
                </a:cubicBezTo>
                <a:cubicBezTo>
                  <a:pt x="74045" y="2141"/>
                  <a:pt x="73891" y="3029"/>
                  <a:pt x="73581" y="4387"/>
                </a:cubicBezTo>
                <a:cubicBezTo>
                  <a:pt x="73271" y="5745"/>
                  <a:pt x="72910" y="6580"/>
                  <a:pt x="72496" y="6894"/>
                </a:cubicBezTo>
                <a:cubicBezTo>
                  <a:pt x="72187" y="7103"/>
                  <a:pt x="70999" y="7207"/>
                  <a:pt x="68933" y="7207"/>
                </a:cubicBezTo>
                <a:cubicBezTo>
                  <a:pt x="65732" y="7207"/>
                  <a:pt x="62428" y="7364"/>
                  <a:pt x="59020" y="7677"/>
                </a:cubicBezTo>
                <a:cubicBezTo>
                  <a:pt x="57574" y="7991"/>
                  <a:pt x="56593" y="8565"/>
                  <a:pt x="56076" y="9401"/>
                </a:cubicBezTo>
                <a:cubicBezTo>
                  <a:pt x="55353" y="10863"/>
                  <a:pt x="52720" y="20838"/>
                  <a:pt x="48176" y="39326"/>
                </a:cubicBezTo>
                <a:cubicBezTo>
                  <a:pt x="47040" y="44235"/>
                  <a:pt x="45904" y="48988"/>
                  <a:pt x="44768" y="53584"/>
                </a:cubicBezTo>
                <a:cubicBezTo>
                  <a:pt x="37539" y="82412"/>
                  <a:pt x="33925" y="97140"/>
                  <a:pt x="33925" y="97767"/>
                </a:cubicBezTo>
                <a:cubicBezTo>
                  <a:pt x="33925" y="98498"/>
                  <a:pt x="34441" y="98968"/>
                  <a:pt x="35474" y="99177"/>
                </a:cubicBezTo>
                <a:cubicBezTo>
                  <a:pt x="36506" y="99386"/>
                  <a:pt x="39191" y="99594"/>
                  <a:pt x="43529" y="99804"/>
                </a:cubicBezTo>
                <a:lnTo>
                  <a:pt x="48486" y="99804"/>
                </a:lnTo>
                <a:cubicBezTo>
                  <a:pt x="49105" y="100639"/>
                  <a:pt x="49415" y="101109"/>
                  <a:pt x="49415" y="101214"/>
                </a:cubicBezTo>
                <a:cubicBezTo>
                  <a:pt x="49415" y="101318"/>
                  <a:pt x="49260" y="102258"/>
                  <a:pt x="48951" y="104034"/>
                </a:cubicBezTo>
                <a:cubicBezTo>
                  <a:pt x="48537" y="105392"/>
                  <a:pt x="48021" y="106384"/>
                  <a:pt x="47401" y="107011"/>
                </a:cubicBezTo>
                <a:lnTo>
                  <a:pt x="44923" y="107011"/>
                </a:lnTo>
                <a:cubicBezTo>
                  <a:pt x="41102" y="106802"/>
                  <a:pt x="34028" y="106697"/>
                  <a:pt x="23701" y="106697"/>
                </a:cubicBezTo>
                <a:cubicBezTo>
                  <a:pt x="19983" y="106697"/>
                  <a:pt x="16575" y="106697"/>
                  <a:pt x="13477" y="106697"/>
                </a:cubicBezTo>
                <a:cubicBezTo>
                  <a:pt x="10379" y="106697"/>
                  <a:pt x="7900" y="106697"/>
                  <a:pt x="6041" y="106697"/>
                </a:cubicBezTo>
                <a:cubicBezTo>
                  <a:pt x="4182" y="106697"/>
                  <a:pt x="3046" y="106749"/>
                  <a:pt x="2634" y="10685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73">
            <a:extLst xmlns:a="http://schemas.openxmlformats.org/drawingml/2006/main">
              <a:ext uri="{FF2B5EF4-FFF2-40B4-BE49-F238E27FC236}">
                <a16:creationId xmlns:a16="http://schemas.microsoft.com/office/drawing/2014/main" id="{FC98B19E-66CA-4C09-9DAB-718D8DE5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362" y="1955835"/>
            <a:ext cx="34061" cy="70561"/>
          </a:xfrm>
          <a:custGeom xmlns:a="http://schemas.openxmlformats.org/drawingml/2006/main">
            <a:pathLst>
              <a:path w="34061" h="70561">
                <a:moveTo>
                  <a:pt x="767" y="26696"/>
                </a:moveTo>
                <a:cubicBezTo>
                  <a:pt x="256" y="26179"/>
                  <a:pt x="0" y="25810"/>
                  <a:pt x="0" y="25588"/>
                </a:cubicBezTo>
                <a:cubicBezTo>
                  <a:pt x="0" y="25293"/>
                  <a:pt x="109" y="24702"/>
                  <a:pt x="329" y="23816"/>
                </a:cubicBezTo>
                <a:cubicBezTo>
                  <a:pt x="548" y="22929"/>
                  <a:pt x="730" y="22413"/>
                  <a:pt x="876" y="22265"/>
                </a:cubicBezTo>
                <a:cubicBezTo>
                  <a:pt x="1022" y="21896"/>
                  <a:pt x="1351" y="21711"/>
                  <a:pt x="1862" y="21711"/>
                </a:cubicBezTo>
                <a:cubicBezTo>
                  <a:pt x="2373" y="21711"/>
                  <a:pt x="4235" y="21674"/>
                  <a:pt x="7447" y="21600"/>
                </a:cubicBezTo>
                <a:lnTo>
                  <a:pt x="13252" y="21600"/>
                </a:lnTo>
                <a:lnTo>
                  <a:pt x="15333" y="12739"/>
                </a:lnTo>
                <a:cubicBezTo>
                  <a:pt x="15552" y="11926"/>
                  <a:pt x="15807" y="10856"/>
                  <a:pt x="16099" y="9526"/>
                </a:cubicBezTo>
                <a:cubicBezTo>
                  <a:pt x="16391" y="8197"/>
                  <a:pt x="16647" y="7237"/>
                  <a:pt x="16866" y="6646"/>
                </a:cubicBezTo>
                <a:cubicBezTo>
                  <a:pt x="17085" y="6055"/>
                  <a:pt x="17304" y="5317"/>
                  <a:pt x="17523" y="4431"/>
                </a:cubicBezTo>
                <a:cubicBezTo>
                  <a:pt x="17742" y="3545"/>
                  <a:pt x="18034" y="2917"/>
                  <a:pt x="18399" y="2548"/>
                </a:cubicBezTo>
                <a:cubicBezTo>
                  <a:pt x="18764" y="2178"/>
                  <a:pt x="19130" y="1735"/>
                  <a:pt x="19494" y="1218"/>
                </a:cubicBezTo>
                <a:cubicBezTo>
                  <a:pt x="19859" y="702"/>
                  <a:pt x="20370" y="369"/>
                  <a:pt x="21027" y="221"/>
                </a:cubicBezTo>
                <a:cubicBezTo>
                  <a:pt x="21685" y="74"/>
                  <a:pt x="22342" y="0"/>
                  <a:pt x="22999" y="0"/>
                </a:cubicBezTo>
                <a:cubicBezTo>
                  <a:pt x="24313" y="74"/>
                  <a:pt x="25226" y="480"/>
                  <a:pt x="25737" y="1218"/>
                </a:cubicBezTo>
                <a:cubicBezTo>
                  <a:pt x="26248" y="1957"/>
                  <a:pt x="26503" y="2658"/>
                  <a:pt x="26503" y="3323"/>
                </a:cubicBezTo>
                <a:cubicBezTo>
                  <a:pt x="26503" y="3840"/>
                  <a:pt x="26175" y="5575"/>
                  <a:pt x="25518" y="8529"/>
                </a:cubicBezTo>
                <a:cubicBezTo>
                  <a:pt x="24861" y="11483"/>
                  <a:pt x="24131" y="14400"/>
                  <a:pt x="23328" y="17280"/>
                </a:cubicBezTo>
                <a:lnTo>
                  <a:pt x="22232" y="21379"/>
                </a:lnTo>
                <a:cubicBezTo>
                  <a:pt x="22232" y="21526"/>
                  <a:pt x="24058" y="21600"/>
                  <a:pt x="27708" y="21600"/>
                </a:cubicBezTo>
                <a:lnTo>
                  <a:pt x="33294" y="21600"/>
                </a:lnTo>
                <a:cubicBezTo>
                  <a:pt x="33805" y="22117"/>
                  <a:pt x="34061" y="22523"/>
                  <a:pt x="34061" y="22819"/>
                </a:cubicBezTo>
                <a:cubicBezTo>
                  <a:pt x="34061" y="24443"/>
                  <a:pt x="33586" y="25736"/>
                  <a:pt x="32637" y="26696"/>
                </a:cubicBezTo>
                <a:lnTo>
                  <a:pt x="20918" y="26696"/>
                </a:lnTo>
                <a:lnTo>
                  <a:pt x="16976" y="42757"/>
                </a:lnTo>
                <a:cubicBezTo>
                  <a:pt x="14128" y="54573"/>
                  <a:pt x="12704" y="60924"/>
                  <a:pt x="12704" y="61810"/>
                </a:cubicBezTo>
                <a:cubicBezTo>
                  <a:pt x="12704" y="64912"/>
                  <a:pt x="13690" y="66463"/>
                  <a:pt x="15661" y="66463"/>
                </a:cubicBezTo>
                <a:cubicBezTo>
                  <a:pt x="18216" y="66463"/>
                  <a:pt x="20699" y="65207"/>
                  <a:pt x="23109" y="62696"/>
                </a:cubicBezTo>
                <a:cubicBezTo>
                  <a:pt x="25518" y="60186"/>
                  <a:pt x="27453" y="57084"/>
                  <a:pt x="28913" y="53392"/>
                </a:cubicBezTo>
                <a:cubicBezTo>
                  <a:pt x="29059" y="52949"/>
                  <a:pt x="29242" y="52690"/>
                  <a:pt x="29461" y="52616"/>
                </a:cubicBezTo>
                <a:cubicBezTo>
                  <a:pt x="29680" y="52542"/>
                  <a:pt x="30227" y="52468"/>
                  <a:pt x="31103" y="52395"/>
                </a:cubicBezTo>
                <a:lnTo>
                  <a:pt x="31542" y="52395"/>
                </a:lnTo>
                <a:cubicBezTo>
                  <a:pt x="32637" y="52395"/>
                  <a:pt x="33184" y="52690"/>
                  <a:pt x="33184" y="53281"/>
                </a:cubicBezTo>
                <a:cubicBezTo>
                  <a:pt x="33184" y="53502"/>
                  <a:pt x="33075" y="53945"/>
                  <a:pt x="32856" y="54610"/>
                </a:cubicBezTo>
                <a:cubicBezTo>
                  <a:pt x="32490" y="55792"/>
                  <a:pt x="31833" y="57195"/>
                  <a:pt x="30884" y="58820"/>
                </a:cubicBezTo>
                <a:cubicBezTo>
                  <a:pt x="29935" y="60444"/>
                  <a:pt x="28694" y="62179"/>
                  <a:pt x="27161" y="64026"/>
                </a:cubicBezTo>
                <a:cubicBezTo>
                  <a:pt x="25628" y="65872"/>
                  <a:pt x="23766" y="67423"/>
                  <a:pt x="21575" y="68678"/>
                </a:cubicBezTo>
                <a:cubicBezTo>
                  <a:pt x="19385" y="69933"/>
                  <a:pt x="17158" y="70561"/>
                  <a:pt x="14894" y="70561"/>
                </a:cubicBezTo>
                <a:cubicBezTo>
                  <a:pt x="12704" y="70561"/>
                  <a:pt x="10623" y="70007"/>
                  <a:pt x="8652" y="68899"/>
                </a:cubicBezTo>
                <a:cubicBezTo>
                  <a:pt x="6681" y="67792"/>
                  <a:pt x="5257" y="65872"/>
                  <a:pt x="4381" y="63140"/>
                </a:cubicBezTo>
                <a:cubicBezTo>
                  <a:pt x="4235" y="62549"/>
                  <a:pt x="4162" y="61552"/>
                  <a:pt x="4162" y="60149"/>
                </a:cubicBezTo>
                <a:lnTo>
                  <a:pt x="4162" y="58155"/>
                </a:lnTo>
                <a:lnTo>
                  <a:pt x="7995" y="42647"/>
                </a:lnTo>
                <a:cubicBezTo>
                  <a:pt x="10550" y="32235"/>
                  <a:pt x="11865" y="26991"/>
                  <a:pt x="11938" y="26917"/>
                </a:cubicBezTo>
                <a:cubicBezTo>
                  <a:pt x="11938" y="26769"/>
                  <a:pt x="10076" y="26696"/>
                  <a:pt x="6352" y="26696"/>
                </a:cubicBezTo>
                <a:lnTo>
                  <a:pt x="767" y="2669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74">
            <a:extLst xmlns:a="http://schemas.openxmlformats.org/drawingml/2006/main">
              <a:ext uri="{FF2B5EF4-FFF2-40B4-BE49-F238E27FC236}">
                <a16:creationId xmlns:a16="http://schemas.microsoft.com/office/drawing/2014/main" id="{25B0074C-C58F-4D22-AF7A-833802A2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0096" y="1584442"/>
            <a:ext cx="74045" cy="107011"/>
          </a:xfrm>
          <a:custGeom xmlns:a="http://schemas.openxmlformats.org/drawingml/2006/main">
            <a:pathLst>
              <a:path w="74045" h="107011">
                <a:moveTo>
                  <a:pt x="2634" y="106854"/>
                </a:moveTo>
                <a:cubicBezTo>
                  <a:pt x="878" y="106854"/>
                  <a:pt x="0" y="106384"/>
                  <a:pt x="0" y="105444"/>
                </a:cubicBezTo>
                <a:cubicBezTo>
                  <a:pt x="0" y="105235"/>
                  <a:pt x="155" y="104504"/>
                  <a:pt x="465" y="103250"/>
                </a:cubicBezTo>
                <a:cubicBezTo>
                  <a:pt x="981" y="101266"/>
                  <a:pt x="1497" y="100169"/>
                  <a:pt x="2014" y="99960"/>
                </a:cubicBezTo>
                <a:cubicBezTo>
                  <a:pt x="2324" y="99856"/>
                  <a:pt x="3098" y="99804"/>
                  <a:pt x="4338" y="99804"/>
                </a:cubicBezTo>
                <a:lnTo>
                  <a:pt x="5267" y="99804"/>
                </a:lnTo>
                <a:cubicBezTo>
                  <a:pt x="11463" y="99804"/>
                  <a:pt x="15388" y="99438"/>
                  <a:pt x="17040" y="98707"/>
                </a:cubicBezTo>
                <a:cubicBezTo>
                  <a:pt x="17143" y="98707"/>
                  <a:pt x="17246" y="98655"/>
                  <a:pt x="17350" y="98550"/>
                </a:cubicBezTo>
                <a:cubicBezTo>
                  <a:pt x="17866" y="98341"/>
                  <a:pt x="18434" y="97140"/>
                  <a:pt x="19054" y="94946"/>
                </a:cubicBezTo>
                <a:cubicBezTo>
                  <a:pt x="19673" y="92753"/>
                  <a:pt x="22203" y="82517"/>
                  <a:pt x="26644" y="64238"/>
                </a:cubicBezTo>
                <a:cubicBezTo>
                  <a:pt x="27883" y="59538"/>
                  <a:pt x="28813" y="55829"/>
                  <a:pt x="29432" y="53114"/>
                </a:cubicBezTo>
                <a:cubicBezTo>
                  <a:pt x="36661" y="23867"/>
                  <a:pt x="40276" y="9139"/>
                  <a:pt x="40276" y="8931"/>
                </a:cubicBezTo>
                <a:cubicBezTo>
                  <a:pt x="40069" y="8513"/>
                  <a:pt x="39966" y="8252"/>
                  <a:pt x="39966" y="8147"/>
                </a:cubicBezTo>
                <a:cubicBezTo>
                  <a:pt x="38933" y="7520"/>
                  <a:pt x="35267" y="7207"/>
                  <a:pt x="28967" y="7207"/>
                </a:cubicBezTo>
                <a:lnTo>
                  <a:pt x="25869" y="7207"/>
                </a:lnTo>
                <a:cubicBezTo>
                  <a:pt x="24940" y="6580"/>
                  <a:pt x="24734" y="5275"/>
                  <a:pt x="25250" y="3290"/>
                </a:cubicBezTo>
                <a:cubicBezTo>
                  <a:pt x="25663" y="1724"/>
                  <a:pt x="25973" y="784"/>
                  <a:pt x="26179" y="470"/>
                </a:cubicBezTo>
                <a:cubicBezTo>
                  <a:pt x="26386" y="157"/>
                  <a:pt x="27109" y="0"/>
                  <a:pt x="28348" y="0"/>
                </a:cubicBezTo>
                <a:lnTo>
                  <a:pt x="28967" y="0"/>
                </a:lnTo>
                <a:cubicBezTo>
                  <a:pt x="36403" y="209"/>
                  <a:pt x="43942" y="313"/>
                  <a:pt x="51584" y="313"/>
                </a:cubicBezTo>
                <a:cubicBezTo>
                  <a:pt x="64183" y="313"/>
                  <a:pt x="70792" y="209"/>
                  <a:pt x="71412" y="0"/>
                </a:cubicBezTo>
                <a:lnTo>
                  <a:pt x="72961" y="0"/>
                </a:lnTo>
                <a:cubicBezTo>
                  <a:pt x="73684" y="731"/>
                  <a:pt x="74045" y="1306"/>
                  <a:pt x="74045" y="1724"/>
                </a:cubicBezTo>
                <a:cubicBezTo>
                  <a:pt x="74045" y="2141"/>
                  <a:pt x="73891" y="3029"/>
                  <a:pt x="73581" y="4387"/>
                </a:cubicBezTo>
                <a:cubicBezTo>
                  <a:pt x="73271" y="5745"/>
                  <a:pt x="72910" y="6580"/>
                  <a:pt x="72496" y="6894"/>
                </a:cubicBezTo>
                <a:cubicBezTo>
                  <a:pt x="72187" y="7103"/>
                  <a:pt x="70999" y="7207"/>
                  <a:pt x="68933" y="7207"/>
                </a:cubicBezTo>
                <a:cubicBezTo>
                  <a:pt x="65732" y="7207"/>
                  <a:pt x="62428" y="7364"/>
                  <a:pt x="59020" y="7677"/>
                </a:cubicBezTo>
                <a:cubicBezTo>
                  <a:pt x="57574" y="7991"/>
                  <a:pt x="56593" y="8565"/>
                  <a:pt x="56076" y="9401"/>
                </a:cubicBezTo>
                <a:cubicBezTo>
                  <a:pt x="55353" y="10863"/>
                  <a:pt x="52720" y="20838"/>
                  <a:pt x="48176" y="39326"/>
                </a:cubicBezTo>
                <a:cubicBezTo>
                  <a:pt x="47040" y="44236"/>
                  <a:pt x="45904" y="48988"/>
                  <a:pt x="44768" y="53584"/>
                </a:cubicBezTo>
                <a:cubicBezTo>
                  <a:pt x="37539" y="82413"/>
                  <a:pt x="33925" y="97140"/>
                  <a:pt x="33925" y="97767"/>
                </a:cubicBezTo>
                <a:cubicBezTo>
                  <a:pt x="33925" y="98498"/>
                  <a:pt x="34441" y="98968"/>
                  <a:pt x="35474" y="99177"/>
                </a:cubicBezTo>
                <a:cubicBezTo>
                  <a:pt x="36506" y="99386"/>
                  <a:pt x="39191" y="99595"/>
                  <a:pt x="43529" y="99804"/>
                </a:cubicBezTo>
                <a:lnTo>
                  <a:pt x="48486" y="99804"/>
                </a:lnTo>
                <a:cubicBezTo>
                  <a:pt x="49105" y="100639"/>
                  <a:pt x="49415" y="101109"/>
                  <a:pt x="49415" y="101214"/>
                </a:cubicBezTo>
                <a:cubicBezTo>
                  <a:pt x="49415" y="101318"/>
                  <a:pt x="49260" y="102258"/>
                  <a:pt x="48951" y="104034"/>
                </a:cubicBezTo>
                <a:cubicBezTo>
                  <a:pt x="48537" y="105392"/>
                  <a:pt x="48021" y="106384"/>
                  <a:pt x="47401" y="107011"/>
                </a:cubicBezTo>
                <a:lnTo>
                  <a:pt x="44923" y="107011"/>
                </a:lnTo>
                <a:cubicBezTo>
                  <a:pt x="41102" y="106802"/>
                  <a:pt x="34028" y="106698"/>
                  <a:pt x="23701" y="106698"/>
                </a:cubicBezTo>
                <a:cubicBezTo>
                  <a:pt x="19983" y="106698"/>
                  <a:pt x="16575" y="106698"/>
                  <a:pt x="13477" y="106698"/>
                </a:cubicBezTo>
                <a:cubicBezTo>
                  <a:pt x="10379" y="106698"/>
                  <a:pt x="7900" y="106698"/>
                  <a:pt x="6041" y="106698"/>
                </a:cubicBezTo>
                <a:cubicBezTo>
                  <a:pt x="4182" y="106698"/>
                  <a:pt x="3046" y="106749"/>
                  <a:pt x="2634" y="10685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df-path-75">
            <a:extLst xmlns:a="http://schemas.openxmlformats.org/drawingml/2006/main">
              <a:ext uri="{FF2B5EF4-FFF2-40B4-BE49-F238E27FC236}">
                <a16:creationId xmlns:a16="http://schemas.microsoft.com/office/drawing/2014/main" id="{4C32C618-A172-4DEF-91FF-66D00C58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1420" y="1645612"/>
            <a:ext cx="34061" cy="70561"/>
          </a:xfrm>
          <a:custGeom xmlns:a="http://schemas.openxmlformats.org/drawingml/2006/main">
            <a:pathLst>
              <a:path w="34061" h="70561">
                <a:moveTo>
                  <a:pt x="767" y="26696"/>
                </a:moveTo>
                <a:cubicBezTo>
                  <a:pt x="256" y="26179"/>
                  <a:pt x="0" y="25810"/>
                  <a:pt x="0" y="25588"/>
                </a:cubicBezTo>
                <a:cubicBezTo>
                  <a:pt x="0" y="25293"/>
                  <a:pt x="109" y="24702"/>
                  <a:pt x="329" y="23816"/>
                </a:cubicBezTo>
                <a:cubicBezTo>
                  <a:pt x="548" y="22929"/>
                  <a:pt x="730" y="22413"/>
                  <a:pt x="876" y="22265"/>
                </a:cubicBezTo>
                <a:cubicBezTo>
                  <a:pt x="1022" y="21896"/>
                  <a:pt x="1351" y="21711"/>
                  <a:pt x="1862" y="21711"/>
                </a:cubicBezTo>
                <a:cubicBezTo>
                  <a:pt x="2373" y="21711"/>
                  <a:pt x="4235" y="21674"/>
                  <a:pt x="7447" y="21600"/>
                </a:cubicBezTo>
                <a:lnTo>
                  <a:pt x="13252" y="21600"/>
                </a:lnTo>
                <a:lnTo>
                  <a:pt x="15333" y="12739"/>
                </a:lnTo>
                <a:cubicBezTo>
                  <a:pt x="15552" y="11926"/>
                  <a:pt x="15807" y="10856"/>
                  <a:pt x="16099" y="9526"/>
                </a:cubicBezTo>
                <a:cubicBezTo>
                  <a:pt x="16391" y="8197"/>
                  <a:pt x="16647" y="7237"/>
                  <a:pt x="16866" y="6646"/>
                </a:cubicBezTo>
                <a:cubicBezTo>
                  <a:pt x="17085" y="6055"/>
                  <a:pt x="17304" y="5317"/>
                  <a:pt x="17523" y="4431"/>
                </a:cubicBezTo>
                <a:cubicBezTo>
                  <a:pt x="17742" y="3545"/>
                  <a:pt x="18034" y="2917"/>
                  <a:pt x="18399" y="2548"/>
                </a:cubicBezTo>
                <a:cubicBezTo>
                  <a:pt x="18764" y="2178"/>
                  <a:pt x="19130" y="1735"/>
                  <a:pt x="19494" y="1218"/>
                </a:cubicBezTo>
                <a:cubicBezTo>
                  <a:pt x="19859" y="702"/>
                  <a:pt x="20370" y="369"/>
                  <a:pt x="21027" y="221"/>
                </a:cubicBezTo>
                <a:cubicBezTo>
                  <a:pt x="21685" y="74"/>
                  <a:pt x="22342" y="0"/>
                  <a:pt x="22999" y="0"/>
                </a:cubicBezTo>
                <a:cubicBezTo>
                  <a:pt x="24313" y="74"/>
                  <a:pt x="25226" y="480"/>
                  <a:pt x="25737" y="1218"/>
                </a:cubicBezTo>
                <a:cubicBezTo>
                  <a:pt x="26248" y="1957"/>
                  <a:pt x="26503" y="2658"/>
                  <a:pt x="26503" y="3323"/>
                </a:cubicBezTo>
                <a:cubicBezTo>
                  <a:pt x="26503" y="3840"/>
                  <a:pt x="26175" y="5575"/>
                  <a:pt x="25518" y="8529"/>
                </a:cubicBezTo>
                <a:cubicBezTo>
                  <a:pt x="24861" y="11483"/>
                  <a:pt x="24131" y="14400"/>
                  <a:pt x="23328" y="17280"/>
                </a:cubicBezTo>
                <a:lnTo>
                  <a:pt x="22232" y="21379"/>
                </a:lnTo>
                <a:cubicBezTo>
                  <a:pt x="22232" y="21526"/>
                  <a:pt x="24058" y="21600"/>
                  <a:pt x="27708" y="21600"/>
                </a:cubicBezTo>
                <a:lnTo>
                  <a:pt x="33294" y="21600"/>
                </a:lnTo>
                <a:cubicBezTo>
                  <a:pt x="33805" y="22117"/>
                  <a:pt x="34061" y="22523"/>
                  <a:pt x="34061" y="22819"/>
                </a:cubicBezTo>
                <a:cubicBezTo>
                  <a:pt x="34061" y="24443"/>
                  <a:pt x="33586" y="25736"/>
                  <a:pt x="32637" y="26696"/>
                </a:cubicBezTo>
                <a:lnTo>
                  <a:pt x="20918" y="26696"/>
                </a:lnTo>
                <a:lnTo>
                  <a:pt x="16976" y="42757"/>
                </a:lnTo>
                <a:cubicBezTo>
                  <a:pt x="14128" y="54573"/>
                  <a:pt x="12704" y="60924"/>
                  <a:pt x="12704" y="61810"/>
                </a:cubicBezTo>
                <a:cubicBezTo>
                  <a:pt x="12704" y="64912"/>
                  <a:pt x="13690" y="66463"/>
                  <a:pt x="15661" y="66463"/>
                </a:cubicBezTo>
                <a:cubicBezTo>
                  <a:pt x="18216" y="66463"/>
                  <a:pt x="20699" y="65207"/>
                  <a:pt x="23109" y="62696"/>
                </a:cubicBezTo>
                <a:cubicBezTo>
                  <a:pt x="25518" y="60186"/>
                  <a:pt x="27453" y="57084"/>
                  <a:pt x="28913" y="53392"/>
                </a:cubicBezTo>
                <a:cubicBezTo>
                  <a:pt x="29059" y="52949"/>
                  <a:pt x="29242" y="52690"/>
                  <a:pt x="29461" y="52616"/>
                </a:cubicBezTo>
                <a:cubicBezTo>
                  <a:pt x="29680" y="52542"/>
                  <a:pt x="30227" y="52468"/>
                  <a:pt x="31103" y="52395"/>
                </a:cubicBezTo>
                <a:lnTo>
                  <a:pt x="31542" y="52395"/>
                </a:lnTo>
                <a:cubicBezTo>
                  <a:pt x="32637" y="52395"/>
                  <a:pt x="33184" y="52690"/>
                  <a:pt x="33184" y="53281"/>
                </a:cubicBezTo>
                <a:cubicBezTo>
                  <a:pt x="33184" y="53502"/>
                  <a:pt x="33075" y="53945"/>
                  <a:pt x="32856" y="54610"/>
                </a:cubicBezTo>
                <a:cubicBezTo>
                  <a:pt x="32490" y="55792"/>
                  <a:pt x="31833" y="57195"/>
                  <a:pt x="30884" y="58820"/>
                </a:cubicBezTo>
                <a:cubicBezTo>
                  <a:pt x="29935" y="60444"/>
                  <a:pt x="28694" y="62179"/>
                  <a:pt x="27161" y="64026"/>
                </a:cubicBezTo>
                <a:cubicBezTo>
                  <a:pt x="25628" y="65872"/>
                  <a:pt x="23766" y="67423"/>
                  <a:pt x="21575" y="68678"/>
                </a:cubicBezTo>
                <a:cubicBezTo>
                  <a:pt x="19385" y="69933"/>
                  <a:pt x="17158" y="70561"/>
                  <a:pt x="14894" y="70561"/>
                </a:cubicBezTo>
                <a:cubicBezTo>
                  <a:pt x="12704" y="70561"/>
                  <a:pt x="10623" y="70007"/>
                  <a:pt x="8652" y="68899"/>
                </a:cubicBezTo>
                <a:cubicBezTo>
                  <a:pt x="6681" y="67792"/>
                  <a:pt x="5257" y="65872"/>
                  <a:pt x="4381" y="63140"/>
                </a:cubicBezTo>
                <a:cubicBezTo>
                  <a:pt x="4235" y="62549"/>
                  <a:pt x="4162" y="61552"/>
                  <a:pt x="4162" y="60149"/>
                </a:cubicBezTo>
                <a:lnTo>
                  <a:pt x="4162" y="58155"/>
                </a:lnTo>
                <a:lnTo>
                  <a:pt x="7995" y="42647"/>
                </a:lnTo>
                <a:cubicBezTo>
                  <a:pt x="10550" y="32235"/>
                  <a:pt x="11865" y="26991"/>
                  <a:pt x="11938" y="26917"/>
                </a:cubicBezTo>
                <a:cubicBezTo>
                  <a:pt x="11938" y="26769"/>
                  <a:pt x="10076" y="26696"/>
                  <a:pt x="6352" y="26696"/>
                </a:cubicBezTo>
                <a:lnTo>
                  <a:pt x="767" y="2669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df-path-76">
            <a:extLst xmlns:a="http://schemas.openxmlformats.org/drawingml/2006/main">
              <a:ext uri="{FF2B5EF4-FFF2-40B4-BE49-F238E27FC236}">
                <a16:creationId xmlns:a16="http://schemas.microsoft.com/office/drawing/2014/main" id="{0BFEAA15-2675-4E0F-ABFE-0FD0D262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5576" y="3699376"/>
            <a:ext cx="81917" cy="89544"/>
          </a:xfrm>
          <a:custGeom xmlns:a="http://schemas.openxmlformats.org/drawingml/2006/main">
            <a:pathLst>
              <a:path w="81917" h="89544">
                <a:moveTo>
                  <a:pt x="59025" y="20557"/>
                </a:moveTo>
                <a:cubicBezTo>
                  <a:pt x="57764" y="20557"/>
                  <a:pt x="54422" y="19833"/>
                  <a:pt x="48999" y="18383"/>
                </a:cubicBezTo>
                <a:cubicBezTo>
                  <a:pt x="43575" y="16934"/>
                  <a:pt x="39602" y="16209"/>
                  <a:pt x="37080" y="16209"/>
                </a:cubicBezTo>
                <a:cubicBezTo>
                  <a:pt x="34558" y="16209"/>
                  <a:pt x="32414" y="16472"/>
                  <a:pt x="30648" y="17000"/>
                </a:cubicBezTo>
                <a:cubicBezTo>
                  <a:pt x="28882" y="17527"/>
                  <a:pt x="27432" y="18186"/>
                  <a:pt x="26297" y="18976"/>
                </a:cubicBezTo>
                <a:cubicBezTo>
                  <a:pt x="25161" y="19767"/>
                  <a:pt x="24405" y="20492"/>
                  <a:pt x="24026" y="21150"/>
                </a:cubicBezTo>
                <a:cubicBezTo>
                  <a:pt x="23648" y="21810"/>
                  <a:pt x="23207" y="22534"/>
                  <a:pt x="22702" y="23325"/>
                </a:cubicBezTo>
                <a:lnTo>
                  <a:pt x="22324" y="24116"/>
                </a:lnTo>
                <a:cubicBezTo>
                  <a:pt x="21945" y="24511"/>
                  <a:pt x="21000" y="24709"/>
                  <a:pt x="19486" y="24709"/>
                </a:cubicBezTo>
                <a:cubicBezTo>
                  <a:pt x="16837" y="24709"/>
                  <a:pt x="15513" y="24182"/>
                  <a:pt x="15513" y="23127"/>
                </a:cubicBezTo>
                <a:cubicBezTo>
                  <a:pt x="15513" y="22469"/>
                  <a:pt x="15702" y="21546"/>
                  <a:pt x="16081" y="20360"/>
                </a:cubicBezTo>
                <a:cubicBezTo>
                  <a:pt x="17720" y="15221"/>
                  <a:pt x="20432" y="10806"/>
                  <a:pt x="24216" y="7116"/>
                </a:cubicBezTo>
                <a:cubicBezTo>
                  <a:pt x="27999" y="3426"/>
                  <a:pt x="32161" y="1186"/>
                  <a:pt x="36702" y="395"/>
                </a:cubicBezTo>
                <a:cubicBezTo>
                  <a:pt x="38215" y="132"/>
                  <a:pt x="39287" y="0"/>
                  <a:pt x="39918" y="0"/>
                </a:cubicBezTo>
                <a:cubicBezTo>
                  <a:pt x="43071" y="0"/>
                  <a:pt x="45909" y="1120"/>
                  <a:pt x="48431" y="3360"/>
                </a:cubicBezTo>
                <a:cubicBezTo>
                  <a:pt x="50954" y="5601"/>
                  <a:pt x="53350" y="7775"/>
                  <a:pt x="55620" y="9883"/>
                </a:cubicBezTo>
                <a:cubicBezTo>
                  <a:pt x="57890" y="11992"/>
                  <a:pt x="60287" y="13112"/>
                  <a:pt x="62809" y="13244"/>
                </a:cubicBezTo>
                <a:cubicBezTo>
                  <a:pt x="65584" y="13244"/>
                  <a:pt x="68358" y="11070"/>
                  <a:pt x="71133" y="6721"/>
                </a:cubicBezTo>
                <a:cubicBezTo>
                  <a:pt x="73908" y="2372"/>
                  <a:pt x="75358" y="198"/>
                  <a:pt x="75485" y="198"/>
                </a:cubicBezTo>
                <a:cubicBezTo>
                  <a:pt x="75611" y="66"/>
                  <a:pt x="76556" y="0"/>
                  <a:pt x="78322" y="0"/>
                </a:cubicBezTo>
                <a:lnTo>
                  <a:pt x="80781" y="0"/>
                </a:lnTo>
                <a:cubicBezTo>
                  <a:pt x="81538" y="791"/>
                  <a:pt x="81917" y="1318"/>
                  <a:pt x="81917" y="1581"/>
                </a:cubicBezTo>
                <a:cubicBezTo>
                  <a:pt x="81917" y="2109"/>
                  <a:pt x="81602" y="3031"/>
                  <a:pt x="80971" y="4349"/>
                </a:cubicBezTo>
                <a:cubicBezTo>
                  <a:pt x="80340" y="5667"/>
                  <a:pt x="79457" y="7050"/>
                  <a:pt x="78322" y="8500"/>
                </a:cubicBezTo>
                <a:cubicBezTo>
                  <a:pt x="77187" y="9950"/>
                  <a:pt x="76115" y="11399"/>
                  <a:pt x="75106" y="12849"/>
                </a:cubicBezTo>
                <a:cubicBezTo>
                  <a:pt x="74097" y="14298"/>
                  <a:pt x="73214" y="15550"/>
                  <a:pt x="72457" y="16604"/>
                </a:cubicBezTo>
                <a:lnTo>
                  <a:pt x="71133" y="18383"/>
                </a:lnTo>
                <a:cubicBezTo>
                  <a:pt x="65710" y="25104"/>
                  <a:pt x="57133" y="33999"/>
                  <a:pt x="45404" y="45069"/>
                </a:cubicBezTo>
                <a:cubicBezTo>
                  <a:pt x="33675" y="56138"/>
                  <a:pt x="26423" y="63254"/>
                  <a:pt x="23648" y="66417"/>
                </a:cubicBezTo>
                <a:lnTo>
                  <a:pt x="21378" y="68789"/>
                </a:lnTo>
                <a:lnTo>
                  <a:pt x="24216" y="68987"/>
                </a:lnTo>
                <a:cubicBezTo>
                  <a:pt x="26990" y="68987"/>
                  <a:pt x="31026" y="69711"/>
                  <a:pt x="36324" y="71161"/>
                </a:cubicBezTo>
                <a:cubicBezTo>
                  <a:pt x="41620" y="72611"/>
                  <a:pt x="45593" y="73335"/>
                  <a:pt x="48242" y="73335"/>
                </a:cubicBezTo>
                <a:cubicBezTo>
                  <a:pt x="53034" y="73335"/>
                  <a:pt x="57449" y="72084"/>
                  <a:pt x="61485" y="69580"/>
                </a:cubicBezTo>
                <a:cubicBezTo>
                  <a:pt x="65521" y="67076"/>
                  <a:pt x="68170" y="63781"/>
                  <a:pt x="69431" y="59696"/>
                </a:cubicBezTo>
                <a:cubicBezTo>
                  <a:pt x="69935" y="58510"/>
                  <a:pt x="70377" y="57785"/>
                  <a:pt x="70755" y="57522"/>
                </a:cubicBezTo>
                <a:cubicBezTo>
                  <a:pt x="71133" y="57258"/>
                  <a:pt x="72079" y="57126"/>
                  <a:pt x="73593" y="57126"/>
                </a:cubicBezTo>
                <a:cubicBezTo>
                  <a:pt x="75989" y="57126"/>
                  <a:pt x="77187" y="57785"/>
                  <a:pt x="77187" y="59103"/>
                </a:cubicBezTo>
                <a:cubicBezTo>
                  <a:pt x="77187" y="59762"/>
                  <a:pt x="77124" y="60355"/>
                  <a:pt x="76998" y="60882"/>
                </a:cubicBezTo>
                <a:cubicBezTo>
                  <a:pt x="74854" y="69052"/>
                  <a:pt x="70692" y="75839"/>
                  <a:pt x="64512" y="81242"/>
                </a:cubicBezTo>
                <a:cubicBezTo>
                  <a:pt x="58332" y="86645"/>
                  <a:pt x="52152" y="89412"/>
                  <a:pt x="45972" y="89544"/>
                </a:cubicBezTo>
                <a:cubicBezTo>
                  <a:pt x="42692" y="89544"/>
                  <a:pt x="39792" y="88424"/>
                  <a:pt x="37269" y="86184"/>
                </a:cubicBezTo>
                <a:cubicBezTo>
                  <a:pt x="34747" y="83944"/>
                  <a:pt x="32287" y="81704"/>
                  <a:pt x="29891" y="79463"/>
                </a:cubicBezTo>
                <a:cubicBezTo>
                  <a:pt x="27495" y="77223"/>
                  <a:pt x="25099" y="76103"/>
                  <a:pt x="22702" y="76103"/>
                </a:cubicBezTo>
                <a:cubicBezTo>
                  <a:pt x="17153" y="76103"/>
                  <a:pt x="12171" y="80056"/>
                  <a:pt x="7756" y="87963"/>
                </a:cubicBezTo>
                <a:cubicBezTo>
                  <a:pt x="7000" y="89017"/>
                  <a:pt x="5928" y="89544"/>
                  <a:pt x="4540" y="89544"/>
                </a:cubicBezTo>
                <a:lnTo>
                  <a:pt x="3595" y="89544"/>
                </a:lnTo>
                <a:lnTo>
                  <a:pt x="1135" y="89544"/>
                </a:lnTo>
                <a:cubicBezTo>
                  <a:pt x="378" y="88754"/>
                  <a:pt x="0" y="88161"/>
                  <a:pt x="0" y="87765"/>
                </a:cubicBezTo>
                <a:cubicBezTo>
                  <a:pt x="0" y="85789"/>
                  <a:pt x="3658" y="80122"/>
                  <a:pt x="10973" y="70766"/>
                </a:cubicBezTo>
                <a:cubicBezTo>
                  <a:pt x="15892" y="64836"/>
                  <a:pt x="24216" y="56270"/>
                  <a:pt x="35945" y="45069"/>
                </a:cubicBezTo>
                <a:cubicBezTo>
                  <a:pt x="47674" y="33867"/>
                  <a:pt x="54926" y="26751"/>
                  <a:pt x="57701" y="23720"/>
                </a:cubicBezTo>
                <a:cubicBezTo>
                  <a:pt x="59215" y="21612"/>
                  <a:pt x="59656" y="20557"/>
                  <a:pt x="59025" y="205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df-path-77">
            <a:extLst xmlns:a="http://schemas.openxmlformats.org/drawingml/2006/main">
              <a:ext uri="{FF2B5EF4-FFF2-40B4-BE49-F238E27FC236}">
                <a16:creationId xmlns:a16="http://schemas.microsoft.com/office/drawing/2014/main" id="{D2D4584B-CDCD-4C8B-87EF-681FD179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5710" y="3728912"/>
            <a:ext cx="41597" cy="89022"/>
          </a:xfrm>
          <a:custGeom xmlns:a="http://schemas.openxmlformats.org/drawingml/2006/main">
            <a:pathLst>
              <a:path w="41597" h="89022">
                <a:moveTo>
                  <a:pt x="936" y="33680"/>
                </a:moveTo>
                <a:cubicBezTo>
                  <a:pt x="312" y="33028"/>
                  <a:pt x="0" y="32562"/>
                  <a:pt x="0" y="32283"/>
                </a:cubicBezTo>
                <a:cubicBezTo>
                  <a:pt x="0" y="31910"/>
                  <a:pt x="134" y="31165"/>
                  <a:pt x="401" y="30047"/>
                </a:cubicBezTo>
                <a:cubicBezTo>
                  <a:pt x="669" y="28929"/>
                  <a:pt x="892" y="28277"/>
                  <a:pt x="1070" y="28090"/>
                </a:cubicBezTo>
                <a:cubicBezTo>
                  <a:pt x="1248" y="27624"/>
                  <a:pt x="1649" y="27392"/>
                  <a:pt x="2274" y="27392"/>
                </a:cubicBezTo>
                <a:cubicBezTo>
                  <a:pt x="2898" y="27392"/>
                  <a:pt x="5172" y="27345"/>
                  <a:pt x="9095" y="27252"/>
                </a:cubicBezTo>
                <a:lnTo>
                  <a:pt x="16184" y="27252"/>
                </a:lnTo>
                <a:lnTo>
                  <a:pt x="18725" y="16072"/>
                </a:lnTo>
                <a:cubicBezTo>
                  <a:pt x="18993" y="15047"/>
                  <a:pt x="19305" y="13696"/>
                  <a:pt x="19662" y="12019"/>
                </a:cubicBezTo>
                <a:cubicBezTo>
                  <a:pt x="20019" y="10342"/>
                  <a:pt x="20330" y="9131"/>
                  <a:pt x="20598" y="8385"/>
                </a:cubicBezTo>
                <a:cubicBezTo>
                  <a:pt x="20865" y="7640"/>
                  <a:pt x="21133" y="6708"/>
                  <a:pt x="21400" y="5590"/>
                </a:cubicBezTo>
                <a:cubicBezTo>
                  <a:pt x="21668" y="4472"/>
                  <a:pt x="22025" y="3680"/>
                  <a:pt x="22471" y="3214"/>
                </a:cubicBezTo>
                <a:cubicBezTo>
                  <a:pt x="22916" y="2749"/>
                  <a:pt x="23362" y="2189"/>
                  <a:pt x="23808" y="1537"/>
                </a:cubicBezTo>
                <a:cubicBezTo>
                  <a:pt x="24254" y="885"/>
                  <a:pt x="24878" y="466"/>
                  <a:pt x="25681" y="279"/>
                </a:cubicBezTo>
                <a:cubicBezTo>
                  <a:pt x="26483" y="93"/>
                  <a:pt x="27286" y="0"/>
                  <a:pt x="28088" y="0"/>
                </a:cubicBezTo>
                <a:cubicBezTo>
                  <a:pt x="29693" y="93"/>
                  <a:pt x="30808" y="606"/>
                  <a:pt x="31432" y="1537"/>
                </a:cubicBezTo>
                <a:cubicBezTo>
                  <a:pt x="32056" y="2469"/>
                  <a:pt x="32368" y="3354"/>
                  <a:pt x="32368" y="4193"/>
                </a:cubicBezTo>
                <a:cubicBezTo>
                  <a:pt x="32368" y="4845"/>
                  <a:pt x="31967" y="7034"/>
                  <a:pt x="31165" y="10761"/>
                </a:cubicBezTo>
                <a:cubicBezTo>
                  <a:pt x="30362" y="14488"/>
                  <a:pt x="29470" y="18168"/>
                  <a:pt x="28490" y="21801"/>
                </a:cubicBezTo>
                <a:lnTo>
                  <a:pt x="27152" y="26972"/>
                </a:lnTo>
                <a:cubicBezTo>
                  <a:pt x="27152" y="27158"/>
                  <a:pt x="29381" y="27252"/>
                  <a:pt x="33840" y="27252"/>
                </a:cubicBezTo>
                <a:lnTo>
                  <a:pt x="40661" y="27252"/>
                </a:lnTo>
                <a:cubicBezTo>
                  <a:pt x="41285" y="27904"/>
                  <a:pt x="41597" y="28416"/>
                  <a:pt x="41597" y="28789"/>
                </a:cubicBezTo>
                <a:cubicBezTo>
                  <a:pt x="41597" y="30839"/>
                  <a:pt x="41018" y="32469"/>
                  <a:pt x="39858" y="33680"/>
                </a:cubicBezTo>
                <a:lnTo>
                  <a:pt x="25547" y="33680"/>
                </a:lnTo>
                <a:lnTo>
                  <a:pt x="20732" y="53944"/>
                </a:lnTo>
                <a:cubicBezTo>
                  <a:pt x="17254" y="68851"/>
                  <a:pt x="15515" y="76864"/>
                  <a:pt x="15515" y="77982"/>
                </a:cubicBezTo>
                <a:cubicBezTo>
                  <a:pt x="15515" y="81895"/>
                  <a:pt x="16719" y="83851"/>
                  <a:pt x="19127" y="83851"/>
                </a:cubicBezTo>
                <a:cubicBezTo>
                  <a:pt x="22247" y="83851"/>
                  <a:pt x="25279" y="82267"/>
                  <a:pt x="28222" y="79100"/>
                </a:cubicBezTo>
                <a:cubicBezTo>
                  <a:pt x="31165" y="75932"/>
                  <a:pt x="33527" y="72019"/>
                  <a:pt x="35311" y="67361"/>
                </a:cubicBezTo>
                <a:cubicBezTo>
                  <a:pt x="35489" y="66802"/>
                  <a:pt x="35712" y="66476"/>
                  <a:pt x="35979" y="66382"/>
                </a:cubicBezTo>
                <a:cubicBezTo>
                  <a:pt x="36247" y="66289"/>
                  <a:pt x="36916" y="66196"/>
                  <a:pt x="37986" y="66103"/>
                </a:cubicBezTo>
                <a:lnTo>
                  <a:pt x="38521" y="66103"/>
                </a:lnTo>
                <a:cubicBezTo>
                  <a:pt x="39858" y="66103"/>
                  <a:pt x="40527" y="66476"/>
                  <a:pt x="40527" y="67221"/>
                </a:cubicBezTo>
                <a:cubicBezTo>
                  <a:pt x="40527" y="67500"/>
                  <a:pt x="40393" y="68059"/>
                  <a:pt x="40126" y="68898"/>
                </a:cubicBezTo>
                <a:cubicBezTo>
                  <a:pt x="39680" y="70388"/>
                  <a:pt x="38878" y="72159"/>
                  <a:pt x="37718" y="74208"/>
                </a:cubicBezTo>
                <a:cubicBezTo>
                  <a:pt x="36559" y="76258"/>
                  <a:pt x="35043" y="78448"/>
                  <a:pt x="33171" y="80777"/>
                </a:cubicBezTo>
                <a:cubicBezTo>
                  <a:pt x="31298" y="83106"/>
                  <a:pt x="29025" y="85063"/>
                  <a:pt x="26350" y="86646"/>
                </a:cubicBezTo>
                <a:cubicBezTo>
                  <a:pt x="23674" y="88230"/>
                  <a:pt x="20955" y="89022"/>
                  <a:pt x="18190" y="89022"/>
                </a:cubicBezTo>
                <a:cubicBezTo>
                  <a:pt x="15515" y="89022"/>
                  <a:pt x="12974" y="88324"/>
                  <a:pt x="10567" y="86926"/>
                </a:cubicBezTo>
                <a:cubicBezTo>
                  <a:pt x="8159" y="85528"/>
                  <a:pt x="6420" y="83106"/>
                  <a:pt x="5350" y="79659"/>
                </a:cubicBezTo>
                <a:cubicBezTo>
                  <a:pt x="5172" y="78913"/>
                  <a:pt x="5083" y="77656"/>
                  <a:pt x="5083" y="75885"/>
                </a:cubicBezTo>
                <a:lnTo>
                  <a:pt x="5083" y="73370"/>
                </a:lnTo>
                <a:lnTo>
                  <a:pt x="9764" y="53805"/>
                </a:lnTo>
                <a:cubicBezTo>
                  <a:pt x="12885" y="40668"/>
                  <a:pt x="14490" y="34053"/>
                  <a:pt x="14579" y="33960"/>
                </a:cubicBezTo>
                <a:cubicBezTo>
                  <a:pt x="14579" y="33774"/>
                  <a:pt x="12305" y="33680"/>
                  <a:pt x="7758" y="33680"/>
                </a:cubicBezTo>
                <a:lnTo>
                  <a:pt x="936" y="3368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df-path-78">
            <a:extLst xmlns:a="http://schemas.openxmlformats.org/drawingml/2006/main">
              <a:ext uri="{FF2B5EF4-FFF2-40B4-BE49-F238E27FC236}">
                <a16:creationId xmlns:a16="http://schemas.microsoft.com/office/drawing/2014/main" id="{003FD904-9F6A-4EA5-8622-93EB2C6A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2403" y="3225146"/>
            <a:ext cx="81917" cy="89545"/>
          </a:xfrm>
          <a:custGeom xmlns:a="http://schemas.openxmlformats.org/drawingml/2006/main">
            <a:pathLst>
              <a:path w="81917" h="89545">
                <a:moveTo>
                  <a:pt x="59026" y="20557"/>
                </a:moveTo>
                <a:cubicBezTo>
                  <a:pt x="57764" y="20557"/>
                  <a:pt x="54422" y="19833"/>
                  <a:pt x="48999" y="18383"/>
                </a:cubicBezTo>
                <a:cubicBezTo>
                  <a:pt x="43576" y="16934"/>
                  <a:pt x="39603" y="16209"/>
                  <a:pt x="37080" y="16209"/>
                </a:cubicBezTo>
                <a:cubicBezTo>
                  <a:pt x="34557" y="16209"/>
                  <a:pt x="32414" y="16472"/>
                  <a:pt x="30648" y="17000"/>
                </a:cubicBezTo>
                <a:cubicBezTo>
                  <a:pt x="28882" y="17527"/>
                  <a:pt x="27432" y="18186"/>
                  <a:pt x="26296" y="18976"/>
                </a:cubicBezTo>
                <a:cubicBezTo>
                  <a:pt x="25162" y="19767"/>
                  <a:pt x="24405" y="20492"/>
                  <a:pt x="24026" y="21150"/>
                </a:cubicBezTo>
                <a:cubicBezTo>
                  <a:pt x="23648" y="21810"/>
                  <a:pt x="23207" y="22534"/>
                  <a:pt x="22702" y="23325"/>
                </a:cubicBezTo>
                <a:lnTo>
                  <a:pt x="22323" y="24116"/>
                </a:lnTo>
                <a:cubicBezTo>
                  <a:pt x="21946" y="24511"/>
                  <a:pt x="21000" y="24709"/>
                  <a:pt x="19486" y="24709"/>
                </a:cubicBezTo>
                <a:cubicBezTo>
                  <a:pt x="16837" y="24709"/>
                  <a:pt x="15513" y="24182"/>
                  <a:pt x="15513" y="23127"/>
                </a:cubicBezTo>
                <a:cubicBezTo>
                  <a:pt x="15513" y="22469"/>
                  <a:pt x="15702" y="21546"/>
                  <a:pt x="16080" y="20360"/>
                </a:cubicBezTo>
                <a:cubicBezTo>
                  <a:pt x="17720" y="15221"/>
                  <a:pt x="20432" y="10806"/>
                  <a:pt x="24216" y="7116"/>
                </a:cubicBezTo>
                <a:cubicBezTo>
                  <a:pt x="27999" y="3426"/>
                  <a:pt x="32162" y="1186"/>
                  <a:pt x="36702" y="395"/>
                </a:cubicBezTo>
                <a:cubicBezTo>
                  <a:pt x="38215" y="132"/>
                  <a:pt x="39287" y="0"/>
                  <a:pt x="39918" y="0"/>
                </a:cubicBezTo>
                <a:cubicBezTo>
                  <a:pt x="43071" y="0"/>
                  <a:pt x="45909" y="1120"/>
                  <a:pt x="48431" y="3360"/>
                </a:cubicBezTo>
                <a:cubicBezTo>
                  <a:pt x="50953" y="5601"/>
                  <a:pt x="53350" y="7775"/>
                  <a:pt x="55620" y="9883"/>
                </a:cubicBezTo>
                <a:cubicBezTo>
                  <a:pt x="57890" y="11992"/>
                  <a:pt x="60287" y="13112"/>
                  <a:pt x="62810" y="13244"/>
                </a:cubicBezTo>
                <a:cubicBezTo>
                  <a:pt x="65583" y="13244"/>
                  <a:pt x="68358" y="11070"/>
                  <a:pt x="71133" y="6721"/>
                </a:cubicBezTo>
                <a:cubicBezTo>
                  <a:pt x="73908" y="2372"/>
                  <a:pt x="75358" y="198"/>
                  <a:pt x="75485" y="198"/>
                </a:cubicBezTo>
                <a:cubicBezTo>
                  <a:pt x="75610" y="66"/>
                  <a:pt x="76556" y="0"/>
                  <a:pt x="78322" y="0"/>
                </a:cubicBezTo>
                <a:lnTo>
                  <a:pt x="80781" y="0"/>
                </a:lnTo>
                <a:cubicBezTo>
                  <a:pt x="81538" y="791"/>
                  <a:pt x="81917" y="1318"/>
                  <a:pt x="81917" y="1581"/>
                </a:cubicBezTo>
                <a:cubicBezTo>
                  <a:pt x="81917" y="2109"/>
                  <a:pt x="81601" y="3031"/>
                  <a:pt x="80971" y="4349"/>
                </a:cubicBezTo>
                <a:cubicBezTo>
                  <a:pt x="80340" y="5667"/>
                  <a:pt x="79458" y="7050"/>
                  <a:pt x="78322" y="8500"/>
                </a:cubicBezTo>
                <a:cubicBezTo>
                  <a:pt x="77187" y="9950"/>
                  <a:pt x="76115" y="11399"/>
                  <a:pt x="75106" y="12849"/>
                </a:cubicBezTo>
                <a:cubicBezTo>
                  <a:pt x="74097" y="14298"/>
                  <a:pt x="73214" y="15550"/>
                  <a:pt x="72458" y="16604"/>
                </a:cubicBezTo>
                <a:lnTo>
                  <a:pt x="71133" y="18383"/>
                </a:lnTo>
                <a:cubicBezTo>
                  <a:pt x="65710" y="25104"/>
                  <a:pt x="57133" y="33999"/>
                  <a:pt x="45404" y="45069"/>
                </a:cubicBezTo>
                <a:cubicBezTo>
                  <a:pt x="33675" y="56138"/>
                  <a:pt x="26423" y="63254"/>
                  <a:pt x="23648" y="66417"/>
                </a:cubicBezTo>
                <a:lnTo>
                  <a:pt x="21378" y="68789"/>
                </a:lnTo>
                <a:lnTo>
                  <a:pt x="24216" y="68987"/>
                </a:lnTo>
                <a:cubicBezTo>
                  <a:pt x="26991" y="68987"/>
                  <a:pt x="31026" y="69711"/>
                  <a:pt x="36323" y="71161"/>
                </a:cubicBezTo>
                <a:cubicBezTo>
                  <a:pt x="41621" y="72611"/>
                  <a:pt x="45594" y="73335"/>
                  <a:pt x="48242" y="73335"/>
                </a:cubicBezTo>
                <a:cubicBezTo>
                  <a:pt x="53035" y="73335"/>
                  <a:pt x="57449" y="72084"/>
                  <a:pt x="61485" y="69580"/>
                </a:cubicBezTo>
                <a:cubicBezTo>
                  <a:pt x="65521" y="67076"/>
                  <a:pt x="68169" y="63781"/>
                  <a:pt x="69431" y="59696"/>
                </a:cubicBezTo>
                <a:cubicBezTo>
                  <a:pt x="69935" y="58510"/>
                  <a:pt x="70376" y="57785"/>
                  <a:pt x="70755" y="57522"/>
                </a:cubicBezTo>
                <a:cubicBezTo>
                  <a:pt x="71133" y="57258"/>
                  <a:pt x="72079" y="57126"/>
                  <a:pt x="73592" y="57126"/>
                </a:cubicBezTo>
                <a:cubicBezTo>
                  <a:pt x="75989" y="57126"/>
                  <a:pt x="77187" y="57785"/>
                  <a:pt x="77187" y="59103"/>
                </a:cubicBezTo>
                <a:cubicBezTo>
                  <a:pt x="77187" y="59762"/>
                  <a:pt x="77124" y="60355"/>
                  <a:pt x="76998" y="60882"/>
                </a:cubicBezTo>
                <a:cubicBezTo>
                  <a:pt x="74854" y="69052"/>
                  <a:pt x="70692" y="75839"/>
                  <a:pt x="64512" y="81242"/>
                </a:cubicBezTo>
                <a:cubicBezTo>
                  <a:pt x="58332" y="86645"/>
                  <a:pt x="52151" y="89412"/>
                  <a:pt x="45971" y="89545"/>
                </a:cubicBezTo>
                <a:cubicBezTo>
                  <a:pt x="42692" y="89545"/>
                  <a:pt x="39792" y="88424"/>
                  <a:pt x="37269" y="86184"/>
                </a:cubicBezTo>
                <a:cubicBezTo>
                  <a:pt x="34746" y="83944"/>
                  <a:pt x="32287" y="81704"/>
                  <a:pt x="29891" y="79463"/>
                </a:cubicBezTo>
                <a:cubicBezTo>
                  <a:pt x="27495" y="77223"/>
                  <a:pt x="25098" y="76103"/>
                  <a:pt x="22702" y="76103"/>
                </a:cubicBezTo>
                <a:cubicBezTo>
                  <a:pt x="17153" y="76103"/>
                  <a:pt x="12171" y="80056"/>
                  <a:pt x="7757" y="87963"/>
                </a:cubicBezTo>
                <a:cubicBezTo>
                  <a:pt x="7000" y="89017"/>
                  <a:pt x="5928" y="89545"/>
                  <a:pt x="4541" y="89545"/>
                </a:cubicBezTo>
                <a:lnTo>
                  <a:pt x="3595" y="89545"/>
                </a:lnTo>
                <a:lnTo>
                  <a:pt x="1135" y="89545"/>
                </a:lnTo>
                <a:cubicBezTo>
                  <a:pt x="378" y="88754"/>
                  <a:pt x="0" y="88161"/>
                  <a:pt x="0" y="87765"/>
                </a:cubicBezTo>
                <a:cubicBezTo>
                  <a:pt x="0" y="85789"/>
                  <a:pt x="3657" y="80122"/>
                  <a:pt x="10973" y="70766"/>
                </a:cubicBezTo>
                <a:cubicBezTo>
                  <a:pt x="15891" y="64836"/>
                  <a:pt x="24216" y="56270"/>
                  <a:pt x="35945" y="45069"/>
                </a:cubicBezTo>
                <a:cubicBezTo>
                  <a:pt x="47674" y="33867"/>
                  <a:pt x="54926" y="26751"/>
                  <a:pt x="57701" y="23720"/>
                </a:cubicBezTo>
                <a:cubicBezTo>
                  <a:pt x="59215" y="21612"/>
                  <a:pt x="59656" y="20557"/>
                  <a:pt x="59026" y="205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df-path-79">
            <a:extLst xmlns:a="http://schemas.openxmlformats.org/drawingml/2006/main">
              <a:ext uri="{FF2B5EF4-FFF2-40B4-BE49-F238E27FC236}">
                <a16:creationId xmlns:a16="http://schemas.microsoft.com/office/drawing/2014/main" id="{BF3B7AB1-BDE3-4ED0-9E0A-E89786E6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2537" y="3254681"/>
            <a:ext cx="41597" cy="89022"/>
          </a:xfrm>
          <a:custGeom xmlns:a="http://schemas.openxmlformats.org/drawingml/2006/main">
            <a:pathLst>
              <a:path w="41597" h="89022">
                <a:moveTo>
                  <a:pt x="937" y="33680"/>
                </a:moveTo>
                <a:cubicBezTo>
                  <a:pt x="312" y="33028"/>
                  <a:pt x="0" y="32562"/>
                  <a:pt x="0" y="32283"/>
                </a:cubicBezTo>
                <a:cubicBezTo>
                  <a:pt x="0" y="31910"/>
                  <a:pt x="133" y="31165"/>
                  <a:pt x="401" y="30047"/>
                </a:cubicBezTo>
                <a:cubicBezTo>
                  <a:pt x="669" y="28929"/>
                  <a:pt x="892" y="28277"/>
                  <a:pt x="1070" y="28090"/>
                </a:cubicBezTo>
                <a:cubicBezTo>
                  <a:pt x="1249" y="27624"/>
                  <a:pt x="1650" y="27392"/>
                  <a:pt x="2273" y="27392"/>
                </a:cubicBezTo>
                <a:cubicBezTo>
                  <a:pt x="2898" y="27392"/>
                  <a:pt x="5172" y="27345"/>
                  <a:pt x="9095" y="27252"/>
                </a:cubicBezTo>
                <a:lnTo>
                  <a:pt x="16184" y="27252"/>
                </a:lnTo>
                <a:lnTo>
                  <a:pt x="18725" y="16072"/>
                </a:lnTo>
                <a:cubicBezTo>
                  <a:pt x="18993" y="15047"/>
                  <a:pt x="19305" y="13696"/>
                  <a:pt x="19662" y="12019"/>
                </a:cubicBezTo>
                <a:cubicBezTo>
                  <a:pt x="20019" y="10342"/>
                  <a:pt x="20331" y="9131"/>
                  <a:pt x="20598" y="8385"/>
                </a:cubicBezTo>
                <a:cubicBezTo>
                  <a:pt x="20865" y="7640"/>
                  <a:pt x="21133" y="6708"/>
                  <a:pt x="21401" y="5590"/>
                </a:cubicBezTo>
                <a:cubicBezTo>
                  <a:pt x="21668" y="4472"/>
                  <a:pt x="22025" y="3680"/>
                  <a:pt x="22471" y="3214"/>
                </a:cubicBezTo>
                <a:cubicBezTo>
                  <a:pt x="22916" y="2749"/>
                  <a:pt x="23362" y="2189"/>
                  <a:pt x="23808" y="1537"/>
                </a:cubicBezTo>
                <a:cubicBezTo>
                  <a:pt x="24254" y="885"/>
                  <a:pt x="24878" y="466"/>
                  <a:pt x="25681" y="279"/>
                </a:cubicBezTo>
                <a:cubicBezTo>
                  <a:pt x="26483" y="93"/>
                  <a:pt x="27285" y="0"/>
                  <a:pt x="28088" y="0"/>
                </a:cubicBezTo>
                <a:cubicBezTo>
                  <a:pt x="29693" y="93"/>
                  <a:pt x="30807" y="606"/>
                  <a:pt x="31432" y="1537"/>
                </a:cubicBezTo>
                <a:cubicBezTo>
                  <a:pt x="32056" y="2469"/>
                  <a:pt x="32368" y="3354"/>
                  <a:pt x="32368" y="4193"/>
                </a:cubicBezTo>
                <a:cubicBezTo>
                  <a:pt x="32368" y="4845"/>
                  <a:pt x="31967" y="7034"/>
                  <a:pt x="31164" y="10761"/>
                </a:cubicBezTo>
                <a:cubicBezTo>
                  <a:pt x="30362" y="14488"/>
                  <a:pt x="29471" y="18168"/>
                  <a:pt x="28490" y="21801"/>
                </a:cubicBezTo>
                <a:lnTo>
                  <a:pt x="27152" y="26972"/>
                </a:lnTo>
                <a:cubicBezTo>
                  <a:pt x="27152" y="27158"/>
                  <a:pt x="29381" y="27252"/>
                  <a:pt x="33840" y="27252"/>
                </a:cubicBezTo>
                <a:lnTo>
                  <a:pt x="40661" y="27252"/>
                </a:lnTo>
                <a:cubicBezTo>
                  <a:pt x="41285" y="27904"/>
                  <a:pt x="41597" y="28416"/>
                  <a:pt x="41597" y="28789"/>
                </a:cubicBezTo>
                <a:cubicBezTo>
                  <a:pt x="41597" y="30839"/>
                  <a:pt x="41017" y="32469"/>
                  <a:pt x="39858" y="33680"/>
                </a:cubicBezTo>
                <a:lnTo>
                  <a:pt x="25547" y="33680"/>
                </a:lnTo>
                <a:lnTo>
                  <a:pt x="20732" y="53944"/>
                </a:lnTo>
                <a:cubicBezTo>
                  <a:pt x="17254" y="68851"/>
                  <a:pt x="15515" y="76864"/>
                  <a:pt x="15515" y="77982"/>
                </a:cubicBezTo>
                <a:cubicBezTo>
                  <a:pt x="15515" y="81895"/>
                  <a:pt x="16719" y="83851"/>
                  <a:pt x="19126" y="83851"/>
                </a:cubicBezTo>
                <a:cubicBezTo>
                  <a:pt x="22247" y="83851"/>
                  <a:pt x="25280" y="82267"/>
                  <a:pt x="28222" y="79100"/>
                </a:cubicBezTo>
                <a:cubicBezTo>
                  <a:pt x="31164" y="75932"/>
                  <a:pt x="33527" y="72019"/>
                  <a:pt x="35311" y="67361"/>
                </a:cubicBezTo>
                <a:cubicBezTo>
                  <a:pt x="35489" y="66802"/>
                  <a:pt x="35712" y="66476"/>
                  <a:pt x="35979" y="66382"/>
                </a:cubicBezTo>
                <a:cubicBezTo>
                  <a:pt x="36247" y="66289"/>
                  <a:pt x="36916" y="66196"/>
                  <a:pt x="37986" y="66103"/>
                </a:cubicBezTo>
                <a:lnTo>
                  <a:pt x="38521" y="66103"/>
                </a:lnTo>
                <a:cubicBezTo>
                  <a:pt x="39858" y="66103"/>
                  <a:pt x="40527" y="66476"/>
                  <a:pt x="40527" y="67221"/>
                </a:cubicBezTo>
                <a:cubicBezTo>
                  <a:pt x="40527" y="67500"/>
                  <a:pt x="40394" y="68059"/>
                  <a:pt x="40126" y="68898"/>
                </a:cubicBezTo>
                <a:cubicBezTo>
                  <a:pt x="39680" y="70388"/>
                  <a:pt x="38877" y="72159"/>
                  <a:pt x="37718" y="74208"/>
                </a:cubicBezTo>
                <a:cubicBezTo>
                  <a:pt x="36559" y="76258"/>
                  <a:pt x="35043" y="78448"/>
                  <a:pt x="33171" y="80777"/>
                </a:cubicBezTo>
                <a:cubicBezTo>
                  <a:pt x="31298" y="83106"/>
                  <a:pt x="29024" y="85063"/>
                  <a:pt x="26350" y="86646"/>
                </a:cubicBezTo>
                <a:cubicBezTo>
                  <a:pt x="23674" y="88230"/>
                  <a:pt x="20954" y="89022"/>
                  <a:pt x="18191" y="89022"/>
                </a:cubicBezTo>
                <a:cubicBezTo>
                  <a:pt x="15515" y="89022"/>
                  <a:pt x="12974" y="88324"/>
                  <a:pt x="10567" y="86926"/>
                </a:cubicBezTo>
                <a:cubicBezTo>
                  <a:pt x="8159" y="85528"/>
                  <a:pt x="6420" y="83106"/>
                  <a:pt x="5350" y="79659"/>
                </a:cubicBezTo>
                <a:cubicBezTo>
                  <a:pt x="5172" y="78913"/>
                  <a:pt x="5082" y="77656"/>
                  <a:pt x="5082" y="75886"/>
                </a:cubicBezTo>
                <a:lnTo>
                  <a:pt x="5082" y="73370"/>
                </a:lnTo>
                <a:lnTo>
                  <a:pt x="9764" y="53805"/>
                </a:lnTo>
                <a:cubicBezTo>
                  <a:pt x="12885" y="40668"/>
                  <a:pt x="14490" y="34053"/>
                  <a:pt x="14579" y="33960"/>
                </a:cubicBezTo>
                <a:cubicBezTo>
                  <a:pt x="14579" y="33774"/>
                  <a:pt x="12305" y="33680"/>
                  <a:pt x="7758" y="33680"/>
                </a:cubicBezTo>
                <a:lnTo>
                  <a:pt x="937" y="3368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3916A3F-E4A6-428D-9EB0-65BCE54E4A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1b178ec0941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58460" y="2570444"/>
            <a:ext cx="764039" cy="1375269"/>
          </a:xfrm>
          <a:prstGeom xmlns:a="http://schemas.openxmlformats.org/drawingml/2006/main" prst="rect">
            <a:avLst/>
          </a:prstGeom>
        </p:spPr>
      </p:pic>
      <p:sp>
        <p:nvSpPr>
          <p:cNvPr id="87" name="uniskill-source-component-11">
            <a:extLst xmlns:a="http://schemas.openxmlformats.org/drawingml/2006/main">
              <a:ext uri="{FF2B5EF4-FFF2-40B4-BE49-F238E27FC236}">
                <a16:creationId xmlns:a16="http://schemas.microsoft.com/office/drawing/2014/main" id="{CC4B7BEF-844D-47B2-8E38-59B1DD0B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8460" y="2570444"/>
            <a:ext cx="764039" cy="137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pdf-path-81">
            <a:extLst xmlns:a="http://schemas.openxmlformats.org/drawingml/2006/main">
              <a:ext uri="{FF2B5EF4-FFF2-40B4-BE49-F238E27FC236}">
                <a16:creationId xmlns:a16="http://schemas.microsoft.com/office/drawing/2014/main" id="{49C3AA1C-926D-4135-824C-E8F7693D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01" y="2981444"/>
            <a:ext cx="803558" cy="553269"/>
          </a:xfrm>
          <a:custGeom xmlns:a="http://schemas.openxmlformats.org/drawingml/2006/main">
            <a:pathLst>
              <a:path w="803558" h="553269">
                <a:moveTo>
                  <a:pt x="217356" y="19760"/>
                </a:moveTo>
                <a:lnTo>
                  <a:pt x="217356" y="19760"/>
                </a:lnTo>
                <a:lnTo>
                  <a:pt x="217356" y="39519"/>
                </a:lnTo>
                <a:lnTo>
                  <a:pt x="586202" y="39519"/>
                </a:lnTo>
                <a:lnTo>
                  <a:pt x="586202" y="19760"/>
                </a:lnTo>
                <a:close/>
                <a:moveTo>
                  <a:pt x="783798" y="217356"/>
                </a:moveTo>
                <a:lnTo>
                  <a:pt x="764039" y="217356"/>
                </a:lnTo>
                <a:lnTo>
                  <a:pt x="764039" y="335914"/>
                </a:lnTo>
                <a:lnTo>
                  <a:pt x="783798" y="335914"/>
                </a:lnTo>
                <a:lnTo>
                  <a:pt x="783798" y="335914"/>
                </a:lnTo>
                <a:lnTo>
                  <a:pt x="783798" y="217356"/>
                </a:lnTo>
                <a:lnTo>
                  <a:pt x="783798" y="217356"/>
                </a:lnTo>
                <a:close/>
                <a:moveTo>
                  <a:pt x="586202" y="533510"/>
                </a:moveTo>
                <a:lnTo>
                  <a:pt x="586202" y="513750"/>
                </a:lnTo>
                <a:lnTo>
                  <a:pt x="217356" y="513750"/>
                </a:lnTo>
                <a:lnTo>
                  <a:pt x="217356" y="533510"/>
                </a:lnTo>
                <a:lnTo>
                  <a:pt x="217356" y="533510"/>
                </a:lnTo>
                <a:lnTo>
                  <a:pt x="586202" y="533510"/>
                </a:lnTo>
                <a:lnTo>
                  <a:pt x="586202" y="533510"/>
                </a:lnTo>
                <a:close/>
                <a:moveTo>
                  <a:pt x="19760" y="335914"/>
                </a:moveTo>
                <a:lnTo>
                  <a:pt x="19760" y="335914"/>
                </a:lnTo>
                <a:lnTo>
                  <a:pt x="39519" y="335914"/>
                </a:lnTo>
                <a:lnTo>
                  <a:pt x="39519" y="217356"/>
                </a:lnTo>
                <a:lnTo>
                  <a:pt x="19760" y="217356"/>
                </a:lnTo>
                <a:close/>
                <a:moveTo>
                  <a:pt x="217356" y="533510"/>
                </a:moveTo>
                <a:lnTo>
                  <a:pt x="217356" y="513750"/>
                </a:lnTo>
                <a:lnTo>
                  <a:pt x="216269" y="513747"/>
                </a:lnTo>
                <a:lnTo>
                  <a:pt x="215184" y="513737"/>
                </a:lnTo>
                <a:lnTo>
                  <a:pt x="214101" y="513721"/>
                </a:lnTo>
                <a:lnTo>
                  <a:pt x="213019" y="513698"/>
                </a:lnTo>
                <a:lnTo>
                  <a:pt x="211939" y="513669"/>
                </a:lnTo>
                <a:lnTo>
                  <a:pt x="210860" y="513634"/>
                </a:lnTo>
                <a:lnTo>
                  <a:pt x="209783" y="513592"/>
                </a:lnTo>
                <a:lnTo>
                  <a:pt x="208708" y="513543"/>
                </a:lnTo>
                <a:lnTo>
                  <a:pt x="207634" y="513489"/>
                </a:lnTo>
                <a:lnTo>
                  <a:pt x="206562" y="513428"/>
                </a:lnTo>
                <a:lnTo>
                  <a:pt x="205492" y="513361"/>
                </a:lnTo>
                <a:lnTo>
                  <a:pt x="204423" y="513287"/>
                </a:lnTo>
                <a:lnTo>
                  <a:pt x="203356" y="513207"/>
                </a:lnTo>
                <a:lnTo>
                  <a:pt x="202291" y="513121"/>
                </a:lnTo>
                <a:lnTo>
                  <a:pt x="201228" y="513029"/>
                </a:lnTo>
                <a:lnTo>
                  <a:pt x="200167" y="512930"/>
                </a:lnTo>
                <a:lnTo>
                  <a:pt x="199107" y="512825"/>
                </a:lnTo>
                <a:lnTo>
                  <a:pt x="198049" y="512714"/>
                </a:lnTo>
                <a:lnTo>
                  <a:pt x="196993" y="512597"/>
                </a:lnTo>
                <a:lnTo>
                  <a:pt x="195939" y="512474"/>
                </a:lnTo>
                <a:lnTo>
                  <a:pt x="194887" y="512344"/>
                </a:lnTo>
                <a:lnTo>
                  <a:pt x="193836" y="512209"/>
                </a:lnTo>
                <a:lnTo>
                  <a:pt x="192788" y="512067"/>
                </a:lnTo>
                <a:lnTo>
                  <a:pt x="191741" y="511919"/>
                </a:lnTo>
                <a:lnTo>
                  <a:pt x="190697" y="511765"/>
                </a:lnTo>
                <a:lnTo>
                  <a:pt x="189654" y="511605"/>
                </a:lnTo>
                <a:lnTo>
                  <a:pt x="188614" y="511439"/>
                </a:lnTo>
                <a:lnTo>
                  <a:pt x="187575" y="511267"/>
                </a:lnTo>
                <a:lnTo>
                  <a:pt x="186539" y="511090"/>
                </a:lnTo>
                <a:lnTo>
                  <a:pt x="185504" y="510906"/>
                </a:lnTo>
                <a:lnTo>
                  <a:pt x="184472" y="510716"/>
                </a:lnTo>
                <a:lnTo>
                  <a:pt x="183442" y="510520"/>
                </a:lnTo>
                <a:lnTo>
                  <a:pt x="182413" y="510318"/>
                </a:lnTo>
                <a:lnTo>
                  <a:pt x="181387" y="510111"/>
                </a:lnTo>
                <a:lnTo>
                  <a:pt x="180363" y="509897"/>
                </a:lnTo>
                <a:lnTo>
                  <a:pt x="179342" y="509678"/>
                </a:lnTo>
                <a:lnTo>
                  <a:pt x="178322" y="509453"/>
                </a:lnTo>
                <a:lnTo>
                  <a:pt x="177305" y="509222"/>
                </a:lnTo>
                <a:lnTo>
                  <a:pt x="176290" y="508985"/>
                </a:lnTo>
                <a:lnTo>
                  <a:pt x="175277" y="508742"/>
                </a:lnTo>
                <a:lnTo>
                  <a:pt x="174266" y="508494"/>
                </a:lnTo>
                <a:lnTo>
                  <a:pt x="173258" y="508240"/>
                </a:lnTo>
                <a:lnTo>
                  <a:pt x="172252" y="507980"/>
                </a:lnTo>
                <a:lnTo>
                  <a:pt x="171248" y="507715"/>
                </a:lnTo>
                <a:lnTo>
                  <a:pt x="170246" y="507443"/>
                </a:lnTo>
                <a:lnTo>
                  <a:pt x="169247" y="507166"/>
                </a:lnTo>
                <a:lnTo>
                  <a:pt x="168251" y="506884"/>
                </a:lnTo>
                <a:lnTo>
                  <a:pt x="167256" y="506596"/>
                </a:lnTo>
                <a:lnTo>
                  <a:pt x="166264" y="506302"/>
                </a:lnTo>
                <a:lnTo>
                  <a:pt x="165275" y="506002"/>
                </a:lnTo>
                <a:lnTo>
                  <a:pt x="164288" y="505697"/>
                </a:lnTo>
                <a:lnTo>
                  <a:pt x="163303" y="505387"/>
                </a:lnTo>
                <a:lnTo>
                  <a:pt x="162321" y="505070"/>
                </a:lnTo>
                <a:lnTo>
                  <a:pt x="161341" y="504749"/>
                </a:lnTo>
                <a:lnTo>
                  <a:pt x="160364" y="504422"/>
                </a:lnTo>
                <a:lnTo>
                  <a:pt x="159389" y="504089"/>
                </a:lnTo>
                <a:lnTo>
                  <a:pt x="158417" y="503751"/>
                </a:lnTo>
                <a:lnTo>
                  <a:pt x="157448" y="503407"/>
                </a:lnTo>
                <a:lnTo>
                  <a:pt x="156481" y="503058"/>
                </a:lnTo>
                <a:lnTo>
                  <a:pt x="155517" y="502704"/>
                </a:lnTo>
                <a:lnTo>
                  <a:pt x="154555" y="502344"/>
                </a:lnTo>
                <a:lnTo>
                  <a:pt x="153596" y="501978"/>
                </a:lnTo>
                <a:lnTo>
                  <a:pt x="152640" y="501608"/>
                </a:lnTo>
                <a:lnTo>
                  <a:pt x="151686" y="501232"/>
                </a:lnTo>
                <a:lnTo>
                  <a:pt x="150735" y="500851"/>
                </a:lnTo>
                <a:lnTo>
                  <a:pt x="149787" y="500464"/>
                </a:lnTo>
                <a:lnTo>
                  <a:pt x="148841" y="500072"/>
                </a:lnTo>
                <a:lnTo>
                  <a:pt x="147898" y="499675"/>
                </a:lnTo>
                <a:lnTo>
                  <a:pt x="146958" y="499273"/>
                </a:lnTo>
                <a:lnTo>
                  <a:pt x="146021" y="498865"/>
                </a:lnTo>
                <a:lnTo>
                  <a:pt x="145086" y="498452"/>
                </a:lnTo>
                <a:lnTo>
                  <a:pt x="144155" y="498034"/>
                </a:lnTo>
                <a:lnTo>
                  <a:pt x="143226" y="497611"/>
                </a:lnTo>
                <a:lnTo>
                  <a:pt x="142300" y="497182"/>
                </a:lnTo>
                <a:lnTo>
                  <a:pt x="141377" y="496749"/>
                </a:lnTo>
                <a:lnTo>
                  <a:pt x="140457" y="496310"/>
                </a:lnTo>
                <a:lnTo>
                  <a:pt x="139540" y="495866"/>
                </a:lnTo>
                <a:lnTo>
                  <a:pt x="138626" y="495417"/>
                </a:lnTo>
                <a:lnTo>
                  <a:pt x="137714" y="494963"/>
                </a:lnTo>
                <a:lnTo>
                  <a:pt x="136806" y="494504"/>
                </a:lnTo>
                <a:lnTo>
                  <a:pt x="135901" y="494040"/>
                </a:lnTo>
                <a:lnTo>
                  <a:pt x="134998" y="493571"/>
                </a:lnTo>
                <a:lnTo>
                  <a:pt x="134099" y="493097"/>
                </a:lnTo>
                <a:lnTo>
                  <a:pt x="133203" y="492618"/>
                </a:lnTo>
                <a:lnTo>
                  <a:pt x="132309" y="492134"/>
                </a:lnTo>
                <a:lnTo>
                  <a:pt x="131419" y="491645"/>
                </a:lnTo>
                <a:lnTo>
                  <a:pt x="130532" y="491152"/>
                </a:lnTo>
                <a:lnTo>
                  <a:pt x="129648" y="490653"/>
                </a:lnTo>
                <a:lnTo>
                  <a:pt x="128768" y="490149"/>
                </a:lnTo>
                <a:lnTo>
                  <a:pt x="127890" y="489641"/>
                </a:lnTo>
                <a:lnTo>
                  <a:pt x="127015" y="489127"/>
                </a:lnTo>
                <a:lnTo>
                  <a:pt x="126144" y="488609"/>
                </a:lnTo>
                <a:lnTo>
                  <a:pt x="125276" y="488086"/>
                </a:lnTo>
                <a:lnTo>
                  <a:pt x="124411" y="487558"/>
                </a:lnTo>
                <a:lnTo>
                  <a:pt x="123550" y="487026"/>
                </a:lnTo>
                <a:lnTo>
                  <a:pt x="122692" y="486488"/>
                </a:lnTo>
                <a:lnTo>
                  <a:pt x="121837" y="485946"/>
                </a:lnTo>
                <a:lnTo>
                  <a:pt x="120985" y="485400"/>
                </a:lnTo>
                <a:lnTo>
                  <a:pt x="120137" y="484848"/>
                </a:lnTo>
                <a:lnTo>
                  <a:pt x="119291" y="484292"/>
                </a:lnTo>
                <a:lnTo>
                  <a:pt x="118450" y="483731"/>
                </a:lnTo>
                <a:lnTo>
                  <a:pt x="117612" y="483166"/>
                </a:lnTo>
                <a:lnTo>
                  <a:pt x="116777" y="482596"/>
                </a:lnTo>
                <a:lnTo>
                  <a:pt x="115945" y="482021"/>
                </a:lnTo>
                <a:lnTo>
                  <a:pt x="115117" y="481442"/>
                </a:lnTo>
                <a:lnTo>
                  <a:pt x="114292" y="480858"/>
                </a:lnTo>
                <a:lnTo>
                  <a:pt x="113471" y="480269"/>
                </a:lnTo>
                <a:lnTo>
                  <a:pt x="112654" y="479676"/>
                </a:lnTo>
                <a:lnTo>
                  <a:pt x="111840" y="479079"/>
                </a:lnTo>
                <a:lnTo>
                  <a:pt x="111029" y="478477"/>
                </a:lnTo>
                <a:lnTo>
                  <a:pt x="110222" y="477870"/>
                </a:lnTo>
                <a:lnTo>
                  <a:pt x="109418" y="477259"/>
                </a:lnTo>
                <a:lnTo>
                  <a:pt x="108618" y="476644"/>
                </a:lnTo>
                <a:lnTo>
                  <a:pt x="107822" y="476024"/>
                </a:lnTo>
                <a:lnTo>
                  <a:pt x="107029" y="475400"/>
                </a:lnTo>
                <a:lnTo>
                  <a:pt x="106240" y="474771"/>
                </a:lnTo>
                <a:lnTo>
                  <a:pt x="105455" y="474138"/>
                </a:lnTo>
                <a:lnTo>
                  <a:pt x="104673" y="473501"/>
                </a:lnTo>
                <a:lnTo>
                  <a:pt x="103895" y="472860"/>
                </a:lnTo>
                <a:lnTo>
                  <a:pt x="103121" y="472214"/>
                </a:lnTo>
                <a:lnTo>
                  <a:pt x="102350" y="471563"/>
                </a:lnTo>
                <a:lnTo>
                  <a:pt x="101583" y="470909"/>
                </a:lnTo>
                <a:lnTo>
                  <a:pt x="100820" y="470250"/>
                </a:lnTo>
                <a:lnTo>
                  <a:pt x="100061" y="469587"/>
                </a:lnTo>
                <a:lnTo>
                  <a:pt x="99305" y="468920"/>
                </a:lnTo>
                <a:lnTo>
                  <a:pt x="98553" y="468248"/>
                </a:lnTo>
                <a:lnTo>
                  <a:pt x="97806" y="467572"/>
                </a:lnTo>
                <a:lnTo>
                  <a:pt x="97062" y="466893"/>
                </a:lnTo>
                <a:lnTo>
                  <a:pt x="96321" y="466209"/>
                </a:lnTo>
                <a:lnTo>
                  <a:pt x="95585" y="465521"/>
                </a:lnTo>
                <a:lnTo>
                  <a:pt x="94853" y="464828"/>
                </a:lnTo>
                <a:lnTo>
                  <a:pt x="94124" y="464132"/>
                </a:lnTo>
                <a:lnTo>
                  <a:pt x="93400" y="463432"/>
                </a:lnTo>
                <a:lnTo>
                  <a:pt x="92679" y="462727"/>
                </a:lnTo>
                <a:lnTo>
                  <a:pt x="91963" y="462019"/>
                </a:lnTo>
                <a:lnTo>
                  <a:pt x="91250" y="461306"/>
                </a:lnTo>
                <a:lnTo>
                  <a:pt x="90542" y="460590"/>
                </a:lnTo>
                <a:lnTo>
                  <a:pt x="89837" y="459869"/>
                </a:lnTo>
                <a:lnTo>
                  <a:pt x="89137" y="459145"/>
                </a:lnTo>
                <a:lnTo>
                  <a:pt x="88441" y="458416"/>
                </a:lnTo>
                <a:lnTo>
                  <a:pt x="87748" y="457684"/>
                </a:lnTo>
                <a:lnTo>
                  <a:pt x="87060" y="456948"/>
                </a:lnTo>
                <a:lnTo>
                  <a:pt x="86376" y="456207"/>
                </a:lnTo>
                <a:lnTo>
                  <a:pt x="85697" y="455463"/>
                </a:lnTo>
                <a:lnTo>
                  <a:pt x="85021" y="454716"/>
                </a:lnTo>
                <a:lnTo>
                  <a:pt x="84349" y="453964"/>
                </a:lnTo>
                <a:lnTo>
                  <a:pt x="83682" y="453208"/>
                </a:lnTo>
                <a:lnTo>
                  <a:pt x="83019" y="452449"/>
                </a:lnTo>
                <a:lnTo>
                  <a:pt x="82360" y="451686"/>
                </a:lnTo>
                <a:lnTo>
                  <a:pt x="81706" y="450919"/>
                </a:lnTo>
                <a:lnTo>
                  <a:pt x="81055" y="450148"/>
                </a:lnTo>
                <a:lnTo>
                  <a:pt x="80410" y="449374"/>
                </a:lnTo>
                <a:lnTo>
                  <a:pt x="79768" y="448596"/>
                </a:lnTo>
                <a:lnTo>
                  <a:pt x="79131" y="447814"/>
                </a:lnTo>
                <a:lnTo>
                  <a:pt x="78498" y="447029"/>
                </a:lnTo>
                <a:lnTo>
                  <a:pt x="77869" y="446240"/>
                </a:lnTo>
                <a:lnTo>
                  <a:pt x="77245" y="445447"/>
                </a:lnTo>
                <a:lnTo>
                  <a:pt x="76625" y="444651"/>
                </a:lnTo>
                <a:lnTo>
                  <a:pt x="76010" y="443851"/>
                </a:lnTo>
                <a:lnTo>
                  <a:pt x="75399" y="443047"/>
                </a:lnTo>
                <a:lnTo>
                  <a:pt x="74792" y="442240"/>
                </a:lnTo>
                <a:lnTo>
                  <a:pt x="74190" y="441429"/>
                </a:lnTo>
                <a:lnTo>
                  <a:pt x="73593" y="440615"/>
                </a:lnTo>
                <a:lnTo>
                  <a:pt x="73000" y="439798"/>
                </a:lnTo>
                <a:lnTo>
                  <a:pt x="72411" y="438977"/>
                </a:lnTo>
                <a:lnTo>
                  <a:pt x="71827" y="438152"/>
                </a:lnTo>
                <a:lnTo>
                  <a:pt x="71248" y="437324"/>
                </a:lnTo>
                <a:lnTo>
                  <a:pt x="70673" y="436492"/>
                </a:lnTo>
                <a:lnTo>
                  <a:pt x="70103" y="435658"/>
                </a:lnTo>
                <a:lnTo>
                  <a:pt x="69538" y="434819"/>
                </a:lnTo>
                <a:lnTo>
                  <a:pt x="68977" y="433978"/>
                </a:lnTo>
                <a:lnTo>
                  <a:pt x="68421" y="433133"/>
                </a:lnTo>
                <a:lnTo>
                  <a:pt x="67869" y="432284"/>
                </a:lnTo>
                <a:lnTo>
                  <a:pt x="67323" y="431432"/>
                </a:lnTo>
                <a:lnTo>
                  <a:pt x="66781" y="430577"/>
                </a:lnTo>
                <a:lnTo>
                  <a:pt x="66243" y="429719"/>
                </a:lnTo>
                <a:lnTo>
                  <a:pt x="65711" y="428858"/>
                </a:lnTo>
                <a:lnTo>
                  <a:pt x="65183" y="427993"/>
                </a:lnTo>
                <a:lnTo>
                  <a:pt x="64660" y="427125"/>
                </a:lnTo>
                <a:lnTo>
                  <a:pt x="64142" y="426254"/>
                </a:lnTo>
                <a:lnTo>
                  <a:pt x="63628" y="425379"/>
                </a:lnTo>
                <a:lnTo>
                  <a:pt x="63120" y="424502"/>
                </a:lnTo>
                <a:lnTo>
                  <a:pt x="62616" y="423621"/>
                </a:lnTo>
                <a:lnTo>
                  <a:pt x="62117" y="422737"/>
                </a:lnTo>
                <a:lnTo>
                  <a:pt x="61624" y="421850"/>
                </a:lnTo>
                <a:lnTo>
                  <a:pt x="61135" y="420960"/>
                </a:lnTo>
                <a:lnTo>
                  <a:pt x="60651" y="420067"/>
                </a:lnTo>
                <a:lnTo>
                  <a:pt x="60172" y="419170"/>
                </a:lnTo>
                <a:lnTo>
                  <a:pt x="59698" y="418271"/>
                </a:lnTo>
                <a:lnTo>
                  <a:pt x="59229" y="417369"/>
                </a:lnTo>
                <a:lnTo>
                  <a:pt x="58765" y="416463"/>
                </a:lnTo>
                <a:lnTo>
                  <a:pt x="58306" y="415555"/>
                </a:lnTo>
                <a:lnTo>
                  <a:pt x="57852" y="414644"/>
                </a:lnTo>
                <a:lnTo>
                  <a:pt x="57403" y="413729"/>
                </a:lnTo>
                <a:lnTo>
                  <a:pt x="56959" y="412812"/>
                </a:lnTo>
                <a:lnTo>
                  <a:pt x="56520" y="411892"/>
                </a:lnTo>
                <a:lnTo>
                  <a:pt x="56087" y="410969"/>
                </a:lnTo>
                <a:lnTo>
                  <a:pt x="55658" y="410043"/>
                </a:lnTo>
                <a:lnTo>
                  <a:pt x="55235" y="409114"/>
                </a:lnTo>
                <a:lnTo>
                  <a:pt x="54817" y="408183"/>
                </a:lnTo>
                <a:lnTo>
                  <a:pt x="54404" y="407248"/>
                </a:lnTo>
                <a:lnTo>
                  <a:pt x="53997" y="406311"/>
                </a:lnTo>
                <a:lnTo>
                  <a:pt x="53594" y="405371"/>
                </a:lnTo>
                <a:lnTo>
                  <a:pt x="53197" y="404428"/>
                </a:lnTo>
                <a:lnTo>
                  <a:pt x="52805" y="403483"/>
                </a:lnTo>
                <a:lnTo>
                  <a:pt x="52418" y="402534"/>
                </a:lnTo>
                <a:lnTo>
                  <a:pt x="52037" y="401583"/>
                </a:lnTo>
                <a:lnTo>
                  <a:pt x="51661" y="400630"/>
                </a:lnTo>
                <a:lnTo>
                  <a:pt x="51291" y="399673"/>
                </a:lnTo>
                <a:lnTo>
                  <a:pt x="50925" y="398714"/>
                </a:lnTo>
                <a:lnTo>
                  <a:pt x="50565" y="397753"/>
                </a:lnTo>
                <a:lnTo>
                  <a:pt x="50211" y="396788"/>
                </a:lnTo>
                <a:lnTo>
                  <a:pt x="49862" y="395821"/>
                </a:lnTo>
                <a:lnTo>
                  <a:pt x="49518" y="394852"/>
                </a:lnTo>
                <a:lnTo>
                  <a:pt x="49180" y="393880"/>
                </a:lnTo>
                <a:lnTo>
                  <a:pt x="48847" y="392905"/>
                </a:lnTo>
                <a:lnTo>
                  <a:pt x="48520" y="391928"/>
                </a:lnTo>
                <a:lnTo>
                  <a:pt x="48199" y="390948"/>
                </a:lnTo>
                <a:lnTo>
                  <a:pt x="47882" y="389966"/>
                </a:lnTo>
                <a:lnTo>
                  <a:pt x="47572" y="388982"/>
                </a:lnTo>
                <a:lnTo>
                  <a:pt x="47267" y="387994"/>
                </a:lnTo>
                <a:lnTo>
                  <a:pt x="46967" y="387005"/>
                </a:lnTo>
                <a:lnTo>
                  <a:pt x="46674" y="386013"/>
                </a:lnTo>
                <a:lnTo>
                  <a:pt x="46385" y="385019"/>
                </a:lnTo>
                <a:lnTo>
                  <a:pt x="46103" y="384022"/>
                </a:lnTo>
                <a:lnTo>
                  <a:pt x="45826" y="383023"/>
                </a:lnTo>
                <a:lnTo>
                  <a:pt x="45555" y="382021"/>
                </a:lnTo>
                <a:lnTo>
                  <a:pt x="45289" y="381018"/>
                </a:lnTo>
                <a:lnTo>
                  <a:pt x="45029" y="380012"/>
                </a:lnTo>
                <a:lnTo>
                  <a:pt x="44775" y="379003"/>
                </a:lnTo>
                <a:lnTo>
                  <a:pt x="44527" y="377993"/>
                </a:lnTo>
                <a:lnTo>
                  <a:pt x="44284" y="376980"/>
                </a:lnTo>
                <a:lnTo>
                  <a:pt x="44047" y="375965"/>
                </a:lnTo>
                <a:lnTo>
                  <a:pt x="43816" y="374947"/>
                </a:lnTo>
                <a:lnTo>
                  <a:pt x="43591" y="373928"/>
                </a:lnTo>
                <a:lnTo>
                  <a:pt x="43372" y="372906"/>
                </a:lnTo>
                <a:lnTo>
                  <a:pt x="43158" y="371882"/>
                </a:lnTo>
                <a:lnTo>
                  <a:pt x="42951" y="370856"/>
                </a:lnTo>
                <a:lnTo>
                  <a:pt x="42749" y="369828"/>
                </a:lnTo>
                <a:lnTo>
                  <a:pt x="42553" y="368797"/>
                </a:lnTo>
                <a:lnTo>
                  <a:pt x="42363" y="367765"/>
                </a:lnTo>
                <a:lnTo>
                  <a:pt x="42180" y="366731"/>
                </a:lnTo>
                <a:lnTo>
                  <a:pt x="42002" y="365694"/>
                </a:lnTo>
                <a:lnTo>
                  <a:pt x="41830" y="364656"/>
                </a:lnTo>
                <a:lnTo>
                  <a:pt x="41664" y="363615"/>
                </a:lnTo>
                <a:lnTo>
                  <a:pt x="41504" y="362573"/>
                </a:lnTo>
                <a:lnTo>
                  <a:pt x="41350" y="361528"/>
                </a:lnTo>
                <a:lnTo>
                  <a:pt x="41202" y="360482"/>
                </a:lnTo>
                <a:lnTo>
                  <a:pt x="41061" y="359433"/>
                </a:lnTo>
                <a:lnTo>
                  <a:pt x="40925" y="358383"/>
                </a:lnTo>
                <a:lnTo>
                  <a:pt x="40796" y="357331"/>
                </a:lnTo>
                <a:lnTo>
                  <a:pt x="40672" y="356276"/>
                </a:lnTo>
                <a:lnTo>
                  <a:pt x="40555" y="355220"/>
                </a:lnTo>
                <a:lnTo>
                  <a:pt x="40444" y="354163"/>
                </a:lnTo>
                <a:lnTo>
                  <a:pt x="40339" y="353103"/>
                </a:lnTo>
                <a:lnTo>
                  <a:pt x="40241" y="352041"/>
                </a:lnTo>
                <a:lnTo>
                  <a:pt x="40148" y="350978"/>
                </a:lnTo>
                <a:lnTo>
                  <a:pt x="40062" y="349913"/>
                </a:lnTo>
                <a:lnTo>
                  <a:pt x="39982" y="348846"/>
                </a:lnTo>
                <a:lnTo>
                  <a:pt x="39909" y="347778"/>
                </a:lnTo>
                <a:lnTo>
                  <a:pt x="39841" y="346707"/>
                </a:lnTo>
                <a:lnTo>
                  <a:pt x="39780" y="345635"/>
                </a:lnTo>
                <a:lnTo>
                  <a:pt x="39726" y="344562"/>
                </a:lnTo>
                <a:lnTo>
                  <a:pt x="39677" y="343486"/>
                </a:lnTo>
                <a:lnTo>
                  <a:pt x="39636" y="342409"/>
                </a:lnTo>
                <a:lnTo>
                  <a:pt x="39600" y="341331"/>
                </a:lnTo>
                <a:lnTo>
                  <a:pt x="39571" y="340250"/>
                </a:lnTo>
                <a:lnTo>
                  <a:pt x="39548" y="339169"/>
                </a:lnTo>
                <a:lnTo>
                  <a:pt x="39532" y="338085"/>
                </a:lnTo>
                <a:lnTo>
                  <a:pt x="39522" y="337000"/>
                </a:lnTo>
                <a:lnTo>
                  <a:pt x="39519" y="335914"/>
                </a:lnTo>
                <a:lnTo>
                  <a:pt x="19760" y="335914"/>
                </a:lnTo>
                <a:lnTo>
                  <a:pt x="19764" y="337116"/>
                </a:lnTo>
                <a:lnTo>
                  <a:pt x="19774" y="338317"/>
                </a:lnTo>
                <a:lnTo>
                  <a:pt x="19792" y="339517"/>
                </a:lnTo>
                <a:lnTo>
                  <a:pt x="19817" y="340714"/>
                </a:lnTo>
                <a:lnTo>
                  <a:pt x="19849" y="341910"/>
                </a:lnTo>
                <a:lnTo>
                  <a:pt x="19888" y="343104"/>
                </a:lnTo>
                <a:lnTo>
                  <a:pt x="19935" y="344297"/>
                </a:lnTo>
                <a:lnTo>
                  <a:pt x="19988" y="345487"/>
                </a:lnTo>
                <a:lnTo>
                  <a:pt x="20048" y="346676"/>
                </a:lnTo>
                <a:lnTo>
                  <a:pt x="20115" y="347863"/>
                </a:lnTo>
                <a:lnTo>
                  <a:pt x="20190" y="349048"/>
                </a:lnTo>
                <a:lnTo>
                  <a:pt x="20271" y="350231"/>
                </a:lnTo>
                <a:lnTo>
                  <a:pt x="20359" y="351412"/>
                </a:lnTo>
                <a:lnTo>
                  <a:pt x="20454" y="352591"/>
                </a:lnTo>
                <a:lnTo>
                  <a:pt x="20556" y="353768"/>
                </a:lnTo>
                <a:lnTo>
                  <a:pt x="20664" y="354943"/>
                </a:lnTo>
                <a:lnTo>
                  <a:pt x="20780" y="356117"/>
                </a:lnTo>
                <a:lnTo>
                  <a:pt x="20903" y="357288"/>
                </a:lnTo>
                <a:lnTo>
                  <a:pt x="21032" y="358457"/>
                </a:lnTo>
                <a:lnTo>
                  <a:pt x="21168" y="359624"/>
                </a:lnTo>
                <a:lnTo>
                  <a:pt x="21311" y="360789"/>
                </a:lnTo>
                <a:lnTo>
                  <a:pt x="21460" y="361952"/>
                </a:lnTo>
                <a:lnTo>
                  <a:pt x="21617" y="363113"/>
                </a:lnTo>
                <a:lnTo>
                  <a:pt x="21780" y="364272"/>
                </a:lnTo>
                <a:lnTo>
                  <a:pt x="21949" y="365428"/>
                </a:lnTo>
                <a:lnTo>
                  <a:pt x="22126" y="366582"/>
                </a:lnTo>
                <a:lnTo>
                  <a:pt x="22309" y="367735"/>
                </a:lnTo>
                <a:lnTo>
                  <a:pt x="22498" y="368884"/>
                </a:lnTo>
                <a:lnTo>
                  <a:pt x="22695" y="370032"/>
                </a:lnTo>
                <a:lnTo>
                  <a:pt x="22897" y="371178"/>
                </a:lnTo>
                <a:lnTo>
                  <a:pt x="23107" y="372321"/>
                </a:lnTo>
                <a:lnTo>
                  <a:pt x="23323" y="373461"/>
                </a:lnTo>
                <a:lnTo>
                  <a:pt x="23545" y="374600"/>
                </a:lnTo>
                <a:lnTo>
                  <a:pt x="23774" y="375736"/>
                </a:lnTo>
                <a:lnTo>
                  <a:pt x="24010" y="376870"/>
                </a:lnTo>
                <a:lnTo>
                  <a:pt x="24252" y="378001"/>
                </a:lnTo>
                <a:lnTo>
                  <a:pt x="24500" y="379130"/>
                </a:lnTo>
                <a:lnTo>
                  <a:pt x="24755" y="380257"/>
                </a:lnTo>
                <a:lnTo>
                  <a:pt x="25016" y="381381"/>
                </a:lnTo>
                <a:lnTo>
                  <a:pt x="25284" y="382503"/>
                </a:lnTo>
                <a:lnTo>
                  <a:pt x="25558" y="383622"/>
                </a:lnTo>
                <a:lnTo>
                  <a:pt x="25838" y="384739"/>
                </a:lnTo>
                <a:lnTo>
                  <a:pt x="26125" y="385853"/>
                </a:lnTo>
                <a:lnTo>
                  <a:pt x="26418" y="386964"/>
                </a:lnTo>
                <a:lnTo>
                  <a:pt x="26717" y="388073"/>
                </a:lnTo>
                <a:lnTo>
                  <a:pt x="27023" y="389180"/>
                </a:lnTo>
                <a:lnTo>
                  <a:pt x="27334" y="390284"/>
                </a:lnTo>
                <a:lnTo>
                  <a:pt x="27652" y="391385"/>
                </a:lnTo>
                <a:lnTo>
                  <a:pt x="27977" y="392483"/>
                </a:lnTo>
                <a:lnTo>
                  <a:pt x="28307" y="393579"/>
                </a:lnTo>
                <a:lnTo>
                  <a:pt x="28643" y="394673"/>
                </a:lnTo>
                <a:lnTo>
                  <a:pt x="28986" y="395763"/>
                </a:lnTo>
                <a:lnTo>
                  <a:pt x="29335" y="396851"/>
                </a:lnTo>
                <a:lnTo>
                  <a:pt x="29690" y="397936"/>
                </a:lnTo>
                <a:lnTo>
                  <a:pt x="30051" y="399018"/>
                </a:lnTo>
                <a:lnTo>
                  <a:pt x="30418" y="400098"/>
                </a:lnTo>
                <a:lnTo>
                  <a:pt x="30791" y="401174"/>
                </a:lnTo>
                <a:lnTo>
                  <a:pt x="31170" y="402248"/>
                </a:lnTo>
                <a:lnTo>
                  <a:pt x="31555" y="403319"/>
                </a:lnTo>
                <a:lnTo>
                  <a:pt x="31946" y="404387"/>
                </a:lnTo>
                <a:lnTo>
                  <a:pt x="32343" y="405453"/>
                </a:lnTo>
                <a:lnTo>
                  <a:pt x="32746" y="406515"/>
                </a:lnTo>
                <a:lnTo>
                  <a:pt x="33155" y="407574"/>
                </a:lnTo>
                <a:lnTo>
                  <a:pt x="33570" y="408631"/>
                </a:lnTo>
                <a:lnTo>
                  <a:pt x="33991" y="409684"/>
                </a:lnTo>
                <a:lnTo>
                  <a:pt x="34417" y="410735"/>
                </a:lnTo>
                <a:lnTo>
                  <a:pt x="34850" y="411782"/>
                </a:lnTo>
                <a:lnTo>
                  <a:pt x="35288" y="412827"/>
                </a:lnTo>
                <a:lnTo>
                  <a:pt x="35732" y="413868"/>
                </a:lnTo>
                <a:lnTo>
                  <a:pt x="36182" y="414907"/>
                </a:lnTo>
                <a:lnTo>
                  <a:pt x="36637" y="415942"/>
                </a:lnTo>
                <a:lnTo>
                  <a:pt x="37099" y="416974"/>
                </a:lnTo>
                <a:lnTo>
                  <a:pt x="37566" y="418003"/>
                </a:lnTo>
                <a:lnTo>
                  <a:pt x="38038" y="419029"/>
                </a:lnTo>
                <a:lnTo>
                  <a:pt x="38517" y="420052"/>
                </a:lnTo>
                <a:lnTo>
                  <a:pt x="39001" y="421071"/>
                </a:lnTo>
                <a:lnTo>
                  <a:pt x="39491" y="422087"/>
                </a:lnTo>
                <a:lnTo>
                  <a:pt x="39986" y="423100"/>
                </a:lnTo>
                <a:lnTo>
                  <a:pt x="40487" y="424110"/>
                </a:lnTo>
                <a:lnTo>
                  <a:pt x="40993" y="425117"/>
                </a:lnTo>
                <a:lnTo>
                  <a:pt x="41505" y="426120"/>
                </a:lnTo>
                <a:lnTo>
                  <a:pt x="42023" y="427120"/>
                </a:lnTo>
                <a:lnTo>
                  <a:pt x="42546" y="428117"/>
                </a:lnTo>
                <a:lnTo>
                  <a:pt x="43075" y="429110"/>
                </a:lnTo>
                <a:lnTo>
                  <a:pt x="43609" y="430100"/>
                </a:lnTo>
                <a:lnTo>
                  <a:pt x="44148" y="431086"/>
                </a:lnTo>
                <a:lnTo>
                  <a:pt x="44693" y="432069"/>
                </a:lnTo>
                <a:lnTo>
                  <a:pt x="45244" y="433049"/>
                </a:lnTo>
                <a:lnTo>
                  <a:pt x="45799" y="434025"/>
                </a:lnTo>
                <a:lnTo>
                  <a:pt x="46361" y="434998"/>
                </a:lnTo>
                <a:lnTo>
                  <a:pt x="46927" y="435967"/>
                </a:lnTo>
                <a:lnTo>
                  <a:pt x="47499" y="436932"/>
                </a:lnTo>
                <a:lnTo>
                  <a:pt x="48076" y="437895"/>
                </a:lnTo>
                <a:lnTo>
                  <a:pt x="48659" y="438853"/>
                </a:lnTo>
                <a:lnTo>
                  <a:pt x="49246" y="439808"/>
                </a:lnTo>
                <a:lnTo>
                  <a:pt x="49839" y="440760"/>
                </a:lnTo>
                <a:lnTo>
                  <a:pt x="50437" y="441707"/>
                </a:lnTo>
                <a:lnTo>
                  <a:pt x="51041" y="442652"/>
                </a:lnTo>
                <a:lnTo>
                  <a:pt x="51649" y="443592"/>
                </a:lnTo>
                <a:lnTo>
                  <a:pt x="52263" y="444529"/>
                </a:lnTo>
                <a:lnTo>
                  <a:pt x="52882" y="445462"/>
                </a:lnTo>
                <a:lnTo>
                  <a:pt x="53506" y="446391"/>
                </a:lnTo>
                <a:lnTo>
                  <a:pt x="54135" y="447317"/>
                </a:lnTo>
                <a:lnTo>
                  <a:pt x="54770" y="448239"/>
                </a:lnTo>
                <a:lnTo>
                  <a:pt x="55409" y="449157"/>
                </a:lnTo>
                <a:lnTo>
                  <a:pt x="56054" y="450072"/>
                </a:lnTo>
                <a:lnTo>
                  <a:pt x="56703" y="450982"/>
                </a:lnTo>
                <a:lnTo>
                  <a:pt x="57357" y="451889"/>
                </a:lnTo>
                <a:lnTo>
                  <a:pt x="58017" y="452792"/>
                </a:lnTo>
                <a:lnTo>
                  <a:pt x="58681" y="453690"/>
                </a:lnTo>
                <a:lnTo>
                  <a:pt x="59351" y="454586"/>
                </a:lnTo>
                <a:lnTo>
                  <a:pt x="60025" y="455477"/>
                </a:lnTo>
                <a:lnTo>
                  <a:pt x="60704" y="456364"/>
                </a:lnTo>
                <a:lnTo>
                  <a:pt x="61388" y="457247"/>
                </a:lnTo>
                <a:lnTo>
                  <a:pt x="62077" y="458126"/>
                </a:lnTo>
                <a:lnTo>
                  <a:pt x="62771" y="459002"/>
                </a:lnTo>
                <a:lnTo>
                  <a:pt x="63470" y="459873"/>
                </a:lnTo>
                <a:lnTo>
                  <a:pt x="64173" y="460740"/>
                </a:lnTo>
                <a:lnTo>
                  <a:pt x="64881" y="461603"/>
                </a:lnTo>
                <a:lnTo>
                  <a:pt x="65594" y="462462"/>
                </a:lnTo>
                <a:lnTo>
                  <a:pt x="66312" y="463317"/>
                </a:lnTo>
                <a:lnTo>
                  <a:pt x="67035" y="464168"/>
                </a:lnTo>
                <a:lnTo>
                  <a:pt x="67762" y="465015"/>
                </a:lnTo>
                <a:lnTo>
                  <a:pt x="68494" y="465857"/>
                </a:lnTo>
                <a:lnTo>
                  <a:pt x="69230" y="466695"/>
                </a:lnTo>
                <a:lnTo>
                  <a:pt x="69971" y="467529"/>
                </a:lnTo>
                <a:lnTo>
                  <a:pt x="70717" y="468359"/>
                </a:lnTo>
                <a:lnTo>
                  <a:pt x="71468" y="469185"/>
                </a:lnTo>
                <a:lnTo>
                  <a:pt x="72223" y="470006"/>
                </a:lnTo>
                <a:lnTo>
                  <a:pt x="72982" y="470824"/>
                </a:lnTo>
                <a:lnTo>
                  <a:pt x="73746" y="471636"/>
                </a:lnTo>
                <a:lnTo>
                  <a:pt x="74515" y="472445"/>
                </a:lnTo>
                <a:lnTo>
                  <a:pt x="75288" y="473249"/>
                </a:lnTo>
                <a:lnTo>
                  <a:pt x="76066" y="474049"/>
                </a:lnTo>
                <a:lnTo>
                  <a:pt x="76848" y="474844"/>
                </a:lnTo>
                <a:lnTo>
                  <a:pt x="77635" y="475635"/>
                </a:lnTo>
                <a:lnTo>
                  <a:pt x="78426" y="476422"/>
                </a:lnTo>
                <a:lnTo>
                  <a:pt x="79221" y="477204"/>
                </a:lnTo>
                <a:lnTo>
                  <a:pt x="80021" y="477981"/>
                </a:lnTo>
                <a:lnTo>
                  <a:pt x="80825" y="478755"/>
                </a:lnTo>
                <a:lnTo>
                  <a:pt x="81633" y="479523"/>
                </a:lnTo>
                <a:lnTo>
                  <a:pt x="82446" y="480287"/>
                </a:lnTo>
                <a:lnTo>
                  <a:pt x="83263" y="481047"/>
                </a:lnTo>
                <a:lnTo>
                  <a:pt x="84085" y="481802"/>
                </a:lnTo>
                <a:lnTo>
                  <a:pt x="84910" y="482552"/>
                </a:lnTo>
                <a:lnTo>
                  <a:pt x="85740" y="483298"/>
                </a:lnTo>
                <a:lnTo>
                  <a:pt x="86574" y="484039"/>
                </a:lnTo>
                <a:lnTo>
                  <a:pt x="87413" y="484776"/>
                </a:lnTo>
                <a:lnTo>
                  <a:pt x="88255" y="485508"/>
                </a:lnTo>
                <a:lnTo>
                  <a:pt x="89102" y="486235"/>
                </a:lnTo>
                <a:lnTo>
                  <a:pt x="89953" y="486958"/>
                </a:lnTo>
                <a:lnTo>
                  <a:pt x="90808" y="487675"/>
                </a:lnTo>
                <a:lnTo>
                  <a:pt x="91667" y="488388"/>
                </a:lnTo>
                <a:lnTo>
                  <a:pt x="92530" y="489097"/>
                </a:lnTo>
                <a:lnTo>
                  <a:pt x="93397" y="489800"/>
                </a:lnTo>
                <a:lnTo>
                  <a:pt x="94268" y="490499"/>
                </a:lnTo>
                <a:lnTo>
                  <a:pt x="95143" y="491193"/>
                </a:lnTo>
                <a:lnTo>
                  <a:pt x="96023" y="491881"/>
                </a:lnTo>
                <a:lnTo>
                  <a:pt x="96906" y="492566"/>
                </a:lnTo>
                <a:lnTo>
                  <a:pt x="97793" y="493245"/>
                </a:lnTo>
                <a:lnTo>
                  <a:pt x="98684" y="493919"/>
                </a:lnTo>
                <a:lnTo>
                  <a:pt x="99579" y="494588"/>
                </a:lnTo>
                <a:lnTo>
                  <a:pt x="100478" y="495253"/>
                </a:lnTo>
                <a:lnTo>
                  <a:pt x="101381" y="495912"/>
                </a:lnTo>
                <a:lnTo>
                  <a:pt x="102288" y="496567"/>
                </a:lnTo>
                <a:lnTo>
                  <a:pt x="103198" y="497216"/>
                </a:lnTo>
                <a:lnTo>
                  <a:pt x="104113" y="497861"/>
                </a:lnTo>
                <a:lnTo>
                  <a:pt x="105031" y="498500"/>
                </a:lnTo>
                <a:lnTo>
                  <a:pt x="105953" y="499134"/>
                </a:lnTo>
                <a:lnTo>
                  <a:pt x="106878" y="499763"/>
                </a:lnTo>
                <a:lnTo>
                  <a:pt x="107808" y="500387"/>
                </a:lnTo>
                <a:lnTo>
                  <a:pt x="108741" y="501006"/>
                </a:lnTo>
                <a:lnTo>
                  <a:pt x="109678" y="501620"/>
                </a:lnTo>
                <a:lnTo>
                  <a:pt x="110618" y="502229"/>
                </a:lnTo>
                <a:lnTo>
                  <a:pt x="111562" y="502832"/>
                </a:lnTo>
                <a:lnTo>
                  <a:pt x="112510" y="503430"/>
                </a:lnTo>
                <a:lnTo>
                  <a:pt x="113461" y="504023"/>
                </a:lnTo>
                <a:lnTo>
                  <a:pt x="114416" y="504611"/>
                </a:lnTo>
                <a:lnTo>
                  <a:pt x="115375" y="505194"/>
                </a:lnTo>
                <a:lnTo>
                  <a:pt x="116337" y="505771"/>
                </a:lnTo>
                <a:lnTo>
                  <a:pt x="117303" y="506343"/>
                </a:lnTo>
                <a:lnTo>
                  <a:pt x="118272" y="506909"/>
                </a:lnTo>
                <a:lnTo>
                  <a:pt x="119245" y="507470"/>
                </a:lnTo>
                <a:lnTo>
                  <a:pt x="120221" y="508026"/>
                </a:lnTo>
                <a:lnTo>
                  <a:pt x="121201" y="508576"/>
                </a:lnTo>
                <a:lnTo>
                  <a:pt x="122184" y="509121"/>
                </a:lnTo>
                <a:lnTo>
                  <a:pt x="123170" y="509661"/>
                </a:lnTo>
                <a:lnTo>
                  <a:pt x="124160" y="510195"/>
                </a:lnTo>
                <a:lnTo>
                  <a:pt x="125153" y="510724"/>
                </a:lnTo>
                <a:lnTo>
                  <a:pt x="126150" y="511247"/>
                </a:lnTo>
                <a:lnTo>
                  <a:pt x="127150" y="511764"/>
                </a:lnTo>
                <a:lnTo>
                  <a:pt x="128153" y="512276"/>
                </a:lnTo>
                <a:lnTo>
                  <a:pt x="129159" y="512783"/>
                </a:lnTo>
                <a:lnTo>
                  <a:pt x="130169" y="513284"/>
                </a:lnTo>
                <a:lnTo>
                  <a:pt x="131182" y="513779"/>
                </a:lnTo>
                <a:lnTo>
                  <a:pt x="132199" y="514269"/>
                </a:lnTo>
                <a:lnTo>
                  <a:pt x="133218" y="514753"/>
                </a:lnTo>
                <a:lnTo>
                  <a:pt x="134241" y="515231"/>
                </a:lnTo>
                <a:lnTo>
                  <a:pt x="135267" y="515704"/>
                </a:lnTo>
                <a:lnTo>
                  <a:pt x="136296" y="516171"/>
                </a:lnTo>
                <a:lnTo>
                  <a:pt x="137328" y="516632"/>
                </a:lnTo>
                <a:lnTo>
                  <a:pt x="138363" y="517088"/>
                </a:lnTo>
                <a:lnTo>
                  <a:pt x="139401" y="517538"/>
                </a:lnTo>
                <a:lnTo>
                  <a:pt x="140443" y="517982"/>
                </a:lnTo>
                <a:lnTo>
                  <a:pt x="141487" y="518420"/>
                </a:lnTo>
                <a:lnTo>
                  <a:pt x="142535" y="518852"/>
                </a:lnTo>
                <a:lnTo>
                  <a:pt x="143585" y="519279"/>
                </a:lnTo>
                <a:lnTo>
                  <a:pt x="144639" y="519700"/>
                </a:lnTo>
                <a:lnTo>
                  <a:pt x="145695" y="520114"/>
                </a:lnTo>
                <a:lnTo>
                  <a:pt x="146755" y="520523"/>
                </a:lnTo>
                <a:lnTo>
                  <a:pt x="147817" y="520926"/>
                </a:lnTo>
                <a:lnTo>
                  <a:pt x="148882" y="521323"/>
                </a:lnTo>
                <a:lnTo>
                  <a:pt x="149950" y="521714"/>
                </a:lnTo>
                <a:lnTo>
                  <a:pt x="151021" y="522100"/>
                </a:lnTo>
                <a:lnTo>
                  <a:pt x="152095" y="522479"/>
                </a:lnTo>
                <a:lnTo>
                  <a:pt x="153172" y="522852"/>
                </a:lnTo>
                <a:lnTo>
                  <a:pt x="154251" y="523219"/>
                </a:lnTo>
                <a:lnTo>
                  <a:pt x="155334" y="523580"/>
                </a:lnTo>
                <a:lnTo>
                  <a:pt x="156419" y="523935"/>
                </a:lnTo>
                <a:lnTo>
                  <a:pt x="157507" y="524284"/>
                </a:lnTo>
                <a:lnTo>
                  <a:pt x="158597" y="524626"/>
                </a:lnTo>
                <a:lnTo>
                  <a:pt x="159690" y="524963"/>
                </a:lnTo>
                <a:lnTo>
                  <a:pt x="160786" y="525293"/>
                </a:lnTo>
                <a:lnTo>
                  <a:pt x="161885" y="525617"/>
                </a:lnTo>
                <a:lnTo>
                  <a:pt x="162986" y="525935"/>
                </a:lnTo>
                <a:lnTo>
                  <a:pt x="164090" y="526247"/>
                </a:lnTo>
                <a:lnTo>
                  <a:pt x="165196" y="526553"/>
                </a:lnTo>
                <a:lnTo>
                  <a:pt x="166305" y="526852"/>
                </a:lnTo>
                <a:lnTo>
                  <a:pt x="167417" y="527145"/>
                </a:lnTo>
                <a:lnTo>
                  <a:pt x="168531" y="527431"/>
                </a:lnTo>
                <a:lnTo>
                  <a:pt x="169648" y="527712"/>
                </a:lnTo>
                <a:lnTo>
                  <a:pt x="170767" y="527986"/>
                </a:lnTo>
                <a:lnTo>
                  <a:pt x="171889" y="528253"/>
                </a:lnTo>
                <a:lnTo>
                  <a:pt x="173013" y="528515"/>
                </a:lnTo>
                <a:lnTo>
                  <a:pt x="174139" y="528769"/>
                </a:lnTo>
                <a:lnTo>
                  <a:pt x="175268" y="529018"/>
                </a:lnTo>
                <a:lnTo>
                  <a:pt x="176400" y="529260"/>
                </a:lnTo>
                <a:lnTo>
                  <a:pt x="177534" y="529495"/>
                </a:lnTo>
                <a:lnTo>
                  <a:pt x="178670" y="529724"/>
                </a:lnTo>
                <a:lnTo>
                  <a:pt x="179808" y="529947"/>
                </a:lnTo>
                <a:lnTo>
                  <a:pt x="180949" y="530163"/>
                </a:lnTo>
                <a:lnTo>
                  <a:pt x="182092" y="530372"/>
                </a:lnTo>
                <a:lnTo>
                  <a:pt x="183238" y="530575"/>
                </a:lnTo>
                <a:lnTo>
                  <a:pt x="184385" y="530771"/>
                </a:lnTo>
                <a:lnTo>
                  <a:pt x="185535" y="530961"/>
                </a:lnTo>
                <a:lnTo>
                  <a:pt x="186687" y="531144"/>
                </a:lnTo>
                <a:lnTo>
                  <a:pt x="187842" y="531320"/>
                </a:lnTo>
                <a:lnTo>
                  <a:pt x="188998" y="531490"/>
                </a:lnTo>
                <a:lnTo>
                  <a:pt x="190157" y="531653"/>
                </a:lnTo>
                <a:lnTo>
                  <a:pt x="191318" y="531809"/>
                </a:lnTo>
                <a:lnTo>
                  <a:pt x="192480" y="531959"/>
                </a:lnTo>
                <a:lnTo>
                  <a:pt x="193646" y="532102"/>
                </a:lnTo>
                <a:lnTo>
                  <a:pt x="194813" y="532238"/>
                </a:lnTo>
                <a:lnTo>
                  <a:pt x="195982" y="532367"/>
                </a:lnTo>
                <a:lnTo>
                  <a:pt x="197153" y="532490"/>
                </a:lnTo>
                <a:lnTo>
                  <a:pt x="198326" y="532605"/>
                </a:lnTo>
                <a:lnTo>
                  <a:pt x="199501" y="532714"/>
                </a:lnTo>
                <a:lnTo>
                  <a:pt x="200679" y="532816"/>
                </a:lnTo>
                <a:lnTo>
                  <a:pt x="201858" y="532911"/>
                </a:lnTo>
                <a:lnTo>
                  <a:pt x="203039" y="532999"/>
                </a:lnTo>
                <a:lnTo>
                  <a:pt x="204222" y="533080"/>
                </a:lnTo>
                <a:lnTo>
                  <a:pt x="205407" y="533154"/>
                </a:lnTo>
                <a:lnTo>
                  <a:pt x="206594" y="533222"/>
                </a:lnTo>
                <a:lnTo>
                  <a:pt x="207782" y="533282"/>
                </a:lnTo>
                <a:lnTo>
                  <a:pt x="208973" y="533335"/>
                </a:lnTo>
                <a:lnTo>
                  <a:pt x="210165" y="533381"/>
                </a:lnTo>
                <a:lnTo>
                  <a:pt x="211359" y="533420"/>
                </a:lnTo>
                <a:lnTo>
                  <a:pt x="212555" y="533453"/>
                </a:lnTo>
                <a:lnTo>
                  <a:pt x="213753" y="533478"/>
                </a:lnTo>
                <a:lnTo>
                  <a:pt x="214952" y="533495"/>
                </a:lnTo>
                <a:lnTo>
                  <a:pt x="216153" y="533506"/>
                </a:lnTo>
                <a:lnTo>
                  <a:pt x="217356" y="533510"/>
                </a:lnTo>
                <a:lnTo>
                  <a:pt x="217356" y="533510"/>
                </a:lnTo>
                <a:lnTo>
                  <a:pt x="217356" y="533510"/>
                </a:lnTo>
                <a:close/>
                <a:moveTo>
                  <a:pt x="783798" y="335914"/>
                </a:moveTo>
                <a:lnTo>
                  <a:pt x="764039" y="335914"/>
                </a:lnTo>
                <a:lnTo>
                  <a:pt x="764035" y="337000"/>
                </a:lnTo>
                <a:lnTo>
                  <a:pt x="764026" y="338085"/>
                </a:lnTo>
                <a:lnTo>
                  <a:pt x="764009" y="339169"/>
                </a:lnTo>
                <a:lnTo>
                  <a:pt x="763987" y="340250"/>
                </a:lnTo>
                <a:lnTo>
                  <a:pt x="763958" y="341331"/>
                </a:lnTo>
                <a:lnTo>
                  <a:pt x="763922" y="342409"/>
                </a:lnTo>
                <a:lnTo>
                  <a:pt x="763880" y="343486"/>
                </a:lnTo>
                <a:lnTo>
                  <a:pt x="763832" y="344562"/>
                </a:lnTo>
                <a:lnTo>
                  <a:pt x="763777" y="345635"/>
                </a:lnTo>
                <a:lnTo>
                  <a:pt x="763716" y="346707"/>
                </a:lnTo>
                <a:lnTo>
                  <a:pt x="763649" y="347778"/>
                </a:lnTo>
                <a:lnTo>
                  <a:pt x="763575" y="348846"/>
                </a:lnTo>
                <a:lnTo>
                  <a:pt x="763496" y="349913"/>
                </a:lnTo>
                <a:lnTo>
                  <a:pt x="763409" y="350978"/>
                </a:lnTo>
                <a:lnTo>
                  <a:pt x="763317" y="352041"/>
                </a:lnTo>
                <a:lnTo>
                  <a:pt x="763218" y="353103"/>
                </a:lnTo>
                <a:lnTo>
                  <a:pt x="763114" y="354163"/>
                </a:lnTo>
                <a:lnTo>
                  <a:pt x="763003" y="355220"/>
                </a:lnTo>
                <a:lnTo>
                  <a:pt x="762885" y="356276"/>
                </a:lnTo>
                <a:lnTo>
                  <a:pt x="762762" y="357331"/>
                </a:lnTo>
                <a:lnTo>
                  <a:pt x="762633" y="358383"/>
                </a:lnTo>
                <a:lnTo>
                  <a:pt x="762497" y="359433"/>
                </a:lnTo>
                <a:lnTo>
                  <a:pt x="762355" y="360482"/>
                </a:lnTo>
                <a:lnTo>
                  <a:pt x="762208" y="361528"/>
                </a:lnTo>
                <a:lnTo>
                  <a:pt x="762054" y="362573"/>
                </a:lnTo>
                <a:lnTo>
                  <a:pt x="761894" y="363615"/>
                </a:lnTo>
                <a:lnTo>
                  <a:pt x="761728" y="364656"/>
                </a:lnTo>
                <a:lnTo>
                  <a:pt x="761556" y="365694"/>
                </a:lnTo>
                <a:lnTo>
                  <a:pt x="761378" y="366731"/>
                </a:lnTo>
                <a:lnTo>
                  <a:pt x="761194" y="367765"/>
                </a:lnTo>
                <a:lnTo>
                  <a:pt x="761004" y="368797"/>
                </a:lnTo>
                <a:lnTo>
                  <a:pt x="760809" y="369828"/>
                </a:lnTo>
                <a:lnTo>
                  <a:pt x="760607" y="370856"/>
                </a:lnTo>
                <a:lnTo>
                  <a:pt x="760399" y="371882"/>
                </a:lnTo>
                <a:lnTo>
                  <a:pt x="760186" y="372906"/>
                </a:lnTo>
                <a:lnTo>
                  <a:pt x="759966" y="373928"/>
                </a:lnTo>
                <a:lnTo>
                  <a:pt x="759741" y="374947"/>
                </a:lnTo>
                <a:lnTo>
                  <a:pt x="759510" y="375965"/>
                </a:lnTo>
                <a:lnTo>
                  <a:pt x="759273" y="376980"/>
                </a:lnTo>
                <a:lnTo>
                  <a:pt x="759031" y="377993"/>
                </a:lnTo>
                <a:lnTo>
                  <a:pt x="758783" y="379003"/>
                </a:lnTo>
                <a:lnTo>
                  <a:pt x="758528" y="380012"/>
                </a:lnTo>
                <a:lnTo>
                  <a:pt x="758269" y="381018"/>
                </a:lnTo>
                <a:lnTo>
                  <a:pt x="758003" y="382021"/>
                </a:lnTo>
                <a:lnTo>
                  <a:pt x="757732" y="383023"/>
                </a:lnTo>
                <a:lnTo>
                  <a:pt x="757455" y="384022"/>
                </a:lnTo>
                <a:lnTo>
                  <a:pt x="757172" y="385019"/>
                </a:lnTo>
                <a:lnTo>
                  <a:pt x="756884" y="386013"/>
                </a:lnTo>
                <a:lnTo>
                  <a:pt x="756590" y="387005"/>
                </a:lnTo>
                <a:lnTo>
                  <a:pt x="756291" y="387994"/>
                </a:lnTo>
                <a:lnTo>
                  <a:pt x="755986" y="388982"/>
                </a:lnTo>
                <a:lnTo>
                  <a:pt x="755675" y="389966"/>
                </a:lnTo>
                <a:lnTo>
                  <a:pt x="755359" y="390948"/>
                </a:lnTo>
                <a:lnTo>
                  <a:pt x="755037" y="391928"/>
                </a:lnTo>
                <a:lnTo>
                  <a:pt x="754710" y="392905"/>
                </a:lnTo>
                <a:lnTo>
                  <a:pt x="754377" y="393880"/>
                </a:lnTo>
                <a:lnTo>
                  <a:pt x="754039" y="394852"/>
                </a:lnTo>
                <a:lnTo>
                  <a:pt x="753696" y="395821"/>
                </a:lnTo>
                <a:lnTo>
                  <a:pt x="753347" y="396788"/>
                </a:lnTo>
                <a:lnTo>
                  <a:pt x="752992" y="397753"/>
                </a:lnTo>
                <a:lnTo>
                  <a:pt x="752632" y="398714"/>
                </a:lnTo>
                <a:lnTo>
                  <a:pt x="752267" y="399673"/>
                </a:lnTo>
                <a:lnTo>
                  <a:pt x="751896" y="400630"/>
                </a:lnTo>
                <a:lnTo>
                  <a:pt x="751520" y="401583"/>
                </a:lnTo>
                <a:lnTo>
                  <a:pt x="751139" y="402534"/>
                </a:lnTo>
                <a:lnTo>
                  <a:pt x="750752" y="403483"/>
                </a:lnTo>
                <a:lnTo>
                  <a:pt x="750361" y="404428"/>
                </a:lnTo>
                <a:lnTo>
                  <a:pt x="749963" y="405371"/>
                </a:lnTo>
                <a:lnTo>
                  <a:pt x="749561" y="406311"/>
                </a:lnTo>
                <a:lnTo>
                  <a:pt x="749153" y="407248"/>
                </a:lnTo>
                <a:lnTo>
                  <a:pt x="748740" y="408183"/>
                </a:lnTo>
                <a:lnTo>
                  <a:pt x="748322" y="409114"/>
                </a:lnTo>
                <a:lnTo>
                  <a:pt x="747899" y="410043"/>
                </a:lnTo>
                <a:lnTo>
                  <a:pt x="747471" y="410969"/>
                </a:lnTo>
                <a:lnTo>
                  <a:pt x="747037" y="411892"/>
                </a:lnTo>
                <a:lnTo>
                  <a:pt x="746598" y="412812"/>
                </a:lnTo>
                <a:lnTo>
                  <a:pt x="746155" y="413729"/>
                </a:lnTo>
                <a:lnTo>
                  <a:pt x="745706" y="414644"/>
                </a:lnTo>
                <a:lnTo>
                  <a:pt x="745252" y="415555"/>
                </a:lnTo>
                <a:lnTo>
                  <a:pt x="744793" y="416463"/>
                </a:lnTo>
                <a:lnTo>
                  <a:pt x="744329" y="417369"/>
                </a:lnTo>
                <a:lnTo>
                  <a:pt x="743860" y="418271"/>
                </a:lnTo>
                <a:lnTo>
                  <a:pt x="743386" y="419170"/>
                </a:lnTo>
                <a:lnTo>
                  <a:pt x="742907" y="420067"/>
                </a:lnTo>
                <a:lnTo>
                  <a:pt x="742423" y="420960"/>
                </a:lnTo>
                <a:lnTo>
                  <a:pt x="741934" y="421850"/>
                </a:lnTo>
                <a:lnTo>
                  <a:pt x="741440" y="422737"/>
                </a:lnTo>
                <a:lnTo>
                  <a:pt x="740941" y="423621"/>
                </a:lnTo>
                <a:lnTo>
                  <a:pt x="740438" y="424502"/>
                </a:lnTo>
                <a:lnTo>
                  <a:pt x="739929" y="425379"/>
                </a:lnTo>
                <a:lnTo>
                  <a:pt x="739416" y="426254"/>
                </a:lnTo>
                <a:lnTo>
                  <a:pt x="738898" y="427125"/>
                </a:lnTo>
                <a:lnTo>
                  <a:pt x="738375" y="427993"/>
                </a:lnTo>
                <a:lnTo>
                  <a:pt x="737847" y="428858"/>
                </a:lnTo>
                <a:lnTo>
                  <a:pt x="737314" y="429719"/>
                </a:lnTo>
                <a:lnTo>
                  <a:pt x="736777" y="430577"/>
                </a:lnTo>
                <a:lnTo>
                  <a:pt x="736235" y="431432"/>
                </a:lnTo>
                <a:lnTo>
                  <a:pt x="735688" y="432284"/>
                </a:lnTo>
                <a:lnTo>
                  <a:pt x="735137" y="433133"/>
                </a:lnTo>
                <a:lnTo>
                  <a:pt x="734580" y="433978"/>
                </a:lnTo>
                <a:lnTo>
                  <a:pt x="734020" y="434819"/>
                </a:lnTo>
                <a:lnTo>
                  <a:pt x="733454" y="435658"/>
                </a:lnTo>
                <a:lnTo>
                  <a:pt x="732884" y="436492"/>
                </a:lnTo>
                <a:lnTo>
                  <a:pt x="732309" y="437324"/>
                </a:lnTo>
                <a:lnTo>
                  <a:pt x="731730" y="438152"/>
                </a:lnTo>
                <a:lnTo>
                  <a:pt x="731146" y="438977"/>
                </a:lnTo>
                <a:lnTo>
                  <a:pt x="730558" y="439798"/>
                </a:lnTo>
                <a:lnTo>
                  <a:pt x="729965" y="440615"/>
                </a:lnTo>
                <a:lnTo>
                  <a:pt x="729367" y="441429"/>
                </a:lnTo>
                <a:lnTo>
                  <a:pt x="728765" y="442240"/>
                </a:lnTo>
                <a:lnTo>
                  <a:pt x="728159" y="443047"/>
                </a:lnTo>
                <a:lnTo>
                  <a:pt x="727548" y="443851"/>
                </a:lnTo>
                <a:lnTo>
                  <a:pt x="726932" y="444651"/>
                </a:lnTo>
                <a:lnTo>
                  <a:pt x="726313" y="445447"/>
                </a:lnTo>
                <a:lnTo>
                  <a:pt x="725688" y="446240"/>
                </a:lnTo>
                <a:lnTo>
                  <a:pt x="725060" y="447029"/>
                </a:lnTo>
                <a:lnTo>
                  <a:pt x="724427" y="447814"/>
                </a:lnTo>
                <a:lnTo>
                  <a:pt x="723790" y="448596"/>
                </a:lnTo>
                <a:lnTo>
                  <a:pt x="723148" y="449374"/>
                </a:lnTo>
                <a:lnTo>
                  <a:pt x="722502" y="450148"/>
                </a:lnTo>
                <a:lnTo>
                  <a:pt x="721852" y="450919"/>
                </a:lnTo>
                <a:lnTo>
                  <a:pt x="721197" y="451686"/>
                </a:lnTo>
                <a:lnTo>
                  <a:pt x="720538" y="452449"/>
                </a:lnTo>
                <a:lnTo>
                  <a:pt x="719875" y="453208"/>
                </a:lnTo>
                <a:lnTo>
                  <a:pt x="719208" y="453964"/>
                </a:lnTo>
                <a:lnTo>
                  <a:pt x="718536" y="454716"/>
                </a:lnTo>
                <a:lnTo>
                  <a:pt x="717861" y="455463"/>
                </a:lnTo>
                <a:lnTo>
                  <a:pt x="717181" y="456207"/>
                </a:lnTo>
                <a:lnTo>
                  <a:pt x="716497" y="456948"/>
                </a:lnTo>
                <a:lnTo>
                  <a:pt x="715809" y="457684"/>
                </a:lnTo>
                <a:lnTo>
                  <a:pt x="715117" y="458416"/>
                </a:lnTo>
                <a:lnTo>
                  <a:pt x="714420" y="459145"/>
                </a:lnTo>
                <a:lnTo>
                  <a:pt x="713720" y="459869"/>
                </a:lnTo>
                <a:lnTo>
                  <a:pt x="713015" y="460590"/>
                </a:lnTo>
                <a:lnTo>
                  <a:pt x="712307" y="461306"/>
                </a:lnTo>
                <a:lnTo>
                  <a:pt x="711594" y="462019"/>
                </a:lnTo>
                <a:lnTo>
                  <a:pt x="710878" y="462727"/>
                </a:lnTo>
                <a:lnTo>
                  <a:pt x="710157" y="463432"/>
                </a:lnTo>
                <a:lnTo>
                  <a:pt x="709433" y="464132"/>
                </a:lnTo>
                <a:lnTo>
                  <a:pt x="708704" y="464828"/>
                </a:lnTo>
                <a:lnTo>
                  <a:pt x="707972" y="465521"/>
                </a:lnTo>
                <a:lnTo>
                  <a:pt x="707236" y="466209"/>
                </a:lnTo>
                <a:lnTo>
                  <a:pt x="706496" y="466893"/>
                </a:lnTo>
                <a:lnTo>
                  <a:pt x="705752" y="467572"/>
                </a:lnTo>
                <a:lnTo>
                  <a:pt x="705004" y="468248"/>
                </a:lnTo>
                <a:lnTo>
                  <a:pt x="704252" y="468920"/>
                </a:lnTo>
                <a:lnTo>
                  <a:pt x="703497" y="469587"/>
                </a:lnTo>
                <a:lnTo>
                  <a:pt x="702737" y="470250"/>
                </a:lnTo>
                <a:lnTo>
                  <a:pt x="701974" y="470909"/>
                </a:lnTo>
                <a:lnTo>
                  <a:pt x="701207" y="471563"/>
                </a:lnTo>
                <a:lnTo>
                  <a:pt x="700437" y="472214"/>
                </a:lnTo>
                <a:lnTo>
                  <a:pt x="699662" y="472860"/>
                </a:lnTo>
                <a:lnTo>
                  <a:pt x="698884" y="473501"/>
                </a:lnTo>
                <a:lnTo>
                  <a:pt x="698102" y="474138"/>
                </a:lnTo>
                <a:lnTo>
                  <a:pt x="697317" y="474771"/>
                </a:lnTo>
                <a:lnTo>
                  <a:pt x="696528" y="475400"/>
                </a:lnTo>
                <a:lnTo>
                  <a:pt x="695735" y="476024"/>
                </a:lnTo>
                <a:lnTo>
                  <a:pt x="694939" y="476644"/>
                </a:lnTo>
                <a:lnTo>
                  <a:pt x="694139" y="477259"/>
                </a:lnTo>
                <a:lnTo>
                  <a:pt x="693335" y="477870"/>
                </a:lnTo>
                <a:lnTo>
                  <a:pt x="692528" y="478477"/>
                </a:lnTo>
                <a:lnTo>
                  <a:pt x="691718" y="479079"/>
                </a:lnTo>
                <a:lnTo>
                  <a:pt x="690904" y="479676"/>
                </a:lnTo>
                <a:lnTo>
                  <a:pt x="690086" y="480269"/>
                </a:lnTo>
                <a:lnTo>
                  <a:pt x="689265" y="480858"/>
                </a:lnTo>
                <a:lnTo>
                  <a:pt x="688440" y="481442"/>
                </a:lnTo>
                <a:lnTo>
                  <a:pt x="687612" y="482021"/>
                </a:lnTo>
                <a:lnTo>
                  <a:pt x="686781" y="482596"/>
                </a:lnTo>
                <a:lnTo>
                  <a:pt x="685946" y="483166"/>
                </a:lnTo>
                <a:lnTo>
                  <a:pt x="685107" y="483731"/>
                </a:lnTo>
                <a:lnTo>
                  <a:pt x="684266" y="484292"/>
                </a:lnTo>
                <a:lnTo>
                  <a:pt x="683421" y="484848"/>
                </a:lnTo>
                <a:lnTo>
                  <a:pt x="682572" y="485400"/>
                </a:lnTo>
                <a:lnTo>
                  <a:pt x="681721" y="485946"/>
                </a:lnTo>
                <a:lnTo>
                  <a:pt x="680866" y="486488"/>
                </a:lnTo>
                <a:lnTo>
                  <a:pt x="680007" y="487026"/>
                </a:lnTo>
                <a:lnTo>
                  <a:pt x="679146" y="487558"/>
                </a:lnTo>
                <a:lnTo>
                  <a:pt x="678281" y="488086"/>
                </a:lnTo>
                <a:lnTo>
                  <a:pt x="677413" y="488609"/>
                </a:lnTo>
                <a:lnTo>
                  <a:pt x="676542" y="489127"/>
                </a:lnTo>
                <a:lnTo>
                  <a:pt x="675667" y="489641"/>
                </a:lnTo>
                <a:lnTo>
                  <a:pt x="674790" y="490149"/>
                </a:lnTo>
                <a:lnTo>
                  <a:pt x="673909" y="490653"/>
                </a:lnTo>
                <a:lnTo>
                  <a:pt x="673025" y="491152"/>
                </a:lnTo>
                <a:lnTo>
                  <a:pt x="672138" y="491645"/>
                </a:lnTo>
                <a:lnTo>
                  <a:pt x="671248" y="492134"/>
                </a:lnTo>
                <a:lnTo>
                  <a:pt x="670355" y="492618"/>
                </a:lnTo>
                <a:lnTo>
                  <a:pt x="669458" y="493097"/>
                </a:lnTo>
                <a:lnTo>
                  <a:pt x="668559" y="493571"/>
                </a:lnTo>
                <a:lnTo>
                  <a:pt x="667657" y="494040"/>
                </a:lnTo>
                <a:lnTo>
                  <a:pt x="666751" y="494504"/>
                </a:lnTo>
                <a:lnTo>
                  <a:pt x="665843" y="494963"/>
                </a:lnTo>
                <a:lnTo>
                  <a:pt x="664932" y="495417"/>
                </a:lnTo>
                <a:lnTo>
                  <a:pt x="664017" y="495866"/>
                </a:lnTo>
                <a:lnTo>
                  <a:pt x="663100" y="496310"/>
                </a:lnTo>
                <a:lnTo>
                  <a:pt x="662180" y="496749"/>
                </a:lnTo>
                <a:lnTo>
                  <a:pt x="661257" y="497182"/>
                </a:lnTo>
                <a:lnTo>
                  <a:pt x="660331" y="497611"/>
                </a:lnTo>
                <a:lnTo>
                  <a:pt x="659402" y="498034"/>
                </a:lnTo>
                <a:lnTo>
                  <a:pt x="658471" y="498452"/>
                </a:lnTo>
                <a:lnTo>
                  <a:pt x="657536" y="498865"/>
                </a:lnTo>
                <a:lnTo>
                  <a:pt x="656599" y="499273"/>
                </a:lnTo>
                <a:lnTo>
                  <a:pt x="655659" y="499675"/>
                </a:lnTo>
                <a:lnTo>
                  <a:pt x="654716" y="500072"/>
                </a:lnTo>
                <a:lnTo>
                  <a:pt x="653771" y="500464"/>
                </a:lnTo>
                <a:lnTo>
                  <a:pt x="652822" y="500851"/>
                </a:lnTo>
                <a:lnTo>
                  <a:pt x="651871" y="501232"/>
                </a:lnTo>
                <a:lnTo>
                  <a:pt x="650918" y="501608"/>
                </a:lnTo>
                <a:lnTo>
                  <a:pt x="649961" y="501978"/>
                </a:lnTo>
                <a:lnTo>
                  <a:pt x="649002" y="502344"/>
                </a:lnTo>
                <a:lnTo>
                  <a:pt x="648041" y="502704"/>
                </a:lnTo>
                <a:lnTo>
                  <a:pt x="647076" y="503058"/>
                </a:lnTo>
                <a:lnTo>
                  <a:pt x="646109" y="503407"/>
                </a:lnTo>
                <a:lnTo>
                  <a:pt x="645140" y="503751"/>
                </a:lnTo>
                <a:lnTo>
                  <a:pt x="644168" y="504089"/>
                </a:lnTo>
                <a:lnTo>
                  <a:pt x="643193" y="504422"/>
                </a:lnTo>
                <a:lnTo>
                  <a:pt x="642216" y="504749"/>
                </a:lnTo>
                <a:lnTo>
                  <a:pt x="641236" y="505070"/>
                </a:lnTo>
                <a:lnTo>
                  <a:pt x="640254" y="505387"/>
                </a:lnTo>
                <a:lnTo>
                  <a:pt x="639270" y="505697"/>
                </a:lnTo>
                <a:lnTo>
                  <a:pt x="638283" y="506002"/>
                </a:lnTo>
                <a:lnTo>
                  <a:pt x="637293" y="506302"/>
                </a:lnTo>
                <a:lnTo>
                  <a:pt x="636301" y="506596"/>
                </a:lnTo>
                <a:lnTo>
                  <a:pt x="635307" y="506884"/>
                </a:lnTo>
                <a:lnTo>
                  <a:pt x="634310" y="507166"/>
                </a:lnTo>
                <a:lnTo>
                  <a:pt x="633311" y="507443"/>
                </a:lnTo>
                <a:lnTo>
                  <a:pt x="632310" y="507715"/>
                </a:lnTo>
                <a:lnTo>
                  <a:pt x="631306" y="507980"/>
                </a:lnTo>
                <a:lnTo>
                  <a:pt x="630300" y="508240"/>
                </a:lnTo>
                <a:lnTo>
                  <a:pt x="629291" y="508494"/>
                </a:lnTo>
                <a:lnTo>
                  <a:pt x="628281" y="508742"/>
                </a:lnTo>
                <a:lnTo>
                  <a:pt x="627268" y="508985"/>
                </a:lnTo>
                <a:lnTo>
                  <a:pt x="626253" y="509222"/>
                </a:lnTo>
                <a:lnTo>
                  <a:pt x="625235" y="509453"/>
                </a:lnTo>
                <a:lnTo>
                  <a:pt x="624216" y="509678"/>
                </a:lnTo>
                <a:lnTo>
                  <a:pt x="623194" y="509897"/>
                </a:lnTo>
                <a:lnTo>
                  <a:pt x="622170" y="510111"/>
                </a:lnTo>
                <a:lnTo>
                  <a:pt x="621144" y="510318"/>
                </a:lnTo>
                <a:lnTo>
                  <a:pt x="620116" y="510520"/>
                </a:lnTo>
                <a:lnTo>
                  <a:pt x="619086" y="510716"/>
                </a:lnTo>
                <a:lnTo>
                  <a:pt x="618053" y="510906"/>
                </a:lnTo>
                <a:lnTo>
                  <a:pt x="617019" y="511090"/>
                </a:lnTo>
                <a:lnTo>
                  <a:pt x="615982" y="511267"/>
                </a:lnTo>
                <a:lnTo>
                  <a:pt x="614944" y="511439"/>
                </a:lnTo>
                <a:lnTo>
                  <a:pt x="613903" y="511605"/>
                </a:lnTo>
                <a:lnTo>
                  <a:pt x="612861" y="511765"/>
                </a:lnTo>
                <a:lnTo>
                  <a:pt x="611816" y="511919"/>
                </a:lnTo>
                <a:lnTo>
                  <a:pt x="610770" y="512067"/>
                </a:lnTo>
                <a:lnTo>
                  <a:pt x="609721" y="512209"/>
                </a:lnTo>
                <a:lnTo>
                  <a:pt x="608671" y="512344"/>
                </a:lnTo>
                <a:lnTo>
                  <a:pt x="607619" y="512474"/>
                </a:lnTo>
                <a:lnTo>
                  <a:pt x="606564" y="512597"/>
                </a:lnTo>
                <a:lnTo>
                  <a:pt x="605508" y="512714"/>
                </a:lnTo>
                <a:lnTo>
                  <a:pt x="604451" y="512825"/>
                </a:lnTo>
                <a:lnTo>
                  <a:pt x="603391" y="512930"/>
                </a:lnTo>
                <a:lnTo>
                  <a:pt x="602329" y="513029"/>
                </a:lnTo>
                <a:lnTo>
                  <a:pt x="601266" y="513121"/>
                </a:lnTo>
                <a:lnTo>
                  <a:pt x="600201" y="513207"/>
                </a:lnTo>
                <a:lnTo>
                  <a:pt x="599134" y="513287"/>
                </a:lnTo>
                <a:lnTo>
                  <a:pt x="598066" y="513361"/>
                </a:lnTo>
                <a:lnTo>
                  <a:pt x="596995" y="513428"/>
                </a:lnTo>
                <a:lnTo>
                  <a:pt x="595923" y="513489"/>
                </a:lnTo>
                <a:lnTo>
                  <a:pt x="594850" y="513543"/>
                </a:lnTo>
                <a:lnTo>
                  <a:pt x="593774" y="513592"/>
                </a:lnTo>
                <a:lnTo>
                  <a:pt x="592697" y="513634"/>
                </a:lnTo>
                <a:lnTo>
                  <a:pt x="591619" y="513669"/>
                </a:lnTo>
                <a:lnTo>
                  <a:pt x="590538" y="513698"/>
                </a:lnTo>
                <a:lnTo>
                  <a:pt x="589457" y="513721"/>
                </a:lnTo>
                <a:lnTo>
                  <a:pt x="588373" y="513737"/>
                </a:lnTo>
                <a:lnTo>
                  <a:pt x="587288" y="513747"/>
                </a:lnTo>
                <a:lnTo>
                  <a:pt x="586202" y="513750"/>
                </a:lnTo>
                <a:lnTo>
                  <a:pt x="586202" y="533510"/>
                </a:lnTo>
                <a:lnTo>
                  <a:pt x="586202" y="533510"/>
                </a:lnTo>
                <a:lnTo>
                  <a:pt x="586202" y="533510"/>
                </a:lnTo>
                <a:lnTo>
                  <a:pt x="587405" y="533506"/>
                </a:lnTo>
                <a:lnTo>
                  <a:pt x="588606" y="533495"/>
                </a:lnTo>
                <a:lnTo>
                  <a:pt x="589805" y="533478"/>
                </a:lnTo>
                <a:lnTo>
                  <a:pt x="591003" y="533453"/>
                </a:lnTo>
                <a:lnTo>
                  <a:pt x="592199" y="533420"/>
                </a:lnTo>
                <a:lnTo>
                  <a:pt x="593393" y="533381"/>
                </a:lnTo>
                <a:lnTo>
                  <a:pt x="594585" y="533335"/>
                </a:lnTo>
                <a:lnTo>
                  <a:pt x="595776" y="533282"/>
                </a:lnTo>
                <a:lnTo>
                  <a:pt x="596965" y="533222"/>
                </a:lnTo>
                <a:lnTo>
                  <a:pt x="598151" y="533154"/>
                </a:lnTo>
                <a:lnTo>
                  <a:pt x="599336" y="533080"/>
                </a:lnTo>
                <a:lnTo>
                  <a:pt x="600519" y="532999"/>
                </a:lnTo>
                <a:lnTo>
                  <a:pt x="601700" y="532911"/>
                </a:lnTo>
                <a:lnTo>
                  <a:pt x="602880" y="532816"/>
                </a:lnTo>
                <a:lnTo>
                  <a:pt x="604057" y="532714"/>
                </a:lnTo>
                <a:lnTo>
                  <a:pt x="605232" y="532605"/>
                </a:lnTo>
                <a:lnTo>
                  <a:pt x="606405" y="532490"/>
                </a:lnTo>
                <a:lnTo>
                  <a:pt x="607576" y="532367"/>
                </a:lnTo>
                <a:lnTo>
                  <a:pt x="608746" y="532238"/>
                </a:lnTo>
                <a:lnTo>
                  <a:pt x="609913" y="532102"/>
                </a:lnTo>
                <a:lnTo>
                  <a:pt x="611078" y="531959"/>
                </a:lnTo>
                <a:lnTo>
                  <a:pt x="612241" y="531809"/>
                </a:lnTo>
                <a:lnTo>
                  <a:pt x="613401" y="531653"/>
                </a:lnTo>
                <a:lnTo>
                  <a:pt x="614560" y="531490"/>
                </a:lnTo>
                <a:lnTo>
                  <a:pt x="615717" y="531320"/>
                </a:lnTo>
                <a:lnTo>
                  <a:pt x="616871" y="531144"/>
                </a:lnTo>
                <a:lnTo>
                  <a:pt x="618023" y="530961"/>
                </a:lnTo>
                <a:lnTo>
                  <a:pt x="619173" y="530771"/>
                </a:lnTo>
                <a:lnTo>
                  <a:pt x="620321" y="530575"/>
                </a:lnTo>
                <a:lnTo>
                  <a:pt x="621466" y="530372"/>
                </a:lnTo>
                <a:lnTo>
                  <a:pt x="622609" y="530163"/>
                </a:lnTo>
                <a:lnTo>
                  <a:pt x="623750" y="529947"/>
                </a:lnTo>
                <a:lnTo>
                  <a:pt x="624889" y="529724"/>
                </a:lnTo>
                <a:lnTo>
                  <a:pt x="626025" y="529495"/>
                </a:lnTo>
                <a:lnTo>
                  <a:pt x="627158" y="529260"/>
                </a:lnTo>
                <a:lnTo>
                  <a:pt x="628290" y="529018"/>
                </a:lnTo>
                <a:lnTo>
                  <a:pt x="629419" y="528769"/>
                </a:lnTo>
                <a:lnTo>
                  <a:pt x="630545" y="528515"/>
                </a:lnTo>
                <a:lnTo>
                  <a:pt x="631670" y="528253"/>
                </a:lnTo>
                <a:lnTo>
                  <a:pt x="632791" y="527986"/>
                </a:lnTo>
                <a:lnTo>
                  <a:pt x="633910" y="527712"/>
                </a:lnTo>
                <a:lnTo>
                  <a:pt x="635027" y="527431"/>
                </a:lnTo>
                <a:lnTo>
                  <a:pt x="636141" y="527145"/>
                </a:lnTo>
                <a:lnTo>
                  <a:pt x="637253" y="526852"/>
                </a:lnTo>
                <a:lnTo>
                  <a:pt x="638362" y="526553"/>
                </a:lnTo>
                <a:lnTo>
                  <a:pt x="639468" y="526247"/>
                </a:lnTo>
                <a:lnTo>
                  <a:pt x="640572" y="525935"/>
                </a:lnTo>
                <a:lnTo>
                  <a:pt x="641674" y="525617"/>
                </a:lnTo>
                <a:lnTo>
                  <a:pt x="642772" y="525293"/>
                </a:lnTo>
                <a:lnTo>
                  <a:pt x="643868" y="524963"/>
                </a:lnTo>
                <a:lnTo>
                  <a:pt x="644961" y="524626"/>
                </a:lnTo>
                <a:lnTo>
                  <a:pt x="646052" y="524284"/>
                </a:lnTo>
                <a:lnTo>
                  <a:pt x="647140" y="523935"/>
                </a:lnTo>
                <a:lnTo>
                  <a:pt x="648225" y="523580"/>
                </a:lnTo>
                <a:lnTo>
                  <a:pt x="649307" y="523219"/>
                </a:lnTo>
                <a:lnTo>
                  <a:pt x="650386" y="522852"/>
                </a:lnTo>
                <a:lnTo>
                  <a:pt x="651463" y="522479"/>
                </a:lnTo>
                <a:lnTo>
                  <a:pt x="652537" y="522100"/>
                </a:lnTo>
                <a:lnTo>
                  <a:pt x="653608" y="521714"/>
                </a:lnTo>
                <a:lnTo>
                  <a:pt x="654676" y="521323"/>
                </a:lnTo>
                <a:lnTo>
                  <a:pt x="655741" y="520926"/>
                </a:lnTo>
                <a:lnTo>
                  <a:pt x="656804" y="520523"/>
                </a:lnTo>
                <a:lnTo>
                  <a:pt x="657863" y="520114"/>
                </a:lnTo>
                <a:lnTo>
                  <a:pt x="658920" y="519700"/>
                </a:lnTo>
                <a:lnTo>
                  <a:pt x="659973" y="519279"/>
                </a:lnTo>
                <a:lnTo>
                  <a:pt x="661024" y="518852"/>
                </a:lnTo>
                <a:lnTo>
                  <a:pt x="662071" y="518420"/>
                </a:lnTo>
                <a:lnTo>
                  <a:pt x="663116" y="517982"/>
                </a:lnTo>
                <a:lnTo>
                  <a:pt x="664157" y="517538"/>
                </a:lnTo>
                <a:lnTo>
                  <a:pt x="665195" y="517088"/>
                </a:lnTo>
                <a:lnTo>
                  <a:pt x="666231" y="516632"/>
                </a:lnTo>
                <a:lnTo>
                  <a:pt x="667263" y="516171"/>
                </a:lnTo>
                <a:lnTo>
                  <a:pt x="668292" y="515704"/>
                </a:lnTo>
                <a:lnTo>
                  <a:pt x="669318" y="515231"/>
                </a:lnTo>
                <a:lnTo>
                  <a:pt x="670340" y="514753"/>
                </a:lnTo>
                <a:lnTo>
                  <a:pt x="671360" y="514269"/>
                </a:lnTo>
                <a:lnTo>
                  <a:pt x="672376" y="513779"/>
                </a:lnTo>
                <a:lnTo>
                  <a:pt x="673389" y="513284"/>
                </a:lnTo>
                <a:lnTo>
                  <a:pt x="674399" y="512783"/>
                </a:lnTo>
                <a:lnTo>
                  <a:pt x="675405" y="512276"/>
                </a:lnTo>
                <a:lnTo>
                  <a:pt x="676409" y="511764"/>
                </a:lnTo>
                <a:lnTo>
                  <a:pt x="677409" y="511247"/>
                </a:lnTo>
                <a:lnTo>
                  <a:pt x="678405" y="510724"/>
                </a:lnTo>
                <a:lnTo>
                  <a:pt x="679398" y="510195"/>
                </a:lnTo>
                <a:lnTo>
                  <a:pt x="680388" y="509661"/>
                </a:lnTo>
                <a:lnTo>
                  <a:pt x="681375" y="509121"/>
                </a:lnTo>
                <a:lnTo>
                  <a:pt x="682358" y="508576"/>
                </a:lnTo>
                <a:lnTo>
                  <a:pt x="683337" y="508026"/>
                </a:lnTo>
                <a:lnTo>
                  <a:pt x="684314" y="507470"/>
                </a:lnTo>
                <a:lnTo>
                  <a:pt x="685286" y="506909"/>
                </a:lnTo>
                <a:lnTo>
                  <a:pt x="686255" y="506343"/>
                </a:lnTo>
                <a:lnTo>
                  <a:pt x="687221" y="505771"/>
                </a:lnTo>
                <a:lnTo>
                  <a:pt x="688183" y="505194"/>
                </a:lnTo>
                <a:lnTo>
                  <a:pt x="689142" y="504611"/>
                </a:lnTo>
                <a:lnTo>
                  <a:pt x="690097" y="504023"/>
                </a:lnTo>
                <a:lnTo>
                  <a:pt x="691048" y="503430"/>
                </a:lnTo>
                <a:lnTo>
                  <a:pt x="691996" y="502832"/>
                </a:lnTo>
                <a:lnTo>
                  <a:pt x="692940" y="502229"/>
                </a:lnTo>
                <a:lnTo>
                  <a:pt x="693881" y="501620"/>
                </a:lnTo>
                <a:lnTo>
                  <a:pt x="694818" y="501006"/>
                </a:lnTo>
                <a:lnTo>
                  <a:pt x="695751" y="500387"/>
                </a:lnTo>
                <a:lnTo>
                  <a:pt x="696680" y="499763"/>
                </a:lnTo>
                <a:lnTo>
                  <a:pt x="697606" y="499134"/>
                </a:lnTo>
                <a:lnTo>
                  <a:pt x="698528" y="498500"/>
                </a:lnTo>
                <a:lnTo>
                  <a:pt x="699446" y="497861"/>
                </a:lnTo>
                <a:lnTo>
                  <a:pt x="700360" y="497216"/>
                </a:lnTo>
                <a:lnTo>
                  <a:pt x="701271" y="496567"/>
                </a:lnTo>
                <a:lnTo>
                  <a:pt x="702177" y="495912"/>
                </a:lnTo>
                <a:lnTo>
                  <a:pt x="703080" y="495253"/>
                </a:lnTo>
                <a:lnTo>
                  <a:pt x="703979" y="494588"/>
                </a:lnTo>
                <a:lnTo>
                  <a:pt x="704874" y="493919"/>
                </a:lnTo>
                <a:lnTo>
                  <a:pt x="705765" y="493245"/>
                </a:lnTo>
                <a:lnTo>
                  <a:pt x="706652" y="492566"/>
                </a:lnTo>
                <a:lnTo>
                  <a:pt x="707536" y="491881"/>
                </a:lnTo>
                <a:lnTo>
                  <a:pt x="708415" y="491193"/>
                </a:lnTo>
                <a:lnTo>
                  <a:pt x="709290" y="490499"/>
                </a:lnTo>
                <a:lnTo>
                  <a:pt x="710161" y="489800"/>
                </a:lnTo>
                <a:lnTo>
                  <a:pt x="711029" y="489097"/>
                </a:lnTo>
                <a:lnTo>
                  <a:pt x="711892" y="488388"/>
                </a:lnTo>
                <a:lnTo>
                  <a:pt x="712751" y="487675"/>
                </a:lnTo>
                <a:lnTo>
                  <a:pt x="713606" y="486958"/>
                </a:lnTo>
                <a:lnTo>
                  <a:pt x="714456" y="486235"/>
                </a:lnTo>
                <a:lnTo>
                  <a:pt x="715303" y="485508"/>
                </a:lnTo>
                <a:lnTo>
                  <a:pt x="716146" y="484776"/>
                </a:lnTo>
                <a:lnTo>
                  <a:pt x="716984" y="484039"/>
                </a:lnTo>
                <a:lnTo>
                  <a:pt x="717818" y="483298"/>
                </a:lnTo>
                <a:lnTo>
                  <a:pt x="718648" y="482552"/>
                </a:lnTo>
                <a:lnTo>
                  <a:pt x="719474" y="481802"/>
                </a:lnTo>
                <a:lnTo>
                  <a:pt x="720295" y="481047"/>
                </a:lnTo>
                <a:lnTo>
                  <a:pt x="721112" y="480287"/>
                </a:lnTo>
                <a:lnTo>
                  <a:pt x="721925" y="479523"/>
                </a:lnTo>
                <a:lnTo>
                  <a:pt x="722733" y="478755"/>
                </a:lnTo>
                <a:lnTo>
                  <a:pt x="723538" y="477981"/>
                </a:lnTo>
                <a:lnTo>
                  <a:pt x="724337" y="477204"/>
                </a:lnTo>
                <a:lnTo>
                  <a:pt x="725133" y="476422"/>
                </a:lnTo>
                <a:lnTo>
                  <a:pt x="725924" y="475635"/>
                </a:lnTo>
                <a:lnTo>
                  <a:pt x="726710" y="474844"/>
                </a:lnTo>
                <a:lnTo>
                  <a:pt x="727492" y="474049"/>
                </a:lnTo>
                <a:lnTo>
                  <a:pt x="728270" y="473249"/>
                </a:lnTo>
                <a:lnTo>
                  <a:pt x="729043" y="472445"/>
                </a:lnTo>
                <a:lnTo>
                  <a:pt x="729812" y="471636"/>
                </a:lnTo>
                <a:lnTo>
                  <a:pt x="730576" y="470824"/>
                </a:lnTo>
                <a:lnTo>
                  <a:pt x="731336" y="470006"/>
                </a:lnTo>
                <a:lnTo>
                  <a:pt x="732091" y="469185"/>
                </a:lnTo>
                <a:lnTo>
                  <a:pt x="732841" y="468359"/>
                </a:lnTo>
                <a:lnTo>
                  <a:pt x="733587" y="467529"/>
                </a:lnTo>
                <a:lnTo>
                  <a:pt x="734328" y="466695"/>
                </a:lnTo>
                <a:lnTo>
                  <a:pt x="735065" y="465857"/>
                </a:lnTo>
                <a:lnTo>
                  <a:pt x="735797" y="465015"/>
                </a:lnTo>
                <a:lnTo>
                  <a:pt x="736524" y="464168"/>
                </a:lnTo>
                <a:lnTo>
                  <a:pt x="737246" y="463317"/>
                </a:lnTo>
                <a:lnTo>
                  <a:pt x="737964" y="462462"/>
                </a:lnTo>
                <a:lnTo>
                  <a:pt x="738677" y="461603"/>
                </a:lnTo>
                <a:lnTo>
                  <a:pt x="739385" y="460740"/>
                </a:lnTo>
                <a:lnTo>
                  <a:pt x="740089" y="459873"/>
                </a:lnTo>
                <a:lnTo>
                  <a:pt x="740787" y="459002"/>
                </a:lnTo>
                <a:lnTo>
                  <a:pt x="741481" y="458126"/>
                </a:lnTo>
                <a:lnTo>
                  <a:pt x="742170" y="457247"/>
                </a:lnTo>
                <a:lnTo>
                  <a:pt x="742854" y="456364"/>
                </a:lnTo>
                <a:lnTo>
                  <a:pt x="743533" y="455477"/>
                </a:lnTo>
                <a:lnTo>
                  <a:pt x="744208" y="454586"/>
                </a:lnTo>
                <a:lnTo>
                  <a:pt x="744877" y="453690"/>
                </a:lnTo>
                <a:lnTo>
                  <a:pt x="745541" y="452792"/>
                </a:lnTo>
                <a:lnTo>
                  <a:pt x="746201" y="451889"/>
                </a:lnTo>
                <a:lnTo>
                  <a:pt x="746855" y="450982"/>
                </a:lnTo>
                <a:lnTo>
                  <a:pt x="747505" y="450072"/>
                </a:lnTo>
                <a:lnTo>
                  <a:pt x="748149" y="449157"/>
                </a:lnTo>
                <a:lnTo>
                  <a:pt x="748789" y="448239"/>
                </a:lnTo>
                <a:lnTo>
                  <a:pt x="749423" y="447317"/>
                </a:lnTo>
                <a:lnTo>
                  <a:pt x="750052" y="446391"/>
                </a:lnTo>
                <a:lnTo>
                  <a:pt x="750676" y="445462"/>
                </a:lnTo>
                <a:lnTo>
                  <a:pt x="751295" y="444529"/>
                </a:lnTo>
                <a:lnTo>
                  <a:pt x="751909" y="443592"/>
                </a:lnTo>
                <a:lnTo>
                  <a:pt x="752517" y="442652"/>
                </a:lnTo>
                <a:lnTo>
                  <a:pt x="753121" y="441707"/>
                </a:lnTo>
                <a:lnTo>
                  <a:pt x="753719" y="440760"/>
                </a:lnTo>
                <a:lnTo>
                  <a:pt x="754312" y="439808"/>
                </a:lnTo>
                <a:lnTo>
                  <a:pt x="754900" y="438853"/>
                </a:lnTo>
                <a:lnTo>
                  <a:pt x="755482" y="437895"/>
                </a:lnTo>
                <a:lnTo>
                  <a:pt x="756059" y="436932"/>
                </a:lnTo>
                <a:lnTo>
                  <a:pt x="756631" y="435967"/>
                </a:lnTo>
                <a:lnTo>
                  <a:pt x="757198" y="434998"/>
                </a:lnTo>
                <a:lnTo>
                  <a:pt x="757759" y="434025"/>
                </a:lnTo>
                <a:lnTo>
                  <a:pt x="758315" y="433049"/>
                </a:lnTo>
                <a:lnTo>
                  <a:pt x="758865" y="432069"/>
                </a:lnTo>
                <a:lnTo>
                  <a:pt x="759410" y="431086"/>
                </a:lnTo>
                <a:lnTo>
                  <a:pt x="759950" y="430100"/>
                </a:lnTo>
                <a:lnTo>
                  <a:pt x="760484" y="429110"/>
                </a:lnTo>
                <a:lnTo>
                  <a:pt x="761012" y="428117"/>
                </a:lnTo>
                <a:lnTo>
                  <a:pt x="761535" y="427120"/>
                </a:lnTo>
                <a:lnTo>
                  <a:pt x="762053" y="426120"/>
                </a:lnTo>
                <a:lnTo>
                  <a:pt x="762565" y="425117"/>
                </a:lnTo>
                <a:lnTo>
                  <a:pt x="763071" y="424110"/>
                </a:lnTo>
                <a:lnTo>
                  <a:pt x="763572" y="423100"/>
                </a:lnTo>
                <a:lnTo>
                  <a:pt x="764068" y="422087"/>
                </a:lnTo>
                <a:lnTo>
                  <a:pt x="764557" y="421071"/>
                </a:lnTo>
                <a:lnTo>
                  <a:pt x="765041" y="420052"/>
                </a:lnTo>
                <a:lnTo>
                  <a:pt x="765520" y="419029"/>
                </a:lnTo>
                <a:lnTo>
                  <a:pt x="765992" y="418003"/>
                </a:lnTo>
                <a:lnTo>
                  <a:pt x="766460" y="416974"/>
                </a:lnTo>
                <a:lnTo>
                  <a:pt x="766921" y="415942"/>
                </a:lnTo>
                <a:lnTo>
                  <a:pt x="767376" y="414907"/>
                </a:lnTo>
                <a:lnTo>
                  <a:pt x="767826" y="413868"/>
                </a:lnTo>
                <a:lnTo>
                  <a:pt x="768270" y="412827"/>
                </a:lnTo>
                <a:lnTo>
                  <a:pt x="768708" y="411782"/>
                </a:lnTo>
                <a:lnTo>
                  <a:pt x="769141" y="410735"/>
                </a:lnTo>
                <a:lnTo>
                  <a:pt x="769567" y="409684"/>
                </a:lnTo>
                <a:lnTo>
                  <a:pt x="769988" y="408631"/>
                </a:lnTo>
                <a:lnTo>
                  <a:pt x="770403" y="407574"/>
                </a:lnTo>
                <a:lnTo>
                  <a:pt x="770812" y="406515"/>
                </a:lnTo>
                <a:lnTo>
                  <a:pt x="771215" y="405453"/>
                </a:lnTo>
                <a:lnTo>
                  <a:pt x="771612" y="404387"/>
                </a:lnTo>
                <a:lnTo>
                  <a:pt x="772003" y="403319"/>
                </a:lnTo>
                <a:lnTo>
                  <a:pt x="772388" y="402248"/>
                </a:lnTo>
                <a:lnTo>
                  <a:pt x="772767" y="401174"/>
                </a:lnTo>
                <a:lnTo>
                  <a:pt x="773140" y="400098"/>
                </a:lnTo>
                <a:lnTo>
                  <a:pt x="773507" y="399018"/>
                </a:lnTo>
                <a:lnTo>
                  <a:pt x="773868" y="397936"/>
                </a:lnTo>
                <a:lnTo>
                  <a:pt x="774223" y="396851"/>
                </a:lnTo>
                <a:lnTo>
                  <a:pt x="774572" y="395763"/>
                </a:lnTo>
                <a:lnTo>
                  <a:pt x="774915" y="394673"/>
                </a:lnTo>
                <a:lnTo>
                  <a:pt x="775251" y="393579"/>
                </a:lnTo>
                <a:lnTo>
                  <a:pt x="775582" y="392483"/>
                </a:lnTo>
                <a:lnTo>
                  <a:pt x="775906" y="391385"/>
                </a:lnTo>
                <a:lnTo>
                  <a:pt x="776224" y="390284"/>
                </a:lnTo>
                <a:lnTo>
                  <a:pt x="776536" y="389180"/>
                </a:lnTo>
                <a:lnTo>
                  <a:pt x="776841" y="388073"/>
                </a:lnTo>
                <a:lnTo>
                  <a:pt x="777140" y="386964"/>
                </a:lnTo>
                <a:lnTo>
                  <a:pt x="777433" y="385853"/>
                </a:lnTo>
                <a:lnTo>
                  <a:pt x="777720" y="384739"/>
                </a:lnTo>
                <a:lnTo>
                  <a:pt x="778000" y="383622"/>
                </a:lnTo>
                <a:lnTo>
                  <a:pt x="778274" y="382503"/>
                </a:lnTo>
                <a:lnTo>
                  <a:pt x="778542" y="381381"/>
                </a:lnTo>
                <a:lnTo>
                  <a:pt x="778803" y="380257"/>
                </a:lnTo>
                <a:lnTo>
                  <a:pt x="779058" y="379130"/>
                </a:lnTo>
                <a:lnTo>
                  <a:pt x="779306" y="378001"/>
                </a:lnTo>
                <a:lnTo>
                  <a:pt x="779548" y="376870"/>
                </a:lnTo>
                <a:lnTo>
                  <a:pt x="779784" y="375736"/>
                </a:lnTo>
                <a:lnTo>
                  <a:pt x="780013" y="374600"/>
                </a:lnTo>
                <a:lnTo>
                  <a:pt x="780235" y="373461"/>
                </a:lnTo>
                <a:lnTo>
                  <a:pt x="780451" y="372321"/>
                </a:lnTo>
                <a:lnTo>
                  <a:pt x="780661" y="371178"/>
                </a:lnTo>
                <a:lnTo>
                  <a:pt x="780864" y="370032"/>
                </a:lnTo>
                <a:lnTo>
                  <a:pt x="781060" y="368884"/>
                </a:lnTo>
                <a:lnTo>
                  <a:pt x="781249" y="367735"/>
                </a:lnTo>
                <a:lnTo>
                  <a:pt x="781433" y="366582"/>
                </a:lnTo>
                <a:lnTo>
                  <a:pt x="781609" y="365428"/>
                </a:lnTo>
                <a:lnTo>
                  <a:pt x="781779" y="364272"/>
                </a:lnTo>
                <a:lnTo>
                  <a:pt x="781942" y="363113"/>
                </a:lnTo>
                <a:lnTo>
                  <a:pt x="782098" y="361952"/>
                </a:lnTo>
                <a:lnTo>
                  <a:pt x="782247" y="360789"/>
                </a:lnTo>
                <a:lnTo>
                  <a:pt x="782390" y="359624"/>
                </a:lnTo>
                <a:lnTo>
                  <a:pt x="782526" y="358457"/>
                </a:lnTo>
                <a:lnTo>
                  <a:pt x="782656" y="357288"/>
                </a:lnTo>
                <a:lnTo>
                  <a:pt x="782778" y="356117"/>
                </a:lnTo>
                <a:lnTo>
                  <a:pt x="782894" y="354943"/>
                </a:lnTo>
                <a:lnTo>
                  <a:pt x="783003" y="353768"/>
                </a:lnTo>
                <a:lnTo>
                  <a:pt x="783104" y="352591"/>
                </a:lnTo>
                <a:lnTo>
                  <a:pt x="783199" y="351412"/>
                </a:lnTo>
                <a:lnTo>
                  <a:pt x="783288" y="350231"/>
                </a:lnTo>
                <a:lnTo>
                  <a:pt x="783369" y="349048"/>
                </a:lnTo>
                <a:lnTo>
                  <a:pt x="783443" y="347863"/>
                </a:lnTo>
                <a:lnTo>
                  <a:pt x="783510" y="346676"/>
                </a:lnTo>
                <a:lnTo>
                  <a:pt x="783570" y="345487"/>
                </a:lnTo>
                <a:lnTo>
                  <a:pt x="783624" y="344297"/>
                </a:lnTo>
                <a:lnTo>
                  <a:pt x="783670" y="343104"/>
                </a:lnTo>
                <a:lnTo>
                  <a:pt x="783709" y="341910"/>
                </a:lnTo>
                <a:lnTo>
                  <a:pt x="783741" y="340714"/>
                </a:lnTo>
                <a:lnTo>
                  <a:pt x="783766" y="339517"/>
                </a:lnTo>
                <a:lnTo>
                  <a:pt x="783784" y="338317"/>
                </a:lnTo>
                <a:lnTo>
                  <a:pt x="783795" y="337116"/>
                </a:lnTo>
                <a:lnTo>
                  <a:pt x="783798" y="335914"/>
                </a:lnTo>
                <a:lnTo>
                  <a:pt x="783798" y="335914"/>
                </a:lnTo>
                <a:lnTo>
                  <a:pt x="783798" y="335914"/>
                </a:lnTo>
                <a:close/>
                <a:moveTo>
                  <a:pt x="783798" y="217356"/>
                </a:moveTo>
                <a:lnTo>
                  <a:pt x="783795" y="216153"/>
                </a:lnTo>
                <a:lnTo>
                  <a:pt x="783784" y="214952"/>
                </a:lnTo>
                <a:lnTo>
                  <a:pt x="783766" y="213753"/>
                </a:lnTo>
                <a:lnTo>
                  <a:pt x="783741" y="212555"/>
                </a:lnTo>
                <a:lnTo>
                  <a:pt x="783709" y="211359"/>
                </a:lnTo>
                <a:lnTo>
                  <a:pt x="783670" y="210165"/>
                </a:lnTo>
                <a:lnTo>
                  <a:pt x="783624" y="208973"/>
                </a:lnTo>
                <a:lnTo>
                  <a:pt x="783570" y="207782"/>
                </a:lnTo>
                <a:lnTo>
                  <a:pt x="783510" y="206594"/>
                </a:lnTo>
                <a:lnTo>
                  <a:pt x="783443" y="205407"/>
                </a:lnTo>
                <a:lnTo>
                  <a:pt x="783369" y="204222"/>
                </a:lnTo>
                <a:lnTo>
                  <a:pt x="783288" y="203039"/>
                </a:lnTo>
                <a:lnTo>
                  <a:pt x="783199" y="201858"/>
                </a:lnTo>
                <a:lnTo>
                  <a:pt x="783104" y="200679"/>
                </a:lnTo>
                <a:lnTo>
                  <a:pt x="783003" y="199501"/>
                </a:lnTo>
                <a:lnTo>
                  <a:pt x="782894" y="198326"/>
                </a:lnTo>
                <a:lnTo>
                  <a:pt x="782778" y="197153"/>
                </a:lnTo>
                <a:lnTo>
                  <a:pt x="782656" y="195982"/>
                </a:lnTo>
                <a:lnTo>
                  <a:pt x="782526" y="194812"/>
                </a:lnTo>
                <a:lnTo>
                  <a:pt x="782390" y="193645"/>
                </a:lnTo>
                <a:lnTo>
                  <a:pt x="782247" y="192480"/>
                </a:lnTo>
                <a:lnTo>
                  <a:pt x="782098" y="191317"/>
                </a:lnTo>
                <a:lnTo>
                  <a:pt x="781942" y="190157"/>
                </a:lnTo>
                <a:lnTo>
                  <a:pt x="781779" y="188998"/>
                </a:lnTo>
                <a:lnTo>
                  <a:pt x="781609" y="187841"/>
                </a:lnTo>
                <a:lnTo>
                  <a:pt x="781433" y="186687"/>
                </a:lnTo>
                <a:lnTo>
                  <a:pt x="781249" y="185535"/>
                </a:lnTo>
                <a:lnTo>
                  <a:pt x="781060" y="184385"/>
                </a:lnTo>
                <a:lnTo>
                  <a:pt x="780864" y="183237"/>
                </a:lnTo>
                <a:lnTo>
                  <a:pt x="780661" y="182092"/>
                </a:lnTo>
                <a:lnTo>
                  <a:pt x="780451" y="180949"/>
                </a:lnTo>
                <a:lnTo>
                  <a:pt x="780235" y="179808"/>
                </a:lnTo>
                <a:lnTo>
                  <a:pt x="780013" y="178670"/>
                </a:lnTo>
                <a:lnTo>
                  <a:pt x="779784" y="177533"/>
                </a:lnTo>
                <a:lnTo>
                  <a:pt x="779548" y="176400"/>
                </a:lnTo>
                <a:lnTo>
                  <a:pt x="779306" y="175268"/>
                </a:lnTo>
                <a:lnTo>
                  <a:pt x="779058" y="174139"/>
                </a:lnTo>
                <a:lnTo>
                  <a:pt x="778803" y="173013"/>
                </a:lnTo>
                <a:lnTo>
                  <a:pt x="778542" y="171888"/>
                </a:lnTo>
                <a:lnTo>
                  <a:pt x="778274" y="170767"/>
                </a:lnTo>
                <a:lnTo>
                  <a:pt x="778000" y="169648"/>
                </a:lnTo>
                <a:lnTo>
                  <a:pt x="777720" y="168531"/>
                </a:lnTo>
                <a:lnTo>
                  <a:pt x="777433" y="167417"/>
                </a:lnTo>
                <a:lnTo>
                  <a:pt x="777140" y="166305"/>
                </a:lnTo>
                <a:lnTo>
                  <a:pt x="776841" y="165196"/>
                </a:lnTo>
                <a:lnTo>
                  <a:pt x="776536" y="164090"/>
                </a:lnTo>
                <a:lnTo>
                  <a:pt x="776224" y="162986"/>
                </a:lnTo>
                <a:lnTo>
                  <a:pt x="775906" y="161885"/>
                </a:lnTo>
                <a:lnTo>
                  <a:pt x="775582" y="160786"/>
                </a:lnTo>
                <a:lnTo>
                  <a:pt x="775251" y="159690"/>
                </a:lnTo>
                <a:lnTo>
                  <a:pt x="774915" y="158597"/>
                </a:lnTo>
                <a:lnTo>
                  <a:pt x="774572" y="157506"/>
                </a:lnTo>
                <a:lnTo>
                  <a:pt x="774223" y="156419"/>
                </a:lnTo>
                <a:lnTo>
                  <a:pt x="773868" y="155334"/>
                </a:lnTo>
                <a:lnTo>
                  <a:pt x="773507" y="154251"/>
                </a:lnTo>
                <a:lnTo>
                  <a:pt x="773140" y="153172"/>
                </a:lnTo>
                <a:lnTo>
                  <a:pt x="772767" y="152095"/>
                </a:lnTo>
                <a:lnTo>
                  <a:pt x="772388" y="151021"/>
                </a:lnTo>
                <a:lnTo>
                  <a:pt x="772003" y="149950"/>
                </a:lnTo>
                <a:lnTo>
                  <a:pt x="771612" y="148882"/>
                </a:lnTo>
                <a:lnTo>
                  <a:pt x="771215" y="147817"/>
                </a:lnTo>
                <a:lnTo>
                  <a:pt x="770812" y="146754"/>
                </a:lnTo>
                <a:lnTo>
                  <a:pt x="770403" y="145695"/>
                </a:lnTo>
                <a:lnTo>
                  <a:pt x="769988" y="144639"/>
                </a:lnTo>
                <a:lnTo>
                  <a:pt x="769567" y="143585"/>
                </a:lnTo>
                <a:lnTo>
                  <a:pt x="769141" y="142535"/>
                </a:lnTo>
                <a:lnTo>
                  <a:pt x="768708" y="141487"/>
                </a:lnTo>
                <a:lnTo>
                  <a:pt x="768270" y="140443"/>
                </a:lnTo>
                <a:lnTo>
                  <a:pt x="767826" y="139401"/>
                </a:lnTo>
                <a:lnTo>
                  <a:pt x="767376" y="138363"/>
                </a:lnTo>
                <a:lnTo>
                  <a:pt x="766921" y="137328"/>
                </a:lnTo>
                <a:lnTo>
                  <a:pt x="766460" y="136295"/>
                </a:lnTo>
                <a:lnTo>
                  <a:pt x="765992" y="135266"/>
                </a:lnTo>
                <a:lnTo>
                  <a:pt x="765520" y="134241"/>
                </a:lnTo>
                <a:lnTo>
                  <a:pt x="765041" y="133218"/>
                </a:lnTo>
                <a:lnTo>
                  <a:pt x="764557" y="132198"/>
                </a:lnTo>
                <a:lnTo>
                  <a:pt x="764068" y="131182"/>
                </a:lnTo>
                <a:lnTo>
                  <a:pt x="763572" y="130169"/>
                </a:lnTo>
                <a:lnTo>
                  <a:pt x="763071" y="129159"/>
                </a:lnTo>
                <a:lnTo>
                  <a:pt x="762565" y="128153"/>
                </a:lnTo>
                <a:lnTo>
                  <a:pt x="762053" y="127149"/>
                </a:lnTo>
                <a:lnTo>
                  <a:pt x="761535" y="126150"/>
                </a:lnTo>
                <a:lnTo>
                  <a:pt x="761012" y="125153"/>
                </a:lnTo>
                <a:lnTo>
                  <a:pt x="760484" y="124160"/>
                </a:lnTo>
                <a:lnTo>
                  <a:pt x="759950" y="123170"/>
                </a:lnTo>
                <a:lnTo>
                  <a:pt x="759410" y="122183"/>
                </a:lnTo>
                <a:lnTo>
                  <a:pt x="758865" y="121200"/>
                </a:lnTo>
                <a:lnTo>
                  <a:pt x="758315" y="120221"/>
                </a:lnTo>
                <a:lnTo>
                  <a:pt x="757759" y="119245"/>
                </a:lnTo>
                <a:lnTo>
                  <a:pt x="757198" y="118272"/>
                </a:lnTo>
                <a:lnTo>
                  <a:pt x="756631" y="117303"/>
                </a:lnTo>
                <a:lnTo>
                  <a:pt x="756059" y="116337"/>
                </a:lnTo>
                <a:lnTo>
                  <a:pt x="755482" y="115375"/>
                </a:lnTo>
                <a:lnTo>
                  <a:pt x="754900" y="114416"/>
                </a:lnTo>
                <a:lnTo>
                  <a:pt x="754312" y="113461"/>
                </a:lnTo>
                <a:lnTo>
                  <a:pt x="753719" y="112510"/>
                </a:lnTo>
                <a:lnTo>
                  <a:pt x="753121" y="111562"/>
                </a:lnTo>
                <a:lnTo>
                  <a:pt x="752517" y="110618"/>
                </a:lnTo>
                <a:lnTo>
                  <a:pt x="751909" y="109677"/>
                </a:lnTo>
                <a:lnTo>
                  <a:pt x="751295" y="108741"/>
                </a:lnTo>
                <a:lnTo>
                  <a:pt x="750676" y="107807"/>
                </a:lnTo>
                <a:lnTo>
                  <a:pt x="750052" y="106878"/>
                </a:lnTo>
                <a:lnTo>
                  <a:pt x="749423" y="105952"/>
                </a:lnTo>
                <a:lnTo>
                  <a:pt x="748789" y="105030"/>
                </a:lnTo>
                <a:lnTo>
                  <a:pt x="748149" y="104112"/>
                </a:lnTo>
                <a:lnTo>
                  <a:pt x="747505" y="103198"/>
                </a:lnTo>
                <a:lnTo>
                  <a:pt x="746855" y="102287"/>
                </a:lnTo>
                <a:lnTo>
                  <a:pt x="746201" y="101381"/>
                </a:lnTo>
                <a:lnTo>
                  <a:pt x="745541" y="100478"/>
                </a:lnTo>
                <a:lnTo>
                  <a:pt x="744877" y="99579"/>
                </a:lnTo>
                <a:lnTo>
                  <a:pt x="744208" y="98684"/>
                </a:lnTo>
                <a:lnTo>
                  <a:pt x="743533" y="97793"/>
                </a:lnTo>
                <a:lnTo>
                  <a:pt x="742854" y="96906"/>
                </a:lnTo>
                <a:lnTo>
                  <a:pt x="742170" y="96022"/>
                </a:lnTo>
                <a:lnTo>
                  <a:pt x="741481" y="95143"/>
                </a:lnTo>
                <a:lnTo>
                  <a:pt x="740787" y="94268"/>
                </a:lnTo>
                <a:lnTo>
                  <a:pt x="740089" y="93397"/>
                </a:lnTo>
                <a:lnTo>
                  <a:pt x="739385" y="92530"/>
                </a:lnTo>
                <a:lnTo>
                  <a:pt x="738677" y="91666"/>
                </a:lnTo>
                <a:lnTo>
                  <a:pt x="737964" y="90807"/>
                </a:lnTo>
                <a:lnTo>
                  <a:pt x="737246" y="89952"/>
                </a:lnTo>
                <a:lnTo>
                  <a:pt x="736524" y="89102"/>
                </a:lnTo>
                <a:lnTo>
                  <a:pt x="735797" y="88255"/>
                </a:lnTo>
                <a:lnTo>
                  <a:pt x="735065" y="87412"/>
                </a:lnTo>
                <a:lnTo>
                  <a:pt x="734328" y="86574"/>
                </a:lnTo>
                <a:lnTo>
                  <a:pt x="733587" y="85740"/>
                </a:lnTo>
                <a:lnTo>
                  <a:pt x="732841" y="84910"/>
                </a:lnTo>
                <a:lnTo>
                  <a:pt x="732091" y="84084"/>
                </a:lnTo>
                <a:lnTo>
                  <a:pt x="731336" y="83263"/>
                </a:lnTo>
                <a:lnTo>
                  <a:pt x="730576" y="82446"/>
                </a:lnTo>
                <a:lnTo>
                  <a:pt x="729812" y="81633"/>
                </a:lnTo>
                <a:lnTo>
                  <a:pt x="729043" y="80825"/>
                </a:lnTo>
                <a:lnTo>
                  <a:pt x="728270" y="80021"/>
                </a:lnTo>
                <a:lnTo>
                  <a:pt x="727492" y="79221"/>
                </a:lnTo>
                <a:lnTo>
                  <a:pt x="726710" y="78425"/>
                </a:lnTo>
                <a:lnTo>
                  <a:pt x="725924" y="77634"/>
                </a:lnTo>
                <a:lnTo>
                  <a:pt x="725133" y="76848"/>
                </a:lnTo>
                <a:lnTo>
                  <a:pt x="724337" y="76066"/>
                </a:lnTo>
                <a:lnTo>
                  <a:pt x="723538" y="75288"/>
                </a:lnTo>
                <a:lnTo>
                  <a:pt x="722733" y="74515"/>
                </a:lnTo>
                <a:lnTo>
                  <a:pt x="721925" y="73746"/>
                </a:lnTo>
                <a:lnTo>
                  <a:pt x="721112" y="72982"/>
                </a:lnTo>
                <a:lnTo>
                  <a:pt x="720295" y="72222"/>
                </a:lnTo>
                <a:lnTo>
                  <a:pt x="719474" y="71467"/>
                </a:lnTo>
                <a:lnTo>
                  <a:pt x="718648" y="70717"/>
                </a:lnTo>
                <a:lnTo>
                  <a:pt x="717818" y="69971"/>
                </a:lnTo>
                <a:lnTo>
                  <a:pt x="716984" y="69230"/>
                </a:lnTo>
                <a:lnTo>
                  <a:pt x="716146" y="68493"/>
                </a:lnTo>
                <a:lnTo>
                  <a:pt x="715303" y="67762"/>
                </a:lnTo>
                <a:lnTo>
                  <a:pt x="714456" y="67034"/>
                </a:lnTo>
                <a:lnTo>
                  <a:pt x="713606" y="66312"/>
                </a:lnTo>
                <a:lnTo>
                  <a:pt x="712751" y="65594"/>
                </a:lnTo>
                <a:lnTo>
                  <a:pt x="711892" y="64881"/>
                </a:lnTo>
                <a:lnTo>
                  <a:pt x="711029" y="64173"/>
                </a:lnTo>
                <a:lnTo>
                  <a:pt x="710161" y="63469"/>
                </a:lnTo>
                <a:lnTo>
                  <a:pt x="709290" y="62771"/>
                </a:lnTo>
                <a:lnTo>
                  <a:pt x="708415" y="62077"/>
                </a:lnTo>
                <a:lnTo>
                  <a:pt x="707536" y="61388"/>
                </a:lnTo>
                <a:lnTo>
                  <a:pt x="706652" y="60704"/>
                </a:lnTo>
                <a:lnTo>
                  <a:pt x="705765" y="60025"/>
                </a:lnTo>
                <a:lnTo>
                  <a:pt x="704874" y="59350"/>
                </a:lnTo>
                <a:lnTo>
                  <a:pt x="703979" y="58681"/>
                </a:lnTo>
                <a:lnTo>
                  <a:pt x="703080" y="58017"/>
                </a:lnTo>
                <a:lnTo>
                  <a:pt x="702177" y="57357"/>
                </a:lnTo>
                <a:lnTo>
                  <a:pt x="701271" y="56703"/>
                </a:lnTo>
                <a:lnTo>
                  <a:pt x="700360" y="56053"/>
                </a:lnTo>
                <a:lnTo>
                  <a:pt x="699446" y="55409"/>
                </a:lnTo>
                <a:lnTo>
                  <a:pt x="698528" y="54770"/>
                </a:lnTo>
                <a:lnTo>
                  <a:pt x="697606" y="54135"/>
                </a:lnTo>
                <a:lnTo>
                  <a:pt x="696680" y="53506"/>
                </a:lnTo>
                <a:lnTo>
                  <a:pt x="695751" y="52882"/>
                </a:lnTo>
                <a:lnTo>
                  <a:pt x="694818" y="52263"/>
                </a:lnTo>
                <a:lnTo>
                  <a:pt x="693881" y="51649"/>
                </a:lnTo>
                <a:lnTo>
                  <a:pt x="692940" y="51041"/>
                </a:lnTo>
                <a:lnTo>
                  <a:pt x="691996" y="50437"/>
                </a:lnTo>
                <a:lnTo>
                  <a:pt x="691048" y="49839"/>
                </a:lnTo>
                <a:lnTo>
                  <a:pt x="690097" y="49246"/>
                </a:lnTo>
                <a:lnTo>
                  <a:pt x="689142" y="48658"/>
                </a:lnTo>
                <a:lnTo>
                  <a:pt x="688183" y="48076"/>
                </a:lnTo>
                <a:lnTo>
                  <a:pt x="687221" y="47499"/>
                </a:lnTo>
                <a:lnTo>
                  <a:pt x="686255" y="46927"/>
                </a:lnTo>
                <a:lnTo>
                  <a:pt x="685286" y="46360"/>
                </a:lnTo>
                <a:lnTo>
                  <a:pt x="684314" y="45799"/>
                </a:lnTo>
                <a:lnTo>
                  <a:pt x="683337" y="45243"/>
                </a:lnTo>
                <a:lnTo>
                  <a:pt x="682358" y="44693"/>
                </a:lnTo>
                <a:lnTo>
                  <a:pt x="681375" y="44148"/>
                </a:lnTo>
                <a:lnTo>
                  <a:pt x="680388" y="43609"/>
                </a:lnTo>
                <a:lnTo>
                  <a:pt x="679398" y="43075"/>
                </a:lnTo>
                <a:lnTo>
                  <a:pt x="678405" y="42546"/>
                </a:lnTo>
                <a:lnTo>
                  <a:pt x="677409" y="42023"/>
                </a:lnTo>
                <a:lnTo>
                  <a:pt x="676409" y="41505"/>
                </a:lnTo>
                <a:lnTo>
                  <a:pt x="675405" y="40993"/>
                </a:lnTo>
                <a:lnTo>
                  <a:pt x="674399" y="40487"/>
                </a:lnTo>
                <a:lnTo>
                  <a:pt x="673389" y="39986"/>
                </a:lnTo>
                <a:lnTo>
                  <a:pt x="672376" y="39490"/>
                </a:lnTo>
                <a:lnTo>
                  <a:pt x="671360" y="39001"/>
                </a:lnTo>
                <a:lnTo>
                  <a:pt x="670340" y="38517"/>
                </a:lnTo>
                <a:lnTo>
                  <a:pt x="669318" y="38038"/>
                </a:lnTo>
                <a:lnTo>
                  <a:pt x="668292" y="37566"/>
                </a:lnTo>
                <a:lnTo>
                  <a:pt x="667263" y="37099"/>
                </a:lnTo>
                <a:lnTo>
                  <a:pt x="666231" y="36637"/>
                </a:lnTo>
                <a:lnTo>
                  <a:pt x="665195" y="36182"/>
                </a:lnTo>
                <a:lnTo>
                  <a:pt x="664157" y="35732"/>
                </a:lnTo>
                <a:lnTo>
                  <a:pt x="663116" y="35288"/>
                </a:lnTo>
                <a:lnTo>
                  <a:pt x="662071" y="34850"/>
                </a:lnTo>
                <a:lnTo>
                  <a:pt x="661024" y="34417"/>
                </a:lnTo>
                <a:lnTo>
                  <a:pt x="659973" y="33991"/>
                </a:lnTo>
                <a:lnTo>
                  <a:pt x="658920" y="33570"/>
                </a:lnTo>
                <a:lnTo>
                  <a:pt x="657863" y="33155"/>
                </a:lnTo>
                <a:lnTo>
                  <a:pt x="656804" y="32746"/>
                </a:lnTo>
                <a:lnTo>
                  <a:pt x="655741" y="32343"/>
                </a:lnTo>
                <a:lnTo>
                  <a:pt x="654676" y="31946"/>
                </a:lnTo>
                <a:lnTo>
                  <a:pt x="653608" y="31555"/>
                </a:lnTo>
                <a:lnTo>
                  <a:pt x="652537" y="31170"/>
                </a:lnTo>
                <a:lnTo>
                  <a:pt x="651463" y="30791"/>
                </a:lnTo>
                <a:lnTo>
                  <a:pt x="650386" y="30418"/>
                </a:lnTo>
                <a:lnTo>
                  <a:pt x="649307" y="30051"/>
                </a:lnTo>
                <a:lnTo>
                  <a:pt x="648225" y="29690"/>
                </a:lnTo>
                <a:lnTo>
                  <a:pt x="647140" y="29335"/>
                </a:lnTo>
                <a:lnTo>
                  <a:pt x="646052" y="28986"/>
                </a:lnTo>
                <a:lnTo>
                  <a:pt x="644961" y="28643"/>
                </a:lnTo>
                <a:lnTo>
                  <a:pt x="643868" y="28307"/>
                </a:lnTo>
                <a:lnTo>
                  <a:pt x="642772" y="27976"/>
                </a:lnTo>
                <a:lnTo>
                  <a:pt x="641674" y="27652"/>
                </a:lnTo>
                <a:lnTo>
                  <a:pt x="640572" y="27334"/>
                </a:lnTo>
                <a:lnTo>
                  <a:pt x="639468" y="27022"/>
                </a:lnTo>
                <a:lnTo>
                  <a:pt x="638362" y="26717"/>
                </a:lnTo>
                <a:lnTo>
                  <a:pt x="637253" y="26418"/>
                </a:lnTo>
                <a:lnTo>
                  <a:pt x="636141" y="26125"/>
                </a:lnTo>
                <a:lnTo>
                  <a:pt x="635027" y="25838"/>
                </a:lnTo>
                <a:lnTo>
                  <a:pt x="633910" y="25558"/>
                </a:lnTo>
                <a:lnTo>
                  <a:pt x="632791" y="25284"/>
                </a:lnTo>
                <a:lnTo>
                  <a:pt x="631670" y="25016"/>
                </a:lnTo>
                <a:lnTo>
                  <a:pt x="630545" y="24755"/>
                </a:lnTo>
                <a:lnTo>
                  <a:pt x="629419" y="24500"/>
                </a:lnTo>
                <a:lnTo>
                  <a:pt x="628290" y="24252"/>
                </a:lnTo>
                <a:lnTo>
                  <a:pt x="627158" y="24010"/>
                </a:lnTo>
                <a:lnTo>
                  <a:pt x="626025" y="23774"/>
                </a:lnTo>
                <a:lnTo>
                  <a:pt x="624889" y="23545"/>
                </a:lnTo>
                <a:lnTo>
                  <a:pt x="623750" y="23323"/>
                </a:lnTo>
                <a:lnTo>
                  <a:pt x="622609" y="23107"/>
                </a:lnTo>
                <a:lnTo>
                  <a:pt x="621466" y="22897"/>
                </a:lnTo>
                <a:lnTo>
                  <a:pt x="620321" y="22695"/>
                </a:lnTo>
                <a:lnTo>
                  <a:pt x="619173" y="22498"/>
                </a:lnTo>
                <a:lnTo>
                  <a:pt x="618023" y="22309"/>
                </a:lnTo>
                <a:lnTo>
                  <a:pt x="616871" y="22126"/>
                </a:lnTo>
                <a:lnTo>
                  <a:pt x="615717" y="21949"/>
                </a:lnTo>
                <a:lnTo>
                  <a:pt x="614560" y="21779"/>
                </a:lnTo>
                <a:lnTo>
                  <a:pt x="613401" y="21616"/>
                </a:lnTo>
                <a:lnTo>
                  <a:pt x="612241" y="21460"/>
                </a:lnTo>
                <a:lnTo>
                  <a:pt x="611078" y="21311"/>
                </a:lnTo>
                <a:lnTo>
                  <a:pt x="609913" y="21168"/>
                </a:lnTo>
                <a:lnTo>
                  <a:pt x="608746" y="21032"/>
                </a:lnTo>
                <a:lnTo>
                  <a:pt x="607576" y="20902"/>
                </a:lnTo>
                <a:lnTo>
                  <a:pt x="606405" y="20780"/>
                </a:lnTo>
                <a:lnTo>
                  <a:pt x="605232" y="20664"/>
                </a:lnTo>
                <a:lnTo>
                  <a:pt x="604057" y="20556"/>
                </a:lnTo>
                <a:lnTo>
                  <a:pt x="602880" y="20454"/>
                </a:lnTo>
                <a:lnTo>
                  <a:pt x="601700" y="20359"/>
                </a:lnTo>
                <a:lnTo>
                  <a:pt x="600519" y="20271"/>
                </a:lnTo>
                <a:lnTo>
                  <a:pt x="599336" y="20189"/>
                </a:lnTo>
                <a:lnTo>
                  <a:pt x="598151" y="20115"/>
                </a:lnTo>
                <a:lnTo>
                  <a:pt x="596965" y="20048"/>
                </a:lnTo>
                <a:lnTo>
                  <a:pt x="595776" y="19988"/>
                </a:lnTo>
                <a:lnTo>
                  <a:pt x="594585" y="19934"/>
                </a:lnTo>
                <a:lnTo>
                  <a:pt x="593393" y="19888"/>
                </a:lnTo>
                <a:lnTo>
                  <a:pt x="592199" y="19849"/>
                </a:lnTo>
                <a:lnTo>
                  <a:pt x="591003" y="19817"/>
                </a:lnTo>
                <a:lnTo>
                  <a:pt x="589805" y="19792"/>
                </a:lnTo>
                <a:lnTo>
                  <a:pt x="588606" y="19774"/>
                </a:lnTo>
                <a:lnTo>
                  <a:pt x="587405" y="19763"/>
                </a:lnTo>
                <a:lnTo>
                  <a:pt x="586202" y="19760"/>
                </a:lnTo>
                <a:lnTo>
                  <a:pt x="586202" y="19760"/>
                </a:lnTo>
                <a:lnTo>
                  <a:pt x="586202" y="39519"/>
                </a:lnTo>
                <a:lnTo>
                  <a:pt x="587288" y="39522"/>
                </a:lnTo>
                <a:lnTo>
                  <a:pt x="588373" y="39532"/>
                </a:lnTo>
                <a:lnTo>
                  <a:pt x="589457" y="39548"/>
                </a:lnTo>
                <a:lnTo>
                  <a:pt x="590538" y="39571"/>
                </a:lnTo>
                <a:lnTo>
                  <a:pt x="591619" y="39600"/>
                </a:lnTo>
                <a:lnTo>
                  <a:pt x="592697" y="39636"/>
                </a:lnTo>
                <a:lnTo>
                  <a:pt x="593774" y="39677"/>
                </a:lnTo>
                <a:lnTo>
                  <a:pt x="594850" y="39726"/>
                </a:lnTo>
                <a:lnTo>
                  <a:pt x="595923" y="39780"/>
                </a:lnTo>
                <a:lnTo>
                  <a:pt x="596995" y="39841"/>
                </a:lnTo>
                <a:lnTo>
                  <a:pt x="598066" y="39909"/>
                </a:lnTo>
                <a:lnTo>
                  <a:pt x="599134" y="39982"/>
                </a:lnTo>
                <a:lnTo>
                  <a:pt x="600201" y="40062"/>
                </a:lnTo>
                <a:lnTo>
                  <a:pt x="601266" y="40148"/>
                </a:lnTo>
                <a:lnTo>
                  <a:pt x="602329" y="40241"/>
                </a:lnTo>
                <a:lnTo>
                  <a:pt x="603391" y="40339"/>
                </a:lnTo>
                <a:lnTo>
                  <a:pt x="604451" y="40444"/>
                </a:lnTo>
                <a:lnTo>
                  <a:pt x="605508" y="40555"/>
                </a:lnTo>
                <a:lnTo>
                  <a:pt x="606564" y="40672"/>
                </a:lnTo>
                <a:lnTo>
                  <a:pt x="607619" y="40796"/>
                </a:lnTo>
                <a:lnTo>
                  <a:pt x="608671" y="40925"/>
                </a:lnTo>
                <a:lnTo>
                  <a:pt x="609721" y="41061"/>
                </a:lnTo>
                <a:lnTo>
                  <a:pt x="610770" y="41202"/>
                </a:lnTo>
                <a:lnTo>
                  <a:pt x="611816" y="41350"/>
                </a:lnTo>
                <a:lnTo>
                  <a:pt x="612861" y="41504"/>
                </a:lnTo>
                <a:lnTo>
                  <a:pt x="613903" y="41664"/>
                </a:lnTo>
                <a:lnTo>
                  <a:pt x="614944" y="41830"/>
                </a:lnTo>
                <a:lnTo>
                  <a:pt x="615982" y="42002"/>
                </a:lnTo>
                <a:lnTo>
                  <a:pt x="617019" y="42180"/>
                </a:lnTo>
                <a:lnTo>
                  <a:pt x="618053" y="42363"/>
                </a:lnTo>
                <a:lnTo>
                  <a:pt x="619086" y="42553"/>
                </a:lnTo>
                <a:lnTo>
                  <a:pt x="620116" y="42749"/>
                </a:lnTo>
                <a:lnTo>
                  <a:pt x="621144" y="42951"/>
                </a:lnTo>
                <a:lnTo>
                  <a:pt x="622170" y="43158"/>
                </a:lnTo>
                <a:lnTo>
                  <a:pt x="623194" y="43372"/>
                </a:lnTo>
                <a:lnTo>
                  <a:pt x="624216" y="43591"/>
                </a:lnTo>
                <a:lnTo>
                  <a:pt x="625235" y="43816"/>
                </a:lnTo>
                <a:lnTo>
                  <a:pt x="626253" y="44047"/>
                </a:lnTo>
                <a:lnTo>
                  <a:pt x="627268" y="44284"/>
                </a:lnTo>
                <a:lnTo>
                  <a:pt x="628281" y="44527"/>
                </a:lnTo>
                <a:lnTo>
                  <a:pt x="629291" y="44775"/>
                </a:lnTo>
                <a:lnTo>
                  <a:pt x="630300" y="45029"/>
                </a:lnTo>
                <a:lnTo>
                  <a:pt x="631306" y="45289"/>
                </a:lnTo>
                <a:lnTo>
                  <a:pt x="632310" y="45555"/>
                </a:lnTo>
                <a:lnTo>
                  <a:pt x="633311" y="45826"/>
                </a:lnTo>
                <a:lnTo>
                  <a:pt x="634310" y="46103"/>
                </a:lnTo>
                <a:lnTo>
                  <a:pt x="635307" y="46385"/>
                </a:lnTo>
                <a:lnTo>
                  <a:pt x="636301" y="46674"/>
                </a:lnTo>
                <a:lnTo>
                  <a:pt x="637293" y="46967"/>
                </a:lnTo>
                <a:lnTo>
                  <a:pt x="638283" y="47267"/>
                </a:lnTo>
                <a:lnTo>
                  <a:pt x="639270" y="47572"/>
                </a:lnTo>
                <a:lnTo>
                  <a:pt x="640254" y="47883"/>
                </a:lnTo>
                <a:lnTo>
                  <a:pt x="641236" y="48199"/>
                </a:lnTo>
                <a:lnTo>
                  <a:pt x="642216" y="48520"/>
                </a:lnTo>
                <a:lnTo>
                  <a:pt x="643193" y="48848"/>
                </a:lnTo>
                <a:lnTo>
                  <a:pt x="644168" y="49180"/>
                </a:lnTo>
                <a:lnTo>
                  <a:pt x="645140" y="49518"/>
                </a:lnTo>
                <a:lnTo>
                  <a:pt x="646109" y="49862"/>
                </a:lnTo>
                <a:lnTo>
                  <a:pt x="647076" y="50211"/>
                </a:lnTo>
                <a:lnTo>
                  <a:pt x="648041" y="50566"/>
                </a:lnTo>
                <a:lnTo>
                  <a:pt x="649002" y="50925"/>
                </a:lnTo>
                <a:lnTo>
                  <a:pt x="649961" y="51291"/>
                </a:lnTo>
                <a:lnTo>
                  <a:pt x="650918" y="51661"/>
                </a:lnTo>
                <a:lnTo>
                  <a:pt x="651871" y="52037"/>
                </a:lnTo>
                <a:lnTo>
                  <a:pt x="652822" y="52419"/>
                </a:lnTo>
                <a:lnTo>
                  <a:pt x="653771" y="52805"/>
                </a:lnTo>
                <a:lnTo>
                  <a:pt x="654716" y="53197"/>
                </a:lnTo>
                <a:lnTo>
                  <a:pt x="655659" y="53594"/>
                </a:lnTo>
                <a:lnTo>
                  <a:pt x="656599" y="53997"/>
                </a:lnTo>
                <a:lnTo>
                  <a:pt x="657536" y="54404"/>
                </a:lnTo>
                <a:lnTo>
                  <a:pt x="658471" y="54817"/>
                </a:lnTo>
                <a:lnTo>
                  <a:pt x="659402" y="55235"/>
                </a:lnTo>
                <a:lnTo>
                  <a:pt x="660331" y="55658"/>
                </a:lnTo>
                <a:lnTo>
                  <a:pt x="661257" y="56087"/>
                </a:lnTo>
                <a:lnTo>
                  <a:pt x="662180" y="56520"/>
                </a:lnTo>
                <a:lnTo>
                  <a:pt x="663100" y="56959"/>
                </a:lnTo>
                <a:lnTo>
                  <a:pt x="664017" y="57403"/>
                </a:lnTo>
                <a:lnTo>
                  <a:pt x="664932" y="57852"/>
                </a:lnTo>
                <a:lnTo>
                  <a:pt x="665843" y="58306"/>
                </a:lnTo>
                <a:lnTo>
                  <a:pt x="666751" y="58765"/>
                </a:lnTo>
                <a:lnTo>
                  <a:pt x="667657" y="59229"/>
                </a:lnTo>
                <a:lnTo>
                  <a:pt x="668559" y="59698"/>
                </a:lnTo>
                <a:lnTo>
                  <a:pt x="669458" y="60172"/>
                </a:lnTo>
                <a:lnTo>
                  <a:pt x="670355" y="60651"/>
                </a:lnTo>
                <a:lnTo>
                  <a:pt x="671248" y="61135"/>
                </a:lnTo>
                <a:lnTo>
                  <a:pt x="672138" y="61624"/>
                </a:lnTo>
                <a:lnTo>
                  <a:pt x="673025" y="62118"/>
                </a:lnTo>
                <a:lnTo>
                  <a:pt x="673909" y="62616"/>
                </a:lnTo>
                <a:lnTo>
                  <a:pt x="674790" y="63120"/>
                </a:lnTo>
                <a:lnTo>
                  <a:pt x="675667" y="63628"/>
                </a:lnTo>
                <a:lnTo>
                  <a:pt x="676542" y="64142"/>
                </a:lnTo>
                <a:lnTo>
                  <a:pt x="677413" y="64660"/>
                </a:lnTo>
                <a:lnTo>
                  <a:pt x="678281" y="65183"/>
                </a:lnTo>
                <a:lnTo>
                  <a:pt x="679146" y="65711"/>
                </a:lnTo>
                <a:lnTo>
                  <a:pt x="680007" y="66243"/>
                </a:lnTo>
                <a:lnTo>
                  <a:pt x="680866" y="66781"/>
                </a:lnTo>
                <a:lnTo>
                  <a:pt x="681721" y="67323"/>
                </a:lnTo>
                <a:lnTo>
                  <a:pt x="682572" y="67869"/>
                </a:lnTo>
                <a:lnTo>
                  <a:pt x="683421" y="68421"/>
                </a:lnTo>
                <a:lnTo>
                  <a:pt x="684266" y="68977"/>
                </a:lnTo>
                <a:lnTo>
                  <a:pt x="685107" y="69538"/>
                </a:lnTo>
                <a:lnTo>
                  <a:pt x="685946" y="70103"/>
                </a:lnTo>
                <a:lnTo>
                  <a:pt x="686781" y="70674"/>
                </a:lnTo>
                <a:lnTo>
                  <a:pt x="687612" y="71248"/>
                </a:lnTo>
                <a:lnTo>
                  <a:pt x="688440" y="71828"/>
                </a:lnTo>
                <a:lnTo>
                  <a:pt x="689265" y="72411"/>
                </a:lnTo>
                <a:lnTo>
                  <a:pt x="690086" y="73000"/>
                </a:lnTo>
                <a:lnTo>
                  <a:pt x="690904" y="73593"/>
                </a:lnTo>
                <a:lnTo>
                  <a:pt x="691718" y="74190"/>
                </a:lnTo>
                <a:lnTo>
                  <a:pt x="692528" y="74792"/>
                </a:lnTo>
                <a:lnTo>
                  <a:pt x="693335" y="75399"/>
                </a:lnTo>
                <a:lnTo>
                  <a:pt x="694139" y="76010"/>
                </a:lnTo>
                <a:lnTo>
                  <a:pt x="694939" y="76625"/>
                </a:lnTo>
                <a:lnTo>
                  <a:pt x="695735" y="77245"/>
                </a:lnTo>
                <a:lnTo>
                  <a:pt x="696528" y="77869"/>
                </a:lnTo>
                <a:lnTo>
                  <a:pt x="697317" y="78498"/>
                </a:lnTo>
                <a:lnTo>
                  <a:pt x="698102" y="79131"/>
                </a:lnTo>
                <a:lnTo>
                  <a:pt x="698884" y="79768"/>
                </a:lnTo>
                <a:lnTo>
                  <a:pt x="699662" y="80410"/>
                </a:lnTo>
                <a:lnTo>
                  <a:pt x="700437" y="81056"/>
                </a:lnTo>
                <a:lnTo>
                  <a:pt x="701207" y="81706"/>
                </a:lnTo>
                <a:lnTo>
                  <a:pt x="701974" y="82360"/>
                </a:lnTo>
                <a:lnTo>
                  <a:pt x="702737" y="83019"/>
                </a:lnTo>
                <a:lnTo>
                  <a:pt x="703497" y="83682"/>
                </a:lnTo>
                <a:lnTo>
                  <a:pt x="704252" y="84350"/>
                </a:lnTo>
                <a:lnTo>
                  <a:pt x="705004" y="85021"/>
                </a:lnTo>
                <a:lnTo>
                  <a:pt x="705752" y="85697"/>
                </a:lnTo>
                <a:lnTo>
                  <a:pt x="706496" y="86377"/>
                </a:lnTo>
                <a:lnTo>
                  <a:pt x="707236" y="87061"/>
                </a:lnTo>
                <a:lnTo>
                  <a:pt x="707972" y="87749"/>
                </a:lnTo>
                <a:lnTo>
                  <a:pt x="708704" y="88441"/>
                </a:lnTo>
                <a:lnTo>
                  <a:pt x="709433" y="89137"/>
                </a:lnTo>
                <a:lnTo>
                  <a:pt x="710157" y="89838"/>
                </a:lnTo>
                <a:lnTo>
                  <a:pt x="710878" y="90542"/>
                </a:lnTo>
                <a:lnTo>
                  <a:pt x="711594" y="91251"/>
                </a:lnTo>
                <a:lnTo>
                  <a:pt x="712307" y="91963"/>
                </a:lnTo>
                <a:lnTo>
                  <a:pt x="713015" y="92680"/>
                </a:lnTo>
                <a:lnTo>
                  <a:pt x="713720" y="93400"/>
                </a:lnTo>
                <a:lnTo>
                  <a:pt x="714420" y="94125"/>
                </a:lnTo>
                <a:lnTo>
                  <a:pt x="715117" y="94853"/>
                </a:lnTo>
                <a:lnTo>
                  <a:pt x="715809" y="95585"/>
                </a:lnTo>
                <a:lnTo>
                  <a:pt x="716497" y="96322"/>
                </a:lnTo>
                <a:lnTo>
                  <a:pt x="717181" y="97062"/>
                </a:lnTo>
                <a:lnTo>
                  <a:pt x="717861" y="97806"/>
                </a:lnTo>
                <a:lnTo>
                  <a:pt x="718536" y="98554"/>
                </a:lnTo>
                <a:lnTo>
                  <a:pt x="719208" y="99305"/>
                </a:lnTo>
                <a:lnTo>
                  <a:pt x="719875" y="100061"/>
                </a:lnTo>
                <a:lnTo>
                  <a:pt x="720538" y="100820"/>
                </a:lnTo>
                <a:lnTo>
                  <a:pt x="721197" y="101583"/>
                </a:lnTo>
                <a:lnTo>
                  <a:pt x="721852" y="102350"/>
                </a:lnTo>
                <a:lnTo>
                  <a:pt x="722502" y="103121"/>
                </a:lnTo>
                <a:lnTo>
                  <a:pt x="723148" y="103895"/>
                </a:lnTo>
                <a:lnTo>
                  <a:pt x="723790" y="104673"/>
                </a:lnTo>
                <a:lnTo>
                  <a:pt x="724427" y="105455"/>
                </a:lnTo>
                <a:lnTo>
                  <a:pt x="725060" y="106240"/>
                </a:lnTo>
                <a:lnTo>
                  <a:pt x="725688" y="107030"/>
                </a:lnTo>
                <a:lnTo>
                  <a:pt x="726313" y="107822"/>
                </a:lnTo>
                <a:lnTo>
                  <a:pt x="726932" y="108619"/>
                </a:lnTo>
                <a:lnTo>
                  <a:pt x="727548" y="109419"/>
                </a:lnTo>
                <a:lnTo>
                  <a:pt x="728159" y="110222"/>
                </a:lnTo>
                <a:lnTo>
                  <a:pt x="728765" y="111029"/>
                </a:lnTo>
                <a:lnTo>
                  <a:pt x="729367" y="111840"/>
                </a:lnTo>
                <a:lnTo>
                  <a:pt x="729965" y="112654"/>
                </a:lnTo>
                <a:lnTo>
                  <a:pt x="730558" y="113472"/>
                </a:lnTo>
                <a:lnTo>
                  <a:pt x="731146" y="114293"/>
                </a:lnTo>
                <a:lnTo>
                  <a:pt x="731730" y="115117"/>
                </a:lnTo>
                <a:lnTo>
                  <a:pt x="732309" y="115945"/>
                </a:lnTo>
                <a:lnTo>
                  <a:pt x="732884" y="116777"/>
                </a:lnTo>
                <a:lnTo>
                  <a:pt x="733454" y="117612"/>
                </a:lnTo>
                <a:lnTo>
                  <a:pt x="734020" y="118450"/>
                </a:lnTo>
                <a:lnTo>
                  <a:pt x="734580" y="119292"/>
                </a:lnTo>
                <a:lnTo>
                  <a:pt x="735137" y="120137"/>
                </a:lnTo>
                <a:lnTo>
                  <a:pt x="735688" y="120985"/>
                </a:lnTo>
                <a:lnTo>
                  <a:pt x="736235" y="121837"/>
                </a:lnTo>
                <a:lnTo>
                  <a:pt x="736777" y="122692"/>
                </a:lnTo>
                <a:lnTo>
                  <a:pt x="737314" y="123550"/>
                </a:lnTo>
                <a:lnTo>
                  <a:pt x="737847" y="124412"/>
                </a:lnTo>
                <a:lnTo>
                  <a:pt x="738375" y="125276"/>
                </a:lnTo>
                <a:lnTo>
                  <a:pt x="738898" y="126144"/>
                </a:lnTo>
                <a:lnTo>
                  <a:pt x="739416" y="127016"/>
                </a:lnTo>
                <a:lnTo>
                  <a:pt x="739929" y="127890"/>
                </a:lnTo>
                <a:lnTo>
                  <a:pt x="740438" y="128768"/>
                </a:lnTo>
                <a:lnTo>
                  <a:pt x="740941" y="129648"/>
                </a:lnTo>
                <a:lnTo>
                  <a:pt x="741440" y="130532"/>
                </a:lnTo>
                <a:lnTo>
                  <a:pt x="741934" y="131419"/>
                </a:lnTo>
                <a:lnTo>
                  <a:pt x="742423" y="132310"/>
                </a:lnTo>
                <a:lnTo>
                  <a:pt x="742907" y="133203"/>
                </a:lnTo>
                <a:lnTo>
                  <a:pt x="743386" y="134099"/>
                </a:lnTo>
                <a:lnTo>
                  <a:pt x="743860" y="134998"/>
                </a:lnTo>
                <a:lnTo>
                  <a:pt x="744329" y="135901"/>
                </a:lnTo>
                <a:lnTo>
                  <a:pt x="744793" y="136806"/>
                </a:lnTo>
                <a:lnTo>
                  <a:pt x="745252" y="137714"/>
                </a:lnTo>
                <a:lnTo>
                  <a:pt x="745706" y="138626"/>
                </a:lnTo>
                <a:lnTo>
                  <a:pt x="746155" y="139540"/>
                </a:lnTo>
                <a:lnTo>
                  <a:pt x="746598" y="140457"/>
                </a:lnTo>
                <a:lnTo>
                  <a:pt x="747037" y="141377"/>
                </a:lnTo>
                <a:lnTo>
                  <a:pt x="747471" y="142300"/>
                </a:lnTo>
                <a:lnTo>
                  <a:pt x="747899" y="143226"/>
                </a:lnTo>
                <a:lnTo>
                  <a:pt x="748322" y="144155"/>
                </a:lnTo>
                <a:lnTo>
                  <a:pt x="748740" y="145087"/>
                </a:lnTo>
                <a:lnTo>
                  <a:pt x="749153" y="146021"/>
                </a:lnTo>
                <a:lnTo>
                  <a:pt x="749561" y="146958"/>
                </a:lnTo>
                <a:lnTo>
                  <a:pt x="749963" y="147898"/>
                </a:lnTo>
                <a:lnTo>
                  <a:pt x="750361" y="148841"/>
                </a:lnTo>
                <a:lnTo>
                  <a:pt x="750752" y="149787"/>
                </a:lnTo>
                <a:lnTo>
                  <a:pt x="751139" y="150735"/>
                </a:lnTo>
                <a:lnTo>
                  <a:pt x="751520" y="151686"/>
                </a:lnTo>
                <a:lnTo>
                  <a:pt x="751896" y="152640"/>
                </a:lnTo>
                <a:lnTo>
                  <a:pt x="752267" y="153596"/>
                </a:lnTo>
                <a:lnTo>
                  <a:pt x="752632" y="154555"/>
                </a:lnTo>
                <a:lnTo>
                  <a:pt x="752992" y="155517"/>
                </a:lnTo>
                <a:lnTo>
                  <a:pt x="753347" y="156481"/>
                </a:lnTo>
                <a:lnTo>
                  <a:pt x="753696" y="157448"/>
                </a:lnTo>
                <a:lnTo>
                  <a:pt x="754039" y="158418"/>
                </a:lnTo>
                <a:lnTo>
                  <a:pt x="754377" y="159390"/>
                </a:lnTo>
                <a:lnTo>
                  <a:pt x="754710" y="160364"/>
                </a:lnTo>
                <a:lnTo>
                  <a:pt x="755037" y="161341"/>
                </a:lnTo>
                <a:lnTo>
                  <a:pt x="755359" y="162321"/>
                </a:lnTo>
                <a:lnTo>
                  <a:pt x="755675" y="163303"/>
                </a:lnTo>
                <a:lnTo>
                  <a:pt x="755986" y="164288"/>
                </a:lnTo>
                <a:lnTo>
                  <a:pt x="756291" y="165275"/>
                </a:lnTo>
                <a:lnTo>
                  <a:pt x="756590" y="166264"/>
                </a:lnTo>
                <a:lnTo>
                  <a:pt x="756884" y="167256"/>
                </a:lnTo>
                <a:lnTo>
                  <a:pt x="757172" y="168251"/>
                </a:lnTo>
                <a:lnTo>
                  <a:pt x="757455" y="169247"/>
                </a:lnTo>
                <a:lnTo>
                  <a:pt x="757732" y="170247"/>
                </a:lnTo>
                <a:lnTo>
                  <a:pt x="758003" y="171248"/>
                </a:lnTo>
                <a:lnTo>
                  <a:pt x="758269" y="172252"/>
                </a:lnTo>
                <a:lnTo>
                  <a:pt x="758528" y="173258"/>
                </a:lnTo>
                <a:lnTo>
                  <a:pt x="758783" y="174266"/>
                </a:lnTo>
                <a:lnTo>
                  <a:pt x="759031" y="175277"/>
                </a:lnTo>
                <a:lnTo>
                  <a:pt x="759273" y="176290"/>
                </a:lnTo>
                <a:lnTo>
                  <a:pt x="759510" y="177305"/>
                </a:lnTo>
                <a:lnTo>
                  <a:pt x="759741" y="178322"/>
                </a:lnTo>
                <a:lnTo>
                  <a:pt x="759966" y="179342"/>
                </a:lnTo>
                <a:lnTo>
                  <a:pt x="760186" y="180364"/>
                </a:lnTo>
                <a:lnTo>
                  <a:pt x="760399" y="181387"/>
                </a:lnTo>
                <a:lnTo>
                  <a:pt x="760607" y="182414"/>
                </a:lnTo>
                <a:lnTo>
                  <a:pt x="760809" y="183442"/>
                </a:lnTo>
                <a:lnTo>
                  <a:pt x="761004" y="184472"/>
                </a:lnTo>
                <a:lnTo>
                  <a:pt x="761194" y="185504"/>
                </a:lnTo>
                <a:lnTo>
                  <a:pt x="761378" y="186539"/>
                </a:lnTo>
                <a:lnTo>
                  <a:pt x="761556" y="187575"/>
                </a:lnTo>
                <a:lnTo>
                  <a:pt x="761728" y="188614"/>
                </a:lnTo>
                <a:lnTo>
                  <a:pt x="761894" y="189654"/>
                </a:lnTo>
                <a:lnTo>
                  <a:pt x="762054" y="190697"/>
                </a:lnTo>
                <a:lnTo>
                  <a:pt x="762208" y="191741"/>
                </a:lnTo>
                <a:lnTo>
                  <a:pt x="762355" y="192788"/>
                </a:lnTo>
                <a:lnTo>
                  <a:pt x="762497" y="193836"/>
                </a:lnTo>
                <a:lnTo>
                  <a:pt x="762633" y="194887"/>
                </a:lnTo>
                <a:lnTo>
                  <a:pt x="762762" y="195939"/>
                </a:lnTo>
                <a:lnTo>
                  <a:pt x="762885" y="196993"/>
                </a:lnTo>
                <a:lnTo>
                  <a:pt x="763003" y="198049"/>
                </a:lnTo>
                <a:lnTo>
                  <a:pt x="763114" y="199107"/>
                </a:lnTo>
                <a:lnTo>
                  <a:pt x="763218" y="200167"/>
                </a:lnTo>
                <a:lnTo>
                  <a:pt x="763317" y="201228"/>
                </a:lnTo>
                <a:lnTo>
                  <a:pt x="763409" y="202291"/>
                </a:lnTo>
                <a:lnTo>
                  <a:pt x="763496" y="203357"/>
                </a:lnTo>
                <a:lnTo>
                  <a:pt x="763575" y="204423"/>
                </a:lnTo>
                <a:lnTo>
                  <a:pt x="763649" y="205492"/>
                </a:lnTo>
                <a:lnTo>
                  <a:pt x="763716" y="206562"/>
                </a:lnTo>
                <a:lnTo>
                  <a:pt x="763777" y="207634"/>
                </a:lnTo>
                <a:lnTo>
                  <a:pt x="763832" y="208708"/>
                </a:lnTo>
                <a:lnTo>
                  <a:pt x="763880" y="209783"/>
                </a:lnTo>
                <a:lnTo>
                  <a:pt x="763922" y="210860"/>
                </a:lnTo>
                <a:lnTo>
                  <a:pt x="763958" y="211939"/>
                </a:lnTo>
                <a:lnTo>
                  <a:pt x="763987" y="213019"/>
                </a:lnTo>
                <a:lnTo>
                  <a:pt x="764009" y="214101"/>
                </a:lnTo>
                <a:lnTo>
                  <a:pt x="764026" y="215184"/>
                </a:lnTo>
                <a:lnTo>
                  <a:pt x="764035" y="216269"/>
                </a:lnTo>
                <a:lnTo>
                  <a:pt x="764039" y="217356"/>
                </a:lnTo>
                <a:lnTo>
                  <a:pt x="783798" y="217356"/>
                </a:lnTo>
                <a:lnTo>
                  <a:pt x="783798" y="217356"/>
                </a:lnTo>
                <a:close/>
                <a:moveTo>
                  <a:pt x="216153" y="19763"/>
                </a:moveTo>
                <a:lnTo>
                  <a:pt x="214952" y="19774"/>
                </a:lnTo>
                <a:lnTo>
                  <a:pt x="213753" y="19792"/>
                </a:lnTo>
                <a:lnTo>
                  <a:pt x="212555" y="19817"/>
                </a:lnTo>
                <a:lnTo>
                  <a:pt x="211359" y="19849"/>
                </a:lnTo>
                <a:lnTo>
                  <a:pt x="210165" y="19888"/>
                </a:lnTo>
                <a:lnTo>
                  <a:pt x="208973" y="19934"/>
                </a:lnTo>
                <a:lnTo>
                  <a:pt x="207782" y="19988"/>
                </a:lnTo>
                <a:lnTo>
                  <a:pt x="206594" y="20048"/>
                </a:lnTo>
                <a:lnTo>
                  <a:pt x="205407" y="20115"/>
                </a:lnTo>
                <a:lnTo>
                  <a:pt x="204222" y="20189"/>
                </a:lnTo>
                <a:lnTo>
                  <a:pt x="203039" y="20271"/>
                </a:lnTo>
                <a:lnTo>
                  <a:pt x="201858" y="20359"/>
                </a:lnTo>
                <a:lnTo>
                  <a:pt x="200679" y="20454"/>
                </a:lnTo>
                <a:lnTo>
                  <a:pt x="199501" y="20556"/>
                </a:lnTo>
                <a:lnTo>
                  <a:pt x="198326" y="20664"/>
                </a:lnTo>
                <a:lnTo>
                  <a:pt x="197153" y="20780"/>
                </a:lnTo>
                <a:lnTo>
                  <a:pt x="195982" y="20902"/>
                </a:lnTo>
                <a:lnTo>
                  <a:pt x="194813" y="21032"/>
                </a:lnTo>
                <a:lnTo>
                  <a:pt x="193646" y="21168"/>
                </a:lnTo>
                <a:lnTo>
                  <a:pt x="192480" y="21311"/>
                </a:lnTo>
                <a:lnTo>
                  <a:pt x="191318" y="21460"/>
                </a:lnTo>
                <a:lnTo>
                  <a:pt x="190157" y="21616"/>
                </a:lnTo>
                <a:lnTo>
                  <a:pt x="188998" y="21779"/>
                </a:lnTo>
                <a:lnTo>
                  <a:pt x="187842" y="21949"/>
                </a:lnTo>
                <a:lnTo>
                  <a:pt x="186687" y="22126"/>
                </a:lnTo>
                <a:lnTo>
                  <a:pt x="185535" y="22309"/>
                </a:lnTo>
                <a:lnTo>
                  <a:pt x="184385" y="22498"/>
                </a:lnTo>
                <a:lnTo>
                  <a:pt x="183238" y="22695"/>
                </a:lnTo>
                <a:lnTo>
                  <a:pt x="182092" y="22897"/>
                </a:lnTo>
                <a:lnTo>
                  <a:pt x="180949" y="23107"/>
                </a:lnTo>
                <a:lnTo>
                  <a:pt x="179808" y="23323"/>
                </a:lnTo>
                <a:lnTo>
                  <a:pt x="178670" y="23545"/>
                </a:lnTo>
                <a:lnTo>
                  <a:pt x="177534" y="23774"/>
                </a:lnTo>
                <a:lnTo>
                  <a:pt x="176400" y="24010"/>
                </a:lnTo>
                <a:lnTo>
                  <a:pt x="175268" y="24252"/>
                </a:lnTo>
                <a:lnTo>
                  <a:pt x="174139" y="24500"/>
                </a:lnTo>
                <a:lnTo>
                  <a:pt x="173013" y="24755"/>
                </a:lnTo>
                <a:lnTo>
                  <a:pt x="171889" y="25016"/>
                </a:lnTo>
                <a:lnTo>
                  <a:pt x="170767" y="25284"/>
                </a:lnTo>
                <a:lnTo>
                  <a:pt x="169648" y="25558"/>
                </a:lnTo>
                <a:lnTo>
                  <a:pt x="168531" y="25838"/>
                </a:lnTo>
                <a:lnTo>
                  <a:pt x="167417" y="26125"/>
                </a:lnTo>
                <a:lnTo>
                  <a:pt x="166305" y="26418"/>
                </a:lnTo>
                <a:lnTo>
                  <a:pt x="165196" y="26717"/>
                </a:lnTo>
                <a:lnTo>
                  <a:pt x="164090" y="27022"/>
                </a:lnTo>
                <a:lnTo>
                  <a:pt x="162986" y="27334"/>
                </a:lnTo>
                <a:lnTo>
                  <a:pt x="161885" y="27652"/>
                </a:lnTo>
                <a:lnTo>
                  <a:pt x="160786" y="27976"/>
                </a:lnTo>
                <a:lnTo>
                  <a:pt x="159690" y="28307"/>
                </a:lnTo>
                <a:lnTo>
                  <a:pt x="158597" y="28643"/>
                </a:lnTo>
                <a:lnTo>
                  <a:pt x="157507" y="28986"/>
                </a:lnTo>
                <a:lnTo>
                  <a:pt x="156419" y="29335"/>
                </a:lnTo>
                <a:lnTo>
                  <a:pt x="155334" y="29690"/>
                </a:lnTo>
                <a:lnTo>
                  <a:pt x="154251" y="30051"/>
                </a:lnTo>
                <a:lnTo>
                  <a:pt x="153172" y="30418"/>
                </a:lnTo>
                <a:lnTo>
                  <a:pt x="152095" y="30791"/>
                </a:lnTo>
                <a:lnTo>
                  <a:pt x="151021" y="31170"/>
                </a:lnTo>
                <a:lnTo>
                  <a:pt x="149950" y="31555"/>
                </a:lnTo>
                <a:lnTo>
                  <a:pt x="148882" y="31946"/>
                </a:lnTo>
                <a:lnTo>
                  <a:pt x="147817" y="32343"/>
                </a:lnTo>
                <a:lnTo>
                  <a:pt x="146755" y="32746"/>
                </a:lnTo>
                <a:lnTo>
                  <a:pt x="145695" y="33155"/>
                </a:lnTo>
                <a:lnTo>
                  <a:pt x="144639" y="33570"/>
                </a:lnTo>
                <a:lnTo>
                  <a:pt x="143585" y="33991"/>
                </a:lnTo>
                <a:lnTo>
                  <a:pt x="142535" y="34417"/>
                </a:lnTo>
                <a:lnTo>
                  <a:pt x="141487" y="34850"/>
                </a:lnTo>
                <a:lnTo>
                  <a:pt x="140443" y="35288"/>
                </a:lnTo>
                <a:lnTo>
                  <a:pt x="139401" y="35732"/>
                </a:lnTo>
                <a:lnTo>
                  <a:pt x="138363" y="36182"/>
                </a:lnTo>
                <a:lnTo>
                  <a:pt x="137328" y="36637"/>
                </a:lnTo>
                <a:lnTo>
                  <a:pt x="136296" y="37099"/>
                </a:lnTo>
                <a:lnTo>
                  <a:pt x="135267" y="37566"/>
                </a:lnTo>
                <a:lnTo>
                  <a:pt x="134241" y="38038"/>
                </a:lnTo>
                <a:lnTo>
                  <a:pt x="133218" y="38517"/>
                </a:lnTo>
                <a:lnTo>
                  <a:pt x="132199" y="39001"/>
                </a:lnTo>
                <a:lnTo>
                  <a:pt x="131182" y="39490"/>
                </a:lnTo>
                <a:lnTo>
                  <a:pt x="130169" y="39986"/>
                </a:lnTo>
                <a:lnTo>
                  <a:pt x="129159" y="40487"/>
                </a:lnTo>
                <a:lnTo>
                  <a:pt x="128153" y="40993"/>
                </a:lnTo>
                <a:lnTo>
                  <a:pt x="127150" y="41505"/>
                </a:lnTo>
                <a:lnTo>
                  <a:pt x="126150" y="42023"/>
                </a:lnTo>
                <a:lnTo>
                  <a:pt x="125153" y="42546"/>
                </a:lnTo>
                <a:lnTo>
                  <a:pt x="124160" y="43075"/>
                </a:lnTo>
                <a:lnTo>
                  <a:pt x="123170" y="43609"/>
                </a:lnTo>
                <a:lnTo>
                  <a:pt x="122184" y="44148"/>
                </a:lnTo>
                <a:lnTo>
                  <a:pt x="121201" y="44693"/>
                </a:lnTo>
                <a:lnTo>
                  <a:pt x="120221" y="45243"/>
                </a:lnTo>
                <a:lnTo>
                  <a:pt x="119245" y="45799"/>
                </a:lnTo>
                <a:lnTo>
                  <a:pt x="118272" y="46360"/>
                </a:lnTo>
                <a:lnTo>
                  <a:pt x="117303" y="46927"/>
                </a:lnTo>
                <a:lnTo>
                  <a:pt x="116337" y="47499"/>
                </a:lnTo>
                <a:lnTo>
                  <a:pt x="115375" y="48076"/>
                </a:lnTo>
                <a:lnTo>
                  <a:pt x="114416" y="48658"/>
                </a:lnTo>
                <a:lnTo>
                  <a:pt x="113461" y="49246"/>
                </a:lnTo>
                <a:lnTo>
                  <a:pt x="112510" y="49839"/>
                </a:lnTo>
                <a:lnTo>
                  <a:pt x="111562" y="50437"/>
                </a:lnTo>
                <a:lnTo>
                  <a:pt x="110618" y="51041"/>
                </a:lnTo>
                <a:lnTo>
                  <a:pt x="109678" y="51649"/>
                </a:lnTo>
                <a:lnTo>
                  <a:pt x="108741" y="52263"/>
                </a:lnTo>
                <a:lnTo>
                  <a:pt x="107808" y="52882"/>
                </a:lnTo>
                <a:lnTo>
                  <a:pt x="106878" y="53506"/>
                </a:lnTo>
                <a:lnTo>
                  <a:pt x="105953" y="54135"/>
                </a:lnTo>
                <a:lnTo>
                  <a:pt x="105031" y="54770"/>
                </a:lnTo>
                <a:lnTo>
                  <a:pt x="104113" y="55409"/>
                </a:lnTo>
                <a:lnTo>
                  <a:pt x="103198" y="56053"/>
                </a:lnTo>
                <a:lnTo>
                  <a:pt x="102288" y="56703"/>
                </a:lnTo>
                <a:lnTo>
                  <a:pt x="101381" y="57357"/>
                </a:lnTo>
                <a:lnTo>
                  <a:pt x="100478" y="58017"/>
                </a:lnTo>
                <a:lnTo>
                  <a:pt x="99579" y="58681"/>
                </a:lnTo>
                <a:lnTo>
                  <a:pt x="98684" y="59350"/>
                </a:lnTo>
                <a:lnTo>
                  <a:pt x="97793" y="60025"/>
                </a:lnTo>
                <a:lnTo>
                  <a:pt x="96906" y="60704"/>
                </a:lnTo>
                <a:lnTo>
                  <a:pt x="96023" y="61388"/>
                </a:lnTo>
                <a:lnTo>
                  <a:pt x="95143" y="62077"/>
                </a:lnTo>
                <a:lnTo>
                  <a:pt x="94268" y="62771"/>
                </a:lnTo>
                <a:lnTo>
                  <a:pt x="93397" y="63469"/>
                </a:lnTo>
                <a:lnTo>
                  <a:pt x="92530" y="64173"/>
                </a:lnTo>
                <a:lnTo>
                  <a:pt x="91667" y="64881"/>
                </a:lnTo>
                <a:lnTo>
                  <a:pt x="90808" y="65594"/>
                </a:lnTo>
                <a:lnTo>
                  <a:pt x="89953" y="66312"/>
                </a:lnTo>
                <a:lnTo>
                  <a:pt x="89102" y="67034"/>
                </a:lnTo>
                <a:lnTo>
                  <a:pt x="88255" y="67762"/>
                </a:lnTo>
                <a:lnTo>
                  <a:pt x="87413" y="68493"/>
                </a:lnTo>
                <a:lnTo>
                  <a:pt x="86574" y="69230"/>
                </a:lnTo>
                <a:lnTo>
                  <a:pt x="85740" y="69971"/>
                </a:lnTo>
                <a:lnTo>
                  <a:pt x="84910" y="70717"/>
                </a:lnTo>
                <a:lnTo>
                  <a:pt x="84085" y="71467"/>
                </a:lnTo>
                <a:lnTo>
                  <a:pt x="83263" y="72222"/>
                </a:lnTo>
                <a:lnTo>
                  <a:pt x="82446" y="72982"/>
                </a:lnTo>
                <a:lnTo>
                  <a:pt x="81633" y="73746"/>
                </a:lnTo>
                <a:lnTo>
                  <a:pt x="80825" y="74515"/>
                </a:lnTo>
                <a:lnTo>
                  <a:pt x="80021" y="75288"/>
                </a:lnTo>
                <a:lnTo>
                  <a:pt x="79221" y="76066"/>
                </a:lnTo>
                <a:lnTo>
                  <a:pt x="78426" y="76848"/>
                </a:lnTo>
                <a:lnTo>
                  <a:pt x="77635" y="77634"/>
                </a:lnTo>
                <a:lnTo>
                  <a:pt x="76848" y="78425"/>
                </a:lnTo>
                <a:lnTo>
                  <a:pt x="76066" y="79221"/>
                </a:lnTo>
                <a:lnTo>
                  <a:pt x="75288" y="80021"/>
                </a:lnTo>
                <a:lnTo>
                  <a:pt x="74515" y="80825"/>
                </a:lnTo>
                <a:lnTo>
                  <a:pt x="73746" y="81633"/>
                </a:lnTo>
                <a:lnTo>
                  <a:pt x="72982" y="82446"/>
                </a:lnTo>
                <a:lnTo>
                  <a:pt x="72223" y="83263"/>
                </a:lnTo>
                <a:lnTo>
                  <a:pt x="71468" y="84084"/>
                </a:lnTo>
                <a:lnTo>
                  <a:pt x="70717" y="84910"/>
                </a:lnTo>
                <a:lnTo>
                  <a:pt x="69971" y="85740"/>
                </a:lnTo>
                <a:lnTo>
                  <a:pt x="69230" y="86574"/>
                </a:lnTo>
                <a:lnTo>
                  <a:pt x="68494" y="87412"/>
                </a:lnTo>
                <a:lnTo>
                  <a:pt x="67762" y="88255"/>
                </a:lnTo>
                <a:lnTo>
                  <a:pt x="67035" y="89102"/>
                </a:lnTo>
                <a:lnTo>
                  <a:pt x="66312" y="89952"/>
                </a:lnTo>
                <a:lnTo>
                  <a:pt x="65594" y="90807"/>
                </a:lnTo>
                <a:lnTo>
                  <a:pt x="64881" y="91666"/>
                </a:lnTo>
                <a:lnTo>
                  <a:pt x="64173" y="92530"/>
                </a:lnTo>
                <a:lnTo>
                  <a:pt x="63470" y="93397"/>
                </a:lnTo>
                <a:lnTo>
                  <a:pt x="62771" y="94268"/>
                </a:lnTo>
                <a:lnTo>
                  <a:pt x="62077" y="95143"/>
                </a:lnTo>
                <a:lnTo>
                  <a:pt x="61388" y="96022"/>
                </a:lnTo>
                <a:lnTo>
                  <a:pt x="60704" y="96906"/>
                </a:lnTo>
                <a:lnTo>
                  <a:pt x="60025" y="97793"/>
                </a:lnTo>
                <a:lnTo>
                  <a:pt x="59351" y="98684"/>
                </a:lnTo>
                <a:lnTo>
                  <a:pt x="58681" y="99579"/>
                </a:lnTo>
                <a:lnTo>
                  <a:pt x="58017" y="100478"/>
                </a:lnTo>
                <a:lnTo>
                  <a:pt x="57357" y="101381"/>
                </a:lnTo>
                <a:lnTo>
                  <a:pt x="56703" y="102287"/>
                </a:lnTo>
                <a:lnTo>
                  <a:pt x="56054" y="103198"/>
                </a:lnTo>
                <a:lnTo>
                  <a:pt x="55409" y="104112"/>
                </a:lnTo>
                <a:lnTo>
                  <a:pt x="54770" y="105030"/>
                </a:lnTo>
                <a:lnTo>
                  <a:pt x="54135" y="105952"/>
                </a:lnTo>
                <a:lnTo>
                  <a:pt x="53506" y="106878"/>
                </a:lnTo>
                <a:lnTo>
                  <a:pt x="52882" y="107807"/>
                </a:lnTo>
                <a:lnTo>
                  <a:pt x="52263" y="108741"/>
                </a:lnTo>
                <a:lnTo>
                  <a:pt x="51649" y="109677"/>
                </a:lnTo>
                <a:lnTo>
                  <a:pt x="51041" y="110618"/>
                </a:lnTo>
                <a:lnTo>
                  <a:pt x="50437" y="111562"/>
                </a:lnTo>
                <a:lnTo>
                  <a:pt x="49839" y="112510"/>
                </a:lnTo>
                <a:lnTo>
                  <a:pt x="49246" y="113461"/>
                </a:lnTo>
                <a:lnTo>
                  <a:pt x="48659" y="114416"/>
                </a:lnTo>
                <a:lnTo>
                  <a:pt x="48076" y="115375"/>
                </a:lnTo>
                <a:lnTo>
                  <a:pt x="47499" y="116337"/>
                </a:lnTo>
                <a:lnTo>
                  <a:pt x="46927" y="117303"/>
                </a:lnTo>
                <a:lnTo>
                  <a:pt x="46361" y="118272"/>
                </a:lnTo>
                <a:lnTo>
                  <a:pt x="45799" y="119245"/>
                </a:lnTo>
                <a:lnTo>
                  <a:pt x="45244" y="120221"/>
                </a:lnTo>
                <a:lnTo>
                  <a:pt x="44693" y="121200"/>
                </a:lnTo>
                <a:lnTo>
                  <a:pt x="44148" y="122183"/>
                </a:lnTo>
                <a:lnTo>
                  <a:pt x="43609" y="123170"/>
                </a:lnTo>
                <a:lnTo>
                  <a:pt x="43075" y="124160"/>
                </a:lnTo>
                <a:lnTo>
                  <a:pt x="42546" y="125153"/>
                </a:lnTo>
                <a:lnTo>
                  <a:pt x="42023" y="126150"/>
                </a:lnTo>
                <a:lnTo>
                  <a:pt x="41505" y="127149"/>
                </a:lnTo>
                <a:lnTo>
                  <a:pt x="40993" y="128153"/>
                </a:lnTo>
                <a:lnTo>
                  <a:pt x="40487" y="129159"/>
                </a:lnTo>
                <a:lnTo>
                  <a:pt x="39986" y="130169"/>
                </a:lnTo>
                <a:lnTo>
                  <a:pt x="39491" y="131182"/>
                </a:lnTo>
                <a:lnTo>
                  <a:pt x="39001" y="132198"/>
                </a:lnTo>
                <a:lnTo>
                  <a:pt x="38517" y="133218"/>
                </a:lnTo>
                <a:lnTo>
                  <a:pt x="38038" y="134241"/>
                </a:lnTo>
                <a:lnTo>
                  <a:pt x="37566" y="135266"/>
                </a:lnTo>
                <a:lnTo>
                  <a:pt x="37099" y="136295"/>
                </a:lnTo>
                <a:lnTo>
                  <a:pt x="36637" y="137328"/>
                </a:lnTo>
                <a:lnTo>
                  <a:pt x="36182" y="138363"/>
                </a:lnTo>
                <a:lnTo>
                  <a:pt x="35732" y="139401"/>
                </a:lnTo>
                <a:lnTo>
                  <a:pt x="35288" y="140443"/>
                </a:lnTo>
                <a:lnTo>
                  <a:pt x="34850" y="141487"/>
                </a:lnTo>
                <a:lnTo>
                  <a:pt x="34417" y="142535"/>
                </a:lnTo>
                <a:lnTo>
                  <a:pt x="33991" y="143585"/>
                </a:lnTo>
                <a:lnTo>
                  <a:pt x="33570" y="144639"/>
                </a:lnTo>
                <a:lnTo>
                  <a:pt x="33155" y="145695"/>
                </a:lnTo>
                <a:lnTo>
                  <a:pt x="32746" y="146754"/>
                </a:lnTo>
                <a:lnTo>
                  <a:pt x="32343" y="147817"/>
                </a:lnTo>
                <a:lnTo>
                  <a:pt x="31946" y="148882"/>
                </a:lnTo>
                <a:lnTo>
                  <a:pt x="31555" y="149950"/>
                </a:lnTo>
                <a:lnTo>
                  <a:pt x="31170" y="151021"/>
                </a:lnTo>
                <a:lnTo>
                  <a:pt x="30791" y="152095"/>
                </a:lnTo>
                <a:lnTo>
                  <a:pt x="30418" y="153172"/>
                </a:lnTo>
                <a:lnTo>
                  <a:pt x="30051" y="154251"/>
                </a:lnTo>
                <a:lnTo>
                  <a:pt x="29690" y="155334"/>
                </a:lnTo>
                <a:lnTo>
                  <a:pt x="29335" y="156419"/>
                </a:lnTo>
                <a:lnTo>
                  <a:pt x="28986" y="157506"/>
                </a:lnTo>
                <a:lnTo>
                  <a:pt x="28643" y="158597"/>
                </a:lnTo>
                <a:lnTo>
                  <a:pt x="28307" y="159690"/>
                </a:lnTo>
                <a:lnTo>
                  <a:pt x="27977" y="160786"/>
                </a:lnTo>
                <a:lnTo>
                  <a:pt x="27652" y="161885"/>
                </a:lnTo>
                <a:lnTo>
                  <a:pt x="27334" y="162986"/>
                </a:lnTo>
                <a:lnTo>
                  <a:pt x="27023" y="164090"/>
                </a:lnTo>
                <a:lnTo>
                  <a:pt x="26717" y="165196"/>
                </a:lnTo>
                <a:lnTo>
                  <a:pt x="26418" y="166305"/>
                </a:lnTo>
                <a:lnTo>
                  <a:pt x="26125" y="167417"/>
                </a:lnTo>
                <a:lnTo>
                  <a:pt x="25838" y="168531"/>
                </a:lnTo>
                <a:lnTo>
                  <a:pt x="25558" y="169648"/>
                </a:lnTo>
                <a:lnTo>
                  <a:pt x="25284" y="170767"/>
                </a:lnTo>
                <a:lnTo>
                  <a:pt x="25016" y="171888"/>
                </a:lnTo>
                <a:lnTo>
                  <a:pt x="24755" y="173013"/>
                </a:lnTo>
                <a:lnTo>
                  <a:pt x="24500" y="174139"/>
                </a:lnTo>
                <a:lnTo>
                  <a:pt x="24252" y="175268"/>
                </a:lnTo>
                <a:lnTo>
                  <a:pt x="24010" y="176400"/>
                </a:lnTo>
                <a:lnTo>
                  <a:pt x="23774" y="177533"/>
                </a:lnTo>
                <a:lnTo>
                  <a:pt x="23545" y="178670"/>
                </a:lnTo>
                <a:lnTo>
                  <a:pt x="23323" y="179808"/>
                </a:lnTo>
                <a:lnTo>
                  <a:pt x="23107" y="180949"/>
                </a:lnTo>
                <a:lnTo>
                  <a:pt x="22897" y="182092"/>
                </a:lnTo>
                <a:lnTo>
                  <a:pt x="22695" y="183237"/>
                </a:lnTo>
                <a:lnTo>
                  <a:pt x="22498" y="184385"/>
                </a:lnTo>
                <a:lnTo>
                  <a:pt x="22309" y="185535"/>
                </a:lnTo>
                <a:lnTo>
                  <a:pt x="22126" y="186687"/>
                </a:lnTo>
                <a:lnTo>
                  <a:pt x="21949" y="187841"/>
                </a:lnTo>
                <a:lnTo>
                  <a:pt x="21780" y="188998"/>
                </a:lnTo>
                <a:lnTo>
                  <a:pt x="21617" y="190157"/>
                </a:lnTo>
                <a:lnTo>
                  <a:pt x="21460" y="191317"/>
                </a:lnTo>
                <a:lnTo>
                  <a:pt x="21311" y="192480"/>
                </a:lnTo>
                <a:lnTo>
                  <a:pt x="21168" y="193645"/>
                </a:lnTo>
                <a:lnTo>
                  <a:pt x="21032" y="194812"/>
                </a:lnTo>
                <a:lnTo>
                  <a:pt x="20903" y="195982"/>
                </a:lnTo>
                <a:lnTo>
                  <a:pt x="20780" y="197153"/>
                </a:lnTo>
                <a:lnTo>
                  <a:pt x="20664" y="198326"/>
                </a:lnTo>
                <a:lnTo>
                  <a:pt x="20556" y="199501"/>
                </a:lnTo>
                <a:lnTo>
                  <a:pt x="20454" y="200679"/>
                </a:lnTo>
                <a:lnTo>
                  <a:pt x="20359" y="201858"/>
                </a:lnTo>
                <a:lnTo>
                  <a:pt x="20271" y="203039"/>
                </a:lnTo>
                <a:lnTo>
                  <a:pt x="20190" y="204222"/>
                </a:lnTo>
                <a:lnTo>
                  <a:pt x="20115" y="205407"/>
                </a:lnTo>
                <a:lnTo>
                  <a:pt x="20048" y="206594"/>
                </a:lnTo>
                <a:lnTo>
                  <a:pt x="19988" y="207782"/>
                </a:lnTo>
                <a:lnTo>
                  <a:pt x="19935" y="208973"/>
                </a:lnTo>
                <a:lnTo>
                  <a:pt x="19888" y="210165"/>
                </a:lnTo>
                <a:lnTo>
                  <a:pt x="19849" y="211359"/>
                </a:lnTo>
                <a:lnTo>
                  <a:pt x="19817" y="212555"/>
                </a:lnTo>
                <a:lnTo>
                  <a:pt x="19792" y="213753"/>
                </a:lnTo>
                <a:lnTo>
                  <a:pt x="19774" y="214952"/>
                </a:lnTo>
                <a:lnTo>
                  <a:pt x="19764" y="216153"/>
                </a:lnTo>
                <a:lnTo>
                  <a:pt x="19760" y="217356"/>
                </a:lnTo>
                <a:lnTo>
                  <a:pt x="19760" y="217356"/>
                </a:lnTo>
                <a:lnTo>
                  <a:pt x="39519" y="217356"/>
                </a:lnTo>
                <a:lnTo>
                  <a:pt x="39522" y="216269"/>
                </a:lnTo>
                <a:lnTo>
                  <a:pt x="39532" y="215184"/>
                </a:lnTo>
                <a:lnTo>
                  <a:pt x="39548" y="214101"/>
                </a:lnTo>
                <a:lnTo>
                  <a:pt x="39571" y="213019"/>
                </a:lnTo>
                <a:lnTo>
                  <a:pt x="39600" y="211939"/>
                </a:lnTo>
                <a:lnTo>
                  <a:pt x="39636" y="210860"/>
                </a:lnTo>
                <a:lnTo>
                  <a:pt x="39677" y="209783"/>
                </a:lnTo>
                <a:lnTo>
                  <a:pt x="39726" y="208708"/>
                </a:lnTo>
                <a:lnTo>
                  <a:pt x="39780" y="207634"/>
                </a:lnTo>
                <a:lnTo>
                  <a:pt x="39841" y="206562"/>
                </a:lnTo>
                <a:lnTo>
                  <a:pt x="39909" y="205492"/>
                </a:lnTo>
                <a:lnTo>
                  <a:pt x="39982" y="204423"/>
                </a:lnTo>
                <a:lnTo>
                  <a:pt x="40062" y="203357"/>
                </a:lnTo>
                <a:lnTo>
                  <a:pt x="40148" y="202291"/>
                </a:lnTo>
                <a:lnTo>
                  <a:pt x="40241" y="201228"/>
                </a:lnTo>
                <a:lnTo>
                  <a:pt x="40339" y="200167"/>
                </a:lnTo>
                <a:lnTo>
                  <a:pt x="40444" y="199107"/>
                </a:lnTo>
                <a:lnTo>
                  <a:pt x="40555" y="198049"/>
                </a:lnTo>
                <a:lnTo>
                  <a:pt x="40672" y="196993"/>
                </a:lnTo>
                <a:lnTo>
                  <a:pt x="40796" y="195939"/>
                </a:lnTo>
                <a:lnTo>
                  <a:pt x="40925" y="194887"/>
                </a:lnTo>
                <a:lnTo>
                  <a:pt x="41061" y="193836"/>
                </a:lnTo>
                <a:lnTo>
                  <a:pt x="41202" y="192788"/>
                </a:lnTo>
                <a:lnTo>
                  <a:pt x="41350" y="191741"/>
                </a:lnTo>
                <a:lnTo>
                  <a:pt x="41504" y="190697"/>
                </a:lnTo>
                <a:lnTo>
                  <a:pt x="41664" y="189654"/>
                </a:lnTo>
                <a:lnTo>
                  <a:pt x="41830" y="188614"/>
                </a:lnTo>
                <a:lnTo>
                  <a:pt x="42002" y="187575"/>
                </a:lnTo>
                <a:lnTo>
                  <a:pt x="42180" y="186539"/>
                </a:lnTo>
                <a:lnTo>
                  <a:pt x="42363" y="185504"/>
                </a:lnTo>
                <a:lnTo>
                  <a:pt x="42553" y="184472"/>
                </a:lnTo>
                <a:lnTo>
                  <a:pt x="42749" y="183442"/>
                </a:lnTo>
                <a:lnTo>
                  <a:pt x="42951" y="182414"/>
                </a:lnTo>
                <a:lnTo>
                  <a:pt x="43158" y="181387"/>
                </a:lnTo>
                <a:lnTo>
                  <a:pt x="43372" y="180364"/>
                </a:lnTo>
                <a:lnTo>
                  <a:pt x="43591" y="179342"/>
                </a:lnTo>
                <a:lnTo>
                  <a:pt x="43816" y="178322"/>
                </a:lnTo>
                <a:lnTo>
                  <a:pt x="44047" y="177305"/>
                </a:lnTo>
                <a:lnTo>
                  <a:pt x="44284" y="176290"/>
                </a:lnTo>
                <a:lnTo>
                  <a:pt x="44527" y="175277"/>
                </a:lnTo>
                <a:lnTo>
                  <a:pt x="44775" y="174266"/>
                </a:lnTo>
                <a:lnTo>
                  <a:pt x="45029" y="173258"/>
                </a:lnTo>
                <a:lnTo>
                  <a:pt x="45289" y="172252"/>
                </a:lnTo>
                <a:lnTo>
                  <a:pt x="45555" y="171248"/>
                </a:lnTo>
                <a:lnTo>
                  <a:pt x="45826" y="170247"/>
                </a:lnTo>
                <a:lnTo>
                  <a:pt x="46103" y="169247"/>
                </a:lnTo>
                <a:lnTo>
                  <a:pt x="46385" y="168251"/>
                </a:lnTo>
                <a:lnTo>
                  <a:pt x="46674" y="167256"/>
                </a:lnTo>
                <a:lnTo>
                  <a:pt x="46967" y="166264"/>
                </a:lnTo>
                <a:lnTo>
                  <a:pt x="47267" y="165275"/>
                </a:lnTo>
                <a:lnTo>
                  <a:pt x="47572" y="164288"/>
                </a:lnTo>
                <a:lnTo>
                  <a:pt x="47882" y="163303"/>
                </a:lnTo>
                <a:lnTo>
                  <a:pt x="48199" y="162321"/>
                </a:lnTo>
                <a:lnTo>
                  <a:pt x="48520" y="161341"/>
                </a:lnTo>
                <a:lnTo>
                  <a:pt x="48847" y="160364"/>
                </a:lnTo>
                <a:lnTo>
                  <a:pt x="49180" y="159390"/>
                </a:lnTo>
                <a:lnTo>
                  <a:pt x="49518" y="158418"/>
                </a:lnTo>
                <a:lnTo>
                  <a:pt x="49862" y="157448"/>
                </a:lnTo>
                <a:lnTo>
                  <a:pt x="50211" y="156481"/>
                </a:lnTo>
                <a:lnTo>
                  <a:pt x="50565" y="155517"/>
                </a:lnTo>
                <a:lnTo>
                  <a:pt x="50925" y="154555"/>
                </a:lnTo>
                <a:lnTo>
                  <a:pt x="51291" y="153596"/>
                </a:lnTo>
                <a:lnTo>
                  <a:pt x="51661" y="152640"/>
                </a:lnTo>
                <a:lnTo>
                  <a:pt x="52037" y="151686"/>
                </a:lnTo>
                <a:lnTo>
                  <a:pt x="52418" y="150735"/>
                </a:lnTo>
                <a:lnTo>
                  <a:pt x="52805" y="149787"/>
                </a:lnTo>
                <a:lnTo>
                  <a:pt x="53197" y="148841"/>
                </a:lnTo>
                <a:lnTo>
                  <a:pt x="53594" y="147898"/>
                </a:lnTo>
                <a:lnTo>
                  <a:pt x="53997" y="146958"/>
                </a:lnTo>
                <a:lnTo>
                  <a:pt x="54404" y="146021"/>
                </a:lnTo>
                <a:lnTo>
                  <a:pt x="54817" y="145087"/>
                </a:lnTo>
                <a:lnTo>
                  <a:pt x="55235" y="144155"/>
                </a:lnTo>
                <a:lnTo>
                  <a:pt x="55658" y="143226"/>
                </a:lnTo>
                <a:lnTo>
                  <a:pt x="56087" y="142300"/>
                </a:lnTo>
                <a:lnTo>
                  <a:pt x="56520" y="141377"/>
                </a:lnTo>
                <a:lnTo>
                  <a:pt x="56959" y="140457"/>
                </a:lnTo>
                <a:lnTo>
                  <a:pt x="57403" y="139540"/>
                </a:lnTo>
                <a:lnTo>
                  <a:pt x="57852" y="138626"/>
                </a:lnTo>
                <a:lnTo>
                  <a:pt x="58306" y="137714"/>
                </a:lnTo>
                <a:lnTo>
                  <a:pt x="58765" y="136806"/>
                </a:lnTo>
                <a:lnTo>
                  <a:pt x="59229" y="135901"/>
                </a:lnTo>
                <a:lnTo>
                  <a:pt x="59698" y="134998"/>
                </a:lnTo>
                <a:lnTo>
                  <a:pt x="60172" y="134099"/>
                </a:lnTo>
                <a:lnTo>
                  <a:pt x="60651" y="133203"/>
                </a:lnTo>
                <a:lnTo>
                  <a:pt x="61135" y="132310"/>
                </a:lnTo>
                <a:lnTo>
                  <a:pt x="61624" y="131419"/>
                </a:lnTo>
                <a:lnTo>
                  <a:pt x="62117" y="130532"/>
                </a:lnTo>
                <a:lnTo>
                  <a:pt x="62616" y="129648"/>
                </a:lnTo>
                <a:lnTo>
                  <a:pt x="63120" y="128768"/>
                </a:lnTo>
                <a:lnTo>
                  <a:pt x="63628" y="127890"/>
                </a:lnTo>
                <a:lnTo>
                  <a:pt x="64142" y="127016"/>
                </a:lnTo>
                <a:lnTo>
                  <a:pt x="64660" y="126144"/>
                </a:lnTo>
                <a:lnTo>
                  <a:pt x="65183" y="125276"/>
                </a:lnTo>
                <a:lnTo>
                  <a:pt x="65711" y="124412"/>
                </a:lnTo>
                <a:lnTo>
                  <a:pt x="66243" y="123550"/>
                </a:lnTo>
                <a:lnTo>
                  <a:pt x="66781" y="122692"/>
                </a:lnTo>
                <a:lnTo>
                  <a:pt x="67323" y="121837"/>
                </a:lnTo>
                <a:lnTo>
                  <a:pt x="67869" y="120985"/>
                </a:lnTo>
                <a:lnTo>
                  <a:pt x="68421" y="120137"/>
                </a:lnTo>
                <a:lnTo>
                  <a:pt x="68977" y="119292"/>
                </a:lnTo>
                <a:lnTo>
                  <a:pt x="69538" y="118450"/>
                </a:lnTo>
                <a:lnTo>
                  <a:pt x="70103" y="117612"/>
                </a:lnTo>
                <a:lnTo>
                  <a:pt x="70673" y="116777"/>
                </a:lnTo>
                <a:lnTo>
                  <a:pt x="71248" y="115945"/>
                </a:lnTo>
                <a:lnTo>
                  <a:pt x="71827" y="115117"/>
                </a:lnTo>
                <a:lnTo>
                  <a:pt x="72411" y="114293"/>
                </a:lnTo>
                <a:lnTo>
                  <a:pt x="73000" y="113472"/>
                </a:lnTo>
                <a:lnTo>
                  <a:pt x="73593" y="112654"/>
                </a:lnTo>
                <a:lnTo>
                  <a:pt x="74190" y="111840"/>
                </a:lnTo>
                <a:lnTo>
                  <a:pt x="74792" y="111029"/>
                </a:lnTo>
                <a:lnTo>
                  <a:pt x="75399" y="110222"/>
                </a:lnTo>
                <a:lnTo>
                  <a:pt x="76010" y="109419"/>
                </a:lnTo>
                <a:lnTo>
                  <a:pt x="76625" y="108619"/>
                </a:lnTo>
                <a:lnTo>
                  <a:pt x="77245" y="107822"/>
                </a:lnTo>
                <a:lnTo>
                  <a:pt x="77869" y="107030"/>
                </a:lnTo>
                <a:lnTo>
                  <a:pt x="78498" y="106240"/>
                </a:lnTo>
                <a:lnTo>
                  <a:pt x="79131" y="105455"/>
                </a:lnTo>
                <a:lnTo>
                  <a:pt x="79768" y="104673"/>
                </a:lnTo>
                <a:lnTo>
                  <a:pt x="80410" y="103895"/>
                </a:lnTo>
                <a:lnTo>
                  <a:pt x="81055" y="103121"/>
                </a:lnTo>
                <a:lnTo>
                  <a:pt x="81706" y="102350"/>
                </a:lnTo>
                <a:lnTo>
                  <a:pt x="82360" y="101583"/>
                </a:lnTo>
                <a:lnTo>
                  <a:pt x="83019" y="100820"/>
                </a:lnTo>
                <a:lnTo>
                  <a:pt x="83682" y="100061"/>
                </a:lnTo>
                <a:lnTo>
                  <a:pt x="84349" y="99305"/>
                </a:lnTo>
                <a:lnTo>
                  <a:pt x="85021" y="98554"/>
                </a:lnTo>
                <a:lnTo>
                  <a:pt x="85697" y="97806"/>
                </a:lnTo>
                <a:lnTo>
                  <a:pt x="86376" y="97062"/>
                </a:lnTo>
                <a:lnTo>
                  <a:pt x="87060" y="96322"/>
                </a:lnTo>
                <a:lnTo>
                  <a:pt x="87748" y="95585"/>
                </a:lnTo>
                <a:lnTo>
                  <a:pt x="88441" y="94853"/>
                </a:lnTo>
                <a:lnTo>
                  <a:pt x="89137" y="94125"/>
                </a:lnTo>
                <a:lnTo>
                  <a:pt x="89837" y="93400"/>
                </a:lnTo>
                <a:lnTo>
                  <a:pt x="90542" y="92680"/>
                </a:lnTo>
                <a:lnTo>
                  <a:pt x="91250" y="91963"/>
                </a:lnTo>
                <a:lnTo>
                  <a:pt x="91963" y="91251"/>
                </a:lnTo>
                <a:lnTo>
                  <a:pt x="92679" y="90542"/>
                </a:lnTo>
                <a:lnTo>
                  <a:pt x="93400" y="89838"/>
                </a:lnTo>
                <a:lnTo>
                  <a:pt x="94124" y="89137"/>
                </a:lnTo>
                <a:lnTo>
                  <a:pt x="94853" y="88441"/>
                </a:lnTo>
                <a:lnTo>
                  <a:pt x="95585" y="87749"/>
                </a:lnTo>
                <a:lnTo>
                  <a:pt x="96321" y="87061"/>
                </a:lnTo>
                <a:lnTo>
                  <a:pt x="97062" y="86377"/>
                </a:lnTo>
                <a:lnTo>
                  <a:pt x="97806" y="85697"/>
                </a:lnTo>
                <a:lnTo>
                  <a:pt x="98553" y="85021"/>
                </a:lnTo>
                <a:lnTo>
                  <a:pt x="99305" y="84350"/>
                </a:lnTo>
                <a:lnTo>
                  <a:pt x="100061" y="83682"/>
                </a:lnTo>
                <a:lnTo>
                  <a:pt x="100820" y="83019"/>
                </a:lnTo>
                <a:lnTo>
                  <a:pt x="101583" y="82360"/>
                </a:lnTo>
                <a:lnTo>
                  <a:pt x="102350" y="81706"/>
                </a:lnTo>
                <a:lnTo>
                  <a:pt x="103121" y="81056"/>
                </a:lnTo>
                <a:lnTo>
                  <a:pt x="103895" y="80410"/>
                </a:lnTo>
                <a:lnTo>
                  <a:pt x="104673" y="79768"/>
                </a:lnTo>
                <a:lnTo>
                  <a:pt x="105455" y="79131"/>
                </a:lnTo>
                <a:lnTo>
                  <a:pt x="106240" y="78498"/>
                </a:lnTo>
                <a:lnTo>
                  <a:pt x="107029" y="77869"/>
                </a:lnTo>
                <a:lnTo>
                  <a:pt x="107822" y="77245"/>
                </a:lnTo>
                <a:lnTo>
                  <a:pt x="108618" y="76625"/>
                </a:lnTo>
                <a:lnTo>
                  <a:pt x="109418" y="76010"/>
                </a:lnTo>
                <a:lnTo>
                  <a:pt x="110222" y="75399"/>
                </a:lnTo>
                <a:lnTo>
                  <a:pt x="111029" y="74792"/>
                </a:lnTo>
                <a:lnTo>
                  <a:pt x="111840" y="74190"/>
                </a:lnTo>
                <a:lnTo>
                  <a:pt x="112654" y="73593"/>
                </a:lnTo>
                <a:lnTo>
                  <a:pt x="113471" y="73000"/>
                </a:lnTo>
                <a:lnTo>
                  <a:pt x="114292" y="72411"/>
                </a:lnTo>
                <a:lnTo>
                  <a:pt x="115117" y="71828"/>
                </a:lnTo>
                <a:lnTo>
                  <a:pt x="115945" y="71248"/>
                </a:lnTo>
                <a:lnTo>
                  <a:pt x="116777" y="70674"/>
                </a:lnTo>
                <a:lnTo>
                  <a:pt x="117612" y="70103"/>
                </a:lnTo>
                <a:lnTo>
                  <a:pt x="118450" y="69538"/>
                </a:lnTo>
                <a:lnTo>
                  <a:pt x="119291" y="68977"/>
                </a:lnTo>
                <a:lnTo>
                  <a:pt x="120137" y="68421"/>
                </a:lnTo>
                <a:lnTo>
                  <a:pt x="120985" y="67869"/>
                </a:lnTo>
                <a:lnTo>
                  <a:pt x="121837" y="67323"/>
                </a:lnTo>
                <a:lnTo>
                  <a:pt x="122692" y="66781"/>
                </a:lnTo>
                <a:lnTo>
                  <a:pt x="123550" y="66243"/>
                </a:lnTo>
                <a:lnTo>
                  <a:pt x="124411" y="65711"/>
                </a:lnTo>
                <a:lnTo>
                  <a:pt x="125276" y="65183"/>
                </a:lnTo>
                <a:lnTo>
                  <a:pt x="126144" y="64660"/>
                </a:lnTo>
                <a:lnTo>
                  <a:pt x="127015" y="64142"/>
                </a:lnTo>
                <a:lnTo>
                  <a:pt x="127890" y="63628"/>
                </a:lnTo>
                <a:lnTo>
                  <a:pt x="128768" y="63120"/>
                </a:lnTo>
                <a:lnTo>
                  <a:pt x="129648" y="62616"/>
                </a:lnTo>
                <a:lnTo>
                  <a:pt x="130532" y="62118"/>
                </a:lnTo>
                <a:lnTo>
                  <a:pt x="131419" y="61624"/>
                </a:lnTo>
                <a:lnTo>
                  <a:pt x="132309" y="61135"/>
                </a:lnTo>
                <a:lnTo>
                  <a:pt x="133203" y="60651"/>
                </a:lnTo>
                <a:lnTo>
                  <a:pt x="134099" y="60172"/>
                </a:lnTo>
                <a:lnTo>
                  <a:pt x="134998" y="59698"/>
                </a:lnTo>
                <a:lnTo>
                  <a:pt x="135901" y="59229"/>
                </a:lnTo>
                <a:lnTo>
                  <a:pt x="136806" y="58765"/>
                </a:lnTo>
                <a:lnTo>
                  <a:pt x="137714" y="58306"/>
                </a:lnTo>
                <a:lnTo>
                  <a:pt x="138626" y="57852"/>
                </a:lnTo>
                <a:lnTo>
                  <a:pt x="139540" y="57403"/>
                </a:lnTo>
                <a:lnTo>
                  <a:pt x="140457" y="56959"/>
                </a:lnTo>
                <a:lnTo>
                  <a:pt x="141377" y="56520"/>
                </a:lnTo>
                <a:lnTo>
                  <a:pt x="142300" y="56087"/>
                </a:lnTo>
                <a:lnTo>
                  <a:pt x="143226" y="55658"/>
                </a:lnTo>
                <a:lnTo>
                  <a:pt x="144155" y="55235"/>
                </a:lnTo>
                <a:lnTo>
                  <a:pt x="145086" y="54817"/>
                </a:lnTo>
                <a:lnTo>
                  <a:pt x="146021" y="54404"/>
                </a:lnTo>
                <a:lnTo>
                  <a:pt x="146958" y="53997"/>
                </a:lnTo>
                <a:lnTo>
                  <a:pt x="147898" y="53594"/>
                </a:lnTo>
                <a:lnTo>
                  <a:pt x="148841" y="53197"/>
                </a:lnTo>
                <a:lnTo>
                  <a:pt x="149787" y="52805"/>
                </a:lnTo>
                <a:lnTo>
                  <a:pt x="150735" y="52419"/>
                </a:lnTo>
                <a:lnTo>
                  <a:pt x="151686" y="52037"/>
                </a:lnTo>
                <a:lnTo>
                  <a:pt x="152640" y="51661"/>
                </a:lnTo>
                <a:lnTo>
                  <a:pt x="153596" y="51291"/>
                </a:lnTo>
                <a:lnTo>
                  <a:pt x="154555" y="50925"/>
                </a:lnTo>
                <a:lnTo>
                  <a:pt x="155517" y="50566"/>
                </a:lnTo>
                <a:lnTo>
                  <a:pt x="156481" y="50211"/>
                </a:lnTo>
                <a:lnTo>
                  <a:pt x="157448" y="49862"/>
                </a:lnTo>
                <a:lnTo>
                  <a:pt x="158417" y="49518"/>
                </a:lnTo>
                <a:lnTo>
                  <a:pt x="159389" y="49180"/>
                </a:lnTo>
                <a:lnTo>
                  <a:pt x="160364" y="48848"/>
                </a:lnTo>
                <a:lnTo>
                  <a:pt x="161341" y="48520"/>
                </a:lnTo>
                <a:lnTo>
                  <a:pt x="162321" y="48199"/>
                </a:lnTo>
                <a:lnTo>
                  <a:pt x="163303" y="47883"/>
                </a:lnTo>
                <a:lnTo>
                  <a:pt x="164288" y="47572"/>
                </a:lnTo>
                <a:lnTo>
                  <a:pt x="165275" y="47267"/>
                </a:lnTo>
                <a:lnTo>
                  <a:pt x="166264" y="46967"/>
                </a:lnTo>
                <a:lnTo>
                  <a:pt x="167256" y="46674"/>
                </a:lnTo>
                <a:lnTo>
                  <a:pt x="168251" y="46385"/>
                </a:lnTo>
                <a:lnTo>
                  <a:pt x="169247" y="46103"/>
                </a:lnTo>
                <a:lnTo>
                  <a:pt x="170246" y="45826"/>
                </a:lnTo>
                <a:lnTo>
                  <a:pt x="171248" y="45555"/>
                </a:lnTo>
                <a:lnTo>
                  <a:pt x="172252" y="45289"/>
                </a:lnTo>
                <a:lnTo>
                  <a:pt x="173258" y="45029"/>
                </a:lnTo>
                <a:lnTo>
                  <a:pt x="174266" y="44775"/>
                </a:lnTo>
                <a:lnTo>
                  <a:pt x="175277" y="44527"/>
                </a:lnTo>
                <a:lnTo>
                  <a:pt x="176290" y="44284"/>
                </a:lnTo>
                <a:lnTo>
                  <a:pt x="177305" y="44047"/>
                </a:lnTo>
                <a:lnTo>
                  <a:pt x="178322" y="43816"/>
                </a:lnTo>
                <a:lnTo>
                  <a:pt x="179342" y="43591"/>
                </a:lnTo>
                <a:lnTo>
                  <a:pt x="180363" y="43372"/>
                </a:lnTo>
                <a:lnTo>
                  <a:pt x="181387" y="43158"/>
                </a:lnTo>
                <a:lnTo>
                  <a:pt x="182413" y="42951"/>
                </a:lnTo>
                <a:lnTo>
                  <a:pt x="183442" y="42749"/>
                </a:lnTo>
                <a:lnTo>
                  <a:pt x="184472" y="42553"/>
                </a:lnTo>
                <a:lnTo>
                  <a:pt x="185504" y="42363"/>
                </a:lnTo>
                <a:lnTo>
                  <a:pt x="186539" y="42180"/>
                </a:lnTo>
                <a:lnTo>
                  <a:pt x="187575" y="42002"/>
                </a:lnTo>
                <a:lnTo>
                  <a:pt x="188614" y="41830"/>
                </a:lnTo>
                <a:lnTo>
                  <a:pt x="189654" y="41664"/>
                </a:lnTo>
                <a:lnTo>
                  <a:pt x="190697" y="41504"/>
                </a:lnTo>
                <a:lnTo>
                  <a:pt x="191741" y="41350"/>
                </a:lnTo>
                <a:lnTo>
                  <a:pt x="192788" y="41202"/>
                </a:lnTo>
                <a:lnTo>
                  <a:pt x="193836" y="41061"/>
                </a:lnTo>
                <a:lnTo>
                  <a:pt x="194887" y="40925"/>
                </a:lnTo>
                <a:lnTo>
                  <a:pt x="195939" y="40796"/>
                </a:lnTo>
                <a:lnTo>
                  <a:pt x="196993" y="40672"/>
                </a:lnTo>
                <a:lnTo>
                  <a:pt x="198049" y="40555"/>
                </a:lnTo>
                <a:lnTo>
                  <a:pt x="199107" y="40444"/>
                </a:lnTo>
                <a:lnTo>
                  <a:pt x="200167" y="40339"/>
                </a:lnTo>
                <a:lnTo>
                  <a:pt x="201228" y="40241"/>
                </a:lnTo>
                <a:lnTo>
                  <a:pt x="202291" y="40148"/>
                </a:lnTo>
                <a:lnTo>
                  <a:pt x="203356" y="40062"/>
                </a:lnTo>
                <a:lnTo>
                  <a:pt x="204423" y="39982"/>
                </a:lnTo>
                <a:lnTo>
                  <a:pt x="205492" y="39909"/>
                </a:lnTo>
                <a:lnTo>
                  <a:pt x="206562" y="39841"/>
                </a:lnTo>
                <a:lnTo>
                  <a:pt x="207634" y="39780"/>
                </a:lnTo>
                <a:lnTo>
                  <a:pt x="208708" y="39726"/>
                </a:lnTo>
                <a:lnTo>
                  <a:pt x="209783" y="39677"/>
                </a:lnTo>
                <a:lnTo>
                  <a:pt x="210860" y="39636"/>
                </a:lnTo>
                <a:lnTo>
                  <a:pt x="211939" y="39600"/>
                </a:lnTo>
                <a:lnTo>
                  <a:pt x="213019" y="39571"/>
                </a:lnTo>
                <a:lnTo>
                  <a:pt x="214101" y="39548"/>
                </a:lnTo>
                <a:lnTo>
                  <a:pt x="215184" y="39532"/>
                </a:lnTo>
                <a:lnTo>
                  <a:pt x="216269" y="39522"/>
                </a:lnTo>
                <a:lnTo>
                  <a:pt x="217356" y="39519"/>
                </a:lnTo>
                <a:lnTo>
                  <a:pt x="217356" y="1976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df-path-82">
            <a:extLst xmlns:a="http://schemas.openxmlformats.org/drawingml/2006/main">
              <a:ext uri="{FF2B5EF4-FFF2-40B4-BE49-F238E27FC236}">
                <a16:creationId xmlns:a16="http://schemas.microsoft.com/office/drawing/2014/main" id="{A601821C-1181-466F-B4DF-726E6275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1442" y="3211973"/>
            <a:ext cx="169786" cy="148961"/>
          </a:xfrm>
          <a:custGeom xmlns:a="http://schemas.openxmlformats.org/drawingml/2006/main">
            <a:pathLst>
              <a:path w="169786" h="148961">
                <a:moveTo>
                  <a:pt x="34631" y="148961"/>
                </a:moveTo>
                <a:cubicBezTo>
                  <a:pt x="27685" y="148961"/>
                  <a:pt x="24211" y="145254"/>
                  <a:pt x="24211" y="137839"/>
                </a:cubicBezTo>
                <a:lnTo>
                  <a:pt x="24211" y="134132"/>
                </a:lnTo>
                <a:lnTo>
                  <a:pt x="28196" y="124696"/>
                </a:lnTo>
                <a:cubicBezTo>
                  <a:pt x="43519" y="89197"/>
                  <a:pt x="54654" y="58528"/>
                  <a:pt x="61601" y="32691"/>
                </a:cubicBezTo>
                <a:lnTo>
                  <a:pt x="64053" y="24602"/>
                </a:lnTo>
                <a:lnTo>
                  <a:pt x="54246" y="24602"/>
                </a:lnTo>
                <a:cubicBezTo>
                  <a:pt x="46481" y="24602"/>
                  <a:pt x="40965" y="24939"/>
                  <a:pt x="37697" y="25613"/>
                </a:cubicBezTo>
                <a:cubicBezTo>
                  <a:pt x="34427" y="26287"/>
                  <a:pt x="30443" y="28422"/>
                  <a:pt x="25743" y="32017"/>
                </a:cubicBezTo>
                <a:cubicBezTo>
                  <a:pt x="23496" y="33589"/>
                  <a:pt x="21249" y="35611"/>
                  <a:pt x="19002" y="38083"/>
                </a:cubicBezTo>
                <a:cubicBezTo>
                  <a:pt x="16754" y="40554"/>
                  <a:pt x="14812" y="42914"/>
                  <a:pt x="13178" y="45160"/>
                </a:cubicBezTo>
                <a:cubicBezTo>
                  <a:pt x="11544" y="47407"/>
                  <a:pt x="10624" y="48755"/>
                  <a:pt x="10420" y="49204"/>
                </a:cubicBezTo>
                <a:cubicBezTo>
                  <a:pt x="10012" y="49429"/>
                  <a:pt x="8479" y="49541"/>
                  <a:pt x="5823" y="49541"/>
                </a:cubicBezTo>
                <a:cubicBezTo>
                  <a:pt x="1941" y="49541"/>
                  <a:pt x="0" y="48418"/>
                  <a:pt x="0" y="46171"/>
                </a:cubicBezTo>
                <a:cubicBezTo>
                  <a:pt x="0" y="44823"/>
                  <a:pt x="1941" y="40891"/>
                  <a:pt x="5823" y="34376"/>
                </a:cubicBezTo>
                <a:cubicBezTo>
                  <a:pt x="9705" y="27860"/>
                  <a:pt x="15323" y="20895"/>
                  <a:pt x="22679" y="13481"/>
                </a:cubicBezTo>
                <a:cubicBezTo>
                  <a:pt x="30035" y="6066"/>
                  <a:pt x="37288" y="1797"/>
                  <a:pt x="44438" y="674"/>
                </a:cubicBezTo>
                <a:cubicBezTo>
                  <a:pt x="45869" y="225"/>
                  <a:pt x="68855" y="0"/>
                  <a:pt x="113395" y="0"/>
                </a:cubicBezTo>
                <a:cubicBezTo>
                  <a:pt x="146086" y="0"/>
                  <a:pt x="162839" y="112"/>
                  <a:pt x="163657" y="337"/>
                </a:cubicBezTo>
                <a:cubicBezTo>
                  <a:pt x="167743" y="1910"/>
                  <a:pt x="169786" y="5055"/>
                  <a:pt x="169786" y="9773"/>
                </a:cubicBezTo>
                <a:cubicBezTo>
                  <a:pt x="169786" y="16738"/>
                  <a:pt x="166517" y="21457"/>
                  <a:pt x="159979" y="23928"/>
                </a:cubicBezTo>
                <a:cubicBezTo>
                  <a:pt x="158753" y="24377"/>
                  <a:pt x="151704" y="24602"/>
                  <a:pt x="138832" y="24602"/>
                </a:cubicBezTo>
                <a:lnTo>
                  <a:pt x="119218" y="24602"/>
                </a:lnTo>
                <a:lnTo>
                  <a:pt x="118299" y="30331"/>
                </a:lnTo>
                <a:cubicBezTo>
                  <a:pt x="115847" y="46508"/>
                  <a:pt x="114621" y="59876"/>
                  <a:pt x="114621" y="70436"/>
                </a:cubicBezTo>
                <a:cubicBezTo>
                  <a:pt x="114621" y="82120"/>
                  <a:pt x="115541" y="92567"/>
                  <a:pt x="117379" y="101779"/>
                </a:cubicBezTo>
                <a:cubicBezTo>
                  <a:pt x="119218" y="110991"/>
                  <a:pt x="121159" y="118180"/>
                  <a:pt x="123203" y="123348"/>
                </a:cubicBezTo>
                <a:cubicBezTo>
                  <a:pt x="125246" y="128516"/>
                  <a:pt x="126267" y="131661"/>
                  <a:pt x="126267" y="132784"/>
                </a:cubicBezTo>
                <a:cubicBezTo>
                  <a:pt x="126267" y="136604"/>
                  <a:pt x="124837" y="140199"/>
                  <a:pt x="121977" y="143569"/>
                </a:cubicBezTo>
                <a:cubicBezTo>
                  <a:pt x="119116" y="146939"/>
                  <a:pt x="115438" y="148624"/>
                  <a:pt x="110944" y="148624"/>
                </a:cubicBezTo>
                <a:cubicBezTo>
                  <a:pt x="108696" y="148624"/>
                  <a:pt x="106857" y="148287"/>
                  <a:pt x="105427" y="147613"/>
                </a:cubicBezTo>
                <a:cubicBezTo>
                  <a:pt x="103997" y="146939"/>
                  <a:pt x="102362" y="144243"/>
                  <a:pt x="100524" y="139525"/>
                </a:cubicBezTo>
                <a:cubicBezTo>
                  <a:pt x="98684" y="134806"/>
                  <a:pt x="97050" y="128066"/>
                  <a:pt x="95620" y="119304"/>
                </a:cubicBezTo>
                <a:cubicBezTo>
                  <a:pt x="95415" y="117282"/>
                  <a:pt x="95313" y="112339"/>
                  <a:pt x="95313" y="104475"/>
                </a:cubicBezTo>
                <a:cubicBezTo>
                  <a:pt x="95313" y="93466"/>
                  <a:pt x="96233" y="81670"/>
                  <a:pt x="98071" y="69088"/>
                </a:cubicBezTo>
                <a:cubicBezTo>
                  <a:pt x="99910" y="56506"/>
                  <a:pt x="101750" y="46171"/>
                  <a:pt x="103588" y="38083"/>
                </a:cubicBezTo>
                <a:cubicBezTo>
                  <a:pt x="105427" y="29994"/>
                  <a:pt x="106448" y="25501"/>
                  <a:pt x="106653" y="24602"/>
                </a:cubicBezTo>
                <a:lnTo>
                  <a:pt x="76618" y="24602"/>
                </a:lnTo>
                <a:lnTo>
                  <a:pt x="76312" y="25950"/>
                </a:lnTo>
                <a:cubicBezTo>
                  <a:pt x="76312" y="26624"/>
                  <a:pt x="74371" y="35499"/>
                  <a:pt x="70489" y="52574"/>
                </a:cubicBezTo>
                <a:cubicBezTo>
                  <a:pt x="66607" y="69650"/>
                  <a:pt x="62214" y="87736"/>
                  <a:pt x="57310" y="106834"/>
                </a:cubicBezTo>
                <a:cubicBezTo>
                  <a:pt x="52407" y="125932"/>
                  <a:pt x="49240" y="136829"/>
                  <a:pt x="47810" y="139525"/>
                </a:cubicBezTo>
                <a:cubicBezTo>
                  <a:pt x="45562" y="145816"/>
                  <a:pt x="41170" y="148961"/>
                  <a:pt x="34631" y="14896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F9B4813-5431-4F06-8EE3-EBAD61C05E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12420c48e4d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50672" y="3067069"/>
            <a:ext cx="158077" cy="158077"/>
          </a:xfrm>
          <a:prstGeom xmlns:a="http://schemas.openxmlformats.org/drawingml/2006/main" prst="rect">
            <a:avLst/>
          </a:prstGeom>
        </p:spPr>
      </p:pic>
      <p:sp>
        <p:nvSpPr>
          <p:cNvPr id="91" name="uniskill-source-component-12">
            <a:extLst xmlns:a="http://schemas.openxmlformats.org/drawingml/2006/main">
              <a:ext uri="{FF2B5EF4-FFF2-40B4-BE49-F238E27FC236}">
                <a16:creationId xmlns:a16="http://schemas.microsoft.com/office/drawing/2014/main" id="{FBEF4931-E6EF-499A-9AB6-9D4860C2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672" y="3067069"/>
            <a:ext cx="158077" cy="158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5E63D6A-BCA7-4595-95CC-018312A3BA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8ec3845ec4cc8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62692" y="2062593"/>
            <a:ext cx="764039" cy="770682"/>
          </a:xfrm>
          <a:prstGeom xmlns:a="http://schemas.openxmlformats.org/drawingml/2006/main" prst="rect">
            <a:avLst/>
          </a:prstGeom>
        </p:spPr>
      </p:pic>
      <p:sp>
        <p:nvSpPr>
          <p:cNvPr id="93" name="uniskill-source-component-13">
            <a:extLst xmlns:a="http://schemas.openxmlformats.org/drawingml/2006/main">
              <a:ext uri="{FF2B5EF4-FFF2-40B4-BE49-F238E27FC236}">
                <a16:creationId xmlns:a16="http://schemas.microsoft.com/office/drawing/2014/main" id="{31E547F5-80EB-43FC-90B4-2B974A91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2692" y="2062593"/>
            <a:ext cx="764039" cy="770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9465AB6-2EDF-4844-9B51-510554D980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d8cde7c6f4ddf"/>
          <a:srcRect xmlns:a="http://schemas.openxmlformats.org/drawingml/2006/main" l="272" t="0" r="2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27218" y="2065915"/>
            <a:ext cx="1358290" cy="764039"/>
          </a:xfrm>
          <a:prstGeom xmlns:a="http://schemas.openxmlformats.org/drawingml/2006/main" prst="rect">
            <a:avLst/>
          </a:prstGeom>
        </p:spPr>
      </p:pic>
      <p:sp>
        <p:nvSpPr>
          <p:cNvPr id="95" name="uniskill-source-component-14">
            <a:extLst xmlns:a="http://schemas.openxmlformats.org/drawingml/2006/main">
              <a:ext uri="{FF2B5EF4-FFF2-40B4-BE49-F238E27FC236}">
                <a16:creationId xmlns:a16="http://schemas.microsoft.com/office/drawing/2014/main" id="{1A414BD8-5C48-4226-AA7D-184F94C4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7218" y="2065915"/>
            <a:ext cx="1358290" cy="764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pdf-path-86">
            <a:extLst xmlns:a="http://schemas.openxmlformats.org/drawingml/2006/main">
              <a:ext uri="{FF2B5EF4-FFF2-40B4-BE49-F238E27FC236}">
                <a16:creationId xmlns:a16="http://schemas.microsoft.com/office/drawing/2014/main" id="{ED6BCDEA-1421-49A6-A203-55D8B4C5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9519" y="2052742"/>
            <a:ext cx="790385" cy="790385"/>
          </a:xfrm>
          <a:custGeom xmlns:a="http://schemas.openxmlformats.org/drawingml/2006/main">
            <a:pathLst>
              <a:path w="790385" h="790385">
                <a:moveTo>
                  <a:pt x="13173" y="26347"/>
                </a:moveTo>
                <a:lnTo>
                  <a:pt x="777212" y="26347"/>
                </a:lnTo>
                <a:lnTo>
                  <a:pt x="777212" y="13173"/>
                </a:lnTo>
                <a:lnTo>
                  <a:pt x="13173" y="13173"/>
                </a:lnTo>
                <a:close/>
                <a:moveTo>
                  <a:pt x="777212" y="13173"/>
                </a:moveTo>
                <a:lnTo>
                  <a:pt x="764039" y="13173"/>
                </a:lnTo>
                <a:lnTo>
                  <a:pt x="764039" y="777212"/>
                </a:lnTo>
                <a:lnTo>
                  <a:pt x="777212" y="777212"/>
                </a:lnTo>
                <a:close/>
                <a:moveTo>
                  <a:pt x="13173" y="777212"/>
                </a:moveTo>
                <a:lnTo>
                  <a:pt x="777212" y="777212"/>
                </a:lnTo>
                <a:lnTo>
                  <a:pt x="777212" y="764039"/>
                </a:lnTo>
                <a:lnTo>
                  <a:pt x="13173" y="764039"/>
                </a:lnTo>
                <a:close/>
                <a:moveTo>
                  <a:pt x="13173" y="777212"/>
                </a:moveTo>
                <a:lnTo>
                  <a:pt x="26346" y="777212"/>
                </a:lnTo>
                <a:lnTo>
                  <a:pt x="26346" y="13173"/>
                </a:lnTo>
                <a:lnTo>
                  <a:pt x="13173" y="1317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3F22AB6-9767-4FCD-AFA9-BF01572B38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007b49b3844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8075" y="2346501"/>
            <a:ext cx="764039" cy="1375269"/>
          </a:xfrm>
          <a:prstGeom xmlns:a="http://schemas.openxmlformats.org/drawingml/2006/main" prst="rect">
            <a:avLst/>
          </a:prstGeom>
        </p:spPr>
      </p:pic>
      <p:sp>
        <p:nvSpPr>
          <p:cNvPr id="98" name="uniskill-source-component-15">
            <a:extLst xmlns:a="http://schemas.openxmlformats.org/drawingml/2006/main">
              <a:ext uri="{FF2B5EF4-FFF2-40B4-BE49-F238E27FC236}">
                <a16:creationId xmlns:a16="http://schemas.microsoft.com/office/drawing/2014/main" id="{71834291-B01C-46BE-996C-7739DD79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8075" y="2346501"/>
            <a:ext cx="764039" cy="137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pdf-path-88">
            <a:extLst xmlns:a="http://schemas.openxmlformats.org/drawingml/2006/main">
              <a:ext uri="{FF2B5EF4-FFF2-40B4-BE49-F238E27FC236}">
                <a16:creationId xmlns:a16="http://schemas.microsoft.com/office/drawing/2014/main" id="{969A33A0-273E-4044-B202-9A474DCC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8316" y="2757501"/>
            <a:ext cx="803558" cy="553269"/>
          </a:xfrm>
          <a:custGeom xmlns:a="http://schemas.openxmlformats.org/drawingml/2006/main">
            <a:pathLst>
              <a:path w="803558" h="553269">
                <a:moveTo>
                  <a:pt x="217356" y="19760"/>
                </a:moveTo>
                <a:lnTo>
                  <a:pt x="217356" y="19760"/>
                </a:lnTo>
                <a:lnTo>
                  <a:pt x="217356" y="39519"/>
                </a:lnTo>
                <a:lnTo>
                  <a:pt x="586202" y="39519"/>
                </a:lnTo>
                <a:lnTo>
                  <a:pt x="586202" y="19760"/>
                </a:lnTo>
                <a:close/>
                <a:moveTo>
                  <a:pt x="783798" y="217356"/>
                </a:moveTo>
                <a:lnTo>
                  <a:pt x="764039" y="217356"/>
                </a:lnTo>
                <a:lnTo>
                  <a:pt x="764039" y="335914"/>
                </a:lnTo>
                <a:lnTo>
                  <a:pt x="783798" y="335914"/>
                </a:lnTo>
                <a:lnTo>
                  <a:pt x="783798" y="335914"/>
                </a:lnTo>
                <a:lnTo>
                  <a:pt x="783798" y="217356"/>
                </a:lnTo>
                <a:lnTo>
                  <a:pt x="783798" y="217356"/>
                </a:lnTo>
                <a:lnTo>
                  <a:pt x="783798" y="217356"/>
                </a:lnTo>
                <a:close/>
                <a:moveTo>
                  <a:pt x="586202" y="533510"/>
                </a:moveTo>
                <a:lnTo>
                  <a:pt x="586202" y="513750"/>
                </a:lnTo>
                <a:lnTo>
                  <a:pt x="217356" y="513750"/>
                </a:lnTo>
                <a:lnTo>
                  <a:pt x="217356" y="533510"/>
                </a:lnTo>
                <a:lnTo>
                  <a:pt x="217356" y="533510"/>
                </a:lnTo>
                <a:lnTo>
                  <a:pt x="586202" y="533510"/>
                </a:lnTo>
                <a:lnTo>
                  <a:pt x="586202" y="533510"/>
                </a:lnTo>
                <a:close/>
                <a:moveTo>
                  <a:pt x="19760" y="335914"/>
                </a:moveTo>
                <a:lnTo>
                  <a:pt x="39519" y="335914"/>
                </a:lnTo>
                <a:lnTo>
                  <a:pt x="39519" y="217356"/>
                </a:lnTo>
                <a:lnTo>
                  <a:pt x="19760" y="217356"/>
                </a:lnTo>
                <a:lnTo>
                  <a:pt x="19760" y="217356"/>
                </a:lnTo>
                <a:close/>
                <a:moveTo>
                  <a:pt x="217356" y="533510"/>
                </a:moveTo>
                <a:lnTo>
                  <a:pt x="217356" y="513750"/>
                </a:lnTo>
                <a:lnTo>
                  <a:pt x="216269" y="513747"/>
                </a:lnTo>
                <a:lnTo>
                  <a:pt x="215184" y="513737"/>
                </a:lnTo>
                <a:lnTo>
                  <a:pt x="214101" y="513721"/>
                </a:lnTo>
                <a:lnTo>
                  <a:pt x="213019" y="513698"/>
                </a:lnTo>
                <a:lnTo>
                  <a:pt x="211939" y="513669"/>
                </a:lnTo>
                <a:lnTo>
                  <a:pt x="210860" y="513634"/>
                </a:lnTo>
                <a:lnTo>
                  <a:pt x="209783" y="513592"/>
                </a:lnTo>
                <a:lnTo>
                  <a:pt x="208708" y="513543"/>
                </a:lnTo>
                <a:lnTo>
                  <a:pt x="207634" y="513489"/>
                </a:lnTo>
                <a:lnTo>
                  <a:pt x="206562" y="513428"/>
                </a:lnTo>
                <a:lnTo>
                  <a:pt x="205492" y="513361"/>
                </a:lnTo>
                <a:lnTo>
                  <a:pt x="204423" y="513287"/>
                </a:lnTo>
                <a:lnTo>
                  <a:pt x="203356" y="513207"/>
                </a:lnTo>
                <a:lnTo>
                  <a:pt x="202291" y="513121"/>
                </a:lnTo>
                <a:lnTo>
                  <a:pt x="201228" y="513029"/>
                </a:lnTo>
                <a:lnTo>
                  <a:pt x="200167" y="512930"/>
                </a:lnTo>
                <a:lnTo>
                  <a:pt x="199107" y="512825"/>
                </a:lnTo>
                <a:lnTo>
                  <a:pt x="198049" y="512714"/>
                </a:lnTo>
                <a:lnTo>
                  <a:pt x="196993" y="512597"/>
                </a:lnTo>
                <a:lnTo>
                  <a:pt x="195939" y="512474"/>
                </a:lnTo>
                <a:lnTo>
                  <a:pt x="194887" y="512344"/>
                </a:lnTo>
                <a:lnTo>
                  <a:pt x="193836" y="512209"/>
                </a:lnTo>
                <a:lnTo>
                  <a:pt x="192788" y="512067"/>
                </a:lnTo>
                <a:lnTo>
                  <a:pt x="191741" y="511919"/>
                </a:lnTo>
                <a:lnTo>
                  <a:pt x="190697" y="511765"/>
                </a:lnTo>
                <a:lnTo>
                  <a:pt x="189654" y="511605"/>
                </a:lnTo>
                <a:lnTo>
                  <a:pt x="188614" y="511439"/>
                </a:lnTo>
                <a:lnTo>
                  <a:pt x="187575" y="511267"/>
                </a:lnTo>
                <a:lnTo>
                  <a:pt x="186539" y="511090"/>
                </a:lnTo>
                <a:lnTo>
                  <a:pt x="185504" y="510906"/>
                </a:lnTo>
                <a:lnTo>
                  <a:pt x="184472" y="510716"/>
                </a:lnTo>
                <a:lnTo>
                  <a:pt x="183442" y="510520"/>
                </a:lnTo>
                <a:lnTo>
                  <a:pt x="182413" y="510318"/>
                </a:lnTo>
                <a:lnTo>
                  <a:pt x="181387" y="510111"/>
                </a:lnTo>
                <a:lnTo>
                  <a:pt x="180363" y="509897"/>
                </a:lnTo>
                <a:lnTo>
                  <a:pt x="179342" y="509678"/>
                </a:lnTo>
                <a:lnTo>
                  <a:pt x="178322" y="509453"/>
                </a:lnTo>
                <a:lnTo>
                  <a:pt x="177305" y="509222"/>
                </a:lnTo>
                <a:lnTo>
                  <a:pt x="176290" y="508985"/>
                </a:lnTo>
                <a:lnTo>
                  <a:pt x="175277" y="508742"/>
                </a:lnTo>
                <a:lnTo>
                  <a:pt x="174266" y="508494"/>
                </a:lnTo>
                <a:lnTo>
                  <a:pt x="173258" y="508240"/>
                </a:lnTo>
                <a:lnTo>
                  <a:pt x="172252" y="507980"/>
                </a:lnTo>
                <a:lnTo>
                  <a:pt x="171248" y="507715"/>
                </a:lnTo>
                <a:lnTo>
                  <a:pt x="170246" y="507443"/>
                </a:lnTo>
                <a:lnTo>
                  <a:pt x="169247" y="507166"/>
                </a:lnTo>
                <a:lnTo>
                  <a:pt x="168251" y="506884"/>
                </a:lnTo>
                <a:lnTo>
                  <a:pt x="167256" y="506596"/>
                </a:lnTo>
                <a:lnTo>
                  <a:pt x="166264" y="506302"/>
                </a:lnTo>
                <a:lnTo>
                  <a:pt x="165275" y="506002"/>
                </a:lnTo>
                <a:lnTo>
                  <a:pt x="164288" y="505697"/>
                </a:lnTo>
                <a:lnTo>
                  <a:pt x="163303" y="505387"/>
                </a:lnTo>
                <a:lnTo>
                  <a:pt x="162321" y="505070"/>
                </a:lnTo>
                <a:lnTo>
                  <a:pt x="161341" y="504749"/>
                </a:lnTo>
                <a:lnTo>
                  <a:pt x="160364" y="504422"/>
                </a:lnTo>
                <a:lnTo>
                  <a:pt x="159389" y="504089"/>
                </a:lnTo>
                <a:lnTo>
                  <a:pt x="158417" y="503751"/>
                </a:lnTo>
                <a:lnTo>
                  <a:pt x="157448" y="503407"/>
                </a:lnTo>
                <a:lnTo>
                  <a:pt x="156481" y="503058"/>
                </a:lnTo>
                <a:lnTo>
                  <a:pt x="155517" y="502704"/>
                </a:lnTo>
                <a:lnTo>
                  <a:pt x="154555" y="502344"/>
                </a:lnTo>
                <a:lnTo>
                  <a:pt x="153596" y="501978"/>
                </a:lnTo>
                <a:lnTo>
                  <a:pt x="152640" y="501608"/>
                </a:lnTo>
                <a:lnTo>
                  <a:pt x="151686" y="501232"/>
                </a:lnTo>
                <a:lnTo>
                  <a:pt x="150735" y="500851"/>
                </a:lnTo>
                <a:lnTo>
                  <a:pt x="149787" y="500464"/>
                </a:lnTo>
                <a:lnTo>
                  <a:pt x="148841" y="500072"/>
                </a:lnTo>
                <a:lnTo>
                  <a:pt x="147898" y="499675"/>
                </a:lnTo>
                <a:lnTo>
                  <a:pt x="146958" y="499273"/>
                </a:lnTo>
                <a:lnTo>
                  <a:pt x="146021" y="498865"/>
                </a:lnTo>
                <a:lnTo>
                  <a:pt x="145086" y="498452"/>
                </a:lnTo>
                <a:lnTo>
                  <a:pt x="144155" y="498034"/>
                </a:lnTo>
                <a:lnTo>
                  <a:pt x="143226" y="497611"/>
                </a:lnTo>
                <a:lnTo>
                  <a:pt x="142300" y="497182"/>
                </a:lnTo>
                <a:lnTo>
                  <a:pt x="141377" y="496749"/>
                </a:lnTo>
                <a:lnTo>
                  <a:pt x="140457" y="496310"/>
                </a:lnTo>
                <a:lnTo>
                  <a:pt x="139540" y="495866"/>
                </a:lnTo>
                <a:lnTo>
                  <a:pt x="138626" y="495417"/>
                </a:lnTo>
                <a:lnTo>
                  <a:pt x="137714" y="494963"/>
                </a:lnTo>
                <a:lnTo>
                  <a:pt x="136806" y="494504"/>
                </a:lnTo>
                <a:lnTo>
                  <a:pt x="135901" y="494040"/>
                </a:lnTo>
                <a:lnTo>
                  <a:pt x="134998" y="493571"/>
                </a:lnTo>
                <a:lnTo>
                  <a:pt x="134099" y="493097"/>
                </a:lnTo>
                <a:lnTo>
                  <a:pt x="133203" y="492618"/>
                </a:lnTo>
                <a:lnTo>
                  <a:pt x="132309" y="492134"/>
                </a:lnTo>
                <a:lnTo>
                  <a:pt x="131419" y="491645"/>
                </a:lnTo>
                <a:lnTo>
                  <a:pt x="130532" y="491152"/>
                </a:lnTo>
                <a:lnTo>
                  <a:pt x="129648" y="490653"/>
                </a:lnTo>
                <a:lnTo>
                  <a:pt x="128768" y="490149"/>
                </a:lnTo>
                <a:lnTo>
                  <a:pt x="127890" y="489641"/>
                </a:lnTo>
                <a:lnTo>
                  <a:pt x="127015" y="489127"/>
                </a:lnTo>
                <a:lnTo>
                  <a:pt x="126144" y="488609"/>
                </a:lnTo>
                <a:lnTo>
                  <a:pt x="125276" y="488086"/>
                </a:lnTo>
                <a:lnTo>
                  <a:pt x="124411" y="487558"/>
                </a:lnTo>
                <a:lnTo>
                  <a:pt x="123550" y="487026"/>
                </a:lnTo>
                <a:lnTo>
                  <a:pt x="122692" y="486488"/>
                </a:lnTo>
                <a:lnTo>
                  <a:pt x="121837" y="485946"/>
                </a:lnTo>
                <a:lnTo>
                  <a:pt x="120985" y="485400"/>
                </a:lnTo>
                <a:lnTo>
                  <a:pt x="120137" y="484848"/>
                </a:lnTo>
                <a:lnTo>
                  <a:pt x="119291" y="484292"/>
                </a:lnTo>
                <a:lnTo>
                  <a:pt x="118450" y="483731"/>
                </a:lnTo>
                <a:lnTo>
                  <a:pt x="117612" y="483166"/>
                </a:lnTo>
                <a:lnTo>
                  <a:pt x="116777" y="482596"/>
                </a:lnTo>
                <a:lnTo>
                  <a:pt x="115945" y="482021"/>
                </a:lnTo>
                <a:lnTo>
                  <a:pt x="115117" y="481442"/>
                </a:lnTo>
                <a:lnTo>
                  <a:pt x="114292" y="480858"/>
                </a:lnTo>
                <a:lnTo>
                  <a:pt x="113471" y="480269"/>
                </a:lnTo>
                <a:lnTo>
                  <a:pt x="112654" y="479676"/>
                </a:lnTo>
                <a:lnTo>
                  <a:pt x="111840" y="479079"/>
                </a:lnTo>
                <a:lnTo>
                  <a:pt x="111029" y="478477"/>
                </a:lnTo>
                <a:lnTo>
                  <a:pt x="110222" y="477870"/>
                </a:lnTo>
                <a:lnTo>
                  <a:pt x="109418" y="477259"/>
                </a:lnTo>
                <a:lnTo>
                  <a:pt x="108618" y="476644"/>
                </a:lnTo>
                <a:lnTo>
                  <a:pt x="107822" y="476024"/>
                </a:lnTo>
                <a:lnTo>
                  <a:pt x="107029" y="475400"/>
                </a:lnTo>
                <a:lnTo>
                  <a:pt x="106240" y="474771"/>
                </a:lnTo>
                <a:lnTo>
                  <a:pt x="105455" y="474138"/>
                </a:lnTo>
                <a:lnTo>
                  <a:pt x="104673" y="473501"/>
                </a:lnTo>
                <a:lnTo>
                  <a:pt x="103895" y="472860"/>
                </a:lnTo>
                <a:lnTo>
                  <a:pt x="103121" y="472214"/>
                </a:lnTo>
                <a:lnTo>
                  <a:pt x="102350" y="471563"/>
                </a:lnTo>
                <a:lnTo>
                  <a:pt x="101583" y="470909"/>
                </a:lnTo>
                <a:lnTo>
                  <a:pt x="100820" y="470250"/>
                </a:lnTo>
                <a:lnTo>
                  <a:pt x="100061" y="469587"/>
                </a:lnTo>
                <a:lnTo>
                  <a:pt x="99305" y="468920"/>
                </a:lnTo>
                <a:lnTo>
                  <a:pt x="98553" y="468248"/>
                </a:lnTo>
                <a:lnTo>
                  <a:pt x="97806" y="467572"/>
                </a:lnTo>
                <a:lnTo>
                  <a:pt x="97062" y="466893"/>
                </a:lnTo>
                <a:lnTo>
                  <a:pt x="96321" y="466209"/>
                </a:lnTo>
                <a:lnTo>
                  <a:pt x="95585" y="465521"/>
                </a:lnTo>
                <a:lnTo>
                  <a:pt x="94853" y="464828"/>
                </a:lnTo>
                <a:lnTo>
                  <a:pt x="94124" y="464132"/>
                </a:lnTo>
                <a:lnTo>
                  <a:pt x="93400" y="463432"/>
                </a:lnTo>
                <a:lnTo>
                  <a:pt x="92679" y="462727"/>
                </a:lnTo>
                <a:lnTo>
                  <a:pt x="91963" y="462019"/>
                </a:lnTo>
                <a:lnTo>
                  <a:pt x="91250" y="461306"/>
                </a:lnTo>
                <a:lnTo>
                  <a:pt x="90542" y="460590"/>
                </a:lnTo>
                <a:lnTo>
                  <a:pt x="89837" y="459869"/>
                </a:lnTo>
                <a:lnTo>
                  <a:pt x="89137" y="459145"/>
                </a:lnTo>
                <a:lnTo>
                  <a:pt x="88441" y="458416"/>
                </a:lnTo>
                <a:lnTo>
                  <a:pt x="87748" y="457684"/>
                </a:lnTo>
                <a:lnTo>
                  <a:pt x="87060" y="456948"/>
                </a:lnTo>
                <a:lnTo>
                  <a:pt x="86376" y="456207"/>
                </a:lnTo>
                <a:lnTo>
                  <a:pt x="85697" y="455463"/>
                </a:lnTo>
                <a:lnTo>
                  <a:pt x="85021" y="454716"/>
                </a:lnTo>
                <a:lnTo>
                  <a:pt x="84349" y="453964"/>
                </a:lnTo>
                <a:lnTo>
                  <a:pt x="83682" y="453208"/>
                </a:lnTo>
                <a:lnTo>
                  <a:pt x="83019" y="452449"/>
                </a:lnTo>
                <a:lnTo>
                  <a:pt x="82360" y="451686"/>
                </a:lnTo>
                <a:lnTo>
                  <a:pt x="81706" y="450919"/>
                </a:lnTo>
                <a:lnTo>
                  <a:pt x="81055" y="450148"/>
                </a:lnTo>
                <a:lnTo>
                  <a:pt x="80410" y="449374"/>
                </a:lnTo>
                <a:lnTo>
                  <a:pt x="79768" y="448596"/>
                </a:lnTo>
                <a:lnTo>
                  <a:pt x="79131" y="447814"/>
                </a:lnTo>
                <a:lnTo>
                  <a:pt x="78498" y="447029"/>
                </a:lnTo>
                <a:lnTo>
                  <a:pt x="77869" y="446240"/>
                </a:lnTo>
                <a:lnTo>
                  <a:pt x="77245" y="445447"/>
                </a:lnTo>
                <a:lnTo>
                  <a:pt x="76625" y="444651"/>
                </a:lnTo>
                <a:lnTo>
                  <a:pt x="76010" y="443851"/>
                </a:lnTo>
                <a:lnTo>
                  <a:pt x="75399" y="443047"/>
                </a:lnTo>
                <a:lnTo>
                  <a:pt x="74792" y="442240"/>
                </a:lnTo>
                <a:lnTo>
                  <a:pt x="74190" y="441429"/>
                </a:lnTo>
                <a:lnTo>
                  <a:pt x="73593" y="440615"/>
                </a:lnTo>
                <a:lnTo>
                  <a:pt x="73000" y="439798"/>
                </a:lnTo>
                <a:lnTo>
                  <a:pt x="72411" y="438977"/>
                </a:lnTo>
                <a:lnTo>
                  <a:pt x="71827" y="438152"/>
                </a:lnTo>
                <a:lnTo>
                  <a:pt x="71248" y="437324"/>
                </a:lnTo>
                <a:lnTo>
                  <a:pt x="70673" y="436492"/>
                </a:lnTo>
                <a:lnTo>
                  <a:pt x="70103" y="435658"/>
                </a:lnTo>
                <a:lnTo>
                  <a:pt x="69538" y="434819"/>
                </a:lnTo>
                <a:lnTo>
                  <a:pt x="68977" y="433978"/>
                </a:lnTo>
                <a:lnTo>
                  <a:pt x="68421" y="433133"/>
                </a:lnTo>
                <a:lnTo>
                  <a:pt x="67869" y="432284"/>
                </a:lnTo>
                <a:lnTo>
                  <a:pt x="67323" y="431432"/>
                </a:lnTo>
                <a:lnTo>
                  <a:pt x="66781" y="430577"/>
                </a:lnTo>
                <a:lnTo>
                  <a:pt x="66243" y="429719"/>
                </a:lnTo>
                <a:lnTo>
                  <a:pt x="65711" y="428858"/>
                </a:lnTo>
                <a:lnTo>
                  <a:pt x="65183" y="427993"/>
                </a:lnTo>
                <a:lnTo>
                  <a:pt x="64660" y="427125"/>
                </a:lnTo>
                <a:lnTo>
                  <a:pt x="64142" y="426254"/>
                </a:lnTo>
                <a:lnTo>
                  <a:pt x="63628" y="425379"/>
                </a:lnTo>
                <a:lnTo>
                  <a:pt x="63120" y="424502"/>
                </a:lnTo>
                <a:lnTo>
                  <a:pt x="62616" y="423621"/>
                </a:lnTo>
                <a:lnTo>
                  <a:pt x="62117" y="422737"/>
                </a:lnTo>
                <a:lnTo>
                  <a:pt x="61624" y="421850"/>
                </a:lnTo>
                <a:lnTo>
                  <a:pt x="61135" y="420960"/>
                </a:lnTo>
                <a:lnTo>
                  <a:pt x="60651" y="420067"/>
                </a:lnTo>
                <a:lnTo>
                  <a:pt x="60172" y="419170"/>
                </a:lnTo>
                <a:lnTo>
                  <a:pt x="59698" y="418271"/>
                </a:lnTo>
                <a:lnTo>
                  <a:pt x="59229" y="417369"/>
                </a:lnTo>
                <a:lnTo>
                  <a:pt x="58765" y="416463"/>
                </a:lnTo>
                <a:lnTo>
                  <a:pt x="58306" y="415555"/>
                </a:lnTo>
                <a:lnTo>
                  <a:pt x="57852" y="414644"/>
                </a:lnTo>
                <a:lnTo>
                  <a:pt x="57403" y="413729"/>
                </a:lnTo>
                <a:lnTo>
                  <a:pt x="56959" y="412812"/>
                </a:lnTo>
                <a:lnTo>
                  <a:pt x="56520" y="411892"/>
                </a:lnTo>
                <a:lnTo>
                  <a:pt x="56087" y="410969"/>
                </a:lnTo>
                <a:lnTo>
                  <a:pt x="55658" y="410043"/>
                </a:lnTo>
                <a:lnTo>
                  <a:pt x="55235" y="409114"/>
                </a:lnTo>
                <a:lnTo>
                  <a:pt x="54817" y="408183"/>
                </a:lnTo>
                <a:lnTo>
                  <a:pt x="54404" y="407248"/>
                </a:lnTo>
                <a:lnTo>
                  <a:pt x="53997" y="406311"/>
                </a:lnTo>
                <a:lnTo>
                  <a:pt x="53594" y="405371"/>
                </a:lnTo>
                <a:lnTo>
                  <a:pt x="53197" y="404428"/>
                </a:lnTo>
                <a:lnTo>
                  <a:pt x="52805" y="403483"/>
                </a:lnTo>
                <a:lnTo>
                  <a:pt x="52418" y="402534"/>
                </a:lnTo>
                <a:lnTo>
                  <a:pt x="52037" y="401583"/>
                </a:lnTo>
                <a:lnTo>
                  <a:pt x="51661" y="400630"/>
                </a:lnTo>
                <a:lnTo>
                  <a:pt x="51291" y="399673"/>
                </a:lnTo>
                <a:lnTo>
                  <a:pt x="50925" y="398714"/>
                </a:lnTo>
                <a:lnTo>
                  <a:pt x="50565" y="397753"/>
                </a:lnTo>
                <a:lnTo>
                  <a:pt x="50211" y="396788"/>
                </a:lnTo>
                <a:lnTo>
                  <a:pt x="49862" y="395821"/>
                </a:lnTo>
                <a:lnTo>
                  <a:pt x="49518" y="394852"/>
                </a:lnTo>
                <a:lnTo>
                  <a:pt x="49180" y="393880"/>
                </a:lnTo>
                <a:lnTo>
                  <a:pt x="48847" y="392905"/>
                </a:lnTo>
                <a:lnTo>
                  <a:pt x="48520" y="391928"/>
                </a:lnTo>
                <a:lnTo>
                  <a:pt x="48199" y="390948"/>
                </a:lnTo>
                <a:lnTo>
                  <a:pt x="47882" y="389966"/>
                </a:lnTo>
                <a:lnTo>
                  <a:pt x="47572" y="388982"/>
                </a:lnTo>
                <a:lnTo>
                  <a:pt x="47267" y="387994"/>
                </a:lnTo>
                <a:lnTo>
                  <a:pt x="46967" y="387005"/>
                </a:lnTo>
                <a:lnTo>
                  <a:pt x="46674" y="386013"/>
                </a:lnTo>
                <a:lnTo>
                  <a:pt x="46385" y="385019"/>
                </a:lnTo>
                <a:lnTo>
                  <a:pt x="46103" y="384022"/>
                </a:lnTo>
                <a:lnTo>
                  <a:pt x="45826" y="383023"/>
                </a:lnTo>
                <a:lnTo>
                  <a:pt x="45555" y="382021"/>
                </a:lnTo>
                <a:lnTo>
                  <a:pt x="45289" y="381018"/>
                </a:lnTo>
                <a:lnTo>
                  <a:pt x="45029" y="380012"/>
                </a:lnTo>
                <a:lnTo>
                  <a:pt x="44775" y="379003"/>
                </a:lnTo>
                <a:lnTo>
                  <a:pt x="44527" y="377993"/>
                </a:lnTo>
                <a:lnTo>
                  <a:pt x="44284" y="376980"/>
                </a:lnTo>
                <a:lnTo>
                  <a:pt x="44047" y="375965"/>
                </a:lnTo>
                <a:lnTo>
                  <a:pt x="43816" y="374947"/>
                </a:lnTo>
                <a:lnTo>
                  <a:pt x="43591" y="373928"/>
                </a:lnTo>
                <a:lnTo>
                  <a:pt x="43372" y="372906"/>
                </a:lnTo>
                <a:lnTo>
                  <a:pt x="43158" y="371882"/>
                </a:lnTo>
                <a:lnTo>
                  <a:pt x="42951" y="370856"/>
                </a:lnTo>
                <a:lnTo>
                  <a:pt x="42749" y="369828"/>
                </a:lnTo>
                <a:lnTo>
                  <a:pt x="42553" y="368797"/>
                </a:lnTo>
                <a:lnTo>
                  <a:pt x="42363" y="367765"/>
                </a:lnTo>
                <a:lnTo>
                  <a:pt x="42180" y="366731"/>
                </a:lnTo>
                <a:lnTo>
                  <a:pt x="42002" y="365694"/>
                </a:lnTo>
                <a:lnTo>
                  <a:pt x="41830" y="364656"/>
                </a:lnTo>
                <a:lnTo>
                  <a:pt x="41664" y="363615"/>
                </a:lnTo>
                <a:lnTo>
                  <a:pt x="41504" y="362573"/>
                </a:lnTo>
                <a:lnTo>
                  <a:pt x="41350" y="361528"/>
                </a:lnTo>
                <a:lnTo>
                  <a:pt x="41202" y="360482"/>
                </a:lnTo>
                <a:lnTo>
                  <a:pt x="41061" y="359433"/>
                </a:lnTo>
                <a:lnTo>
                  <a:pt x="40925" y="358383"/>
                </a:lnTo>
                <a:lnTo>
                  <a:pt x="40796" y="357331"/>
                </a:lnTo>
                <a:lnTo>
                  <a:pt x="40672" y="356276"/>
                </a:lnTo>
                <a:lnTo>
                  <a:pt x="40555" y="355220"/>
                </a:lnTo>
                <a:lnTo>
                  <a:pt x="40444" y="354163"/>
                </a:lnTo>
                <a:lnTo>
                  <a:pt x="40339" y="353103"/>
                </a:lnTo>
                <a:lnTo>
                  <a:pt x="40241" y="352041"/>
                </a:lnTo>
                <a:lnTo>
                  <a:pt x="40148" y="350978"/>
                </a:lnTo>
                <a:lnTo>
                  <a:pt x="40062" y="349913"/>
                </a:lnTo>
                <a:lnTo>
                  <a:pt x="39982" y="348846"/>
                </a:lnTo>
                <a:lnTo>
                  <a:pt x="39909" y="347778"/>
                </a:lnTo>
                <a:lnTo>
                  <a:pt x="39841" y="346707"/>
                </a:lnTo>
                <a:lnTo>
                  <a:pt x="39780" y="345635"/>
                </a:lnTo>
                <a:lnTo>
                  <a:pt x="39726" y="344562"/>
                </a:lnTo>
                <a:lnTo>
                  <a:pt x="39677" y="343486"/>
                </a:lnTo>
                <a:lnTo>
                  <a:pt x="39636" y="342409"/>
                </a:lnTo>
                <a:lnTo>
                  <a:pt x="39600" y="341331"/>
                </a:lnTo>
                <a:lnTo>
                  <a:pt x="39571" y="340250"/>
                </a:lnTo>
                <a:lnTo>
                  <a:pt x="39548" y="339169"/>
                </a:lnTo>
                <a:lnTo>
                  <a:pt x="39532" y="338085"/>
                </a:lnTo>
                <a:lnTo>
                  <a:pt x="39522" y="337000"/>
                </a:lnTo>
                <a:lnTo>
                  <a:pt x="39519" y="335914"/>
                </a:lnTo>
                <a:lnTo>
                  <a:pt x="19760" y="335914"/>
                </a:lnTo>
                <a:lnTo>
                  <a:pt x="19760" y="335914"/>
                </a:lnTo>
                <a:lnTo>
                  <a:pt x="19764" y="337117"/>
                </a:lnTo>
                <a:lnTo>
                  <a:pt x="19774" y="338318"/>
                </a:lnTo>
                <a:lnTo>
                  <a:pt x="19792" y="339517"/>
                </a:lnTo>
                <a:lnTo>
                  <a:pt x="19817" y="340715"/>
                </a:lnTo>
                <a:lnTo>
                  <a:pt x="19849" y="341911"/>
                </a:lnTo>
                <a:lnTo>
                  <a:pt x="19888" y="343105"/>
                </a:lnTo>
                <a:lnTo>
                  <a:pt x="19935" y="344297"/>
                </a:lnTo>
                <a:lnTo>
                  <a:pt x="19988" y="345487"/>
                </a:lnTo>
                <a:lnTo>
                  <a:pt x="20048" y="346676"/>
                </a:lnTo>
                <a:lnTo>
                  <a:pt x="20115" y="347863"/>
                </a:lnTo>
                <a:lnTo>
                  <a:pt x="20190" y="349048"/>
                </a:lnTo>
                <a:lnTo>
                  <a:pt x="20271" y="350231"/>
                </a:lnTo>
                <a:lnTo>
                  <a:pt x="20359" y="351412"/>
                </a:lnTo>
                <a:lnTo>
                  <a:pt x="20454" y="352591"/>
                </a:lnTo>
                <a:lnTo>
                  <a:pt x="20556" y="353768"/>
                </a:lnTo>
                <a:lnTo>
                  <a:pt x="20665" y="354944"/>
                </a:lnTo>
                <a:lnTo>
                  <a:pt x="20780" y="356117"/>
                </a:lnTo>
                <a:lnTo>
                  <a:pt x="20903" y="357288"/>
                </a:lnTo>
                <a:lnTo>
                  <a:pt x="21032" y="358457"/>
                </a:lnTo>
                <a:lnTo>
                  <a:pt x="21168" y="359624"/>
                </a:lnTo>
                <a:lnTo>
                  <a:pt x="21311" y="360789"/>
                </a:lnTo>
                <a:lnTo>
                  <a:pt x="21460" y="361952"/>
                </a:lnTo>
                <a:lnTo>
                  <a:pt x="21617" y="363113"/>
                </a:lnTo>
                <a:lnTo>
                  <a:pt x="21780" y="364272"/>
                </a:lnTo>
                <a:lnTo>
                  <a:pt x="21949" y="365428"/>
                </a:lnTo>
                <a:lnTo>
                  <a:pt x="22126" y="366583"/>
                </a:lnTo>
                <a:lnTo>
                  <a:pt x="22309" y="367735"/>
                </a:lnTo>
                <a:lnTo>
                  <a:pt x="22498" y="368885"/>
                </a:lnTo>
                <a:lnTo>
                  <a:pt x="22695" y="370032"/>
                </a:lnTo>
                <a:lnTo>
                  <a:pt x="22898" y="371178"/>
                </a:lnTo>
                <a:lnTo>
                  <a:pt x="23107" y="372321"/>
                </a:lnTo>
                <a:lnTo>
                  <a:pt x="23323" y="373462"/>
                </a:lnTo>
                <a:lnTo>
                  <a:pt x="23545" y="374600"/>
                </a:lnTo>
                <a:lnTo>
                  <a:pt x="23774" y="375736"/>
                </a:lnTo>
                <a:lnTo>
                  <a:pt x="24010" y="376870"/>
                </a:lnTo>
                <a:lnTo>
                  <a:pt x="24252" y="378001"/>
                </a:lnTo>
                <a:lnTo>
                  <a:pt x="24500" y="379130"/>
                </a:lnTo>
                <a:lnTo>
                  <a:pt x="24755" y="380257"/>
                </a:lnTo>
                <a:lnTo>
                  <a:pt x="25016" y="381381"/>
                </a:lnTo>
                <a:lnTo>
                  <a:pt x="25284" y="382503"/>
                </a:lnTo>
                <a:lnTo>
                  <a:pt x="25558" y="383622"/>
                </a:lnTo>
                <a:lnTo>
                  <a:pt x="25838" y="384739"/>
                </a:lnTo>
                <a:lnTo>
                  <a:pt x="26125" y="385853"/>
                </a:lnTo>
                <a:lnTo>
                  <a:pt x="26418" y="386964"/>
                </a:lnTo>
                <a:lnTo>
                  <a:pt x="26717" y="388074"/>
                </a:lnTo>
                <a:lnTo>
                  <a:pt x="27023" y="389180"/>
                </a:lnTo>
                <a:lnTo>
                  <a:pt x="27334" y="390284"/>
                </a:lnTo>
                <a:lnTo>
                  <a:pt x="27652" y="391385"/>
                </a:lnTo>
                <a:lnTo>
                  <a:pt x="27977" y="392484"/>
                </a:lnTo>
                <a:lnTo>
                  <a:pt x="28307" y="393580"/>
                </a:lnTo>
                <a:lnTo>
                  <a:pt x="28644" y="394673"/>
                </a:lnTo>
                <a:lnTo>
                  <a:pt x="28986" y="395763"/>
                </a:lnTo>
                <a:lnTo>
                  <a:pt x="29335" y="396851"/>
                </a:lnTo>
                <a:lnTo>
                  <a:pt x="29690" y="397936"/>
                </a:lnTo>
                <a:lnTo>
                  <a:pt x="30051" y="399018"/>
                </a:lnTo>
                <a:lnTo>
                  <a:pt x="30418" y="400098"/>
                </a:lnTo>
                <a:lnTo>
                  <a:pt x="30791" y="401175"/>
                </a:lnTo>
                <a:lnTo>
                  <a:pt x="31170" y="402248"/>
                </a:lnTo>
                <a:lnTo>
                  <a:pt x="31555" y="403319"/>
                </a:lnTo>
                <a:lnTo>
                  <a:pt x="31946" y="404388"/>
                </a:lnTo>
                <a:lnTo>
                  <a:pt x="32343" y="405453"/>
                </a:lnTo>
                <a:lnTo>
                  <a:pt x="32746" y="406515"/>
                </a:lnTo>
                <a:lnTo>
                  <a:pt x="33155" y="407575"/>
                </a:lnTo>
                <a:lnTo>
                  <a:pt x="33570" y="408631"/>
                </a:lnTo>
                <a:lnTo>
                  <a:pt x="33991" y="409685"/>
                </a:lnTo>
                <a:lnTo>
                  <a:pt x="34417" y="410735"/>
                </a:lnTo>
                <a:lnTo>
                  <a:pt x="34850" y="411783"/>
                </a:lnTo>
                <a:lnTo>
                  <a:pt x="35288" y="412827"/>
                </a:lnTo>
                <a:lnTo>
                  <a:pt x="35732" y="413868"/>
                </a:lnTo>
                <a:lnTo>
                  <a:pt x="36182" y="414907"/>
                </a:lnTo>
                <a:lnTo>
                  <a:pt x="36637" y="415942"/>
                </a:lnTo>
                <a:lnTo>
                  <a:pt x="37099" y="416974"/>
                </a:lnTo>
                <a:lnTo>
                  <a:pt x="37566" y="418003"/>
                </a:lnTo>
                <a:lnTo>
                  <a:pt x="38038" y="419029"/>
                </a:lnTo>
                <a:lnTo>
                  <a:pt x="38517" y="420052"/>
                </a:lnTo>
                <a:lnTo>
                  <a:pt x="39001" y="421071"/>
                </a:lnTo>
                <a:lnTo>
                  <a:pt x="39491" y="422088"/>
                </a:lnTo>
                <a:lnTo>
                  <a:pt x="39986" y="423101"/>
                </a:lnTo>
                <a:lnTo>
                  <a:pt x="40487" y="424110"/>
                </a:lnTo>
                <a:lnTo>
                  <a:pt x="40993" y="425117"/>
                </a:lnTo>
                <a:lnTo>
                  <a:pt x="41505" y="426120"/>
                </a:lnTo>
                <a:lnTo>
                  <a:pt x="42023" y="427120"/>
                </a:lnTo>
                <a:lnTo>
                  <a:pt x="42546" y="428117"/>
                </a:lnTo>
                <a:lnTo>
                  <a:pt x="43075" y="429110"/>
                </a:lnTo>
                <a:lnTo>
                  <a:pt x="43609" y="430100"/>
                </a:lnTo>
                <a:lnTo>
                  <a:pt x="44148" y="431086"/>
                </a:lnTo>
                <a:lnTo>
                  <a:pt x="44693" y="432069"/>
                </a:lnTo>
                <a:lnTo>
                  <a:pt x="45244" y="433049"/>
                </a:lnTo>
                <a:lnTo>
                  <a:pt x="45799" y="434025"/>
                </a:lnTo>
                <a:lnTo>
                  <a:pt x="46361" y="434998"/>
                </a:lnTo>
                <a:lnTo>
                  <a:pt x="46927" y="435967"/>
                </a:lnTo>
                <a:lnTo>
                  <a:pt x="47499" y="436933"/>
                </a:lnTo>
                <a:lnTo>
                  <a:pt x="48076" y="437895"/>
                </a:lnTo>
                <a:lnTo>
                  <a:pt x="48658" y="438853"/>
                </a:lnTo>
                <a:lnTo>
                  <a:pt x="49246" y="439808"/>
                </a:lnTo>
                <a:lnTo>
                  <a:pt x="49839" y="440760"/>
                </a:lnTo>
                <a:lnTo>
                  <a:pt x="50437" y="441708"/>
                </a:lnTo>
                <a:lnTo>
                  <a:pt x="51041" y="442652"/>
                </a:lnTo>
                <a:lnTo>
                  <a:pt x="51649" y="443592"/>
                </a:lnTo>
                <a:lnTo>
                  <a:pt x="52263" y="444529"/>
                </a:lnTo>
                <a:lnTo>
                  <a:pt x="52882" y="445462"/>
                </a:lnTo>
                <a:lnTo>
                  <a:pt x="53506" y="446392"/>
                </a:lnTo>
                <a:lnTo>
                  <a:pt x="54135" y="447317"/>
                </a:lnTo>
                <a:lnTo>
                  <a:pt x="54770" y="448239"/>
                </a:lnTo>
                <a:lnTo>
                  <a:pt x="55409" y="449157"/>
                </a:lnTo>
                <a:lnTo>
                  <a:pt x="56053" y="450072"/>
                </a:lnTo>
                <a:lnTo>
                  <a:pt x="56703" y="450982"/>
                </a:lnTo>
                <a:lnTo>
                  <a:pt x="57357" y="451889"/>
                </a:lnTo>
                <a:lnTo>
                  <a:pt x="58017" y="452792"/>
                </a:lnTo>
                <a:lnTo>
                  <a:pt x="58681" y="453691"/>
                </a:lnTo>
                <a:lnTo>
                  <a:pt x="59351" y="454586"/>
                </a:lnTo>
                <a:lnTo>
                  <a:pt x="60025" y="455477"/>
                </a:lnTo>
                <a:lnTo>
                  <a:pt x="60704" y="456364"/>
                </a:lnTo>
                <a:lnTo>
                  <a:pt x="61388" y="457247"/>
                </a:lnTo>
                <a:lnTo>
                  <a:pt x="62077" y="458126"/>
                </a:lnTo>
                <a:lnTo>
                  <a:pt x="62771" y="459002"/>
                </a:lnTo>
                <a:lnTo>
                  <a:pt x="63470" y="459873"/>
                </a:lnTo>
                <a:lnTo>
                  <a:pt x="64173" y="460740"/>
                </a:lnTo>
                <a:lnTo>
                  <a:pt x="64881" y="461603"/>
                </a:lnTo>
                <a:lnTo>
                  <a:pt x="65594" y="462462"/>
                </a:lnTo>
                <a:lnTo>
                  <a:pt x="66312" y="463317"/>
                </a:lnTo>
                <a:lnTo>
                  <a:pt x="67034" y="464168"/>
                </a:lnTo>
                <a:lnTo>
                  <a:pt x="67762" y="465015"/>
                </a:lnTo>
                <a:lnTo>
                  <a:pt x="68494" y="465857"/>
                </a:lnTo>
                <a:lnTo>
                  <a:pt x="69230" y="466696"/>
                </a:lnTo>
                <a:lnTo>
                  <a:pt x="69971" y="467530"/>
                </a:lnTo>
                <a:lnTo>
                  <a:pt x="70717" y="468360"/>
                </a:lnTo>
                <a:lnTo>
                  <a:pt x="71468" y="469185"/>
                </a:lnTo>
                <a:lnTo>
                  <a:pt x="72223" y="470007"/>
                </a:lnTo>
                <a:lnTo>
                  <a:pt x="72982" y="470824"/>
                </a:lnTo>
                <a:lnTo>
                  <a:pt x="73746" y="471637"/>
                </a:lnTo>
                <a:lnTo>
                  <a:pt x="74515" y="472445"/>
                </a:lnTo>
                <a:lnTo>
                  <a:pt x="75288" y="473249"/>
                </a:lnTo>
                <a:lnTo>
                  <a:pt x="76066" y="474049"/>
                </a:lnTo>
                <a:lnTo>
                  <a:pt x="76848" y="474844"/>
                </a:lnTo>
                <a:lnTo>
                  <a:pt x="77634" y="475635"/>
                </a:lnTo>
                <a:lnTo>
                  <a:pt x="78425" y="476422"/>
                </a:lnTo>
                <a:lnTo>
                  <a:pt x="79221" y="477204"/>
                </a:lnTo>
                <a:lnTo>
                  <a:pt x="80021" y="477982"/>
                </a:lnTo>
                <a:lnTo>
                  <a:pt x="80825" y="478755"/>
                </a:lnTo>
                <a:lnTo>
                  <a:pt x="81633" y="479523"/>
                </a:lnTo>
                <a:lnTo>
                  <a:pt x="82446" y="480288"/>
                </a:lnTo>
                <a:lnTo>
                  <a:pt x="83263" y="481047"/>
                </a:lnTo>
                <a:lnTo>
                  <a:pt x="84085" y="481802"/>
                </a:lnTo>
                <a:lnTo>
                  <a:pt x="84910" y="482553"/>
                </a:lnTo>
                <a:lnTo>
                  <a:pt x="85740" y="483298"/>
                </a:lnTo>
                <a:lnTo>
                  <a:pt x="86574" y="484040"/>
                </a:lnTo>
                <a:lnTo>
                  <a:pt x="87413" y="484776"/>
                </a:lnTo>
                <a:lnTo>
                  <a:pt x="88255" y="485508"/>
                </a:lnTo>
                <a:lnTo>
                  <a:pt x="89102" y="486235"/>
                </a:lnTo>
                <a:lnTo>
                  <a:pt x="89953" y="486958"/>
                </a:lnTo>
                <a:lnTo>
                  <a:pt x="90807" y="487676"/>
                </a:lnTo>
                <a:lnTo>
                  <a:pt x="91666" y="488389"/>
                </a:lnTo>
                <a:lnTo>
                  <a:pt x="92530" y="489097"/>
                </a:lnTo>
                <a:lnTo>
                  <a:pt x="93397" y="489800"/>
                </a:lnTo>
                <a:lnTo>
                  <a:pt x="94268" y="490499"/>
                </a:lnTo>
                <a:lnTo>
                  <a:pt x="95143" y="491193"/>
                </a:lnTo>
                <a:lnTo>
                  <a:pt x="96022" y="491882"/>
                </a:lnTo>
                <a:lnTo>
                  <a:pt x="96906" y="492566"/>
                </a:lnTo>
                <a:lnTo>
                  <a:pt x="97793" y="493245"/>
                </a:lnTo>
                <a:lnTo>
                  <a:pt x="98684" y="493919"/>
                </a:lnTo>
                <a:lnTo>
                  <a:pt x="99579" y="494589"/>
                </a:lnTo>
                <a:lnTo>
                  <a:pt x="100478" y="495253"/>
                </a:lnTo>
                <a:lnTo>
                  <a:pt x="101381" y="495912"/>
                </a:lnTo>
                <a:lnTo>
                  <a:pt x="102288" y="496567"/>
                </a:lnTo>
                <a:lnTo>
                  <a:pt x="103198" y="497216"/>
                </a:lnTo>
                <a:lnTo>
                  <a:pt x="104112" y="497861"/>
                </a:lnTo>
                <a:lnTo>
                  <a:pt x="105031" y="498500"/>
                </a:lnTo>
                <a:lnTo>
                  <a:pt x="105952" y="499134"/>
                </a:lnTo>
                <a:lnTo>
                  <a:pt x="106878" y="499764"/>
                </a:lnTo>
                <a:lnTo>
                  <a:pt x="107808" y="500388"/>
                </a:lnTo>
                <a:lnTo>
                  <a:pt x="108741" y="501007"/>
                </a:lnTo>
                <a:lnTo>
                  <a:pt x="109677" y="501620"/>
                </a:lnTo>
                <a:lnTo>
                  <a:pt x="110618" y="502229"/>
                </a:lnTo>
                <a:lnTo>
                  <a:pt x="111562" y="502832"/>
                </a:lnTo>
                <a:lnTo>
                  <a:pt x="112510" y="503431"/>
                </a:lnTo>
                <a:lnTo>
                  <a:pt x="113461" y="504024"/>
                </a:lnTo>
                <a:lnTo>
                  <a:pt x="114416" y="504611"/>
                </a:lnTo>
                <a:lnTo>
                  <a:pt x="115375" y="505194"/>
                </a:lnTo>
                <a:lnTo>
                  <a:pt x="116337" y="505771"/>
                </a:lnTo>
                <a:lnTo>
                  <a:pt x="117303" y="506343"/>
                </a:lnTo>
                <a:lnTo>
                  <a:pt x="118272" y="506909"/>
                </a:lnTo>
                <a:lnTo>
                  <a:pt x="119245" y="507470"/>
                </a:lnTo>
                <a:lnTo>
                  <a:pt x="120221" y="508026"/>
                </a:lnTo>
                <a:lnTo>
                  <a:pt x="121200" y="508577"/>
                </a:lnTo>
                <a:lnTo>
                  <a:pt x="122183" y="509122"/>
                </a:lnTo>
                <a:lnTo>
                  <a:pt x="123170" y="509661"/>
                </a:lnTo>
                <a:lnTo>
                  <a:pt x="124160" y="510195"/>
                </a:lnTo>
                <a:lnTo>
                  <a:pt x="125153" y="510724"/>
                </a:lnTo>
                <a:lnTo>
                  <a:pt x="126150" y="511247"/>
                </a:lnTo>
                <a:lnTo>
                  <a:pt x="127150" y="511764"/>
                </a:lnTo>
                <a:lnTo>
                  <a:pt x="128153" y="512276"/>
                </a:lnTo>
                <a:lnTo>
                  <a:pt x="129159" y="512783"/>
                </a:lnTo>
                <a:lnTo>
                  <a:pt x="130169" y="513284"/>
                </a:lnTo>
                <a:lnTo>
                  <a:pt x="131182" y="513779"/>
                </a:lnTo>
                <a:lnTo>
                  <a:pt x="132198" y="514269"/>
                </a:lnTo>
                <a:lnTo>
                  <a:pt x="133218" y="514753"/>
                </a:lnTo>
                <a:lnTo>
                  <a:pt x="134241" y="515231"/>
                </a:lnTo>
                <a:lnTo>
                  <a:pt x="135266" y="515704"/>
                </a:lnTo>
                <a:lnTo>
                  <a:pt x="136295" y="516171"/>
                </a:lnTo>
                <a:lnTo>
                  <a:pt x="137328" y="516632"/>
                </a:lnTo>
                <a:lnTo>
                  <a:pt x="138363" y="517088"/>
                </a:lnTo>
                <a:lnTo>
                  <a:pt x="139401" y="517538"/>
                </a:lnTo>
                <a:lnTo>
                  <a:pt x="140443" y="517982"/>
                </a:lnTo>
                <a:lnTo>
                  <a:pt x="141487" y="518420"/>
                </a:lnTo>
                <a:lnTo>
                  <a:pt x="142535" y="518852"/>
                </a:lnTo>
                <a:lnTo>
                  <a:pt x="143585" y="519279"/>
                </a:lnTo>
                <a:lnTo>
                  <a:pt x="144639" y="519700"/>
                </a:lnTo>
                <a:lnTo>
                  <a:pt x="145695" y="520115"/>
                </a:lnTo>
                <a:lnTo>
                  <a:pt x="146754" y="520523"/>
                </a:lnTo>
                <a:lnTo>
                  <a:pt x="147817" y="520926"/>
                </a:lnTo>
                <a:lnTo>
                  <a:pt x="148882" y="521323"/>
                </a:lnTo>
                <a:lnTo>
                  <a:pt x="149950" y="521715"/>
                </a:lnTo>
                <a:lnTo>
                  <a:pt x="151021" y="522100"/>
                </a:lnTo>
                <a:lnTo>
                  <a:pt x="152095" y="522479"/>
                </a:lnTo>
                <a:lnTo>
                  <a:pt x="153172" y="522852"/>
                </a:lnTo>
                <a:lnTo>
                  <a:pt x="154251" y="523219"/>
                </a:lnTo>
                <a:lnTo>
                  <a:pt x="155334" y="523580"/>
                </a:lnTo>
                <a:lnTo>
                  <a:pt x="156419" y="523935"/>
                </a:lnTo>
                <a:lnTo>
                  <a:pt x="157506" y="524284"/>
                </a:lnTo>
                <a:lnTo>
                  <a:pt x="158597" y="524626"/>
                </a:lnTo>
                <a:lnTo>
                  <a:pt x="159690" y="524963"/>
                </a:lnTo>
                <a:lnTo>
                  <a:pt x="160786" y="525293"/>
                </a:lnTo>
                <a:lnTo>
                  <a:pt x="161885" y="525617"/>
                </a:lnTo>
                <a:lnTo>
                  <a:pt x="162986" y="525935"/>
                </a:lnTo>
                <a:lnTo>
                  <a:pt x="164090" y="526247"/>
                </a:lnTo>
                <a:lnTo>
                  <a:pt x="165196" y="526553"/>
                </a:lnTo>
                <a:lnTo>
                  <a:pt x="166305" y="526852"/>
                </a:lnTo>
                <a:lnTo>
                  <a:pt x="167417" y="527145"/>
                </a:lnTo>
                <a:lnTo>
                  <a:pt x="168531" y="527432"/>
                </a:lnTo>
                <a:lnTo>
                  <a:pt x="169648" y="527712"/>
                </a:lnTo>
                <a:lnTo>
                  <a:pt x="170767" y="527986"/>
                </a:lnTo>
                <a:lnTo>
                  <a:pt x="171889" y="528254"/>
                </a:lnTo>
                <a:lnTo>
                  <a:pt x="173013" y="528515"/>
                </a:lnTo>
                <a:lnTo>
                  <a:pt x="174139" y="528770"/>
                </a:lnTo>
                <a:lnTo>
                  <a:pt x="175268" y="529018"/>
                </a:lnTo>
                <a:lnTo>
                  <a:pt x="176400" y="529260"/>
                </a:lnTo>
                <a:lnTo>
                  <a:pt x="177534" y="529495"/>
                </a:lnTo>
                <a:lnTo>
                  <a:pt x="178670" y="529724"/>
                </a:lnTo>
                <a:lnTo>
                  <a:pt x="179808" y="529947"/>
                </a:lnTo>
                <a:lnTo>
                  <a:pt x="180949" y="530163"/>
                </a:lnTo>
                <a:lnTo>
                  <a:pt x="182092" y="530372"/>
                </a:lnTo>
                <a:lnTo>
                  <a:pt x="183238" y="530575"/>
                </a:lnTo>
                <a:lnTo>
                  <a:pt x="184385" y="530771"/>
                </a:lnTo>
                <a:lnTo>
                  <a:pt x="185535" y="530961"/>
                </a:lnTo>
                <a:lnTo>
                  <a:pt x="186687" y="531144"/>
                </a:lnTo>
                <a:lnTo>
                  <a:pt x="187842" y="531320"/>
                </a:lnTo>
                <a:lnTo>
                  <a:pt x="188998" y="531490"/>
                </a:lnTo>
                <a:lnTo>
                  <a:pt x="190157" y="531653"/>
                </a:lnTo>
                <a:lnTo>
                  <a:pt x="191318" y="531810"/>
                </a:lnTo>
                <a:lnTo>
                  <a:pt x="192480" y="531959"/>
                </a:lnTo>
                <a:lnTo>
                  <a:pt x="193646" y="532102"/>
                </a:lnTo>
                <a:lnTo>
                  <a:pt x="194813" y="532238"/>
                </a:lnTo>
                <a:lnTo>
                  <a:pt x="195982" y="532367"/>
                </a:lnTo>
                <a:lnTo>
                  <a:pt x="197153" y="532490"/>
                </a:lnTo>
                <a:lnTo>
                  <a:pt x="198326" y="532605"/>
                </a:lnTo>
                <a:lnTo>
                  <a:pt x="199501" y="532714"/>
                </a:lnTo>
                <a:lnTo>
                  <a:pt x="200679" y="532816"/>
                </a:lnTo>
                <a:lnTo>
                  <a:pt x="201858" y="532911"/>
                </a:lnTo>
                <a:lnTo>
                  <a:pt x="203039" y="532999"/>
                </a:lnTo>
                <a:lnTo>
                  <a:pt x="204222" y="533080"/>
                </a:lnTo>
                <a:lnTo>
                  <a:pt x="205407" y="533155"/>
                </a:lnTo>
                <a:lnTo>
                  <a:pt x="206594" y="533222"/>
                </a:lnTo>
                <a:lnTo>
                  <a:pt x="207782" y="533282"/>
                </a:lnTo>
                <a:lnTo>
                  <a:pt x="208973" y="533335"/>
                </a:lnTo>
                <a:lnTo>
                  <a:pt x="210165" y="533381"/>
                </a:lnTo>
                <a:lnTo>
                  <a:pt x="211359" y="533421"/>
                </a:lnTo>
                <a:lnTo>
                  <a:pt x="212555" y="533453"/>
                </a:lnTo>
                <a:lnTo>
                  <a:pt x="213753" y="533478"/>
                </a:lnTo>
                <a:lnTo>
                  <a:pt x="214952" y="533496"/>
                </a:lnTo>
                <a:lnTo>
                  <a:pt x="216153" y="533506"/>
                </a:lnTo>
                <a:lnTo>
                  <a:pt x="217356" y="533510"/>
                </a:lnTo>
                <a:lnTo>
                  <a:pt x="217356" y="533510"/>
                </a:lnTo>
                <a:lnTo>
                  <a:pt x="217356" y="533510"/>
                </a:lnTo>
                <a:close/>
                <a:moveTo>
                  <a:pt x="783798" y="335914"/>
                </a:moveTo>
                <a:lnTo>
                  <a:pt x="764039" y="335914"/>
                </a:lnTo>
                <a:lnTo>
                  <a:pt x="764035" y="337000"/>
                </a:lnTo>
                <a:lnTo>
                  <a:pt x="764026" y="338085"/>
                </a:lnTo>
                <a:lnTo>
                  <a:pt x="764009" y="339169"/>
                </a:lnTo>
                <a:lnTo>
                  <a:pt x="763987" y="340250"/>
                </a:lnTo>
                <a:lnTo>
                  <a:pt x="763958" y="341331"/>
                </a:lnTo>
                <a:lnTo>
                  <a:pt x="763922" y="342409"/>
                </a:lnTo>
                <a:lnTo>
                  <a:pt x="763880" y="343486"/>
                </a:lnTo>
                <a:lnTo>
                  <a:pt x="763832" y="344562"/>
                </a:lnTo>
                <a:lnTo>
                  <a:pt x="763777" y="345635"/>
                </a:lnTo>
                <a:lnTo>
                  <a:pt x="763716" y="346707"/>
                </a:lnTo>
                <a:lnTo>
                  <a:pt x="763649" y="347778"/>
                </a:lnTo>
                <a:lnTo>
                  <a:pt x="763575" y="348846"/>
                </a:lnTo>
                <a:lnTo>
                  <a:pt x="763496" y="349913"/>
                </a:lnTo>
                <a:lnTo>
                  <a:pt x="763409" y="350978"/>
                </a:lnTo>
                <a:lnTo>
                  <a:pt x="763317" y="352041"/>
                </a:lnTo>
                <a:lnTo>
                  <a:pt x="763218" y="353103"/>
                </a:lnTo>
                <a:lnTo>
                  <a:pt x="763114" y="354163"/>
                </a:lnTo>
                <a:lnTo>
                  <a:pt x="763003" y="355220"/>
                </a:lnTo>
                <a:lnTo>
                  <a:pt x="762885" y="356276"/>
                </a:lnTo>
                <a:lnTo>
                  <a:pt x="762762" y="357331"/>
                </a:lnTo>
                <a:lnTo>
                  <a:pt x="762633" y="358383"/>
                </a:lnTo>
                <a:lnTo>
                  <a:pt x="762497" y="359433"/>
                </a:lnTo>
                <a:lnTo>
                  <a:pt x="762355" y="360482"/>
                </a:lnTo>
                <a:lnTo>
                  <a:pt x="762208" y="361528"/>
                </a:lnTo>
                <a:lnTo>
                  <a:pt x="762054" y="362573"/>
                </a:lnTo>
                <a:lnTo>
                  <a:pt x="761894" y="363615"/>
                </a:lnTo>
                <a:lnTo>
                  <a:pt x="761728" y="364656"/>
                </a:lnTo>
                <a:lnTo>
                  <a:pt x="761556" y="365694"/>
                </a:lnTo>
                <a:lnTo>
                  <a:pt x="761378" y="366731"/>
                </a:lnTo>
                <a:lnTo>
                  <a:pt x="761194" y="367765"/>
                </a:lnTo>
                <a:lnTo>
                  <a:pt x="761004" y="368797"/>
                </a:lnTo>
                <a:lnTo>
                  <a:pt x="760809" y="369828"/>
                </a:lnTo>
                <a:lnTo>
                  <a:pt x="760607" y="370856"/>
                </a:lnTo>
                <a:lnTo>
                  <a:pt x="760399" y="371882"/>
                </a:lnTo>
                <a:lnTo>
                  <a:pt x="760186" y="372906"/>
                </a:lnTo>
                <a:lnTo>
                  <a:pt x="759966" y="373928"/>
                </a:lnTo>
                <a:lnTo>
                  <a:pt x="759741" y="374947"/>
                </a:lnTo>
                <a:lnTo>
                  <a:pt x="759510" y="375965"/>
                </a:lnTo>
                <a:lnTo>
                  <a:pt x="759273" y="376980"/>
                </a:lnTo>
                <a:lnTo>
                  <a:pt x="759031" y="377993"/>
                </a:lnTo>
                <a:lnTo>
                  <a:pt x="758783" y="379003"/>
                </a:lnTo>
                <a:lnTo>
                  <a:pt x="758528" y="380012"/>
                </a:lnTo>
                <a:lnTo>
                  <a:pt x="758269" y="381018"/>
                </a:lnTo>
                <a:lnTo>
                  <a:pt x="758003" y="382021"/>
                </a:lnTo>
                <a:lnTo>
                  <a:pt x="757732" y="383023"/>
                </a:lnTo>
                <a:lnTo>
                  <a:pt x="757455" y="384022"/>
                </a:lnTo>
                <a:lnTo>
                  <a:pt x="757172" y="385019"/>
                </a:lnTo>
                <a:lnTo>
                  <a:pt x="756884" y="386013"/>
                </a:lnTo>
                <a:lnTo>
                  <a:pt x="756590" y="387005"/>
                </a:lnTo>
                <a:lnTo>
                  <a:pt x="756291" y="387994"/>
                </a:lnTo>
                <a:lnTo>
                  <a:pt x="755986" y="388982"/>
                </a:lnTo>
                <a:lnTo>
                  <a:pt x="755675" y="389966"/>
                </a:lnTo>
                <a:lnTo>
                  <a:pt x="755359" y="390948"/>
                </a:lnTo>
                <a:lnTo>
                  <a:pt x="755037" y="391928"/>
                </a:lnTo>
                <a:lnTo>
                  <a:pt x="754710" y="392905"/>
                </a:lnTo>
                <a:lnTo>
                  <a:pt x="754377" y="393880"/>
                </a:lnTo>
                <a:lnTo>
                  <a:pt x="754039" y="394852"/>
                </a:lnTo>
                <a:lnTo>
                  <a:pt x="753696" y="395821"/>
                </a:lnTo>
                <a:lnTo>
                  <a:pt x="753347" y="396788"/>
                </a:lnTo>
                <a:lnTo>
                  <a:pt x="752992" y="397753"/>
                </a:lnTo>
                <a:lnTo>
                  <a:pt x="752632" y="398714"/>
                </a:lnTo>
                <a:lnTo>
                  <a:pt x="752267" y="399673"/>
                </a:lnTo>
                <a:lnTo>
                  <a:pt x="751896" y="400630"/>
                </a:lnTo>
                <a:lnTo>
                  <a:pt x="751520" y="401583"/>
                </a:lnTo>
                <a:lnTo>
                  <a:pt x="751139" y="402534"/>
                </a:lnTo>
                <a:lnTo>
                  <a:pt x="750752" y="403483"/>
                </a:lnTo>
                <a:lnTo>
                  <a:pt x="750361" y="404428"/>
                </a:lnTo>
                <a:lnTo>
                  <a:pt x="749963" y="405371"/>
                </a:lnTo>
                <a:lnTo>
                  <a:pt x="749561" y="406311"/>
                </a:lnTo>
                <a:lnTo>
                  <a:pt x="749153" y="407248"/>
                </a:lnTo>
                <a:lnTo>
                  <a:pt x="748740" y="408183"/>
                </a:lnTo>
                <a:lnTo>
                  <a:pt x="748322" y="409114"/>
                </a:lnTo>
                <a:lnTo>
                  <a:pt x="747899" y="410043"/>
                </a:lnTo>
                <a:lnTo>
                  <a:pt x="747471" y="410969"/>
                </a:lnTo>
                <a:lnTo>
                  <a:pt x="747037" y="411892"/>
                </a:lnTo>
                <a:lnTo>
                  <a:pt x="746598" y="412812"/>
                </a:lnTo>
                <a:lnTo>
                  <a:pt x="746155" y="413729"/>
                </a:lnTo>
                <a:lnTo>
                  <a:pt x="745706" y="414644"/>
                </a:lnTo>
                <a:lnTo>
                  <a:pt x="745252" y="415555"/>
                </a:lnTo>
                <a:lnTo>
                  <a:pt x="744793" y="416463"/>
                </a:lnTo>
                <a:lnTo>
                  <a:pt x="744329" y="417369"/>
                </a:lnTo>
                <a:lnTo>
                  <a:pt x="743860" y="418271"/>
                </a:lnTo>
                <a:lnTo>
                  <a:pt x="743386" y="419170"/>
                </a:lnTo>
                <a:lnTo>
                  <a:pt x="742907" y="420067"/>
                </a:lnTo>
                <a:lnTo>
                  <a:pt x="742423" y="420960"/>
                </a:lnTo>
                <a:lnTo>
                  <a:pt x="741934" y="421850"/>
                </a:lnTo>
                <a:lnTo>
                  <a:pt x="741440" y="422737"/>
                </a:lnTo>
                <a:lnTo>
                  <a:pt x="740941" y="423621"/>
                </a:lnTo>
                <a:lnTo>
                  <a:pt x="740438" y="424502"/>
                </a:lnTo>
                <a:lnTo>
                  <a:pt x="739929" y="425379"/>
                </a:lnTo>
                <a:lnTo>
                  <a:pt x="739416" y="426254"/>
                </a:lnTo>
                <a:lnTo>
                  <a:pt x="738898" y="427125"/>
                </a:lnTo>
                <a:lnTo>
                  <a:pt x="738375" y="427993"/>
                </a:lnTo>
                <a:lnTo>
                  <a:pt x="737847" y="428858"/>
                </a:lnTo>
                <a:lnTo>
                  <a:pt x="737314" y="429719"/>
                </a:lnTo>
                <a:lnTo>
                  <a:pt x="736777" y="430577"/>
                </a:lnTo>
                <a:lnTo>
                  <a:pt x="736235" y="431432"/>
                </a:lnTo>
                <a:lnTo>
                  <a:pt x="735688" y="432284"/>
                </a:lnTo>
                <a:lnTo>
                  <a:pt x="735137" y="433133"/>
                </a:lnTo>
                <a:lnTo>
                  <a:pt x="734580" y="433978"/>
                </a:lnTo>
                <a:lnTo>
                  <a:pt x="734020" y="434819"/>
                </a:lnTo>
                <a:lnTo>
                  <a:pt x="733454" y="435658"/>
                </a:lnTo>
                <a:lnTo>
                  <a:pt x="732884" y="436492"/>
                </a:lnTo>
                <a:lnTo>
                  <a:pt x="732309" y="437324"/>
                </a:lnTo>
                <a:lnTo>
                  <a:pt x="731730" y="438152"/>
                </a:lnTo>
                <a:lnTo>
                  <a:pt x="731146" y="438977"/>
                </a:lnTo>
                <a:lnTo>
                  <a:pt x="730558" y="439798"/>
                </a:lnTo>
                <a:lnTo>
                  <a:pt x="729965" y="440615"/>
                </a:lnTo>
                <a:lnTo>
                  <a:pt x="729367" y="441429"/>
                </a:lnTo>
                <a:lnTo>
                  <a:pt x="728765" y="442240"/>
                </a:lnTo>
                <a:lnTo>
                  <a:pt x="728159" y="443047"/>
                </a:lnTo>
                <a:lnTo>
                  <a:pt x="727548" y="443851"/>
                </a:lnTo>
                <a:lnTo>
                  <a:pt x="726932" y="444651"/>
                </a:lnTo>
                <a:lnTo>
                  <a:pt x="726313" y="445447"/>
                </a:lnTo>
                <a:lnTo>
                  <a:pt x="725688" y="446240"/>
                </a:lnTo>
                <a:lnTo>
                  <a:pt x="725060" y="447029"/>
                </a:lnTo>
                <a:lnTo>
                  <a:pt x="724427" y="447814"/>
                </a:lnTo>
                <a:lnTo>
                  <a:pt x="723790" y="448596"/>
                </a:lnTo>
                <a:lnTo>
                  <a:pt x="723148" y="449374"/>
                </a:lnTo>
                <a:lnTo>
                  <a:pt x="722502" y="450148"/>
                </a:lnTo>
                <a:lnTo>
                  <a:pt x="721852" y="450919"/>
                </a:lnTo>
                <a:lnTo>
                  <a:pt x="721197" y="451686"/>
                </a:lnTo>
                <a:lnTo>
                  <a:pt x="720538" y="452449"/>
                </a:lnTo>
                <a:lnTo>
                  <a:pt x="719875" y="453208"/>
                </a:lnTo>
                <a:lnTo>
                  <a:pt x="719208" y="453964"/>
                </a:lnTo>
                <a:lnTo>
                  <a:pt x="718536" y="454716"/>
                </a:lnTo>
                <a:lnTo>
                  <a:pt x="717861" y="455463"/>
                </a:lnTo>
                <a:lnTo>
                  <a:pt x="717181" y="456207"/>
                </a:lnTo>
                <a:lnTo>
                  <a:pt x="716497" y="456948"/>
                </a:lnTo>
                <a:lnTo>
                  <a:pt x="715809" y="457684"/>
                </a:lnTo>
                <a:lnTo>
                  <a:pt x="715117" y="458416"/>
                </a:lnTo>
                <a:lnTo>
                  <a:pt x="714420" y="459145"/>
                </a:lnTo>
                <a:lnTo>
                  <a:pt x="713720" y="459869"/>
                </a:lnTo>
                <a:lnTo>
                  <a:pt x="713015" y="460590"/>
                </a:lnTo>
                <a:lnTo>
                  <a:pt x="712307" y="461306"/>
                </a:lnTo>
                <a:lnTo>
                  <a:pt x="711594" y="462019"/>
                </a:lnTo>
                <a:lnTo>
                  <a:pt x="710878" y="462727"/>
                </a:lnTo>
                <a:lnTo>
                  <a:pt x="710157" y="463432"/>
                </a:lnTo>
                <a:lnTo>
                  <a:pt x="709433" y="464132"/>
                </a:lnTo>
                <a:lnTo>
                  <a:pt x="708704" y="464828"/>
                </a:lnTo>
                <a:lnTo>
                  <a:pt x="707972" y="465521"/>
                </a:lnTo>
                <a:lnTo>
                  <a:pt x="707236" y="466209"/>
                </a:lnTo>
                <a:lnTo>
                  <a:pt x="706496" y="466893"/>
                </a:lnTo>
                <a:lnTo>
                  <a:pt x="705752" y="467572"/>
                </a:lnTo>
                <a:lnTo>
                  <a:pt x="705004" y="468248"/>
                </a:lnTo>
                <a:lnTo>
                  <a:pt x="704252" y="468920"/>
                </a:lnTo>
                <a:lnTo>
                  <a:pt x="703497" y="469587"/>
                </a:lnTo>
                <a:lnTo>
                  <a:pt x="702737" y="470250"/>
                </a:lnTo>
                <a:lnTo>
                  <a:pt x="701974" y="470909"/>
                </a:lnTo>
                <a:lnTo>
                  <a:pt x="701207" y="471563"/>
                </a:lnTo>
                <a:lnTo>
                  <a:pt x="700437" y="472214"/>
                </a:lnTo>
                <a:lnTo>
                  <a:pt x="699662" y="472860"/>
                </a:lnTo>
                <a:lnTo>
                  <a:pt x="698884" y="473501"/>
                </a:lnTo>
                <a:lnTo>
                  <a:pt x="698102" y="474138"/>
                </a:lnTo>
                <a:lnTo>
                  <a:pt x="697317" y="474771"/>
                </a:lnTo>
                <a:lnTo>
                  <a:pt x="696528" y="475400"/>
                </a:lnTo>
                <a:lnTo>
                  <a:pt x="695735" y="476024"/>
                </a:lnTo>
                <a:lnTo>
                  <a:pt x="694939" y="476644"/>
                </a:lnTo>
                <a:lnTo>
                  <a:pt x="694139" y="477259"/>
                </a:lnTo>
                <a:lnTo>
                  <a:pt x="693335" y="477870"/>
                </a:lnTo>
                <a:lnTo>
                  <a:pt x="692528" y="478477"/>
                </a:lnTo>
                <a:lnTo>
                  <a:pt x="691718" y="479079"/>
                </a:lnTo>
                <a:lnTo>
                  <a:pt x="690904" y="479676"/>
                </a:lnTo>
                <a:lnTo>
                  <a:pt x="690086" y="480269"/>
                </a:lnTo>
                <a:lnTo>
                  <a:pt x="689265" y="480858"/>
                </a:lnTo>
                <a:lnTo>
                  <a:pt x="688440" y="481442"/>
                </a:lnTo>
                <a:lnTo>
                  <a:pt x="687612" y="482021"/>
                </a:lnTo>
                <a:lnTo>
                  <a:pt x="686781" y="482596"/>
                </a:lnTo>
                <a:lnTo>
                  <a:pt x="685946" y="483166"/>
                </a:lnTo>
                <a:lnTo>
                  <a:pt x="685107" y="483731"/>
                </a:lnTo>
                <a:lnTo>
                  <a:pt x="684266" y="484292"/>
                </a:lnTo>
                <a:lnTo>
                  <a:pt x="683421" y="484848"/>
                </a:lnTo>
                <a:lnTo>
                  <a:pt x="682572" y="485400"/>
                </a:lnTo>
                <a:lnTo>
                  <a:pt x="681721" y="485946"/>
                </a:lnTo>
                <a:lnTo>
                  <a:pt x="680866" y="486488"/>
                </a:lnTo>
                <a:lnTo>
                  <a:pt x="680007" y="487026"/>
                </a:lnTo>
                <a:lnTo>
                  <a:pt x="679146" y="487558"/>
                </a:lnTo>
                <a:lnTo>
                  <a:pt x="678281" y="488086"/>
                </a:lnTo>
                <a:lnTo>
                  <a:pt x="677413" y="488609"/>
                </a:lnTo>
                <a:lnTo>
                  <a:pt x="676542" y="489127"/>
                </a:lnTo>
                <a:lnTo>
                  <a:pt x="675667" y="489641"/>
                </a:lnTo>
                <a:lnTo>
                  <a:pt x="674790" y="490149"/>
                </a:lnTo>
                <a:lnTo>
                  <a:pt x="673909" y="490653"/>
                </a:lnTo>
                <a:lnTo>
                  <a:pt x="673025" y="491152"/>
                </a:lnTo>
                <a:lnTo>
                  <a:pt x="672138" y="491645"/>
                </a:lnTo>
                <a:lnTo>
                  <a:pt x="671248" y="492134"/>
                </a:lnTo>
                <a:lnTo>
                  <a:pt x="670355" y="492618"/>
                </a:lnTo>
                <a:lnTo>
                  <a:pt x="669458" y="493097"/>
                </a:lnTo>
                <a:lnTo>
                  <a:pt x="668559" y="493571"/>
                </a:lnTo>
                <a:lnTo>
                  <a:pt x="667657" y="494040"/>
                </a:lnTo>
                <a:lnTo>
                  <a:pt x="666751" y="494504"/>
                </a:lnTo>
                <a:lnTo>
                  <a:pt x="665843" y="494963"/>
                </a:lnTo>
                <a:lnTo>
                  <a:pt x="664932" y="495417"/>
                </a:lnTo>
                <a:lnTo>
                  <a:pt x="664017" y="495866"/>
                </a:lnTo>
                <a:lnTo>
                  <a:pt x="663100" y="496310"/>
                </a:lnTo>
                <a:lnTo>
                  <a:pt x="662180" y="496749"/>
                </a:lnTo>
                <a:lnTo>
                  <a:pt x="661257" y="497182"/>
                </a:lnTo>
                <a:lnTo>
                  <a:pt x="660331" y="497611"/>
                </a:lnTo>
                <a:lnTo>
                  <a:pt x="659402" y="498034"/>
                </a:lnTo>
                <a:lnTo>
                  <a:pt x="658471" y="498452"/>
                </a:lnTo>
                <a:lnTo>
                  <a:pt x="657536" y="498865"/>
                </a:lnTo>
                <a:lnTo>
                  <a:pt x="656599" y="499273"/>
                </a:lnTo>
                <a:lnTo>
                  <a:pt x="655659" y="499675"/>
                </a:lnTo>
                <a:lnTo>
                  <a:pt x="654716" y="500072"/>
                </a:lnTo>
                <a:lnTo>
                  <a:pt x="653771" y="500464"/>
                </a:lnTo>
                <a:lnTo>
                  <a:pt x="652822" y="500851"/>
                </a:lnTo>
                <a:lnTo>
                  <a:pt x="651871" y="501232"/>
                </a:lnTo>
                <a:lnTo>
                  <a:pt x="650918" y="501608"/>
                </a:lnTo>
                <a:lnTo>
                  <a:pt x="649961" y="501978"/>
                </a:lnTo>
                <a:lnTo>
                  <a:pt x="649002" y="502344"/>
                </a:lnTo>
                <a:lnTo>
                  <a:pt x="648041" y="502704"/>
                </a:lnTo>
                <a:lnTo>
                  <a:pt x="647076" y="503058"/>
                </a:lnTo>
                <a:lnTo>
                  <a:pt x="646109" y="503407"/>
                </a:lnTo>
                <a:lnTo>
                  <a:pt x="645140" y="503751"/>
                </a:lnTo>
                <a:lnTo>
                  <a:pt x="644168" y="504089"/>
                </a:lnTo>
                <a:lnTo>
                  <a:pt x="643193" y="504422"/>
                </a:lnTo>
                <a:lnTo>
                  <a:pt x="642216" y="504749"/>
                </a:lnTo>
                <a:lnTo>
                  <a:pt x="641236" y="505070"/>
                </a:lnTo>
                <a:lnTo>
                  <a:pt x="640254" y="505387"/>
                </a:lnTo>
                <a:lnTo>
                  <a:pt x="639270" y="505697"/>
                </a:lnTo>
                <a:lnTo>
                  <a:pt x="638283" y="506002"/>
                </a:lnTo>
                <a:lnTo>
                  <a:pt x="637293" y="506302"/>
                </a:lnTo>
                <a:lnTo>
                  <a:pt x="636301" y="506596"/>
                </a:lnTo>
                <a:lnTo>
                  <a:pt x="635307" y="506884"/>
                </a:lnTo>
                <a:lnTo>
                  <a:pt x="634310" y="507166"/>
                </a:lnTo>
                <a:lnTo>
                  <a:pt x="633311" y="507443"/>
                </a:lnTo>
                <a:lnTo>
                  <a:pt x="632310" y="507715"/>
                </a:lnTo>
                <a:lnTo>
                  <a:pt x="631306" y="507980"/>
                </a:lnTo>
                <a:lnTo>
                  <a:pt x="630300" y="508240"/>
                </a:lnTo>
                <a:lnTo>
                  <a:pt x="629291" y="508494"/>
                </a:lnTo>
                <a:lnTo>
                  <a:pt x="628281" y="508742"/>
                </a:lnTo>
                <a:lnTo>
                  <a:pt x="627268" y="508985"/>
                </a:lnTo>
                <a:lnTo>
                  <a:pt x="626253" y="509222"/>
                </a:lnTo>
                <a:lnTo>
                  <a:pt x="625235" y="509453"/>
                </a:lnTo>
                <a:lnTo>
                  <a:pt x="624216" y="509678"/>
                </a:lnTo>
                <a:lnTo>
                  <a:pt x="623194" y="509897"/>
                </a:lnTo>
                <a:lnTo>
                  <a:pt x="622170" y="510111"/>
                </a:lnTo>
                <a:lnTo>
                  <a:pt x="621144" y="510318"/>
                </a:lnTo>
                <a:lnTo>
                  <a:pt x="620116" y="510520"/>
                </a:lnTo>
                <a:lnTo>
                  <a:pt x="619086" y="510716"/>
                </a:lnTo>
                <a:lnTo>
                  <a:pt x="618053" y="510906"/>
                </a:lnTo>
                <a:lnTo>
                  <a:pt x="617019" y="511090"/>
                </a:lnTo>
                <a:lnTo>
                  <a:pt x="615982" y="511267"/>
                </a:lnTo>
                <a:lnTo>
                  <a:pt x="614944" y="511439"/>
                </a:lnTo>
                <a:lnTo>
                  <a:pt x="613903" y="511605"/>
                </a:lnTo>
                <a:lnTo>
                  <a:pt x="612861" y="511765"/>
                </a:lnTo>
                <a:lnTo>
                  <a:pt x="611816" y="511919"/>
                </a:lnTo>
                <a:lnTo>
                  <a:pt x="610770" y="512067"/>
                </a:lnTo>
                <a:lnTo>
                  <a:pt x="609721" y="512209"/>
                </a:lnTo>
                <a:lnTo>
                  <a:pt x="608671" y="512344"/>
                </a:lnTo>
                <a:lnTo>
                  <a:pt x="607619" y="512474"/>
                </a:lnTo>
                <a:lnTo>
                  <a:pt x="606564" y="512597"/>
                </a:lnTo>
                <a:lnTo>
                  <a:pt x="605508" y="512714"/>
                </a:lnTo>
                <a:lnTo>
                  <a:pt x="604451" y="512825"/>
                </a:lnTo>
                <a:lnTo>
                  <a:pt x="603391" y="512930"/>
                </a:lnTo>
                <a:lnTo>
                  <a:pt x="602329" y="513029"/>
                </a:lnTo>
                <a:lnTo>
                  <a:pt x="601266" y="513121"/>
                </a:lnTo>
                <a:lnTo>
                  <a:pt x="600201" y="513207"/>
                </a:lnTo>
                <a:lnTo>
                  <a:pt x="599134" y="513287"/>
                </a:lnTo>
                <a:lnTo>
                  <a:pt x="598066" y="513361"/>
                </a:lnTo>
                <a:lnTo>
                  <a:pt x="596995" y="513428"/>
                </a:lnTo>
                <a:lnTo>
                  <a:pt x="595923" y="513489"/>
                </a:lnTo>
                <a:lnTo>
                  <a:pt x="594850" y="513543"/>
                </a:lnTo>
                <a:lnTo>
                  <a:pt x="593774" y="513592"/>
                </a:lnTo>
                <a:lnTo>
                  <a:pt x="592697" y="513634"/>
                </a:lnTo>
                <a:lnTo>
                  <a:pt x="591619" y="513669"/>
                </a:lnTo>
                <a:lnTo>
                  <a:pt x="590538" y="513698"/>
                </a:lnTo>
                <a:lnTo>
                  <a:pt x="589457" y="513721"/>
                </a:lnTo>
                <a:lnTo>
                  <a:pt x="588373" y="513737"/>
                </a:lnTo>
                <a:lnTo>
                  <a:pt x="587288" y="513747"/>
                </a:lnTo>
                <a:lnTo>
                  <a:pt x="586202" y="513750"/>
                </a:lnTo>
                <a:lnTo>
                  <a:pt x="586202" y="533510"/>
                </a:lnTo>
                <a:lnTo>
                  <a:pt x="586202" y="533510"/>
                </a:lnTo>
                <a:lnTo>
                  <a:pt x="586202" y="533510"/>
                </a:lnTo>
                <a:lnTo>
                  <a:pt x="587405" y="533506"/>
                </a:lnTo>
                <a:lnTo>
                  <a:pt x="588606" y="533496"/>
                </a:lnTo>
                <a:lnTo>
                  <a:pt x="589806" y="533478"/>
                </a:lnTo>
                <a:lnTo>
                  <a:pt x="591003" y="533453"/>
                </a:lnTo>
                <a:lnTo>
                  <a:pt x="592199" y="533421"/>
                </a:lnTo>
                <a:lnTo>
                  <a:pt x="593393" y="533381"/>
                </a:lnTo>
                <a:lnTo>
                  <a:pt x="594585" y="533335"/>
                </a:lnTo>
                <a:lnTo>
                  <a:pt x="595776" y="533282"/>
                </a:lnTo>
                <a:lnTo>
                  <a:pt x="596965" y="533222"/>
                </a:lnTo>
                <a:lnTo>
                  <a:pt x="598151" y="533155"/>
                </a:lnTo>
                <a:lnTo>
                  <a:pt x="599336" y="533080"/>
                </a:lnTo>
                <a:lnTo>
                  <a:pt x="600519" y="532999"/>
                </a:lnTo>
                <a:lnTo>
                  <a:pt x="601701" y="532911"/>
                </a:lnTo>
                <a:lnTo>
                  <a:pt x="602880" y="532816"/>
                </a:lnTo>
                <a:lnTo>
                  <a:pt x="604057" y="532714"/>
                </a:lnTo>
                <a:lnTo>
                  <a:pt x="605232" y="532605"/>
                </a:lnTo>
                <a:lnTo>
                  <a:pt x="606405" y="532490"/>
                </a:lnTo>
                <a:lnTo>
                  <a:pt x="607577" y="532367"/>
                </a:lnTo>
                <a:lnTo>
                  <a:pt x="608746" y="532238"/>
                </a:lnTo>
                <a:lnTo>
                  <a:pt x="609913" y="532102"/>
                </a:lnTo>
                <a:lnTo>
                  <a:pt x="611078" y="531959"/>
                </a:lnTo>
                <a:lnTo>
                  <a:pt x="612241" y="531810"/>
                </a:lnTo>
                <a:lnTo>
                  <a:pt x="613402" y="531653"/>
                </a:lnTo>
                <a:lnTo>
                  <a:pt x="614560" y="531490"/>
                </a:lnTo>
                <a:lnTo>
                  <a:pt x="615717" y="531320"/>
                </a:lnTo>
                <a:lnTo>
                  <a:pt x="616871" y="531144"/>
                </a:lnTo>
                <a:lnTo>
                  <a:pt x="618023" y="530961"/>
                </a:lnTo>
                <a:lnTo>
                  <a:pt x="619173" y="530771"/>
                </a:lnTo>
                <a:lnTo>
                  <a:pt x="620321" y="530575"/>
                </a:lnTo>
                <a:lnTo>
                  <a:pt x="621466" y="530372"/>
                </a:lnTo>
                <a:lnTo>
                  <a:pt x="622609" y="530163"/>
                </a:lnTo>
                <a:lnTo>
                  <a:pt x="623750" y="529947"/>
                </a:lnTo>
                <a:lnTo>
                  <a:pt x="624889" y="529724"/>
                </a:lnTo>
                <a:lnTo>
                  <a:pt x="626025" y="529495"/>
                </a:lnTo>
                <a:lnTo>
                  <a:pt x="627159" y="529260"/>
                </a:lnTo>
                <a:lnTo>
                  <a:pt x="628290" y="529018"/>
                </a:lnTo>
                <a:lnTo>
                  <a:pt x="629419" y="528770"/>
                </a:lnTo>
                <a:lnTo>
                  <a:pt x="630546" y="528515"/>
                </a:lnTo>
                <a:lnTo>
                  <a:pt x="631670" y="528254"/>
                </a:lnTo>
                <a:lnTo>
                  <a:pt x="632791" y="527986"/>
                </a:lnTo>
                <a:lnTo>
                  <a:pt x="633911" y="527712"/>
                </a:lnTo>
                <a:lnTo>
                  <a:pt x="635027" y="527432"/>
                </a:lnTo>
                <a:lnTo>
                  <a:pt x="636141" y="527145"/>
                </a:lnTo>
                <a:lnTo>
                  <a:pt x="637253" y="526852"/>
                </a:lnTo>
                <a:lnTo>
                  <a:pt x="638362" y="526553"/>
                </a:lnTo>
                <a:lnTo>
                  <a:pt x="639469" y="526247"/>
                </a:lnTo>
                <a:lnTo>
                  <a:pt x="640572" y="525935"/>
                </a:lnTo>
                <a:lnTo>
                  <a:pt x="641674" y="525617"/>
                </a:lnTo>
                <a:lnTo>
                  <a:pt x="642772" y="525293"/>
                </a:lnTo>
                <a:lnTo>
                  <a:pt x="643868" y="524963"/>
                </a:lnTo>
                <a:lnTo>
                  <a:pt x="644961" y="524626"/>
                </a:lnTo>
                <a:lnTo>
                  <a:pt x="646052" y="524284"/>
                </a:lnTo>
                <a:lnTo>
                  <a:pt x="647140" y="523935"/>
                </a:lnTo>
                <a:lnTo>
                  <a:pt x="648225" y="523580"/>
                </a:lnTo>
                <a:lnTo>
                  <a:pt x="649307" y="523219"/>
                </a:lnTo>
                <a:lnTo>
                  <a:pt x="650387" y="522852"/>
                </a:lnTo>
                <a:lnTo>
                  <a:pt x="651463" y="522479"/>
                </a:lnTo>
                <a:lnTo>
                  <a:pt x="652537" y="522100"/>
                </a:lnTo>
                <a:lnTo>
                  <a:pt x="653608" y="521715"/>
                </a:lnTo>
                <a:lnTo>
                  <a:pt x="654676" y="521323"/>
                </a:lnTo>
                <a:lnTo>
                  <a:pt x="655742" y="520926"/>
                </a:lnTo>
                <a:lnTo>
                  <a:pt x="656804" y="520523"/>
                </a:lnTo>
                <a:lnTo>
                  <a:pt x="657863" y="520115"/>
                </a:lnTo>
                <a:lnTo>
                  <a:pt x="658920" y="519700"/>
                </a:lnTo>
                <a:lnTo>
                  <a:pt x="659973" y="519279"/>
                </a:lnTo>
                <a:lnTo>
                  <a:pt x="661024" y="518852"/>
                </a:lnTo>
                <a:lnTo>
                  <a:pt x="662071" y="518420"/>
                </a:lnTo>
                <a:lnTo>
                  <a:pt x="663116" y="517982"/>
                </a:lnTo>
                <a:lnTo>
                  <a:pt x="664157" y="517538"/>
                </a:lnTo>
                <a:lnTo>
                  <a:pt x="665195" y="517088"/>
                </a:lnTo>
                <a:lnTo>
                  <a:pt x="666231" y="516632"/>
                </a:lnTo>
                <a:lnTo>
                  <a:pt x="667263" y="516171"/>
                </a:lnTo>
                <a:lnTo>
                  <a:pt x="668292" y="515704"/>
                </a:lnTo>
                <a:lnTo>
                  <a:pt x="669318" y="515231"/>
                </a:lnTo>
                <a:lnTo>
                  <a:pt x="670340" y="514753"/>
                </a:lnTo>
                <a:lnTo>
                  <a:pt x="671360" y="514269"/>
                </a:lnTo>
                <a:lnTo>
                  <a:pt x="672376" y="513779"/>
                </a:lnTo>
                <a:lnTo>
                  <a:pt x="673389" y="513284"/>
                </a:lnTo>
                <a:lnTo>
                  <a:pt x="674399" y="512783"/>
                </a:lnTo>
                <a:lnTo>
                  <a:pt x="675406" y="512276"/>
                </a:lnTo>
                <a:lnTo>
                  <a:pt x="676409" y="511764"/>
                </a:lnTo>
                <a:lnTo>
                  <a:pt x="677409" y="511247"/>
                </a:lnTo>
                <a:lnTo>
                  <a:pt x="678405" y="510724"/>
                </a:lnTo>
                <a:lnTo>
                  <a:pt x="679399" y="510195"/>
                </a:lnTo>
                <a:lnTo>
                  <a:pt x="680388" y="509661"/>
                </a:lnTo>
                <a:lnTo>
                  <a:pt x="681375" y="509122"/>
                </a:lnTo>
                <a:lnTo>
                  <a:pt x="682358" y="508577"/>
                </a:lnTo>
                <a:lnTo>
                  <a:pt x="683338" y="508026"/>
                </a:lnTo>
                <a:lnTo>
                  <a:pt x="684314" y="507470"/>
                </a:lnTo>
                <a:lnTo>
                  <a:pt x="685286" y="506909"/>
                </a:lnTo>
                <a:lnTo>
                  <a:pt x="686256" y="506343"/>
                </a:lnTo>
                <a:lnTo>
                  <a:pt x="687221" y="505771"/>
                </a:lnTo>
                <a:lnTo>
                  <a:pt x="688183" y="505194"/>
                </a:lnTo>
                <a:lnTo>
                  <a:pt x="689142" y="504611"/>
                </a:lnTo>
                <a:lnTo>
                  <a:pt x="690097" y="504024"/>
                </a:lnTo>
                <a:lnTo>
                  <a:pt x="691048" y="503431"/>
                </a:lnTo>
                <a:lnTo>
                  <a:pt x="691996" y="502832"/>
                </a:lnTo>
                <a:lnTo>
                  <a:pt x="692940" y="502229"/>
                </a:lnTo>
                <a:lnTo>
                  <a:pt x="693881" y="501620"/>
                </a:lnTo>
                <a:lnTo>
                  <a:pt x="694818" y="501007"/>
                </a:lnTo>
                <a:lnTo>
                  <a:pt x="695751" y="500388"/>
                </a:lnTo>
                <a:lnTo>
                  <a:pt x="696680" y="499764"/>
                </a:lnTo>
                <a:lnTo>
                  <a:pt x="697606" y="499134"/>
                </a:lnTo>
                <a:lnTo>
                  <a:pt x="698528" y="498500"/>
                </a:lnTo>
                <a:lnTo>
                  <a:pt x="699446" y="497861"/>
                </a:lnTo>
                <a:lnTo>
                  <a:pt x="700360" y="497216"/>
                </a:lnTo>
                <a:lnTo>
                  <a:pt x="701271" y="496567"/>
                </a:lnTo>
                <a:lnTo>
                  <a:pt x="702178" y="495912"/>
                </a:lnTo>
                <a:lnTo>
                  <a:pt x="703080" y="495253"/>
                </a:lnTo>
                <a:lnTo>
                  <a:pt x="703979" y="494589"/>
                </a:lnTo>
                <a:lnTo>
                  <a:pt x="704874" y="493919"/>
                </a:lnTo>
                <a:lnTo>
                  <a:pt x="705765" y="493245"/>
                </a:lnTo>
                <a:lnTo>
                  <a:pt x="706653" y="492566"/>
                </a:lnTo>
                <a:lnTo>
                  <a:pt x="707536" y="491882"/>
                </a:lnTo>
                <a:lnTo>
                  <a:pt x="708415" y="491193"/>
                </a:lnTo>
                <a:lnTo>
                  <a:pt x="709290" y="490499"/>
                </a:lnTo>
                <a:lnTo>
                  <a:pt x="710162" y="489800"/>
                </a:lnTo>
                <a:lnTo>
                  <a:pt x="711029" y="489097"/>
                </a:lnTo>
                <a:lnTo>
                  <a:pt x="711892" y="488389"/>
                </a:lnTo>
                <a:lnTo>
                  <a:pt x="712751" y="487676"/>
                </a:lnTo>
                <a:lnTo>
                  <a:pt x="713606" y="486958"/>
                </a:lnTo>
                <a:lnTo>
                  <a:pt x="714457" y="486235"/>
                </a:lnTo>
                <a:lnTo>
                  <a:pt x="715303" y="485508"/>
                </a:lnTo>
                <a:lnTo>
                  <a:pt x="716146" y="484776"/>
                </a:lnTo>
                <a:lnTo>
                  <a:pt x="716984" y="484040"/>
                </a:lnTo>
                <a:lnTo>
                  <a:pt x="717818" y="483298"/>
                </a:lnTo>
                <a:lnTo>
                  <a:pt x="718648" y="482553"/>
                </a:lnTo>
                <a:lnTo>
                  <a:pt x="719474" y="481802"/>
                </a:lnTo>
                <a:lnTo>
                  <a:pt x="720295" y="481047"/>
                </a:lnTo>
                <a:lnTo>
                  <a:pt x="721112" y="480288"/>
                </a:lnTo>
                <a:lnTo>
                  <a:pt x="721925" y="479523"/>
                </a:lnTo>
                <a:lnTo>
                  <a:pt x="722734" y="478755"/>
                </a:lnTo>
                <a:lnTo>
                  <a:pt x="723538" y="477982"/>
                </a:lnTo>
                <a:lnTo>
                  <a:pt x="724338" y="477204"/>
                </a:lnTo>
                <a:lnTo>
                  <a:pt x="725133" y="476422"/>
                </a:lnTo>
                <a:lnTo>
                  <a:pt x="725924" y="475635"/>
                </a:lnTo>
                <a:lnTo>
                  <a:pt x="726710" y="474844"/>
                </a:lnTo>
                <a:lnTo>
                  <a:pt x="727493" y="474049"/>
                </a:lnTo>
                <a:lnTo>
                  <a:pt x="728270" y="473249"/>
                </a:lnTo>
                <a:lnTo>
                  <a:pt x="729043" y="472445"/>
                </a:lnTo>
                <a:lnTo>
                  <a:pt x="729812" y="471637"/>
                </a:lnTo>
                <a:lnTo>
                  <a:pt x="730576" y="470824"/>
                </a:lnTo>
                <a:lnTo>
                  <a:pt x="731336" y="470007"/>
                </a:lnTo>
                <a:lnTo>
                  <a:pt x="732091" y="469185"/>
                </a:lnTo>
                <a:lnTo>
                  <a:pt x="732841" y="468360"/>
                </a:lnTo>
                <a:lnTo>
                  <a:pt x="733587" y="467530"/>
                </a:lnTo>
                <a:lnTo>
                  <a:pt x="734328" y="466696"/>
                </a:lnTo>
                <a:lnTo>
                  <a:pt x="735065" y="465857"/>
                </a:lnTo>
                <a:lnTo>
                  <a:pt x="735797" y="465015"/>
                </a:lnTo>
                <a:lnTo>
                  <a:pt x="736524" y="464168"/>
                </a:lnTo>
                <a:lnTo>
                  <a:pt x="737246" y="463317"/>
                </a:lnTo>
                <a:lnTo>
                  <a:pt x="737964" y="462462"/>
                </a:lnTo>
                <a:lnTo>
                  <a:pt x="738677" y="461603"/>
                </a:lnTo>
                <a:lnTo>
                  <a:pt x="739385" y="460740"/>
                </a:lnTo>
                <a:lnTo>
                  <a:pt x="740089" y="459873"/>
                </a:lnTo>
                <a:lnTo>
                  <a:pt x="740787" y="459002"/>
                </a:lnTo>
                <a:lnTo>
                  <a:pt x="741481" y="458126"/>
                </a:lnTo>
                <a:lnTo>
                  <a:pt x="742170" y="457247"/>
                </a:lnTo>
                <a:lnTo>
                  <a:pt x="742854" y="456364"/>
                </a:lnTo>
                <a:lnTo>
                  <a:pt x="743534" y="455477"/>
                </a:lnTo>
                <a:lnTo>
                  <a:pt x="744208" y="454586"/>
                </a:lnTo>
                <a:lnTo>
                  <a:pt x="744877" y="453691"/>
                </a:lnTo>
                <a:lnTo>
                  <a:pt x="745542" y="452792"/>
                </a:lnTo>
                <a:lnTo>
                  <a:pt x="746201" y="451889"/>
                </a:lnTo>
                <a:lnTo>
                  <a:pt x="746855" y="450982"/>
                </a:lnTo>
                <a:lnTo>
                  <a:pt x="747505" y="450072"/>
                </a:lnTo>
                <a:lnTo>
                  <a:pt x="748149" y="449157"/>
                </a:lnTo>
                <a:lnTo>
                  <a:pt x="748789" y="448239"/>
                </a:lnTo>
                <a:lnTo>
                  <a:pt x="749423" y="447317"/>
                </a:lnTo>
                <a:lnTo>
                  <a:pt x="750052" y="446392"/>
                </a:lnTo>
                <a:lnTo>
                  <a:pt x="750676" y="445462"/>
                </a:lnTo>
                <a:lnTo>
                  <a:pt x="751295" y="444529"/>
                </a:lnTo>
                <a:lnTo>
                  <a:pt x="751909" y="443592"/>
                </a:lnTo>
                <a:lnTo>
                  <a:pt x="752518" y="442652"/>
                </a:lnTo>
                <a:lnTo>
                  <a:pt x="753121" y="441708"/>
                </a:lnTo>
                <a:lnTo>
                  <a:pt x="753719" y="440760"/>
                </a:lnTo>
                <a:lnTo>
                  <a:pt x="754312" y="439808"/>
                </a:lnTo>
                <a:lnTo>
                  <a:pt x="754900" y="438853"/>
                </a:lnTo>
                <a:lnTo>
                  <a:pt x="755482" y="437895"/>
                </a:lnTo>
                <a:lnTo>
                  <a:pt x="756060" y="436933"/>
                </a:lnTo>
                <a:lnTo>
                  <a:pt x="756631" y="435967"/>
                </a:lnTo>
                <a:lnTo>
                  <a:pt x="757198" y="434998"/>
                </a:lnTo>
                <a:lnTo>
                  <a:pt x="757759" y="434025"/>
                </a:lnTo>
                <a:lnTo>
                  <a:pt x="758315" y="433049"/>
                </a:lnTo>
                <a:lnTo>
                  <a:pt x="758865" y="432069"/>
                </a:lnTo>
                <a:lnTo>
                  <a:pt x="759410" y="431086"/>
                </a:lnTo>
                <a:lnTo>
                  <a:pt x="759950" y="430100"/>
                </a:lnTo>
                <a:lnTo>
                  <a:pt x="760484" y="429110"/>
                </a:lnTo>
                <a:lnTo>
                  <a:pt x="761012" y="428117"/>
                </a:lnTo>
                <a:lnTo>
                  <a:pt x="761535" y="427120"/>
                </a:lnTo>
                <a:lnTo>
                  <a:pt x="762053" y="426120"/>
                </a:lnTo>
                <a:lnTo>
                  <a:pt x="762565" y="425117"/>
                </a:lnTo>
                <a:lnTo>
                  <a:pt x="763072" y="424110"/>
                </a:lnTo>
                <a:lnTo>
                  <a:pt x="763572" y="423101"/>
                </a:lnTo>
                <a:lnTo>
                  <a:pt x="764068" y="422088"/>
                </a:lnTo>
                <a:lnTo>
                  <a:pt x="764557" y="421071"/>
                </a:lnTo>
                <a:lnTo>
                  <a:pt x="765042" y="420052"/>
                </a:lnTo>
                <a:lnTo>
                  <a:pt x="765520" y="419029"/>
                </a:lnTo>
                <a:lnTo>
                  <a:pt x="765993" y="418003"/>
                </a:lnTo>
                <a:lnTo>
                  <a:pt x="766460" y="416974"/>
                </a:lnTo>
                <a:lnTo>
                  <a:pt x="766921" y="415942"/>
                </a:lnTo>
                <a:lnTo>
                  <a:pt x="767377" y="414907"/>
                </a:lnTo>
                <a:lnTo>
                  <a:pt x="767826" y="413868"/>
                </a:lnTo>
                <a:lnTo>
                  <a:pt x="768270" y="412827"/>
                </a:lnTo>
                <a:lnTo>
                  <a:pt x="768709" y="411783"/>
                </a:lnTo>
                <a:lnTo>
                  <a:pt x="769141" y="410735"/>
                </a:lnTo>
                <a:lnTo>
                  <a:pt x="769568" y="409685"/>
                </a:lnTo>
                <a:lnTo>
                  <a:pt x="769988" y="408631"/>
                </a:lnTo>
                <a:lnTo>
                  <a:pt x="770403" y="407575"/>
                </a:lnTo>
                <a:lnTo>
                  <a:pt x="770812" y="406515"/>
                </a:lnTo>
                <a:lnTo>
                  <a:pt x="771215" y="405453"/>
                </a:lnTo>
                <a:lnTo>
                  <a:pt x="771612" y="404388"/>
                </a:lnTo>
                <a:lnTo>
                  <a:pt x="772003" y="403319"/>
                </a:lnTo>
                <a:lnTo>
                  <a:pt x="772388" y="402248"/>
                </a:lnTo>
                <a:lnTo>
                  <a:pt x="772767" y="401175"/>
                </a:lnTo>
                <a:lnTo>
                  <a:pt x="773140" y="400098"/>
                </a:lnTo>
                <a:lnTo>
                  <a:pt x="773507" y="399018"/>
                </a:lnTo>
                <a:lnTo>
                  <a:pt x="773868" y="397936"/>
                </a:lnTo>
                <a:lnTo>
                  <a:pt x="774223" y="396851"/>
                </a:lnTo>
                <a:lnTo>
                  <a:pt x="774572" y="395763"/>
                </a:lnTo>
                <a:lnTo>
                  <a:pt x="774915" y="394673"/>
                </a:lnTo>
                <a:lnTo>
                  <a:pt x="775251" y="393580"/>
                </a:lnTo>
                <a:lnTo>
                  <a:pt x="775582" y="392484"/>
                </a:lnTo>
                <a:lnTo>
                  <a:pt x="775906" y="391385"/>
                </a:lnTo>
                <a:lnTo>
                  <a:pt x="776224" y="390284"/>
                </a:lnTo>
                <a:lnTo>
                  <a:pt x="776536" y="389180"/>
                </a:lnTo>
                <a:lnTo>
                  <a:pt x="776841" y="388074"/>
                </a:lnTo>
                <a:lnTo>
                  <a:pt x="777140" y="386964"/>
                </a:lnTo>
                <a:lnTo>
                  <a:pt x="777433" y="385853"/>
                </a:lnTo>
                <a:lnTo>
                  <a:pt x="777720" y="384739"/>
                </a:lnTo>
                <a:lnTo>
                  <a:pt x="778000" y="383622"/>
                </a:lnTo>
                <a:lnTo>
                  <a:pt x="778274" y="382503"/>
                </a:lnTo>
                <a:lnTo>
                  <a:pt x="778542" y="381381"/>
                </a:lnTo>
                <a:lnTo>
                  <a:pt x="778803" y="380257"/>
                </a:lnTo>
                <a:lnTo>
                  <a:pt x="779058" y="379130"/>
                </a:lnTo>
                <a:lnTo>
                  <a:pt x="779306" y="378001"/>
                </a:lnTo>
                <a:lnTo>
                  <a:pt x="779548" y="376870"/>
                </a:lnTo>
                <a:lnTo>
                  <a:pt x="779784" y="375736"/>
                </a:lnTo>
                <a:lnTo>
                  <a:pt x="780013" y="374600"/>
                </a:lnTo>
                <a:lnTo>
                  <a:pt x="780235" y="373462"/>
                </a:lnTo>
                <a:lnTo>
                  <a:pt x="780451" y="372321"/>
                </a:lnTo>
                <a:lnTo>
                  <a:pt x="780661" y="371178"/>
                </a:lnTo>
                <a:lnTo>
                  <a:pt x="780864" y="370032"/>
                </a:lnTo>
                <a:lnTo>
                  <a:pt x="781060" y="368885"/>
                </a:lnTo>
                <a:lnTo>
                  <a:pt x="781250" y="367735"/>
                </a:lnTo>
                <a:lnTo>
                  <a:pt x="781433" y="366583"/>
                </a:lnTo>
                <a:lnTo>
                  <a:pt x="781609" y="365428"/>
                </a:lnTo>
                <a:lnTo>
                  <a:pt x="781779" y="364272"/>
                </a:lnTo>
                <a:lnTo>
                  <a:pt x="781942" y="363113"/>
                </a:lnTo>
                <a:lnTo>
                  <a:pt x="782098" y="361952"/>
                </a:lnTo>
                <a:lnTo>
                  <a:pt x="782248" y="360789"/>
                </a:lnTo>
                <a:lnTo>
                  <a:pt x="782390" y="359624"/>
                </a:lnTo>
                <a:lnTo>
                  <a:pt x="782526" y="358457"/>
                </a:lnTo>
                <a:lnTo>
                  <a:pt x="782656" y="357288"/>
                </a:lnTo>
                <a:lnTo>
                  <a:pt x="782778" y="356117"/>
                </a:lnTo>
                <a:lnTo>
                  <a:pt x="782894" y="354944"/>
                </a:lnTo>
                <a:lnTo>
                  <a:pt x="783003" y="353768"/>
                </a:lnTo>
                <a:lnTo>
                  <a:pt x="783105" y="352591"/>
                </a:lnTo>
                <a:lnTo>
                  <a:pt x="783200" y="351412"/>
                </a:lnTo>
                <a:lnTo>
                  <a:pt x="783288" y="350231"/>
                </a:lnTo>
                <a:lnTo>
                  <a:pt x="783369" y="349048"/>
                </a:lnTo>
                <a:lnTo>
                  <a:pt x="783443" y="347863"/>
                </a:lnTo>
                <a:lnTo>
                  <a:pt x="783510" y="346676"/>
                </a:lnTo>
                <a:lnTo>
                  <a:pt x="783571" y="345487"/>
                </a:lnTo>
                <a:lnTo>
                  <a:pt x="783624" y="344297"/>
                </a:lnTo>
                <a:lnTo>
                  <a:pt x="783670" y="343105"/>
                </a:lnTo>
                <a:lnTo>
                  <a:pt x="783709" y="341911"/>
                </a:lnTo>
                <a:lnTo>
                  <a:pt x="783741" y="340715"/>
                </a:lnTo>
                <a:lnTo>
                  <a:pt x="783766" y="339517"/>
                </a:lnTo>
                <a:lnTo>
                  <a:pt x="783784" y="338318"/>
                </a:lnTo>
                <a:lnTo>
                  <a:pt x="783795" y="337117"/>
                </a:lnTo>
                <a:lnTo>
                  <a:pt x="783798" y="335914"/>
                </a:lnTo>
                <a:lnTo>
                  <a:pt x="783798" y="335914"/>
                </a:lnTo>
                <a:lnTo>
                  <a:pt x="783798" y="335914"/>
                </a:lnTo>
                <a:close/>
                <a:moveTo>
                  <a:pt x="783795" y="216153"/>
                </a:moveTo>
                <a:lnTo>
                  <a:pt x="783784" y="214952"/>
                </a:lnTo>
                <a:lnTo>
                  <a:pt x="783766" y="213753"/>
                </a:lnTo>
                <a:lnTo>
                  <a:pt x="783741" y="212555"/>
                </a:lnTo>
                <a:lnTo>
                  <a:pt x="783709" y="211359"/>
                </a:lnTo>
                <a:lnTo>
                  <a:pt x="783670" y="210165"/>
                </a:lnTo>
                <a:lnTo>
                  <a:pt x="783624" y="208973"/>
                </a:lnTo>
                <a:lnTo>
                  <a:pt x="783571" y="207782"/>
                </a:lnTo>
                <a:lnTo>
                  <a:pt x="783510" y="206594"/>
                </a:lnTo>
                <a:lnTo>
                  <a:pt x="783443" y="205407"/>
                </a:lnTo>
                <a:lnTo>
                  <a:pt x="783369" y="204222"/>
                </a:lnTo>
                <a:lnTo>
                  <a:pt x="783288" y="203039"/>
                </a:lnTo>
                <a:lnTo>
                  <a:pt x="783200" y="201858"/>
                </a:lnTo>
                <a:lnTo>
                  <a:pt x="783105" y="200679"/>
                </a:lnTo>
                <a:lnTo>
                  <a:pt x="783003" y="199501"/>
                </a:lnTo>
                <a:lnTo>
                  <a:pt x="782894" y="198326"/>
                </a:lnTo>
                <a:lnTo>
                  <a:pt x="782778" y="197153"/>
                </a:lnTo>
                <a:lnTo>
                  <a:pt x="782656" y="195982"/>
                </a:lnTo>
                <a:lnTo>
                  <a:pt x="782526" y="194813"/>
                </a:lnTo>
                <a:lnTo>
                  <a:pt x="782390" y="193646"/>
                </a:lnTo>
                <a:lnTo>
                  <a:pt x="782248" y="192480"/>
                </a:lnTo>
                <a:lnTo>
                  <a:pt x="782098" y="191318"/>
                </a:lnTo>
                <a:lnTo>
                  <a:pt x="781942" y="190157"/>
                </a:lnTo>
                <a:lnTo>
                  <a:pt x="781779" y="188998"/>
                </a:lnTo>
                <a:lnTo>
                  <a:pt x="781609" y="187842"/>
                </a:lnTo>
                <a:lnTo>
                  <a:pt x="781433" y="186687"/>
                </a:lnTo>
                <a:lnTo>
                  <a:pt x="781250" y="185535"/>
                </a:lnTo>
                <a:lnTo>
                  <a:pt x="781060" y="184385"/>
                </a:lnTo>
                <a:lnTo>
                  <a:pt x="780864" y="183238"/>
                </a:lnTo>
                <a:lnTo>
                  <a:pt x="780661" y="182092"/>
                </a:lnTo>
                <a:lnTo>
                  <a:pt x="780451" y="180949"/>
                </a:lnTo>
                <a:lnTo>
                  <a:pt x="780235" y="179808"/>
                </a:lnTo>
                <a:lnTo>
                  <a:pt x="780013" y="178670"/>
                </a:lnTo>
                <a:lnTo>
                  <a:pt x="779784" y="177534"/>
                </a:lnTo>
                <a:lnTo>
                  <a:pt x="779548" y="176400"/>
                </a:lnTo>
                <a:lnTo>
                  <a:pt x="779306" y="175268"/>
                </a:lnTo>
                <a:lnTo>
                  <a:pt x="779058" y="174139"/>
                </a:lnTo>
                <a:lnTo>
                  <a:pt x="778803" y="173013"/>
                </a:lnTo>
                <a:lnTo>
                  <a:pt x="778542" y="171889"/>
                </a:lnTo>
                <a:lnTo>
                  <a:pt x="778274" y="170767"/>
                </a:lnTo>
                <a:lnTo>
                  <a:pt x="778000" y="169648"/>
                </a:lnTo>
                <a:lnTo>
                  <a:pt x="777720" y="168531"/>
                </a:lnTo>
                <a:lnTo>
                  <a:pt x="777433" y="167417"/>
                </a:lnTo>
                <a:lnTo>
                  <a:pt x="777140" y="166305"/>
                </a:lnTo>
                <a:lnTo>
                  <a:pt x="776841" y="165196"/>
                </a:lnTo>
                <a:lnTo>
                  <a:pt x="776536" y="164090"/>
                </a:lnTo>
                <a:lnTo>
                  <a:pt x="776224" y="162986"/>
                </a:lnTo>
                <a:lnTo>
                  <a:pt x="775906" y="161885"/>
                </a:lnTo>
                <a:lnTo>
                  <a:pt x="775582" y="160786"/>
                </a:lnTo>
                <a:lnTo>
                  <a:pt x="775251" y="159690"/>
                </a:lnTo>
                <a:lnTo>
                  <a:pt x="774915" y="158597"/>
                </a:lnTo>
                <a:lnTo>
                  <a:pt x="774572" y="157507"/>
                </a:lnTo>
                <a:lnTo>
                  <a:pt x="774223" y="156419"/>
                </a:lnTo>
                <a:lnTo>
                  <a:pt x="773868" y="155334"/>
                </a:lnTo>
                <a:lnTo>
                  <a:pt x="773507" y="154251"/>
                </a:lnTo>
                <a:lnTo>
                  <a:pt x="773140" y="153172"/>
                </a:lnTo>
                <a:lnTo>
                  <a:pt x="772767" y="152095"/>
                </a:lnTo>
                <a:lnTo>
                  <a:pt x="772388" y="151021"/>
                </a:lnTo>
                <a:lnTo>
                  <a:pt x="772003" y="149950"/>
                </a:lnTo>
                <a:lnTo>
                  <a:pt x="771612" y="148882"/>
                </a:lnTo>
                <a:lnTo>
                  <a:pt x="771215" y="147817"/>
                </a:lnTo>
                <a:lnTo>
                  <a:pt x="770812" y="146755"/>
                </a:lnTo>
                <a:lnTo>
                  <a:pt x="770403" y="145695"/>
                </a:lnTo>
                <a:lnTo>
                  <a:pt x="769988" y="144639"/>
                </a:lnTo>
                <a:lnTo>
                  <a:pt x="769568" y="143585"/>
                </a:lnTo>
                <a:lnTo>
                  <a:pt x="769141" y="142535"/>
                </a:lnTo>
                <a:lnTo>
                  <a:pt x="768709" y="141487"/>
                </a:lnTo>
                <a:lnTo>
                  <a:pt x="768270" y="140443"/>
                </a:lnTo>
                <a:lnTo>
                  <a:pt x="767826" y="139401"/>
                </a:lnTo>
                <a:lnTo>
                  <a:pt x="767377" y="138363"/>
                </a:lnTo>
                <a:lnTo>
                  <a:pt x="766921" y="137328"/>
                </a:lnTo>
                <a:lnTo>
                  <a:pt x="766460" y="136296"/>
                </a:lnTo>
                <a:lnTo>
                  <a:pt x="765993" y="135267"/>
                </a:lnTo>
                <a:lnTo>
                  <a:pt x="765520" y="134241"/>
                </a:lnTo>
                <a:lnTo>
                  <a:pt x="765042" y="133218"/>
                </a:lnTo>
                <a:lnTo>
                  <a:pt x="764557" y="132199"/>
                </a:lnTo>
                <a:lnTo>
                  <a:pt x="764068" y="131182"/>
                </a:lnTo>
                <a:lnTo>
                  <a:pt x="763572" y="130169"/>
                </a:lnTo>
                <a:lnTo>
                  <a:pt x="763072" y="129159"/>
                </a:lnTo>
                <a:lnTo>
                  <a:pt x="762565" y="128153"/>
                </a:lnTo>
                <a:lnTo>
                  <a:pt x="762053" y="127150"/>
                </a:lnTo>
                <a:lnTo>
                  <a:pt x="761535" y="126150"/>
                </a:lnTo>
                <a:lnTo>
                  <a:pt x="761012" y="125153"/>
                </a:lnTo>
                <a:lnTo>
                  <a:pt x="760484" y="124160"/>
                </a:lnTo>
                <a:lnTo>
                  <a:pt x="759950" y="123170"/>
                </a:lnTo>
                <a:lnTo>
                  <a:pt x="759410" y="122184"/>
                </a:lnTo>
                <a:lnTo>
                  <a:pt x="758865" y="121201"/>
                </a:lnTo>
                <a:lnTo>
                  <a:pt x="758315" y="120221"/>
                </a:lnTo>
                <a:lnTo>
                  <a:pt x="757759" y="119245"/>
                </a:lnTo>
                <a:lnTo>
                  <a:pt x="757198" y="118272"/>
                </a:lnTo>
                <a:lnTo>
                  <a:pt x="756631" y="117303"/>
                </a:lnTo>
                <a:lnTo>
                  <a:pt x="756060" y="116337"/>
                </a:lnTo>
                <a:lnTo>
                  <a:pt x="755482" y="115375"/>
                </a:lnTo>
                <a:lnTo>
                  <a:pt x="754900" y="114416"/>
                </a:lnTo>
                <a:lnTo>
                  <a:pt x="754312" y="113461"/>
                </a:lnTo>
                <a:lnTo>
                  <a:pt x="753719" y="112510"/>
                </a:lnTo>
                <a:lnTo>
                  <a:pt x="753121" y="111562"/>
                </a:lnTo>
                <a:lnTo>
                  <a:pt x="752518" y="110618"/>
                </a:lnTo>
                <a:lnTo>
                  <a:pt x="751909" y="109678"/>
                </a:lnTo>
                <a:lnTo>
                  <a:pt x="751295" y="108741"/>
                </a:lnTo>
                <a:lnTo>
                  <a:pt x="750676" y="107808"/>
                </a:lnTo>
                <a:lnTo>
                  <a:pt x="750052" y="106878"/>
                </a:lnTo>
                <a:lnTo>
                  <a:pt x="749423" y="105953"/>
                </a:lnTo>
                <a:lnTo>
                  <a:pt x="748789" y="105031"/>
                </a:lnTo>
                <a:lnTo>
                  <a:pt x="748149" y="104112"/>
                </a:lnTo>
                <a:lnTo>
                  <a:pt x="747505" y="103198"/>
                </a:lnTo>
                <a:lnTo>
                  <a:pt x="746855" y="102288"/>
                </a:lnTo>
                <a:lnTo>
                  <a:pt x="746201" y="101381"/>
                </a:lnTo>
                <a:lnTo>
                  <a:pt x="745542" y="100478"/>
                </a:lnTo>
                <a:lnTo>
                  <a:pt x="744877" y="99579"/>
                </a:lnTo>
                <a:lnTo>
                  <a:pt x="744208" y="98684"/>
                </a:lnTo>
                <a:lnTo>
                  <a:pt x="743534" y="97793"/>
                </a:lnTo>
                <a:lnTo>
                  <a:pt x="742854" y="96906"/>
                </a:lnTo>
                <a:lnTo>
                  <a:pt x="742170" y="96023"/>
                </a:lnTo>
                <a:lnTo>
                  <a:pt x="741481" y="95143"/>
                </a:lnTo>
                <a:lnTo>
                  <a:pt x="740787" y="94268"/>
                </a:lnTo>
                <a:lnTo>
                  <a:pt x="740089" y="93397"/>
                </a:lnTo>
                <a:lnTo>
                  <a:pt x="739385" y="92530"/>
                </a:lnTo>
                <a:lnTo>
                  <a:pt x="738677" y="91667"/>
                </a:lnTo>
                <a:lnTo>
                  <a:pt x="737964" y="90808"/>
                </a:lnTo>
                <a:lnTo>
                  <a:pt x="737246" y="89953"/>
                </a:lnTo>
                <a:lnTo>
                  <a:pt x="736524" y="89102"/>
                </a:lnTo>
                <a:lnTo>
                  <a:pt x="735797" y="88255"/>
                </a:lnTo>
                <a:lnTo>
                  <a:pt x="735065" y="87413"/>
                </a:lnTo>
                <a:lnTo>
                  <a:pt x="734328" y="86574"/>
                </a:lnTo>
                <a:lnTo>
                  <a:pt x="733587" y="85740"/>
                </a:lnTo>
                <a:lnTo>
                  <a:pt x="732841" y="84910"/>
                </a:lnTo>
                <a:lnTo>
                  <a:pt x="732091" y="84085"/>
                </a:lnTo>
                <a:lnTo>
                  <a:pt x="731336" y="83263"/>
                </a:lnTo>
                <a:lnTo>
                  <a:pt x="730576" y="82446"/>
                </a:lnTo>
                <a:lnTo>
                  <a:pt x="729812" y="81633"/>
                </a:lnTo>
                <a:lnTo>
                  <a:pt x="729043" y="80825"/>
                </a:lnTo>
                <a:lnTo>
                  <a:pt x="728270" y="80021"/>
                </a:lnTo>
                <a:lnTo>
                  <a:pt x="727493" y="79221"/>
                </a:lnTo>
                <a:lnTo>
                  <a:pt x="726710" y="78426"/>
                </a:lnTo>
                <a:lnTo>
                  <a:pt x="725924" y="77635"/>
                </a:lnTo>
                <a:lnTo>
                  <a:pt x="725133" y="76848"/>
                </a:lnTo>
                <a:lnTo>
                  <a:pt x="724338" y="76066"/>
                </a:lnTo>
                <a:lnTo>
                  <a:pt x="723538" y="75288"/>
                </a:lnTo>
                <a:lnTo>
                  <a:pt x="722734" y="74515"/>
                </a:lnTo>
                <a:lnTo>
                  <a:pt x="721925" y="73746"/>
                </a:lnTo>
                <a:lnTo>
                  <a:pt x="721112" y="72982"/>
                </a:lnTo>
                <a:lnTo>
                  <a:pt x="720295" y="72223"/>
                </a:lnTo>
                <a:lnTo>
                  <a:pt x="719474" y="71468"/>
                </a:lnTo>
                <a:lnTo>
                  <a:pt x="718648" y="70717"/>
                </a:lnTo>
                <a:lnTo>
                  <a:pt x="717818" y="69971"/>
                </a:lnTo>
                <a:lnTo>
                  <a:pt x="716984" y="69230"/>
                </a:lnTo>
                <a:lnTo>
                  <a:pt x="716146" y="68494"/>
                </a:lnTo>
                <a:lnTo>
                  <a:pt x="715303" y="67762"/>
                </a:lnTo>
                <a:lnTo>
                  <a:pt x="714457" y="67035"/>
                </a:lnTo>
                <a:lnTo>
                  <a:pt x="713606" y="66312"/>
                </a:lnTo>
                <a:lnTo>
                  <a:pt x="712751" y="65594"/>
                </a:lnTo>
                <a:lnTo>
                  <a:pt x="711892" y="64881"/>
                </a:lnTo>
                <a:lnTo>
                  <a:pt x="711029" y="64173"/>
                </a:lnTo>
                <a:lnTo>
                  <a:pt x="710162" y="63470"/>
                </a:lnTo>
                <a:lnTo>
                  <a:pt x="709290" y="62771"/>
                </a:lnTo>
                <a:lnTo>
                  <a:pt x="708415" y="62077"/>
                </a:lnTo>
                <a:lnTo>
                  <a:pt x="707536" y="61388"/>
                </a:lnTo>
                <a:lnTo>
                  <a:pt x="706653" y="60704"/>
                </a:lnTo>
                <a:lnTo>
                  <a:pt x="705765" y="60025"/>
                </a:lnTo>
                <a:lnTo>
                  <a:pt x="704874" y="59351"/>
                </a:lnTo>
                <a:lnTo>
                  <a:pt x="703979" y="58681"/>
                </a:lnTo>
                <a:lnTo>
                  <a:pt x="703080" y="58017"/>
                </a:lnTo>
                <a:lnTo>
                  <a:pt x="702178" y="57357"/>
                </a:lnTo>
                <a:lnTo>
                  <a:pt x="701271" y="56703"/>
                </a:lnTo>
                <a:lnTo>
                  <a:pt x="700360" y="56054"/>
                </a:lnTo>
                <a:lnTo>
                  <a:pt x="699446" y="55409"/>
                </a:lnTo>
                <a:lnTo>
                  <a:pt x="698528" y="54770"/>
                </a:lnTo>
                <a:lnTo>
                  <a:pt x="697606" y="54135"/>
                </a:lnTo>
                <a:lnTo>
                  <a:pt x="696680" y="53506"/>
                </a:lnTo>
                <a:lnTo>
                  <a:pt x="695751" y="52882"/>
                </a:lnTo>
                <a:lnTo>
                  <a:pt x="694818" y="52263"/>
                </a:lnTo>
                <a:lnTo>
                  <a:pt x="693881" y="51649"/>
                </a:lnTo>
                <a:lnTo>
                  <a:pt x="692940" y="51041"/>
                </a:lnTo>
                <a:lnTo>
                  <a:pt x="691996" y="50437"/>
                </a:lnTo>
                <a:lnTo>
                  <a:pt x="691048" y="49839"/>
                </a:lnTo>
                <a:lnTo>
                  <a:pt x="690097" y="49246"/>
                </a:lnTo>
                <a:lnTo>
                  <a:pt x="689142" y="48658"/>
                </a:lnTo>
                <a:lnTo>
                  <a:pt x="688183" y="48076"/>
                </a:lnTo>
                <a:lnTo>
                  <a:pt x="687221" y="47499"/>
                </a:lnTo>
                <a:lnTo>
                  <a:pt x="686256" y="46927"/>
                </a:lnTo>
                <a:lnTo>
                  <a:pt x="685286" y="46361"/>
                </a:lnTo>
                <a:lnTo>
                  <a:pt x="684314" y="45799"/>
                </a:lnTo>
                <a:lnTo>
                  <a:pt x="683338" y="45244"/>
                </a:lnTo>
                <a:lnTo>
                  <a:pt x="682358" y="44693"/>
                </a:lnTo>
                <a:lnTo>
                  <a:pt x="681375" y="44148"/>
                </a:lnTo>
                <a:lnTo>
                  <a:pt x="680388" y="43609"/>
                </a:lnTo>
                <a:lnTo>
                  <a:pt x="679399" y="43075"/>
                </a:lnTo>
                <a:lnTo>
                  <a:pt x="678405" y="42546"/>
                </a:lnTo>
                <a:lnTo>
                  <a:pt x="677409" y="42023"/>
                </a:lnTo>
                <a:lnTo>
                  <a:pt x="676409" y="41505"/>
                </a:lnTo>
                <a:lnTo>
                  <a:pt x="675406" y="40993"/>
                </a:lnTo>
                <a:lnTo>
                  <a:pt x="674399" y="40487"/>
                </a:lnTo>
                <a:lnTo>
                  <a:pt x="673389" y="39986"/>
                </a:lnTo>
                <a:lnTo>
                  <a:pt x="672376" y="39491"/>
                </a:lnTo>
                <a:lnTo>
                  <a:pt x="671360" y="39001"/>
                </a:lnTo>
                <a:lnTo>
                  <a:pt x="670340" y="38517"/>
                </a:lnTo>
                <a:lnTo>
                  <a:pt x="669318" y="38038"/>
                </a:lnTo>
                <a:lnTo>
                  <a:pt x="668292" y="37566"/>
                </a:lnTo>
                <a:lnTo>
                  <a:pt x="667263" y="37099"/>
                </a:lnTo>
                <a:lnTo>
                  <a:pt x="666231" y="36637"/>
                </a:lnTo>
                <a:lnTo>
                  <a:pt x="665195" y="36182"/>
                </a:lnTo>
                <a:lnTo>
                  <a:pt x="664157" y="35732"/>
                </a:lnTo>
                <a:lnTo>
                  <a:pt x="663116" y="35288"/>
                </a:lnTo>
                <a:lnTo>
                  <a:pt x="662071" y="34850"/>
                </a:lnTo>
                <a:lnTo>
                  <a:pt x="661024" y="34417"/>
                </a:lnTo>
                <a:lnTo>
                  <a:pt x="659973" y="33991"/>
                </a:lnTo>
                <a:lnTo>
                  <a:pt x="658920" y="33570"/>
                </a:lnTo>
                <a:lnTo>
                  <a:pt x="657863" y="33155"/>
                </a:lnTo>
                <a:lnTo>
                  <a:pt x="656804" y="32746"/>
                </a:lnTo>
                <a:lnTo>
                  <a:pt x="655742" y="32343"/>
                </a:lnTo>
                <a:lnTo>
                  <a:pt x="654676" y="31946"/>
                </a:lnTo>
                <a:lnTo>
                  <a:pt x="653608" y="31555"/>
                </a:lnTo>
                <a:lnTo>
                  <a:pt x="652537" y="31170"/>
                </a:lnTo>
                <a:lnTo>
                  <a:pt x="651463" y="30791"/>
                </a:lnTo>
                <a:lnTo>
                  <a:pt x="650387" y="30418"/>
                </a:lnTo>
                <a:lnTo>
                  <a:pt x="649307" y="30051"/>
                </a:lnTo>
                <a:lnTo>
                  <a:pt x="648225" y="29690"/>
                </a:lnTo>
                <a:lnTo>
                  <a:pt x="647140" y="29335"/>
                </a:lnTo>
                <a:lnTo>
                  <a:pt x="646052" y="28986"/>
                </a:lnTo>
                <a:lnTo>
                  <a:pt x="644961" y="28643"/>
                </a:lnTo>
                <a:lnTo>
                  <a:pt x="643868" y="28307"/>
                </a:lnTo>
                <a:lnTo>
                  <a:pt x="642772" y="27977"/>
                </a:lnTo>
                <a:lnTo>
                  <a:pt x="641674" y="27652"/>
                </a:lnTo>
                <a:lnTo>
                  <a:pt x="640572" y="27334"/>
                </a:lnTo>
                <a:lnTo>
                  <a:pt x="639469" y="27023"/>
                </a:lnTo>
                <a:lnTo>
                  <a:pt x="638362" y="26717"/>
                </a:lnTo>
                <a:lnTo>
                  <a:pt x="637253" y="26418"/>
                </a:lnTo>
                <a:lnTo>
                  <a:pt x="636141" y="26125"/>
                </a:lnTo>
                <a:lnTo>
                  <a:pt x="635027" y="25838"/>
                </a:lnTo>
                <a:lnTo>
                  <a:pt x="633911" y="25558"/>
                </a:lnTo>
                <a:lnTo>
                  <a:pt x="632791" y="25284"/>
                </a:lnTo>
                <a:lnTo>
                  <a:pt x="631670" y="25016"/>
                </a:lnTo>
                <a:lnTo>
                  <a:pt x="630546" y="24755"/>
                </a:lnTo>
                <a:lnTo>
                  <a:pt x="629419" y="24500"/>
                </a:lnTo>
                <a:lnTo>
                  <a:pt x="628290" y="24252"/>
                </a:lnTo>
                <a:lnTo>
                  <a:pt x="627159" y="24010"/>
                </a:lnTo>
                <a:lnTo>
                  <a:pt x="626025" y="23774"/>
                </a:lnTo>
                <a:lnTo>
                  <a:pt x="624889" y="23545"/>
                </a:lnTo>
                <a:lnTo>
                  <a:pt x="623750" y="23323"/>
                </a:lnTo>
                <a:lnTo>
                  <a:pt x="622609" y="23107"/>
                </a:lnTo>
                <a:lnTo>
                  <a:pt x="621466" y="22898"/>
                </a:lnTo>
                <a:lnTo>
                  <a:pt x="620321" y="22695"/>
                </a:lnTo>
                <a:lnTo>
                  <a:pt x="619173" y="22498"/>
                </a:lnTo>
                <a:lnTo>
                  <a:pt x="618023" y="22309"/>
                </a:lnTo>
                <a:lnTo>
                  <a:pt x="616871" y="22126"/>
                </a:lnTo>
                <a:lnTo>
                  <a:pt x="615717" y="21949"/>
                </a:lnTo>
                <a:lnTo>
                  <a:pt x="614560" y="21780"/>
                </a:lnTo>
                <a:lnTo>
                  <a:pt x="613402" y="21617"/>
                </a:lnTo>
                <a:lnTo>
                  <a:pt x="612241" y="21460"/>
                </a:lnTo>
                <a:lnTo>
                  <a:pt x="611078" y="21311"/>
                </a:lnTo>
                <a:lnTo>
                  <a:pt x="609913" y="21168"/>
                </a:lnTo>
                <a:lnTo>
                  <a:pt x="608746" y="21032"/>
                </a:lnTo>
                <a:lnTo>
                  <a:pt x="607577" y="20903"/>
                </a:lnTo>
                <a:lnTo>
                  <a:pt x="606405" y="20780"/>
                </a:lnTo>
                <a:lnTo>
                  <a:pt x="605232" y="20664"/>
                </a:lnTo>
                <a:lnTo>
                  <a:pt x="604057" y="20556"/>
                </a:lnTo>
                <a:lnTo>
                  <a:pt x="602880" y="20454"/>
                </a:lnTo>
                <a:lnTo>
                  <a:pt x="601701" y="20359"/>
                </a:lnTo>
                <a:lnTo>
                  <a:pt x="600519" y="20271"/>
                </a:lnTo>
                <a:lnTo>
                  <a:pt x="599336" y="20190"/>
                </a:lnTo>
                <a:lnTo>
                  <a:pt x="598151" y="20115"/>
                </a:lnTo>
                <a:lnTo>
                  <a:pt x="596965" y="20048"/>
                </a:lnTo>
                <a:lnTo>
                  <a:pt x="595776" y="19988"/>
                </a:lnTo>
                <a:lnTo>
                  <a:pt x="594585" y="19935"/>
                </a:lnTo>
                <a:lnTo>
                  <a:pt x="593393" y="19888"/>
                </a:lnTo>
                <a:lnTo>
                  <a:pt x="592199" y="19849"/>
                </a:lnTo>
                <a:lnTo>
                  <a:pt x="591003" y="19817"/>
                </a:lnTo>
                <a:lnTo>
                  <a:pt x="589806" y="19792"/>
                </a:lnTo>
                <a:lnTo>
                  <a:pt x="588606" y="19774"/>
                </a:lnTo>
                <a:lnTo>
                  <a:pt x="587405" y="19764"/>
                </a:lnTo>
                <a:lnTo>
                  <a:pt x="586202" y="19760"/>
                </a:lnTo>
                <a:lnTo>
                  <a:pt x="586202" y="19760"/>
                </a:lnTo>
                <a:lnTo>
                  <a:pt x="586202" y="39519"/>
                </a:lnTo>
                <a:lnTo>
                  <a:pt x="587288" y="39522"/>
                </a:lnTo>
                <a:lnTo>
                  <a:pt x="588373" y="39532"/>
                </a:lnTo>
                <a:lnTo>
                  <a:pt x="589457" y="39548"/>
                </a:lnTo>
                <a:lnTo>
                  <a:pt x="590538" y="39571"/>
                </a:lnTo>
                <a:lnTo>
                  <a:pt x="591619" y="39600"/>
                </a:lnTo>
                <a:lnTo>
                  <a:pt x="592697" y="39636"/>
                </a:lnTo>
                <a:lnTo>
                  <a:pt x="593774" y="39677"/>
                </a:lnTo>
                <a:lnTo>
                  <a:pt x="594850" y="39726"/>
                </a:lnTo>
                <a:lnTo>
                  <a:pt x="595923" y="39780"/>
                </a:lnTo>
                <a:lnTo>
                  <a:pt x="596995" y="39841"/>
                </a:lnTo>
                <a:lnTo>
                  <a:pt x="598066" y="39909"/>
                </a:lnTo>
                <a:lnTo>
                  <a:pt x="599134" y="39982"/>
                </a:lnTo>
                <a:lnTo>
                  <a:pt x="600201" y="40062"/>
                </a:lnTo>
                <a:lnTo>
                  <a:pt x="601266" y="40148"/>
                </a:lnTo>
                <a:lnTo>
                  <a:pt x="602329" y="40241"/>
                </a:lnTo>
                <a:lnTo>
                  <a:pt x="603391" y="40339"/>
                </a:lnTo>
                <a:lnTo>
                  <a:pt x="604451" y="40444"/>
                </a:lnTo>
                <a:lnTo>
                  <a:pt x="605508" y="40555"/>
                </a:lnTo>
                <a:lnTo>
                  <a:pt x="606564" y="40672"/>
                </a:lnTo>
                <a:lnTo>
                  <a:pt x="607619" y="40796"/>
                </a:lnTo>
                <a:lnTo>
                  <a:pt x="608671" y="40925"/>
                </a:lnTo>
                <a:lnTo>
                  <a:pt x="609721" y="41061"/>
                </a:lnTo>
                <a:lnTo>
                  <a:pt x="610770" y="41202"/>
                </a:lnTo>
                <a:lnTo>
                  <a:pt x="611816" y="41350"/>
                </a:lnTo>
                <a:lnTo>
                  <a:pt x="612861" y="41504"/>
                </a:lnTo>
                <a:lnTo>
                  <a:pt x="613903" y="41664"/>
                </a:lnTo>
                <a:lnTo>
                  <a:pt x="614944" y="41830"/>
                </a:lnTo>
                <a:lnTo>
                  <a:pt x="615982" y="42002"/>
                </a:lnTo>
                <a:lnTo>
                  <a:pt x="617019" y="42180"/>
                </a:lnTo>
                <a:lnTo>
                  <a:pt x="618053" y="42363"/>
                </a:lnTo>
                <a:lnTo>
                  <a:pt x="619086" y="42553"/>
                </a:lnTo>
                <a:lnTo>
                  <a:pt x="620116" y="42749"/>
                </a:lnTo>
                <a:lnTo>
                  <a:pt x="621144" y="42951"/>
                </a:lnTo>
                <a:lnTo>
                  <a:pt x="622170" y="43158"/>
                </a:lnTo>
                <a:lnTo>
                  <a:pt x="623194" y="43372"/>
                </a:lnTo>
                <a:lnTo>
                  <a:pt x="624216" y="43591"/>
                </a:lnTo>
                <a:lnTo>
                  <a:pt x="625235" y="43816"/>
                </a:lnTo>
                <a:lnTo>
                  <a:pt x="626253" y="44047"/>
                </a:lnTo>
                <a:lnTo>
                  <a:pt x="627268" y="44284"/>
                </a:lnTo>
                <a:lnTo>
                  <a:pt x="628281" y="44527"/>
                </a:lnTo>
                <a:lnTo>
                  <a:pt x="629291" y="44775"/>
                </a:lnTo>
                <a:lnTo>
                  <a:pt x="630300" y="45029"/>
                </a:lnTo>
                <a:lnTo>
                  <a:pt x="631306" y="45289"/>
                </a:lnTo>
                <a:lnTo>
                  <a:pt x="632310" y="45555"/>
                </a:lnTo>
                <a:lnTo>
                  <a:pt x="633311" y="45826"/>
                </a:lnTo>
                <a:lnTo>
                  <a:pt x="634310" y="46103"/>
                </a:lnTo>
                <a:lnTo>
                  <a:pt x="635307" y="46385"/>
                </a:lnTo>
                <a:lnTo>
                  <a:pt x="636301" y="46674"/>
                </a:lnTo>
                <a:lnTo>
                  <a:pt x="637293" y="46967"/>
                </a:lnTo>
                <a:lnTo>
                  <a:pt x="638283" y="47267"/>
                </a:lnTo>
                <a:lnTo>
                  <a:pt x="639270" y="47572"/>
                </a:lnTo>
                <a:lnTo>
                  <a:pt x="640254" y="47883"/>
                </a:lnTo>
                <a:lnTo>
                  <a:pt x="641236" y="48199"/>
                </a:lnTo>
                <a:lnTo>
                  <a:pt x="642216" y="48520"/>
                </a:lnTo>
                <a:lnTo>
                  <a:pt x="643193" y="48848"/>
                </a:lnTo>
                <a:lnTo>
                  <a:pt x="644168" y="49180"/>
                </a:lnTo>
                <a:lnTo>
                  <a:pt x="645140" y="49518"/>
                </a:lnTo>
                <a:lnTo>
                  <a:pt x="646109" y="49862"/>
                </a:lnTo>
                <a:lnTo>
                  <a:pt x="647076" y="50211"/>
                </a:lnTo>
                <a:lnTo>
                  <a:pt x="648041" y="50566"/>
                </a:lnTo>
                <a:lnTo>
                  <a:pt x="649002" y="50925"/>
                </a:lnTo>
                <a:lnTo>
                  <a:pt x="649961" y="51291"/>
                </a:lnTo>
                <a:lnTo>
                  <a:pt x="650918" y="51661"/>
                </a:lnTo>
                <a:lnTo>
                  <a:pt x="651871" y="52037"/>
                </a:lnTo>
                <a:lnTo>
                  <a:pt x="652822" y="52419"/>
                </a:lnTo>
                <a:lnTo>
                  <a:pt x="653771" y="52805"/>
                </a:lnTo>
                <a:lnTo>
                  <a:pt x="654716" y="53197"/>
                </a:lnTo>
                <a:lnTo>
                  <a:pt x="655659" y="53594"/>
                </a:lnTo>
                <a:lnTo>
                  <a:pt x="656599" y="53997"/>
                </a:lnTo>
                <a:lnTo>
                  <a:pt x="657536" y="54404"/>
                </a:lnTo>
                <a:lnTo>
                  <a:pt x="658471" y="54817"/>
                </a:lnTo>
                <a:lnTo>
                  <a:pt x="659402" y="55235"/>
                </a:lnTo>
                <a:lnTo>
                  <a:pt x="660331" y="55658"/>
                </a:lnTo>
                <a:lnTo>
                  <a:pt x="661257" y="56087"/>
                </a:lnTo>
                <a:lnTo>
                  <a:pt x="662180" y="56520"/>
                </a:lnTo>
                <a:lnTo>
                  <a:pt x="663100" y="56959"/>
                </a:lnTo>
                <a:lnTo>
                  <a:pt x="664017" y="57403"/>
                </a:lnTo>
                <a:lnTo>
                  <a:pt x="664932" y="57852"/>
                </a:lnTo>
                <a:lnTo>
                  <a:pt x="665843" y="58306"/>
                </a:lnTo>
                <a:lnTo>
                  <a:pt x="666751" y="58765"/>
                </a:lnTo>
                <a:lnTo>
                  <a:pt x="667657" y="59229"/>
                </a:lnTo>
                <a:lnTo>
                  <a:pt x="668559" y="59698"/>
                </a:lnTo>
                <a:lnTo>
                  <a:pt x="669458" y="60172"/>
                </a:lnTo>
                <a:lnTo>
                  <a:pt x="670355" y="60651"/>
                </a:lnTo>
                <a:lnTo>
                  <a:pt x="671248" y="61135"/>
                </a:lnTo>
                <a:lnTo>
                  <a:pt x="672138" y="61624"/>
                </a:lnTo>
                <a:lnTo>
                  <a:pt x="673025" y="62118"/>
                </a:lnTo>
                <a:lnTo>
                  <a:pt x="673909" y="62616"/>
                </a:lnTo>
                <a:lnTo>
                  <a:pt x="674790" y="63120"/>
                </a:lnTo>
                <a:lnTo>
                  <a:pt x="675667" y="63628"/>
                </a:lnTo>
                <a:lnTo>
                  <a:pt x="676542" y="64142"/>
                </a:lnTo>
                <a:lnTo>
                  <a:pt x="677413" y="64660"/>
                </a:lnTo>
                <a:lnTo>
                  <a:pt x="678281" y="65183"/>
                </a:lnTo>
                <a:lnTo>
                  <a:pt x="679146" y="65711"/>
                </a:lnTo>
                <a:lnTo>
                  <a:pt x="680007" y="66243"/>
                </a:lnTo>
                <a:lnTo>
                  <a:pt x="680866" y="66781"/>
                </a:lnTo>
                <a:lnTo>
                  <a:pt x="681721" y="67323"/>
                </a:lnTo>
                <a:lnTo>
                  <a:pt x="682572" y="67869"/>
                </a:lnTo>
                <a:lnTo>
                  <a:pt x="683421" y="68421"/>
                </a:lnTo>
                <a:lnTo>
                  <a:pt x="684266" y="68977"/>
                </a:lnTo>
                <a:lnTo>
                  <a:pt x="685107" y="69538"/>
                </a:lnTo>
                <a:lnTo>
                  <a:pt x="685946" y="70103"/>
                </a:lnTo>
                <a:lnTo>
                  <a:pt x="686781" y="70674"/>
                </a:lnTo>
                <a:lnTo>
                  <a:pt x="687612" y="71248"/>
                </a:lnTo>
                <a:lnTo>
                  <a:pt x="688440" y="71828"/>
                </a:lnTo>
                <a:lnTo>
                  <a:pt x="689265" y="72411"/>
                </a:lnTo>
                <a:lnTo>
                  <a:pt x="690086" y="73000"/>
                </a:lnTo>
                <a:lnTo>
                  <a:pt x="690904" y="73593"/>
                </a:lnTo>
                <a:lnTo>
                  <a:pt x="691718" y="74190"/>
                </a:lnTo>
                <a:lnTo>
                  <a:pt x="692528" y="74792"/>
                </a:lnTo>
                <a:lnTo>
                  <a:pt x="693335" y="75399"/>
                </a:lnTo>
                <a:lnTo>
                  <a:pt x="694139" y="76010"/>
                </a:lnTo>
                <a:lnTo>
                  <a:pt x="694939" y="76625"/>
                </a:lnTo>
                <a:lnTo>
                  <a:pt x="695735" y="77245"/>
                </a:lnTo>
                <a:lnTo>
                  <a:pt x="696528" y="77869"/>
                </a:lnTo>
                <a:lnTo>
                  <a:pt x="697317" y="78498"/>
                </a:lnTo>
                <a:lnTo>
                  <a:pt x="698102" y="79131"/>
                </a:lnTo>
                <a:lnTo>
                  <a:pt x="698884" y="79768"/>
                </a:lnTo>
                <a:lnTo>
                  <a:pt x="699662" y="80410"/>
                </a:lnTo>
                <a:lnTo>
                  <a:pt x="700437" y="81056"/>
                </a:lnTo>
                <a:lnTo>
                  <a:pt x="701207" y="81706"/>
                </a:lnTo>
                <a:lnTo>
                  <a:pt x="701974" y="82360"/>
                </a:lnTo>
                <a:lnTo>
                  <a:pt x="702737" y="83019"/>
                </a:lnTo>
                <a:lnTo>
                  <a:pt x="703497" y="83682"/>
                </a:lnTo>
                <a:lnTo>
                  <a:pt x="704252" y="84350"/>
                </a:lnTo>
                <a:lnTo>
                  <a:pt x="705004" y="85021"/>
                </a:lnTo>
                <a:lnTo>
                  <a:pt x="705752" y="85697"/>
                </a:lnTo>
                <a:lnTo>
                  <a:pt x="706496" y="86377"/>
                </a:lnTo>
                <a:lnTo>
                  <a:pt x="707236" y="87061"/>
                </a:lnTo>
                <a:lnTo>
                  <a:pt x="707972" y="87749"/>
                </a:lnTo>
                <a:lnTo>
                  <a:pt x="708704" y="88441"/>
                </a:lnTo>
                <a:lnTo>
                  <a:pt x="709433" y="89137"/>
                </a:lnTo>
                <a:lnTo>
                  <a:pt x="710157" y="89838"/>
                </a:lnTo>
                <a:lnTo>
                  <a:pt x="710878" y="90542"/>
                </a:lnTo>
                <a:lnTo>
                  <a:pt x="711594" y="91251"/>
                </a:lnTo>
                <a:lnTo>
                  <a:pt x="712307" y="91963"/>
                </a:lnTo>
                <a:lnTo>
                  <a:pt x="713015" y="92680"/>
                </a:lnTo>
                <a:lnTo>
                  <a:pt x="713720" y="93400"/>
                </a:lnTo>
                <a:lnTo>
                  <a:pt x="714420" y="94125"/>
                </a:lnTo>
                <a:lnTo>
                  <a:pt x="715117" y="94853"/>
                </a:lnTo>
                <a:lnTo>
                  <a:pt x="715809" y="95585"/>
                </a:lnTo>
                <a:lnTo>
                  <a:pt x="716497" y="96322"/>
                </a:lnTo>
                <a:lnTo>
                  <a:pt x="717181" y="97062"/>
                </a:lnTo>
                <a:lnTo>
                  <a:pt x="717861" y="97806"/>
                </a:lnTo>
                <a:lnTo>
                  <a:pt x="718536" y="98554"/>
                </a:lnTo>
                <a:lnTo>
                  <a:pt x="719208" y="99305"/>
                </a:lnTo>
                <a:lnTo>
                  <a:pt x="719875" y="100061"/>
                </a:lnTo>
                <a:lnTo>
                  <a:pt x="720538" y="100820"/>
                </a:lnTo>
                <a:lnTo>
                  <a:pt x="721197" y="101583"/>
                </a:lnTo>
                <a:lnTo>
                  <a:pt x="721852" y="102350"/>
                </a:lnTo>
                <a:lnTo>
                  <a:pt x="722502" y="103121"/>
                </a:lnTo>
                <a:lnTo>
                  <a:pt x="723148" y="103895"/>
                </a:lnTo>
                <a:lnTo>
                  <a:pt x="723790" y="104673"/>
                </a:lnTo>
                <a:lnTo>
                  <a:pt x="724427" y="105455"/>
                </a:lnTo>
                <a:lnTo>
                  <a:pt x="725060" y="106240"/>
                </a:lnTo>
                <a:lnTo>
                  <a:pt x="725688" y="107030"/>
                </a:lnTo>
                <a:lnTo>
                  <a:pt x="726313" y="107822"/>
                </a:lnTo>
                <a:lnTo>
                  <a:pt x="726932" y="108619"/>
                </a:lnTo>
                <a:lnTo>
                  <a:pt x="727548" y="109419"/>
                </a:lnTo>
                <a:lnTo>
                  <a:pt x="728159" y="110222"/>
                </a:lnTo>
                <a:lnTo>
                  <a:pt x="728765" y="111029"/>
                </a:lnTo>
                <a:lnTo>
                  <a:pt x="729367" y="111840"/>
                </a:lnTo>
                <a:lnTo>
                  <a:pt x="729965" y="112654"/>
                </a:lnTo>
                <a:lnTo>
                  <a:pt x="730558" y="113472"/>
                </a:lnTo>
                <a:lnTo>
                  <a:pt x="731146" y="114293"/>
                </a:lnTo>
                <a:lnTo>
                  <a:pt x="731730" y="115117"/>
                </a:lnTo>
                <a:lnTo>
                  <a:pt x="732309" y="115945"/>
                </a:lnTo>
                <a:lnTo>
                  <a:pt x="732884" y="116777"/>
                </a:lnTo>
                <a:lnTo>
                  <a:pt x="733454" y="117612"/>
                </a:lnTo>
                <a:lnTo>
                  <a:pt x="734020" y="118450"/>
                </a:lnTo>
                <a:lnTo>
                  <a:pt x="734580" y="119292"/>
                </a:lnTo>
                <a:lnTo>
                  <a:pt x="735137" y="120137"/>
                </a:lnTo>
                <a:lnTo>
                  <a:pt x="735688" y="120985"/>
                </a:lnTo>
                <a:lnTo>
                  <a:pt x="736235" y="121837"/>
                </a:lnTo>
                <a:lnTo>
                  <a:pt x="736777" y="122692"/>
                </a:lnTo>
                <a:lnTo>
                  <a:pt x="737314" y="123550"/>
                </a:lnTo>
                <a:lnTo>
                  <a:pt x="737847" y="124412"/>
                </a:lnTo>
                <a:lnTo>
                  <a:pt x="738375" y="125276"/>
                </a:lnTo>
                <a:lnTo>
                  <a:pt x="738898" y="126144"/>
                </a:lnTo>
                <a:lnTo>
                  <a:pt x="739416" y="127016"/>
                </a:lnTo>
                <a:lnTo>
                  <a:pt x="739929" y="127890"/>
                </a:lnTo>
                <a:lnTo>
                  <a:pt x="740438" y="128768"/>
                </a:lnTo>
                <a:lnTo>
                  <a:pt x="740941" y="129648"/>
                </a:lnTo>
                <a:lnTo>
                  <a:pt x="741440" y="130532"/>
                </a:lnTo>
                <a:lnTo>
                  <a:pt x="741934" y="131419"/>
                </a:lnTo>
                <a:lnTo>
                  <a:pt x="742423" y="132310"/>
                </a:lnTo>
                <a:lnTo>
                  <a:pt x="742907" y="133203"/>
                </a:lnTo>
                <a:lnTo>
                  <a:pt x="743386" y="134099"/>
                </a:lnTo>
                <a:lnTo>
                  <a:pt x="743860" y="134998"/>
                </a:lnTo>
                <a:lnTo>
                  <a:pt x="744329" y="135901"/>
                </a:lnTo>
                <a:lnTo>
                  <a:pt x="744793" y="136806"/>
                </a:lnTo>
                <a:lnTo>
                  <a:pt x="745252" y="137714"/>
                </a:lnTo>
                <a:lnTo>
                  <a:pt x="745706" y="138626"/>
                </a:lnTo>
                <a:lnTo>
                  <a:pt x="746155" y="139540"/>
                </a:lnTo>
                <a:lnTo>
                  <a:pt x="746598" y="140457"/>
                </a:lnTo>
                <a:lnTo>
                  <a:pt x="747037" y="141377"/>
                </a:lnTo>
                <a:lnTo>
                  <a:pt x="747471" y="142300"/>
                </a:lnTo>
                <a:lnTo>
                  <a:pt x="747899" y="143226"/>
                </a:lnTo>
                <a:lnTo>
                  <a:pt x="748322" y="144155"/>
                </a:lnTo>
                <a:lnTo>
                  <a:pt x="748740" y="145087"/>
                </a:lnTo>
                <a:lnTo>
                  <a:pt x="749153" y="146021"/>
                </a:lnTo>
                <a:lnTo>
                  <a:pt x="749561" y="146958"/>
                </a:lnTo>
                <a:lnTo>
                  <a:pt x="749963" y="147898"/>
                </a:lnTo>
                <a:lnTo>
                  <a:pt x="750361" y="148841"/>
                </a:lnTo>
                <a:lnTo>
                  <a:pt x="750752" y="149787"/>
                </a:lnTo>
                <a:lnTo>
                  <a:pt x="751139" y="150735"/>
                </a:lnTo>
                <a:lnTo>
                  <a:pt x="751520" y="151686"/>
                </a:lnTo>
                <a:lnTo>
                  <a:pt x="751896" y="152640"/>
                </a:lnTo>
                <a:lnTo>
                  <a:pt x="752267" y="153596"/>
                </a:lnTo>
                <a:lnTo>
                  <a:pt x="752632" y="154555"/>
                </a:lnTo>
                <a:lnTo>
                  <a:pt x="752992" y="155517"/>
                </a:lnTo>
                <a:lnTo>
                  <a:pt x="753347" y="156481"/>
                </a:lnTo>
                <a:lnTo>
                  <a:pt x="753696" y="157448"/>
                </a:lnTo>
                <a:lnTo>
                  <a:pt x="754039" y="158418"/>
                </a:lnTo>
                <a:lnTo>
                  <a:pt x="754377" y="159390"/>
                </a:lnTo>
                <a:lnTo>
                  <a:pt x="754710" y="160364"/>
                </a:lnTo>
                <a:lnTo>
                  <a:pt x="755037" y="161341"/>
                </a:lnTo>
                <a:lnTo>
                  <a:pt x="755359" y="162321"/>
                </a:lnTo>
                <a:lnTo>
                  <a:pt x="755675" y="163303"/>
                </a:lnTo>
                <a:lnTo>
                  <a:pt x="755986" y="164288"/>
                </a:lnTo>
                <a:lnTo>
                  <a:pt x="756291" y="165275"/>
                </a:lnTo>
                <a:lnTo>
                  <a:pt x="756590" y="166264"/>
                </a:lnTo>
                <a:lnTo>
                  <a:pt x="756884" y="167256"/>
                </a:lnTo>
                <a:lnTo>
                  <a:pt x="757172" y="168251"/>
                </a:lnTo>
                <a:lnTo>
                  <a:pt x="757455" y="169247"/>
                </a:lnTo>
                <a:lnTo>
                  <a:pt x="757732" y="170247"/>
                </a:lnTo>
                <a:lnTo>
                  <a:pt x="758003" y="171248"/>
                </a:lnTo>
                <a:lnTo>
                  <a:pt x="758269" y="172252"/>
                </a:lnTo>
                <a:lnTo>
                  <a:pt x="758528" y="173258"/>
                </a:lnTo>
                <a:lnTo>
                  <a:pt x="758783" y="174266"/>
                </a:lnTo>
                <a:lnTo>
                  <a:pt x="759031" y="175277"/>
                </a:lnTo>
                <a:lnTo>
                  <a:pt x="759273" y="176290"/>
                </a:lnTo>
                <a:lnTo>
                  <a:pt x="759510" y="177305"/>
                </a:lnTo>
                <a:lnTo>
                  <a:pt x="759741" y="178322"/>
                </a:lnTo>
                <a:lnTo>
                  <a:pt x="759966" y="179342"/>
                </a:lnTo>
                <a:lnTo>
                  <a:pt x="760186" y="180364"/>
                </a:lnTo>
                <a:lnTo>
                  <a:pt x="760399" y="181387"/>
                </a:lnTo>
                <a:lnTo>
                  <a:pt x="760607" y="182414"/>
                </a:lnTo>
                <a:lnTo>
                  <a:pt x="760809" y="183442"/>
                </a:lnTo>
                <a:lnTo>
                  <a:pt x="761004" y="184472"/>
                </a:lnTo>
                <a:lnTo>
                  <a:pt x="761194" y="185504"/>
                </a:lnTo>
                <a:lnTo>
                  <a:pt x="761378" y="186539"/>
                </a:lnTo>
                <a:lnTo>
                  <a:pt x="761556" y="187575"/>
                </a:lnTo>
                <a:lnTo>
                  <a:pt x="761728" y="188614"/>
                </a:lnTo>
                <a:lnTo>
                  <a:pt x="761894" y="189654"/>
                </a:lnTo>
                <a:lnTo>
                  <a:pt x="762054" y="190697"/>
                </a:lnTo>
                <a:lnTo>
                  <a:pt x="762208" y="191741"/>
                </a:lnTo>
                <a:lnTo>
                  <a:pt x="762355" y="192788"/>
                </a:lnTo>
                <a:lnTo>
                  <a:pt x="762497" y="193836"/>
                </a:lnTo>
                <a:lnTo>
                  <a:pt x="762633" y="194887"/>
                </a:lnTo>
                <a:lnTo>
                  <a:pt x="762762" y="195939"/>
                </a:lnTo>
                <a:lnTo>
                  <a:pt x="762885" y="196993"/>
                </a:lnTo>
                <a:lnTo>
                  <a:pt x="763003" y="198049"/>
                </a:lnTo>
                <a:lnTo>
                  <a:pt x="763114" y="199107"/>
                </a:lnTo>
                <a:lnTo>
                  <a:pt x="763218" y="200167"/>
                </a:lnTo>
                <a:lnTo>
                  <a:pt x="763317" y="201228"/>
                </a:lnTo>
                <a:lnTo>
                  <a:pt x="763409" y="202291"/>
                </a:lnTo>
                <a:lnTo>
                  <a:pt x="763496" y="203357"/>
                </a:lnTo>
                <a:lnTo>
                  <a:pt x="763575" y="204423"/>
                </a:lnTo>
                <a:lnTo>
                  <a:pt x="763649" y="205492"/>
                </a:lnTo>
                <a:lnTo>
                  <a:pt x="763716" y="206562"/>
                </a:lnTo>
                <a:lnTo>
                  <a:pt x="763777" y="207634"/>
                </a:lnTo>
                <a:lnTo>
                  <a:pt x="763832" y="208708"/>
                </a:lnTo>
                <a:lnTo>
                  <a:pt x="763880" y="209783"/>
                </a:lnTo>
                <a:lnTo>
                  <a:pt x="763922" y="210860"/>
                </a:lnTo>
                <a:lnTo>
                  <a:pt x="763958" y="211939"/>
                </a:lnTo>
                <a:lnTo>
                  <a:pt x="763987" y="213019"/>
                </a:lnTo>
                <a:lnTo>
                  <a:pt x="764009" y="214101"/>
                </a:lnTo>
                <a:lnTo>
                  <a:pt x="764026" y="215184"/>
                </a:lnTo>
                <a:lnTo>
                  <a:pt x="764035" y="216269"/>
                </a:lnTo>
                <a:lnTo>
                  <a:pt x="764039" y="217356"/>
                </a:lnTo>
                <a:lnTo>
                  <a:pt x="783798" y="217356"/>
                </a:lnTo>
                <a:lnTo>
                  <a:pt x="783798" y="217356"/>
                </a:lnTo>
                <a:close/>
                <a:moveTo>
                  <a:pt x="216153" y="19764"/>
                </a:moveTo>
                <a:lnTo>
                  <a:pt x="214952" y="19774"/>
                </a:lnTo>
                <a:lnTo>
                  <a:pt x="213753" y="19792"/>
                </a:lnTo>
                <a:lnTo>
                  <a:pt x="212555" y="19817"/>
                </a:lnTo>
                <a:lnTo>
                  <a:pt x="211359" y="19849"/>
                </a:lnTo>
                <a:lnTo>
                  <a:pt x="210165" y="19888"/>
                </a:lnTo>
                <a:lnTo>
                  <a:pt x="208973" y="19935"/>
                </a:lnTo>
                <a:lnTo>
                  <a:pt x="207782" y="19988"/>
                </a:lnTo>
                <a:lnTo>
                  <a:pt x="206594" y="20048"/>
                </a:lnTo>
                <a:lnTo>
                  <a:pt x="205407" y="20115"/>
                </a:lnTo>
                <a:lnTo>
                  <a:pt x="204222" y="20190"/>
                </a:lnTo>
                <a:lnTo>
                  <a:pt x="203039" y="20271"/>
                </a:lnTo>
                <a:lnTo>
                  <a:pt x="201858" y="20359"/>
                </a:lnTo>
                <a:lnTo>
                  <a:pt x="200679" y="20454"/>
                </a:lnTo>
                <a:lnTo>
                  <a:pt x="199501" y="20556"/>
                </a:lnTo>
                <a:lnTo>
                  <a:pt x="198326" y="20664"/>
                </a:lnTo>
                <a:lnTo>
                  <a:pt x="197153" y="20780"/>
                </a:lnTo>
                <a:lnTo>
                  <a:pt x="195982" y="20903"/>
                </a:lnTo>
                <a:lnTo>
                  <a:pt x="194813" y="21032"/>
                </a:lnTo>
                <a:lnTo>
                  <a:pt x="193646" y="21168"/>
                </a:lnTo>
                <a:lnTo>
                  <a:pt x="192480" y="21311"/>
                </a:lnTo>
                <a:lnTo>
                  <a:pt x="191318" y="21460"/>
                </a:lnTo>
                <a:lnTo>
                  <a:pt x="190157" y="21617"/>
                </a:lnTo>
                <a:lnTo>
                  <a:pt x="188998" y="21780"/>
                </a:lnTo>
                <a:lnTo>
                  <a:pt x="187842" y="21949"/>
                </a:lnTo>
                <a:lnTo>
                  <a:pt x="186687" y="22126"/>
                </a:lnTo>
                <a:lnTo>
                  <a:pt x="185535" y="22309"/>
                </a:lnTo>
                <a:lnTo>
                  <a:pt x="184385" y="22498"/>
                </a:lnTo>
                <a:lnTo>
                  <a:pt x="183238" y="22695"/>
                </a:lnTo>
                <a:lnTo>
                  <a:pt x="182092" y="22898"/>
                </a:lnTo>
                <a:lnTo>
                  <a:pt x="180949" y="23107"/>
                </a:lnTo>
                <a:lnTo>
                  <a:pt x="179808" y="23323"/>
                </a:lnTo>
                <a:lnTo>
                  <a:pt x="178670" y="23545"/>
                </a:lnTo>
                <a:lnTo>
                  <a:pt x="177534" y="23774"/>
                </a:lnTo>
                <a:lnTo>
                  <a:pt x="176400" y="24010"/>
                </a:lnTo>
                <a:lnTo>
                  <a:pt x="175268" y="24252"/>
                </a:lnTo>
                <a:lnTo>
                  <a:pt x="174139" y="24500"/>
                </a:lnTo>
                <a:lnTo>
                  <a:pt x="173013" y="24755"/>
                </a:lnTo>
                <a:lnTo>
                  <a:pt x="171889" y="25016"/>
                </a:lnTo>
                <a:lnTo>
                  <a:pt x="170767" y="25284"/>
                </a:lnTo>
                <a:lnTo>
                  <a:pt x="169648" y="25558"/>
                </a:lnTo>
                <a:lnTo>
                  <a:pt x="168531" y="25838"/>
                </a:lnTo>
                <a:lnTo>
                  <a:pt x="167417" y="26125"/>
                </a:lnTo>
                <a:lnTo>
                  <a:pt x="166305" y="26418"/>
                </a:lnTo>
                <a:lnTo>
                  <a:pt x="165196" y="26717"/>
                </a:lnTo>
                <a:lnTo>
                  <a:pt x="164090" y="27023"/>
                </a:lnTo>
                <a:lnTo>
                  <a:pt x="162986" y="27334"/>
                </a:lnTo>
                <a:lnTo>
                  <a:pt x="161885" y="27652"/>
                </a:lnTo>
                <a:lnTo>
                  <a:pt x="160786" y="27977"/>
                </a:lnTo>
                <a:lnTo>
                  <a:pt x="159690" y="28307"/>
                </a:lnTo>
                <a:lnTo>
                  <a:pt x="158597" y="28643"/>
                </a:lnTo>
                <a:lnTo>
                  <a:pt x="157506" y="28986"/>
                </a:lnTo>
                <a:lnTo>
                  <a:pt x="156419" y="29335"/>
                </a:lnTo>
                <a:lnTo>
                  <a:pt x="155334" y="29690"/>
                </a:lnTo>
                <a:lnTo>
                  <a:pt x="154251" y="30051"/>
                </a:lnTo>
                <a:lnTo>
                  <a:pt x="153172" y="30418"/>
                </a:lnTo>
                <a:lnTo>
                  <a:pt x="152095" y="30791"/>
                </a:lnTo>
                <a:lnTo>
                  <a:pt x="151021" y="31170"/>
                </a:lnTo>
                <a:lnTo>
                  <a:pt x="149950" y="31555"/>
                </a:lnTo>
                <a:lnTo>
                  <a:pt x="148882" y="31946"/>
                </a:lnTo>
                <a:lnTo>
                  <a:pt x="147817" y="32343"/>
                </a:lnTo>
                <a:lnTo>
                  <a:pt x="146754" y="32746"/>
                </a:lnTo>
                <a:lnTo>
                  <a:pt x="145695" y="33155"/>
                </a:lnTo>
                <a:lnTo>
                  <a:pt x="144639" y="33570"/>
                </a:lnTo>
                <a:lnTo>
                  <a:pt x="143585" y="33991"/>
                </a:lnTo>
                <a:lnTo>
                  <a:pt x="142535" y="34417"/>
                </a:lnTo>
                <a:lnTo>
                  <a:pt x="141487" y="34850"/>
                </a:lnTo>
                <a:lnTo>
                  <a:pt x="140443" y="35288"/>
                </a:lnTo>
                <a:lnTo>
                  <a:pt x="139401" y="35732"/>
                </a:lnTo>
                <a:lnTo>
                  <a:pt x="138363" y="36182"/>
                </a:lnTo>
                <a:lnTo>
                  <a:pt x="137328" y="36637"/>
                </a:lnTo>
                <a:lnTo>
                  <a:pt x="136295" y="37099"/>
                </a:lnTo>
                <a:lnTo>
                  <a:pt x="135266" y="37566"/>
                </a:lnTo>
                <a:lnTo>
                  <a:pt x="134241" y="38038"/>
                </a:lnTo>
                <a:lnTo>
                  <a:pt x="133218" y="38517"/>
                </a:lnTo>
                <a:lnTo>
                  <a:pt x="132198" y="39001"/>
                </a:lnTo>
                <a:lnTo>
                  <a:pt x="131182" y="39491"/>
                </a:lnTo>
                <a:lnTo>
                  <a:pt x="130169" y="39986"/>
                </a:lnTo>
                <a:lnTo>
                  <a:pt x="129159" y="40487"/>
                </a:lnTo>
                <a:lnTo>
                  <a:pt x="128153" y="40993"/>
                </a:lnTo>
                <a:lnTo>
                  <a:pt x="127150" y="41505"/>
                </a:lnTo>
                <a:lnTo>
                  <a:pt x="126150" y="42023"/>
                </a:lnTo>
                <a:lnTo>
                  <a:pt x="125153" y="42546"/>
                </a:lnTo>
                <a:lnTo>
                  <a:pt x="124160" y="43075"/>
                </a:lnTo>
                <a:lnTo>
                  <a:pt x="123170" y="43609"/>
                </a:lnTo>
                <a:lnTo>
                  <a:pt x="122183" y="44148"/>
                </a:lnTo>
                <a:lnTo>
                  <a:pt x="121200" y="44693"/>
                </a:lnTo>
                <a:lnTo>
                  <a:pt x="120221" y="45244"/>
                </a:lnTo>
                <a:lnTo>
                  <a:pt x="119245" y="45799"/>
                </a:lnTo>
                <a:lnTo>
                  <a:pt x="118272" y="46361"/>
                </a:lnTo>
                <a:lnTo>
                  <a:pt x="117303" y="46927"/>
                </a:lnTo>
                <a:lnTo>
                  <a:pt x="116337" y="47499"/>
                </a:lnTo>
                <a:lnTo>
                  <a:pt x="115375" y="48076"/>
                </a:lnTo>
                <a:lnTo>
                  <a:pt x="114416" y="48658"/>
                </a:lnTo>
                <a:lnTo>
                  <a:pt x="113461" y="49246"/>
                </a:lnTo>
                <a:lnTo>
                  <a:pt x="112510" y="49839"/>
                </a:lnTo>
                <a:lnTo>
                  <a:pt x="111562" y="50437"/>
                </a:lnTo>
                <a:lnTo>
                  <a:pt x="110618" y="51041"/>
                </a:lnTo>
                <a:lnTo>
                  <a:pt x="109677" y="51649"/>
                </a:lnTo>
                <a:lnTo>
                  <a:pt x="108741" y="52263"/>
                </a:lnTo>
                <a:lnTo>
                  <a:pt x="107808" y="52882"/>
                </a:lnTo>
                <a:lnTo>
                  <a:pt x="106878" y="53506"/>
                </a:lnTo>
                <a:lnTo>
                  <a:pt x="105952" y="54135"/>
                </a:lnTo>
                <a:lnTo>
                  <a:pt x="105031" y="54770"/>
                </a:lnTo>
                <a:lnTo>
                  <a:pt x="104112" y="55409"/>
                </a:lnTo>
                <a:lnTo>
                  <a:pt x="103198" y="56054"/>
                </a:lnTo>
                <a:lnTo>
                  <a:pt x="102288" y="56703"/>
                </a:lnTo>
                <a:lnTo>
                  <a:pt x="101381" y="57357"/>
                </a:lnTo>
                <a:lnTo>
                  <a:pt x="100478" y="58017"/>
                </a:lnTo>
                <a:lnTo>
                  <a:pt x="99579" y="58681"/>
                </a:lnTo>
                <a:lnTo>
                  <a:pt x="98684" y="59351"/>
                </a:lnTo>
                <a:lnTo>
                  <a:pt x="97793" y="60025"/>
                </a:lnTo>
                <a:lnTo>
                  <a:pt x="96906" y="60704"/>
                </a:lnTo>
                <a:lnTo>
                  <a:pt x="96022" y="61388"/>
                </a:lnTo>
                <a:lnTo>
                  <a:pt x="95143" y="62077"/>
                </a:lnTo>
                <a:lnTo>
                  <a:pt x="94268" y="62771"/>
                </a:lnTo>
                <a:lnTo>
                  <a:pt x="93397" y="63470"/>
                </a:lnTo>
                <a:lnTo>
                  <a:pt x="92530" y="64173"/>
                </a:lnTo>
                <a:lnTo>
                  <a:pt x="91666" y="64881"/>
                </a:lnTo>
                <a:lnTo>
                  <a:pt x="90807" y="65594"/>
                </a:lnTo>
                <a:lnTo>
                  <a:pt x="89953" y="66312"/>
                </a:lnTo>
                <a:lnTo>
                  <a:pt x="89102" y="67035"/>
                </a:lnTo>
                <a:lnTo>
                  <a:pt x="88255" y="67762"/>
                </a:lnTo>
                <a:lnTo>
                  <a:pt x="87413" y="68494"/>
                </a:lnTo>
                <a:lnTo>
                  <a:pt x="86574" y="69230"/>
                </a:lnTo>
                <a:lnTo>
                  <a:pt x="85740" y="69971"/>
                </a:lnTo>
                <a:lnTo>
                  <a:pt x="84910" y="70717"/>
                </a:lnTo>
                <a:lnTo>
                  <a:pt x="84085" y="71468"/>
                </a:lnTo>
                <a:lnTo>
                  <a:pt x="83263" y="72223"/>
                </a:lnTo>
                <a:lnTo>
                  <a:pt x="82446" y="72982"/>
                </a:lnTo>
                <a:lnTo>
                  <a:pt x="81633" y="73746"/>
                </a:lnTo>
                <a:lnTo>
                  <a:pt x="80825" y="74515"/>
                </a:lnTo>
                <a:lnTo>
                  <a:pt x="80021" y="75288"/>
                </a:lnTo>
                <a:lnTo>
                  <a:pt x="79221" y="76066"/>
                </a:lnTo>
                <a:lnTo>
                  <a:pt x="78425" y="76848"/>
                </a:lnTo>
                <a:lnTo>
                  <a:pt x="77634" y="77635"/>
                </a:lnTo>
                <a:lnTo>
                  <a:pt x="76848" y="78426"/>
                </a:lnTo>
                <a:lnTo>
                  <a:pt x="76066" y="79221"/>
                </a:lnTo>
                <a:lnTo>
                  <a:pt x="75288" y="80021"/>
                </a:lnTo>
                <a:lnTo>
                  <a:pt x="74515" y="80825"/>
                </a:lnTo>
                <a:lnTo>
                  <a:pt x="73746" y="81633"/>
                </a:lnTo>
                <a:lnTo>
                  <a:pt x="72982" y="82446"/>
                </a:lnTo>
                <a:lnTo>
                  <a:pt x="72223" y="83263"/>
                </a:lnTo>
                <a:lnTo>
                  <a:pt x="71468" y="84085"/>
                </a:lnTo>
                <a:lnTo>
                  <a:pt x="70717" y="84910"/>
                </a:lnTo>
                <a:lnTo>
                  <a:pt x="69971" y="85740"/>
                </a:lnTo>
                <a:lnTo>
                  <a:pt x="69230" y="86574"/>
                </a:lnTo>
                <a:lnTo>
                  <a:pt x="68494" y="87413"/>
                </a:lnTo>
                <a:lnTo>
                  <a:pt x="67762" y="88255"/>
                </a:lnTo>
                <a:lnTo>
                  <a:pt x="67034" y="89102"/>
                </a:lnTo>
                <a:lnTo>
                  <a:pt x="66312" y="89953"/>
                </a:lnTo>
                <a:lnTo>
                  <a:pt x="65594" y="90808"/>
                </a:lnTo>
                <a:lnTo>
                  <a:pt x="64881" y="91667"/>
                </a:lnTo>
                <a:lnTo>
                  <a:pt x="64173" y="92530"/>
                </a:lnTo>
                <a:lnTo>
                  <a:pt x="63470" y="93397"/>
                </a:lnTo>
                <a:lnTo>
                  <a:pt x="62771" y="94268"/>
                </a:lnTo>
                <a:lnTo>
                  <a:pt x="62077" y="95143"/>
                </a:lnTo>
                <a:lnTo>
                  <a:pt x="61388" y="96023"/>
                </a:lnTo>
                <a:lnTo>
                  <a:pt x="60704" y="96906"/>
                </a:lnTo>
                <a:lnTo>
                  <a:pt x="60025" y="97793"/>
                </a:lnTo>
                <a:lnTo>
                  <a:pt x="59351" y="98684"/>
                </a:lnTo>
                <a:lnTo>
                  <a:pt x="58681" y="99579"/>
                </a:lnTo>
                <a:lnTo>
                  <a:pt x="58017" y="100478"/>
                </a:lnTo>
                <a:lnTo>
                  <a:pt x="57357" y="101381"/>
                </a:lnTo>
                <a:lnTo>
                  <a:pt x="56703" y="102288"/>
                </a:lnTo>
                <a:lnTo>
                  <a:pt x="56053" y="103198"/>
                </a:lnTo>
                <a:lnTo>
                  <a:pt x="55409" y="104112"/>
                </a:lnTo>
                <a:lnTo>
                  <a:pt x="54770" y="105031"/>
                </a:lnTo>
                <a:lnTo>
                  <a:pt x="54135" y="105953"/>
                </a:lnTo>
                <a:lnTo>
                  <a:pt x="53506" y="106878"/>
                </a:lnTo>
                <a:lnTo>
                  <a:pt x="52882" y="107808"/>
                </a:lnTo>
                <a:lnTo>
                  <a:pt x="52263" y="108741"/>
                </a:lnTo>
                <a:lnTo>
                  <a:pt x="51649" y="109678"/>
                </a:lnTo>
                <a:lnTo>
                  <a:pt x="51041" y="110618"/>
                </a:lnTo>
                <a:lnTo>
                  <a:pt x="50437" y="111562"/>
                </a:lnTo>
                <a:lnTo>
                  <a:pt x="49839" y="112510"/>
                </a:lnTo>
                <a:lnTo>
                  <a:pt x="49246" y="113461"/>
                </a:lnTo>
                <a:lnTo>
                  <a:pt x="48658" y="114416"/>
                </a:lnTo>
                <a:lnTo>
                  <a:pt x="48076" y="115375"/>
                </a:lnTo>
                <a:lnTo>
                  <a:pt x="47499" y="116337"/>
                </a:lnTo>
                <a:lnTo>
                  <a:pt x="46927" y="117303"/>
                </a:lnTo>
                <a:lnTo>
                  <a:pt x="46361" y="118272"/>
                </a:lnTo>
                <a:lnTo>
                  <a:pt x="45799" y="119245"/>
                </a:lnTo>
                <a:lnTo>
                  <a:pt x="45244" y="120221"/>
                </a:lnTo>
                <a:lnTo>
                  <a:pt x="44693" y="121201"/>
                </a:lnTo>
                <a:lnTo>
                  <a:pt x="44148" y="122184"/>
                </a:lnTo>
                <a:lnTo>
                  <a:pt x="43609" y="123170"/>
                </a:lnTo>
                <a:lnTo>
                  <a:pt x="43075" y="124160"/>
                </a:lnTo>
                <a:lnTo>
                  <a:pt x="42546" y="125153"/>
                </a:lnTo>
                <a:lnTo>
                  <a:pt x="42023" y="126150"/>
                </a:lnTo>
                <a:lnTo>
                  <a:pt x="41505" y="127150"/>
                </a:lnTo>
                <a:lnTo>
                  <a:pt x="40993" y="128153"/>
                </a:lnTo>
                <a:lnTo>
                  <a:pt x="40487" y="129159"/>
                </a:lnTo>
                <a:lnTo>
                  <a:pt x="39986" y="130169"/>
                </a:lnTo>
                <a:lnTo>
                  <a:pt x="39491" y="131182"/>
                </a:lnTo>
                <a:lnTo>
                  <a:pt x="39001" y="132199"/>
                </a:lnTo>
                <a:lnTo>
                  <a:pt x="38517" y="133218"/>
                </a:lnTo>
                <a:lnTo>
                  <a:pt x="38038" y="134241"/>
                </a:lnTo>
                <a:lnTo>
                  <a:pt x="37566" y="135267"/>
                </a:lnTo>
                <a:lnTo>
                  <a:pt x="37099" y="136296"/>
                </a:lnTo>
                <a:lnTo>
                  <a:pt x="36637" y="137328"/>
                </a:lnTo>
                <a:lnTo>
                  <a:pt x="36182" y="138363"/>
                </a:lnTo>
                <a:lnTo>
                  <a:pt x="35732" y="139401"/>
                </a:lnTo>
                <a:lnTo>
                  <a:pt x="35288" y="140443"/>
                </a:lnTo>
                <a:lnTo>
                  <a:pt x="34850" y="141487"/>
                </a:lnTo>
                <a:lnTo>
                  <a:pt x="34417" y="142535"/>
                </a:lnTo>
                <a:lnTo>
                  <a:pt x="33991" y="143585"/>
                </a:lnTo>
                <a:lnTo>
                  <a:pt x="33570" y="144639"/>
                </a:lnTo>
                <a:lnTo>
                  <a:pt x="33155" y="145695"/>
                </a:lnTo>
                <a:lnTo>
                  <a:pt x="32746" y="146755"/>
                </a:lnTo>
                <a:lnTo>
                  <a:pt x="32343" y="147817"/>
                </a:lnTo>
                <a:lnTo>
                  <a:pt x="31946" y="148882"/>
                </a:lnTo>
                <a:lnTo>
                  <a:pt x="31555" y="149950"/>
                </a:lnTo>
                <a:lnTo>
                  <a:pt x="31170" y="151021"/>
                </a:lnTo>
                <a:lnTo>
                  <a:pt x="30791" y="152095"/>
                </a:lnTo>
                <a:lnTo>
                  <a:pt x="30418" y="153172"/>
                </a:lnTo>
                <a:lnTo>
                  <a:pt x="30051" y="154251"/>
                </a:lnTo>
                <a:lnTo>
                  <a:pt x="29690" y="155334"/>
                </a:lnTo>
                <a:lnTo>
                  <a:pt x="29335" y="156419"/>
                </a:lnTo>
                <a:lnTo>
                  <a:pt x="28986" y="157507"/>
                </a:lnTo>
                <a:lnTo>
                  <a:pt x="28644" y="158597"/>
                </a:lnTo>
                <a:lnTo>
                  <a:pt x="28307" y="159690"/>
                </a:lnTo>
                <a:lnTo>
                  <a:pt x="27977" y="160786"/>
                </a:lnTo>
                <a:lnTo>
                  <a:pt x="27652" y="161885"/>
                </a:lnTo>
                <a:lnTo>
                  <a:pt x="27334" y="162986"/>
                </a:lnTo>
                <a:lnTo>
                  <a:pt x="27023" y="164090"/>
                </a:lnTo>
                <a:lnTo>
                  <a:pt x="26717" y="165196"/>
                </a:lnTo>
                <a:lnTo>
                  <a:pt x="26418" y="166305"/>
                </a:lnTo>
                <a:lnTo>
                  <a:pt x="26125" y="167417"/>
                </a:lnTo>
                <a:lnTo>
                  <a:pt x="25838" y="168531"/>
                </a:lnTo>
                <a:lnTo>
                  <a:pt x="25558" y="169648"/>
                </a:lnTo>
                <a:lnTo>
                  <a:pt x="25284" y="170767"/>
                </a:lnTo>
                <a:lnTo>
                  <a:pt x="25016" y="171889"/>
                </a:lnTo>
                <a:lnTo>
                  <a:pt x="24755" y="173013"/>
                </a:lnTo>
                <a:lnTo>
                  <a:pt x="24500" y="174139"/>
                </a:lnTo>
                <a:lnTo>
                  <a:pt x="24252" y="175268"/>
                </a:lnTo>
                <a:lnTo>
                  <a:pt x="24010" y="176400"/>
                </a:lnTo>
                <a:lnTo>
                  <a:pt x="23774" y="177534"/>
                </a:lnTo>
                <a:lnTo>
                  <a:pt x="23545" y="178670"/>
                </a:lnTo>
                <a:lnTo>
                  <a:pt x="23323" y="179808"/>
                </a:lnTo>
                <a:lnTo>
                  <a:pt x="23107" y="180949"/>
                </a:lnTo>
                <a:lnTo>
                  <a:pt x="22898" y="182092"/>
                </a:lnTo>
                <a:lnTo>
                  <a:pt x="22695" y="183238"/>
                </a:lnTo>
                <a:lnTo>
                  <a:pt x="22498" y="184385"/>
                </a:lnTo>
                <a:lnTo>
                  <a:pt x="22309" y="185535"/>
                </a:lnTo>
                <a:lnTo>
                  <a:pt x="22126" y="186687"/>
                </a:lnTo>
                <a:lnTo>
                  <a:pt x="21949" y="187842"/>
                </a:lnTo>
                <a:lnTo>
                  <a:pt x="21780" y="188998"/>
                </a:lnTo>
                <a:lnTo>
                  <a:pt x="21617" y="190157"/>
                </a:lnTo>
                <a:lnTo>
                  <a:pt x="21460" y="191318"/>
                </a:lnTo>
                <a:lnTo>
                  <a:pt x="21311" y="192480"/>
                </a:lnTo>
                <a:lnTo>
                  <a:pt x="21168" y="193646"/>
                </a:lnTo>
                <a:lnTo>
                  <a:pt x="21032" y="194813"/>
                </a:lnTo>
                <a:lnTo>
                  <a:pt x="20903" y="195982"/>
                </a:lnTo>
                <a:lnTo>
                  <a:pt x="20780" y="197153"/>
                </a:lnTo>
                <a:lnTo>
                  <a:pt x="20665" y="198326"/>
                </a:lnTo>
                <a:lnTo>
                  <a:pt x="20556" y="199501"/>
                </a:lnTo>
                <a:lnTo>
                  <a:pt x="20454" y="200679"/>
                </a:lnTo>
                <a:lnTo>
                  <a:pt x="20359" y="201858"/>
                </a:lnTo>
                <a:lnTo>
                  <a:pt x="20271" y="203039"/>
                </a:lnTo>
                <a:lnTo>
                  <a:pt x="20190" y="204222"/>
                </a:lnTo>
                <a:lnTo>
                  <a:pt x="20115" y="205407"/>
                </a:lnTo>
                <a:lnTo>
                  <a:pt x="20048" y="206594"/>
                </a:lnTo>
                <a:lnTo>
                  <a:pt x="19988" y="207782"/>
                </a:lnTo>
                <a:lnTo>
                  <a:pt x="19935" y="208973"/>
                </a:lnTo>
                <a:lnTo>
                  <a:pt x="19888" y="210165"/>
                </a:lnTo>
                <a:lnTo>
                  <a:pt x="19849" y="211359"/>
                </a:lnTo>
                <a:lnTo>
                  <a:pt x="19817" y="212555"/>
                </a:lnTo>
                <a:lnTo>
                  <a:pt x="19792" y="213753"/>
                </a:lnTo>
                <a:lnTo>
                  <a:pt x="19774" y="214952"/>
                </a:lnTo>
                <a:lnTo>
                  <a:pt x="19764" y="216153"/>
                </a:lnTo>
                <a:lnTo>
                  <a:pt x="19760" y="217356"/>
                </a:lnTo>
                <a:lnTo>
                  <a:pt x="39519" y="217356"/>
                </a:lnTo>
                <a:lnTo>
                  <a:pt x="39522" y="216269"/>
                </a:lnTo>
                <a:lnTo>
                  <a:pt x="39532" y="215184"/>
                </a:lnTo>
                <a:lnTo>
                  <a:pt x="39548" y="214101"/>
                </a:lnTo>
                <a:lnTo>
                  <a:pt x="39571" y="213019"/>
                </a:lnTo>
                <a:lnTo>
                  <a:pt x="39600" y="211939"/>
                </a:lnTo>
                <a:lnTo>
                  <a:pt x="39636" y="210860"/>
                </a:lnTo>
                <a:lnTo>
                  <a:pt x="39677" y="209783"/>
                </a:lnTo>
                <a:lnTo>
                  <a:pt x="39726" y="208708"/>
                </a:lnTo>
                <a:lnTo>
                  <a:pt x="39780" y="207634"/>
                </a:lnTo>
                <a:lnTo>
                  <a:pt x="39841" y="206562"/>
                </a:lnTo>
                <a:lnTo>
                  <a:pt x="39909" y="205492"/>
                </a:lnTo>
                <a:lnTo>
                  <a:pt x="39982" y="204423"/>
                </a:lnTo>
                <a:lnTo>
                  <a:pt x="40062" y="203357"/>
                </a:lnTo>
                <a:lnTo>
                  <a:pt x="40148" y="202291"/>
                </a:lnTo>
                <a:lnTo>
                  <a:pt x="40241" y="201228"/>
                </a:lnTo>
                <a:lnTo>
                  <a:pt x="40339" y="200167"/>
                </a:lnTo>
                <a:lnTo>
                  <a:pt x="40444" y="199107"/>
                </a:lnTo>
                <a:lnTo>
                  <a:pt x="40555" y="198049"/>
                </a:lnTo>
                <a:lnTo>
                  <a:pt x="40672" y="196993"/>
                </a:lnTo>
                <a:lnTo>
                  <a:pt x="40796" y="195939"/>
                </a:lnTo>
                <a:lnTo>
                  <a:pt x="40925" y="194887"/>
                </a:lnTo>
                <a:lnTo>
                  <a:pt x="41061" y="193836"/>
                </a:lnTo>
                <a:lnTo>
                  <a:pt x="41202" y="192788"/>
                </a:lnTo>
                <a:lnTo>
                  <a:pt x="41350" y="191741"/>
                </a:lnTo>
                <a:lnTo>
                  <a:pt x="41504" y="190697"/>
                </a:lnTo>
                <a:lnTo>
                  <a:pt x="41664" y="189654"/>
                </a:lnTo>
                <a:lnTo>
                  <a:pt x="41830" y="188614"/>
                </a:lnTo>
                <a:lnTo>
                  <a:pt x="42002" y="187575"/>
                </a:lnTo>
                <a:lnTo>
                  <a:pt x="42180" y="186539"/>
                </a:lnTo>
                <a:lnTo>
                  <a:pt x="42363" y="185504"/>
                </a:lnTo>
                <a:lnTo>
                  <a:pt x="42553" y="184472"/>
                </a:lnTo>
                <a:lnTo>
                  <a:pt x="42749" y="183442"/>
                </a:lnTo>
                <a:lnTo>
                  <a:pt x="42951" y="182414"/>
                </a:lnTo>
                <a:lnTo>
                  <a:pt x="43158" y="181387"/>
                </a:lnTo>
                <a:lnTo>
                  <a:pt x="43372" y="180364"/>
                </a:lnTo>
                <a:lnTo>
                  <a:pt x="43591" y="179342"/>
                </a:lnTo>
                <a:lnTo>
                  <a:pt x="43816" y="178322"/>
                </a:lnTo>
                <a:lnTo>
                  <a:pt x="44047" y="177305"/>
                </a:lnTo>
                <a:lnTo>
                  <a:pt x="44284" y="176290"/>
                </a:lnTo>
                <a:lnTo>
                  <a:pt x="44527" y="175277"/>
                </a:lnTo>
                <a:lnTo>
                  <a:pt x="44775" y="174266"/>
                </a:lnTo>
                <a:lnTo>
                  <a:pt x="45029" y="173258"/>
                </a:lnTo>
                <a:lnTo>
                  <a:pt x="45289" y="172252"/>
                </a:lnTo>
                <a:lnTo>
                  <a:pt x="45555" y="171248"/>
                </a:lnTo>
                <a:lnTo>
                  <a:pt x="45826" y="170247"/>
                </a:lnTo>
                <a:lnTo>
                  <a:pt x="46103" y="169247"/>
                </a:lnTo>
                <a:lnTo>
                  <a:pt x="46385" y="168251"/>
                </a:lnTo>
                <a:lnTo>
                  <a:pt x="46674" y="167256"/>
                </a:lnTo>
                <a:lnTo>
                  <a:pt x="46967" y="166264"/>
                </a:lnTo>
                <a:lnTo>
                  <a:pt x="47267" y="165275"/>
                </a:lnTo>
                <a:lnTo>
                  <a:pt x="47572" y="164288"/>
                </a:lnTo>
                <a:lnTo>
                  <a:pt x="47882" y="163303"/>
                </a:lnTo>
                <a:lnTo>
                  <a:pt x="48199" y="162321"/>
                </a:lnTo>
                <a:lnTo>
                  <a:pt x="48520" y="161341"/>
                </a:lnTo>
                <a:lnTo>
                  <a:pt x="48847" y="160364"/>
                </a:lnTo>
                <a:lnTo>
                  <a:pt x="49180" y="159390"/>
                </a:lnTo>
                <a:lnTo>
                  <a:pt x="49518" y="158418"/>
                </a:lnTo>
                <a:lnTo>
                  <a:pt x="49862" y="157448"/>
                </a:lnTo>
                <a:lnTo>
                  <a:pt x="50211" y="156481"/>
                </a:lnTo>
                <a:lnTo>
                  <a:pt x="50565" y="155517"/>
                </a:lnTo>
                <a:lnTo>
                  <a:pt x="50925" y="154555"/>
                </a:lnTo>
                <a:lnTo>
                  <a:pt x="51291" y="153596"/>
                </a:lnTo>
                <a:lnTo>
                  <a:pt x="51661" y="152640"/>
                </a:lnTo>
                <a:lnTo>
                  <a:pt x="52037" y="151686"/>
                </a:lnTo>
                <a:lnTo>
                  <a:pt x="52418" y="150735"/>
                </a:lnTo>
                <a:lnTo>
                  <a:pt x="52805" y="149787"/>
                </a:lnTo>
                <a:lnTo>
                  <a:pt x="53197" y="148841"/>
                </a:lnTo>
                <a:lnTo>
                  <a:pt x="53594" y="147898"/>
                </a:lnTo>
                <a:lnTo>
                  <a:pt x="53997" y="146958"/>
                </a:lnTo>
                <a:lnTo>
                  <a:pt x="54404" y="146021"/>
                </a:lnTo>
                <a:lnTo>
                  <a:pt x="54817" y="145087"/>
                </a:lnTo>
                <a:lnTo>
                  <a:pt x="55235" y="144155"/>
                </a:lnTo>
                <a:lnTo>
                  <a:pt x="55658" y="143226"/>
                </a:lnTo>
                <a:lnTo>
                  <a:pt x="56087" y="142300"/>
                </a:lnTo>
                <a:lnTo>
                  <a:pt x="56520" y="141377"/>
                </a:lnTo>
                <a:lnTo>
                  <a:pt x="56959" y="140457"/>
                </a:lnTo>
                <a:lnTo>
                  <a:pt x="57403" y="139540"/>
                </a:lnTo>
                <a:lnTo>
                  <a:pt x="57852" y="138626"/>
                </a:lnTo>
                <a:lnTo>
                  <a:pt x="58306" y="137714"/>
                </a:lnTo>
                <a:lnTo>
                  <a:pt x="58765" y="136806"/>
                </a:lnTo>
                <a:lnTo>
                  <a:pt x="59229" y="135901"/>
                </a:lnTo>
                <a:lnTo>
                  <a:pt x="59698" y="134998"/>
                </a:lnTo>
                <a:lnTo>
                  <a:pt x="60172" y="134099"/>
                </a:lnTo>
                <a:lnTo>
                  <a:pt x="60651" y="133203"/>
                </a:lnTo>
                <a:lnTo>
                  <a:pt x="61135" y="132310"/>
                </a:lnTo>
                <a:lnTo>
                  <a:pt x="61624" y="131419"/>
                </a:lnTo>
                <a:lnTo>
                  <a:pt x="62117" y="130532"/>
                </a:lnTo>
                <a:lnTo>
                  <a:pt x="62616" y="129648"/>
                </a:lnTo>
                <a:lnTo>
                  <a:pt x="63120" y="128768"/>
                </a:lnTo>
                <a:lnTo>
                  <a:pt x="63628" y="127890"/>
                </a:lnTo>
                <a:lnTo>
                  <a:pt x="64142" y="127016"/>
                </a:lnTo>
                <a:lnTo>
                  <a:pt x="64660" y="126144"/>
                </a:lnTo>
                <a:lnTo>
                  <a:pt x="65183" y="125276"/>
                </a:lnTo>
                <a:lnTo>
                  <a:pt x="65711" y="124412"/>
                </a:lnTo>
                <a:lnTo>
                  <a:pt x="66243" y="123550"/>
                </a:lnTo>
                <a:lnTo>
                  <a:pt x="66781" y="122692"/>
                </a:lnTo>
                <a:lnTo>
                  <a:pt x="67323" y="121837"/>
                </a:lnTo>
                <a:lnTo>
                  <a:pt x="67869" y="120985"/>
                </a:lnTo>
                <a:lnTo>
                  <a:pt x="68421" y="120137"/>
                </a:lnTo>
                <a:lnTo>
                  <a:pt x="68977" y="119292"/>
                </a:lnTo>
                <a:lnTo>
                  <a:pt x="69538" y="118450"/>
                </a:lnTo>
                <a:lnTo>
                  <a:pt x="70103" y="117612"/>
                </a:lnTo>
                <a:lnTo>
                  <a:pt x="70673" y="116777"/>
                </a:lnTo>
                <a:lnTo>
                  <a:pt x="71248" y="115945"/>
                </a:lnTo>
                <a:lnTo>
                  <a:pt x="71827" y="115117"/>
                </a:lnTo>
                <a:lnTo>
                  <a:pt x="72411" y="114293"/>
                </a:lnTo>
                <a:lnTo>
                  <a:pt x="73000" y="113472"/>
                </a:lnTo>
                <a:lnTo>
                  <a:pt x="73593" y="112654"/>
                </a:lnTo>
                <a:lnTo>
                  <a:pt x="74190" y="111840"/>
                </a:lnTo>
                <a:lnTo>
                  <a:pt x="74792" y="111029"/>
                </a:lnTo>
                <a:lnTo>
                  <a:pt x="75399" y="110222"/>
                </a:lnTo>
                <a:lnTo>
                  <a:pt x="76010" y="109419"/>
                </a:lnTo>
                <a:lnTo>
                  <a:pt x="76625" y="108619"/>
                </a:lnTo>
                <a:lnTo>
                  <a:pt x="77245" y="107822"/>
                </a:lnTo>
                <a:lnTo>
                  <a:pt x="77869" y="107030"/>
                </a:lnTo>
                <a:lnTo>
                  <a:pt x="78498" y="106240"/>
                </a:lnTo>
                <a:lnTo>
                  <a:pt x="79131" y="105455"/>
                </a:lnTo>
                <a:lnTo>
                  <a:pt x="79768" y="104673"/>
                </a:lnTo>
                <a:lnTo>
                  <a:pt x="80410" y="103895"/>
                </a:lnTo>
                <a:lnTo>
                  <a:pt x="81055" y="103121"/>
                </a:lnTo>
                <a:lnTo>
                  <a:pt x="81706" y="102350"/>
                </a:lnTo>
                <a:lnTo>
                  <a:pt x="82360" y="101583"/>
                </a:lnTo>
                <a:lnTo>
                  <a:pt x="83019" y="100820"/>
                </a:lnTo>
                <a:lnTo>
                  <a:pt x="83682" y="100061"/>
                </a:lnTo>
                <a:lnTo>
                  <a:pt x="84349" y="99305"/>
                </a:lnTo>
                <a:lnTo>
                  <a:pt x="85021" y="98554"/>
                </a:lnTo>
                <a:lnTo>
                  <a:pt x="85697" y="97806"/>
                </a:lnTo>
                <a:lnTo>
                  <a:pt x="86376" y="97062"/>
                </a:lnTo>
                <a:lnTo>
                  <a:pt x="87060" y="96322"/>
                </a:lnTo>
                <a:lnTo>
                  <a:pt x="87748" y="95585"/>
                </a:lnTo>
                <a:lnTo>
                  <a:pt x="88441" y="94853"/>
                </a:lnTo>
                <a:lnTo>
                  <a:pt x="89137" y="94125"/>
                </a:lnTo>
                <a:lnTo>
                  <a:pt x="89837" y="93400"/>
                </a:lnTo>
                <a:lnTo>
                  <a:pt x="90542" y="92680"/>
                </a:lnTo>
                <a:lnTo>
                  <a:pt x="91250" y="91963"/>
                </a:lnTo>
                <a:lnTo>
                  <a:pt x="91963" y="91251"/>
                </a:lnTo>
                <a:lnTo>
                  <a:pt x="92679" y="90542"/>
                </a:lnTo>
                <a:lnTo>
                  <a:pt x="93400" y="89838"/>
                </a:lnTo>
                <a:lnTo>
                  <a:pt x="94124" y="89137"/>
                </a:lnTo>
                <a:lnTo>
                  <a:pt x="94853" y="88441"/>
                </a:lnTo>
                <a:lnTo>
                  <a:pt x="95585" y="87749"/>
                </a:lnTo>
                <a:lnTo>
                  <a:pt x="96321" y="87061"/>
                </a:lnTo>
                <a:lnTo>
                  <a:pt x="97062" y="86377"/>
                </a:lnTo>
                <a:lnTo>
                  <a:pt x="97806" y="85697"/>
                </a:lnTo>
                <a:lnTo>
                  <a:pt x="98553" y="85021"/>
                </a:lnTo>
                <a:lnTo>
                  <a:pt x="99305" y="84350"/>
                </a:lnTo>
                <a:lnTo>
                  <a:pt x="100061" y="83682"/>
                </a:lnTo>
                <a:lnTo>
                  <a:pt x="100820" y="83019"/>
                </a:lnTo>
                <a:lnTo>
                  <a:pt x="101583" y="82360"/>
                </a:lnTo>
                <a:lnTo>
                  <a:pt x="102350" y="81706"/>
                </a:lnTo>
                <a:lnTo>
                  <a:pt x="103121" y="81056"/>
                </a:lnTo>
                <a:lnTo>
                  <a:pt x="103895" y="80410"/>
                </a:lnTo>
                <a:lnTo>
                  <a:pt x="104673" y="79768"/>
                </a:lnTo>
                <a:lnTo>
                  <a:pt x="105455" y="79131"/>
                </a:lnTo>
                <a:lnTo>
                  <a:pt x="106240" y="78498"/>
                </a:lnTo>
                <a:lnTo>
                  <a:pt x="107029" y="77869"/>
                </a:lnTo>
                <a:lnTo>
                  <a:pt x="107822" y="77245"/>
                </a:lnTo>
                <a:lnTo>
                  <a:pt x="108618" y="76625"/>
                </a:lnTo>
                <a:lnTo>
                  <a:pt x="109418" y="76010"/>
                </a:lnTo>
                <a:lnTo>
                  <a:pt x="110222" y="75399"/>
                </a:lnTo>
                <a:lnTo>
                  <a:pt x="111029" y="74792"/>
                </a:lnTo>
                <a:lnTo>
                  <a:pt x="111840" y="74190"/>
                </a:lnTo>
                <a:lnTo>
                  <a:pt x="112654" y="73593"/>
                </a:lnTo>
                <a:lnTo>
                  <a:pt x="113471" y="73000"/>
                </a:lnTo>
                <a:lnTo>
                  <a:pt x="114292" y="72411"/>
                </a:lnTo>
                <a:lnTo>
                  <a:pt x="115117" y="71828"/>
                </a:lnTo>
                <a:lnTo>
                  <a:pt x="115945" y="71248"/>
                </a:lnTo>
                <a:lnTo>
                  <a:pt x="116777" y="70674"/>
                </a:lnTo>
                <a:lnTo>
                  <a:pt x="117612" y="70103"/>
                </a:lnTo>
                <a:lnTo>
                  <a:pt x="118450" y="69538"/>
                </a:lnTo>
                <a:lnTo>
                  <a:pt x="119291" y="68977"/>
                </a:lnTo>
                <a:lnTo>
                  <a:pt x="120137" y="68421"/>
                </a:lnTo>
                <a:lnTo>
                  <a:pt x="120985" y="67869"/>
                </a:lnTo>
                <a:lnTo>
                  <a:pt x="121837" y="67323"/>
                </a:lnTo>
                <a:lnTo>
                  <a:pt x="122692" y="66781"/>
                </a:lnTo>
                <a:lnTo>
                  <a:pt x="123550" y="66243"/>
                </a:lnTo>
                <a:lnTo>
                  <a:pt x="124411" y="65711"/>
                </a:lnTo>
                <a:lnTo>
                  <a:pt x="125276" y="65183"/>
                </a:lnTo>
                <a:lnTo>
                  <a:pt x="126144" y="64660"/>
                </a:lnTo>
                <a:lnTo>
                  <a:pt x="127015" y="64142"/>
                </a:lnTo>
                <a:lnTo>
                  <a:pt x="127890" y="63628"/>
                </a:lnTo>
                <a:lnTo>
                  <a:pt x="128768" y="63120"/>
                </a:lnTo>
                <a:lnTo>
                  <a:pt x="129648" y="62616"/>
                </a:lnTo>
                <a:lnTo>
                  <a:pt x="130532" y="62118"/>
                </a:lnTo>
                <a:lnTo>
                  <a:pt x="131419" y="61624"/>
                </a:lnTo>
                <a:lnTo>
                  <a:pt x="132309" y="61135"/>
                </a:lnTo>
                <a:lnTo>
                  <a:pt x="133203" y="60651"/>
                </a:lnTo>
                <a:lnTo>
                  <a:pt x="134099" y="60172"/>
                </a:lnTo>
                <a:lnTo>
                  <a:pt x="134998" y="59698"/>
                </a:lnTo>
                <a:lnTo>
                  <a:pt x="135901" y="59229"/>
                </a:lnTo>
                <a:lnTo>
                  <a:pt x="136806" y="58765"/>
                </a:lnTo>
                <a:lnTo>
                  <a:pt x="137714" y="58306"/>
                </a:lnTo>
                <a:lnTo>
                  <a:pt x="138626" y="57852"/>
                </a:lnTo>
                <a:lnTo>
                  <a:pt x="139540" y="57403"/>
                </a:lnTo>
                <a:lnTo>
                  <a:pt x="140457" y="56959"/>
                </a:lnTo>
                <a:lnTo>
                  <a:pt x="141377" y="56520"/>
                </a:lnTo>
                <a:lnTo>
                  <a:pt x="142300" y="56087"/>
                </a:lnTo>
                <a:lnTo>
                  <a:pt x="143226" y="55658"/>
                </a:lnTo>
                <a:lnTo>
                  <a:pt x="144155" y="55235"/>
                </a:lnTo>
                <a:lnTo>
                  <a:pt x="145086" y="54817"/>
                </a:lnTo>
                <a:lnTo>
                  <a:pt x="146021" y="54404"/>
                </a:lnTo>
                <a:lnTo>
                  <a:pt x="146958" y="53997"/>
                </a:lnTo>
                <a:lnTo>
                  <a:pt x="147898" y="53594"/>
                </a:lnTo>
                <a:lnTo>
                  <a:pt x="148841" y="53197"/>
                </a:lnTo>
                <a:lnTo>
                  <a:pt x="149787" y="52805"/>
                </a:lnTo>
                <a:lnTo>
                  <a:pt x="150735" y="52419"/>
                </a:lnTo>
                <a:lnTo>
                  <a:pt x="151686" y="52037"/>
                </a:lnTo>
                <a:lnTo>
                  <a:pt x="152640" y="51661"/>
                </a:lnTo>
                <a:lnTo>
                  <a:pt x="153596" y="51291"/>
                </a:lnTo>
                <a:lnTo>
                  <a:pt x="154555" y="50925"/>
                </a:lnTo>
                <a:lnTo>
                  <a:pt x="155517" y="50566"/>
                </a:lnTo>
                <a:lnTo>
                  <a:pt x="156481" y="50211"/>
                </a:lnTo>
                <a:lnTo>
                  <a:pt x="157448" y="49862"/>
                </a:lnTo>
                <a:lnTo>
                  <a:pt x="158417" y="49518"/>
                </a:lnTo>
                <a:lnTo>
                  <a:pt x="159389" y="49180"/>
                </a:lnTo>
                <a:lnTo>
                  <a:pt x="160364" y="48848"/>
                </a:lnTo>
                <a:lnTo>
                  <a:pt x="161341" y="48520"/>
                </a:lnTo>
                <a:lnTo>
                  <a:pt x="162321" y="48199"/>
                </a:lnTo>
                <a:lnTo>
                  <a:pt x="163303" y="47883"/>
                </a:lnTo>
                <a:lnTo>
                  <a:pt x="164288" y="47572"/>
                </a:lnTo>
                <a:lnTo>
                  <a:pt x="165275" y="47267"/>
                </a:lnTo>
                <a:lnTo>
                  <a:pt x="166264" y="46967"/>
                </a:lnTo>
                <a:lnTo>
                  <a:pt x="167256" y="46674"/>
                </a:lnTo>
                <a:lnTo>
                  <a:pt x="168251" y="46385"/>
                </a:lnTo>
                <a:lnTo>
                  <a:pt x="169247" y="46103"/>
                </a:lnTo>
                <a:lnTo>
                  <a:pt x="170246" y="45826"/>
                </a:lnTo>
                <a:lnTo>
                  <a:pt x="171248" y="45555"/>
                </a:lnTo>
                <a:lnTo>
                  <a:pt x="172252" y="45289"/>
                </a:lnTo>
                <a:lnTo>
                  <a:pt x="173258" y="45029"/>
                </a:lnTo>
                <a:lnTo>
                  <a:pt x="174266" y="44775"/>
                </a:lnTo>
                <a:lnTo>
                  <a:pt x="175277" y="44527"/>
                </a:lnTo>
                <a:lnTo>
                  <a:pt x="176290" y="44284"/>
                </a:lnTo>
                <a:lnTo>
                  <a:pt x="177305" y="44047"/>
                </a:lnTo>
                <a:lnTo>
                  <a:pt x="178322" y="43816"/>
                </a:lnTo>
                <a:lnTo>
                  <a:pt x="179342" y="43591"/>
                </a:lnTo>
                <a:lnTo>
                  <a:pt x="180363" y="43372"/>
                </a:lnTo>
                <a:lnTo>
                  <a:pt x="181387" y="43158"/>
                </a:lnTo>
                <a:lnTo>
                  <a:pt x="182413" y="42951"/>
                </a:lnTo>
                <a:lnTo>
                  <a:pt x="183442" y="42749"/>
                </a:lnTo>
                <a:lnTo>
                  <a:pt x="184472" y="42553"/>
                </a:lnTo>
                <a:lnTo>
                  <a:pt x="185504" y="42363"/>
                </a:lnTo>
                <a:lnTo>
                  <a:pt x="186539" y="42180"/>
                </a:lnTo>
                <a:lnTo>
                  <a:pt x="187575" y="42002"/>
                </a:lnTo>
                <a:lnTo>
                  <a:pt x="188614" y="41830"/>
                </a:lnTo>
                <a:lnTo>
                  <a:pt x="189654" y="41664"/>
                </a:lnTo>
                <a:lnTo>
                  <a:pt x="190697" y="41504"/>
                </a:lnTo>
                <a:lnTo>
                  <a:pt x="191741" y="41350"/>
                </a:lnTo>
                <a:lnTo>
                  <a:pt x="192788" y="41202"/>
                </a:lnTo>
                <a:lnTo>
                  <a:pt x="193836" y="41061"/>
                </a:lnTo>
                <a:lnTo>
                  <a:pt x="194887" y="40925"/>
                </a:lnTo>
                <a:lnTo>
                  <a:pt x="195939" y="40796"/>
                </a:lnTo>
                <a:lnTo>
                  <a:pt x="196993" y="40672"/>
                </a:lnTo>
                <a:lnTo>
                  <a:pt x="198049" y="40555"/>
                </a:lnTo>
                <a:lnTo>
                  <a:pt x="199107" y="40444"/>
                </a:lnTo>
                <a:lnTo>
                  <a:pt x="200167" y="40339"/>
                </a:lnTo>
                <a:lnTo>
                  <a:pt x="201228" y="40241"/>
                </a:lnTo>
                <a:lnTo>
                  <a:pt x="202291" y="40148"/>
                </a:lnTo>
                <a:lnTo>
                  <a:pt x="203356" y="40062"/>
                </a:lnTo>
                <a:lnTo>
                  <a:pt x="204423" y="39982"/>
                </a:lnTo>
                <a:lnTo>
                  <a:pt x="205492" y="39909"/>
                </a:lnTo>
                <a:lnTo>
                  <a:pt x="206562" y="39841"/>
                </a:lnTo>
                <a:lnTo>
                  <a:pt x="207634" y="39780"/>
                </a:lnTo>
                <a:lnTo>
                  <a:pt x="208708" y="39726"/>
                </a:lnTo>
                <a:lnTo>
                  <a:pt x="209783" y="39677"/>
                </a:lnTo>
                <a:lnTo>
                  <a:pt x="210860" y="39636"/>
                </a:lnTo>
                <a:lnTo>
                  <a:pt x="211939" y="39600"/>
                </a:lnTo>
                <a:lnTo>
                  <a:pt x="213019" y="39571"/>
                </a:lnTo>
                <a:lnTo>
                  <a:pt x="214101" y="39548"/>
                </a:lnTo>
                <a:lnTo>
                  <a:pt x="215184" y="39532"/>
                </a:lnTo>
                <a:lnTo>
                  <a:pt x="216269" y="39522"/>
                </a:lnTo>
                <a:lnTo>
                  <a:pt x="217356" y="39519"/>
                </a:lnTo>
                <a:lnTo>
                  <a:pt x="217356" y="1976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path-89">
            <a:extLst xmlns:a="http://schemas.openxmlformats.org/drawingml/2006/main">
              <a:ext uri="{FF2B5EF4-FFF2-40B4-BE49-F238E27FC236}">
                <a16:creationId xmlns:a16="http://schemas.microsoft.com/office/drawing/2014/main" id="{F5D46F07-C867-4A5B-8D0A-3E7974D6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1057" y="2988030"/>
            <a:ext cx="169786" cy="148961"/>
          </a:xfrm>
          <a:custGeom xmlns:a="http://schemas.openxmlformats.org/drawingml/2006/main">
            <a:pathLst>
              <a:path w="169786" h="148961">
                <a:moveTo>
                  <a:pt x="34631" y="148961"/>
                </a:moveTo>
                <a:cubicBezTo>
                  <a:pt x="27685" y="148961"/>
                  <a:pt x="24211" y="145254"/>
                  <a:pt x="24211" y="137839"/>
                </a:cubicBezTo>
                <a:lnTo>
                  <a:pt x="24211" y="134132"/>
                </a:lnTo>
                <a:lnTo>
                  <a:pt x="28196" y="124696"/>
                </a:lnTo>
                <a:cubicBezTo>
                  <a:pt x="43519" y="89197"/>
                  <a:pt x="54654" y="58528"/>
                  <a:pt x="61601" y="32691"/>
                </a:cubicBezTo>
                <a:lnTo>
                  <a:pt x="64053" y="24602"/>
                </a:lnTo>
                <a:lnTo>
                  <a:pt x="54246" y="24602"/>
                </a:lnTo>
                <a:cubicBezTo>
                  <a:pt x="46481" y="24602"/>
                  <a:pt x="40965" y="24939"/>
                  <a:pt x="37697" y="25613"/>
                </a:cubicBezTo>
                <a:cubicBezTo>
                  <a:pt x="34427" y="26287"/>
                  <a:pt x="30443" y="28422"/>
                  <a:pt x="25743" y="32017"/>
                </a:cubicBezTo>
                <a:cubicBezTo>
                  <a:pt x="23496" y="33589"/>
                  <a:pt x="21249" y="35611"/>
                  <a:pt x="19002" y="38083"/>
                </a:cubicBezTo>
                <a:cubicBezTo>
                  <a:pt x="16754" y="40554"/>
                  <a:pt x="14812" y="42914"/>
                  <a:pt x="13178" y="45160"/>
                </a:cubicBezTo>
                <a:cubicBezTo>
                  <a:pt x="11544" y="47407"/>
                  <a:pt x="10624" y="48755"/>
                  <a:pt x="10420" y="49204"/>
                </a:cubicBezTo>
                <a:cubicBezTo>
                  <a:pt x="10012" y="49429"/>
                  <a:pt x="8479" y="49541"/>
                  <a:pt x="5823" y="49541"/>
                </a:cubicBezTo>
                <a:cubicBezTo>
                  <a:pt x="1941" y="49541"/>
                  <a:pt x="0" y="48418"/>
                  <a:pt x="0" y="46171"/>
                </a:cubicBezTo>
                <a:cubicBezTo>
                  <a:pt x="0" y="44823"/>
                  <a:pt x="1941" y="40891"/>
                  <a:pt x="5823" y="34376"/>
                </a:cubicBezTo>
                <a:cubicBezTo>
                  <a:pt x="9705" y="27860"/>
                  <a:pt x="15323" y="20895"/>
                  <a:pt x="22679" y="13480"/>
                </a:cubicBezTo>
                <a:cubicBezTo>
                  <a:pt x="30035" y="6066"/>
                  <a:pt x="37288" y="1797"/>
                  <a:pt x="44438" y="674"/>
                </a:cubicBezTo>
                <a:cubicBezTo>
                  <a:pt x="45869" y="225"/>
                  <a:pt x="68855" y="0"/>
                  <a:pt x="113395" y="0"/>
                </a:cubicBezTo>
                <a:cubicBezTo>
                  <a:pt x="146086" y="0"/>
                  <a:pt x="162839" y="112"/>
                  <a:pt x="163657" y="337"/>
                </a:cubicBezTo>
                <a:cubicBezTo>
                  <a:pt x="167743" y="1910"/>
                  <a:pt x="169786" y="5055"/>
                  <a:pt x="169786" y="9773"/>
                </a:cubicBezTo>
                <a:cubicBezTo>
                  <a:pt x="169786" y="16738"/>
                  <a:pt x="166517" y="21457"/>
                  <a:pt x="159979" y="23928"/>
                </a:cubicBezTo>
                <a:cubicBezTo>
                  <a:pt x="158753" y="24377"/>
                  <a:pt x="151704" y="24602"/>
                  <a:pt x="138832" y="24602"/>
                </a:cubicBezTo>
                <a:lnTo>
                  <a:pt x="119218" y="24602"/>
                </a:lnTo>
                <a:lnTo>
                  <a:pt x="118299" y="30331"/>
                </a:lnTo>
                <a:cubicBezTo>
                  <a:pt x="115847" y="46508"/>
                  <a:pt x="114621" y="59876"/>
                  <a:pt x="114621" y="70436"/>
                </a:cubicBezTo>
                <a:cubicBezTo>
                  <a:pt x="114621" y="82120"/>
                  <a:pt x="115541" y="92567"/>
                  <a:pt x="117379" y="101779"/>
                </a:cubicBezTo>
                <a:cubicBezTo>
                  <a:pt x="119218" y="110991"/>
                  <a:pt x="121159" y="118180"/>
                  <a:pt x="123203" y="123348"/>
                </a:cubicBezTo>
                <a:cubicBezTo>
                  <a:pt x="125246" y="128516"/>
                  <a:pt x="126267" y="131661"/>
                  <a:pt x="126267" y="132784"/>
                </a:cubicBezTo>
                <a:cubicBezTo>
                  <a:pt x="126267" y="136604"/>
                  <a:pt x="124837" y="140199"/>
                  <a:pt x="121977" y="143569"/>
                </a:cubicBezTo>
                <a:cubicBezTo>
                  <a:pt x="119116" y="146939"/>
                  <a:pt x="115438" y="148624"/>
                  <a:pt x="110944" y="148624"/>
                </a:cubicBezTo>
                <a:cubicBezTo>
                  <a:pt x="108696" y="148624"/>
                  <a:pt x="106857" y="148287"/>
                  <a:pt x="105427" y="147613"/>
                </a:cubicBezTo>
                <a:cubicBezTo>
                  <a:pt x="103997" y="146939"/>
                  <a:pt x="102362" y="144243"/>
                  <a:pt x="100524" y="139525"/>
                </a:cubicBezTo>
                <a:cubicBezTo>
                  <a:pt x="98684" y="134806"/>
                  <a:pt x="97050" y="128066"/>
                  <a:pt x="95620" y="119304"/>
                </a:cubicBezTo>
                <a:cubicBezTo>
                  <a:pt x="95415" y="117282"/>
                  <a:pt x="95313" y="112339"/>
                  <a:pt x="95313" y="104475"/>
                </a:cubicBezTo>
                <a:cubicBezTo>
                  <a:pt x="95313" y="93466"/>
                  <a:pt x="96233" y="81670"/>
                  <a:pt x="98071" y="69088"/>
                </a:cubicBezTo>
                <a:cubicBezTo>
                  <a:pt x="99910" y="56506"/>
                  <a:pt x="101750" y="46171"/>
                  <a:pt x="103588" y="38083"/>
                </a:cubicBezTo>
                <a:cubicBezTo>
                  <a:pt x="105427" y="29994"/>
                  <a:pt x="106448" y="25501"/>
                  <a:pt x="106653" y="24602"/>
                </a:cubicBezTo>
                <a:lnTo>
                  <a:pt x="76618" y="24602"/>
                </a:lnTo>
                <a:lnTo>
                  <a:pt x="76312" y="25950"/>
                </a:lnTo>
                <a:cubicBezTo>
                  <a:pt x="76312" y="26624"/>
                  <a:pt x="74371" y="35499"/>
                  <a:pt x="70489" y="52574"/>
                </a:cubicBezTo>
                <a:cubicBezTo>
                  <a:pt x="66607" y="69650"/>
                  <a:pt x="62214" y="87736"/>
                  <a:pt x="57310" y="106834"/>
                </a:cubicBezTo>
                <a:cubicBezTo>
                  <a:pt x="52407" y="125932"/>
                  <a:pt x="49240" y="136829"/>
                  <a:pt x="47810" y="139525"/>
                </a:cubicBezTo>
                <a:cubicBezTo>
                  <a:pt x="45562" y="145816"/>
                  <a:pt x="41170" y="148961"/>
                  <a:pt x="34631" y="14896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21430AC-26A8-4D2B-B332-0EC85AE6EE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812b8aa1446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3941" y="2856300"/>
            <a:ext cx="158077" cy="158077"/>
          </a:xfrm>
          <a:prstGeom xmlns:a="http://schemas.openxmlformats.org/drawingml/2006/main" prst="rect">
            <a:avLst/>
          </a:prstGeom>
        </p:spPr>
      </p:pic>
      <p:sp>
        <p:nvSpPr>
          <p:cNvPr id="102" name="uniskill-source-component-16">
            <a:extLst xmlns:a="http://schemas.openxmlformats.org/drawingml/2006/main">
              <a:ext uri="{FF2B5EF4-FFF2-40B4-BE49-F238E27FC236}">
                <a16:creationId xmlns:a16="http://schemas.microsoft.com/office/drawing/2014/main" id="{E8ED81E3-B4FF-488C-B3C8-0EB5B342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3941" y="2856300"/>
            <a:ext cx="158077" cy="158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0B1CAD9-D0AA-4BA7-9492-7E45F72EAC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48a4c019b48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1729" y="2346501"/>
            <a:ext cx="764039" cy="1375269"/>
          </a:xfrm>
          <a:prstGeom xmlns:a="http://schemas.openxmlformats.org/drawingml/2006/main" prst="rect">
            <a:avLst/>
          </a:prstGeom>
        </p:spPr>
      </p:pic>
      <p:sp>
        <p:nvSpPr>
          <p:cNvPr id="104" name="uniskill-source-component-17">
            <a:extLst xmlns:a="http://schemas.openxmlformats.org/drawingml/2006/main">
              <a:ext uri="{FF2B5EF4-FFF2-40B4-BE49-F238E27FC236}">
                <a16:creationId xmlns:a16="http://schemas.microsoft.com/office/drawing/2014/main" id="{32B9A066-A024-4B36-8451-5AF660DC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1729" y="2346501"/>
            <a:ext cx="764039" cy="137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pdf-path-92">
            <a:extLst xmlns:a="http://schemas.openxmlformats.org/drawingml/2006/main">
              <a:ext uri="{FF2B5EF4-FFF2-40B4-BE49-F238E27FC236}">
                <a16:creationId xmlns:a16="http://schemas.microsoft.com/office/drawing/2014/main" id="{9324C267-AC98-42FC-950C-32B60D63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1969" y="2757501"/>
            <a:ext cx="803558" cy="553269"/>
          </a:xfrm>
          <a:custGeom xmlns:a="http://schemas.openxmlformats.org/drawingml/2006/main">
            <a:pathLst>
              <a:path w="803558" h="553269">
                <a:moveTo>
                  <a:pt x="217356" y="19760"/>
                </a:moveTo>
                <a:lnTo>
                  <a:pt x="217356" y="19760"/>
                </a:lnTo>
                <a:lnTo>
                  <a:pt x="217356" y="39519"/>
                </a:lnTo>
                <a:lnTo>
                  <a:pt x="586202" y="39519"/>
                </a:lnTo>
                <a:lnTo>
                  <a:pt x="586202" y="19760"/>
                </a:lnTo>
                <a:close/>
                <a:moveTo>
                  <a:pt x="783798" y="217356"/>
                </a:moveTo>
                <a:lnTo>
                  <a:pt x="764039" y="217356"/>
                </a:lnTo>
                <a:lnTo>
                  <a:pt x="764039" y="335914"/>
                </a:lnTo>
                <a:lnTo>
                  <a:pt x="783798" y="335914"/>
                </a:lnTo>
                <a:lnTo>
                  <a:pt x="783798" y="335914"/>
                </a:lnTo>
                <a:lnTo>
                  <a:pt x="783798" y="217356"/>
                </a:lnTo>
                <a:lnTo>
                  <a:pt x="783798" y="217356"/>
                </a:lnTo>
                <a:lnTo>
                  <a:pt x="783798" y="217356"/>
                </a:lnTo>
                <a:close/>
                <a:moveTo>
                  <a:pt x="586202" y="533510"/>
                </a:moveTo>
                <a:lnTo>
                  <a:pt x="586202" y="513750"/>
                </a:lnTo>
                <a:lnTo>
                  <a:pt x="217356" y="513750"/>
                </a:lnTo>
                <a:lnTo>
                  <a:pt x="217356" y="533510"/>
                </a:lnTo>
                <a:lnTo>
                  <a:pt x="217356" y="533510"/>
                </a:lnTo>
                <a:lnTo>
                  <a:pt x="586202" y="533510"/>
                </a:lnTo>
                <a:lnTo>
                  <a:pt x="586202" y="533510"/>
                </a:lnTo>
                <a:close/>
                <a:moveTo>
                  <a:pt x="19760" y="335914"/>
                </a:moveTo>
                <a:lnTo>
                  <a:pt x="39519" y="335914"/>
                </a:lnTo>
                <a:lnTo>
                  <a:pt x="39519" y="217356"/>
                </a:lnTo>
                <a:lnTo>
                  <a:pt x="19760" y="217356"/>
                </a:lnTo>
                <a:lnTo>
                  <a:pt x="19760" y="217356"/>
                </a:lnTo>
                <a:close/>
                <a:moveTo>
                  <a:pt x="217356" y="533510"/>
                </a:moveTo>
                <a:lnTo>
                  <a:pt x="217356" y="513750"/>
                </a:lnTo>
                <a:lnTo>
                  <a:pt x="216269" y="513747"/>
                </a:lnTo>
                <a:lnTo>
                  <a:pt x="215184" y="513737"/>
                </a:lnTo>
                <a:lnTo>
                  <a:pt x="214101" y="513721"/>
                </a:lnTo>
                <a:lnTo>
                  <a:pt x="213019" y="513698"/>
                </a:lnTo>
                <a:lnTo>
                  <a:pt x="211939" y="513669"/>
                </a:lnTo>
                <a:lnTo>
                  <a:pt x="210860" y="513634"/>
                </a:lnTo>
                <a:lnTo>
                  <a:pt x="209783" y="513592"/>
                </a:lnTo>
                <a:lnTo>
                  <a:pt x="208708" y="513543"/>
                </a:lnTo>
                <a:lnTo>
                  <a:pt x="207634" y="513489"/>
                </a:lnTo>
                <a:lnTo>
                  <a:pt x="206562" y="513428"/>
                </a:lnTo>
                <a:lnTo>
                  <a:pt x="205492" y="513361"/>
                </a:lnTo>
                <a:lnTo>
                  <a:pt x="204423" y="513287"/>
                </a:lnTo>
                <a:lnTo>
                  <a:pt x="203356" y="513207"/>
                </a:lnTo>
                <a:lnTo>
                  <a:pt x="202291" y="513121"/>
                </a:lnTo>
                <a:lnTo>
                  <a:pt x="201228" y="513029"/>
                </a:lnTo>
                <a:lnTo>
                  <a:pt x="200167" y="512930"/>
                </a:lnTo>
                <a:lnTo>
                  <a:pt x="199107" y="512825"/>
                </a:lnTo>
                <a:lnTo>
                  <a:pt x="198049" y="512714"/>
                </a:lnTo>
                <a:lnTo>
                  <a:pt x="196993" y="512597"/>
                </a:lnTo>
                <a:lnTo>
                  <a:pt x="195939" y="512474"/>
                </a:lnTo>
                <a:lnTo>
                  <a:pt x="194887" y="512344"/>
                </a:lnTo>
                <a:lnTo>
                  <a:pt x="193836" y="512209"/>
                </a:lnTo>
                <a:lnTo>
                  <a:pt x="192788" y="512067"/>
                </a:lnTo>
                <a:lnTo>
                  <a:pt x="191741" y="511919"/>
                </a:lnTo>
                <a:lnTo>
                  <a:pt x="190697" y="511765"/>
                </a:lnTo>
                <a:lnTo>
                  <a:pt x="189654" y="511605"/>
                </a:lnTo>
                <a:lnTo>
                  <a:pt x="188614" y="511439"/>
                </a:lnTo>
                <a:lnTo>
                  <a:pt x="187575" y="511267"/>
                </a:lnTo>
                <a:lnTo>
                  <a:pt x="186539" y="511090"/>
                </a:lnTo>
                <a:lnTo>
                  <a:pt x="185504" y="510906"/>
                </a:lnTo>
                <a:lnTo>
                  <a:pt x="184472" y="510716"/>
                </a:lnTo>
                <a:lnTo>
                  <a:pt x="183442" y="510520"/>
                </a:lnTo>
                <a:lnTo>
                  <a:pt x="182413" y="510318"/>
                </a:lnTo>
                <a:lnTo>
                  <a:pt x="181387" y="510111"/>
                </a:lnTo>
                <a:lnTo>
                  <a:pt x="180363" y="509897"/>
                </a:lnTo>
                <a:lnTo>
                  <a:pt x="179342" y="509678"/>
                </a:lnTo>
                <a:lnTo>
                  <a:pt x="178322" y="509453"/>
                </a:lnTo>
                <a:lnTo>
                  <a:pt x="177305" y="509222"/>
                </a:lnTo>
                <a:lnTo>
                  <a:pt x="176290" y="508985"/>
                </a:lnTo>
                <a:lnTo>
                  <a:pt x="175277" y="508742"/>
                </a:lnTo>
                <a:lnTo>
                  <a:pt x="174266" y="508494"/>
                </a:lnTo>
                <a:lnTo>
                  <a:pt x="173258" y="508240"/>
                </a:lnTo>
                <a:lnTo>
                  <a:pt x="172252" y="507980"/>
                </a:lnTo>
                <a:lnTo>
                  <a:pt x="171248" y="507715"/>
                </a:lnTo>
                <a:lnTo>
                  <a:pt x="170246" y="507443"/>
                </a:lnTo>
                <a:lnTo>
                  <a:pt x="169247" y="507166"/>
                </a:lnTo>
                <a:lnTo>
                  <a:pt x="168251" y="506884"/>
                </a:lnTo>
                <a:lnTo>
                  <a:pt x="167256" y="506596"/>
                </a:lnTo>
                <a:lnTo>
                  <a:pt x="166264" y="506302"/>
                </a:lnTo>
                <a:lnTo>
                  <a:pt x="165275" y="506002"/>
                </a:lnTo>
                <a:lnTo>
                  <a:pt x="164288" y="505697"/>
                </a:lnTo>
                <a:lnTo>
                  <a:pt x="163303" y="505387"/>
                </a:lnTo>
                <a:lnTo>
                  <a:pt x="162321" y="505070"/>
                </a:lnTo>
                <a:lnTo>
                  <a:pt x="161341" y="504749"/>
                </a:lnTo>
                <a:lnTo>
                  <a:pt x="160364" y="504422"/>
                </a:lnTo>
                <a:lnTo>
                  <a:pt x="159389" y="504089"/>
                </a:lnTo>
                <a:lnTo>
                  <a:pt x="158417" y="503751"/>
                </a:lnTo>
                <a:lnTo>
                  <a:pt x="157448" y="503407"/>
                </a:lnTo>
                <a:lnTo>
                  <a:pt x="156481" y="503058"/>
                </a:lnTo>
                <a:lnTo>
                  <a:pt x="155517" y="502704"/>
                </a:lnTo>
                <a:lnTo>
                  <a:pt x="154555" y="502344"/>
                </a:lnTo>
                <a:lnTo>
                  <a:pt x="153596" y="501978"/>
                </a:lnTo>
                <a:lnTo>
                  <a:pt x="152640" y="501608"/>
                </a:lnTo>
                <a:lnTo>
                  <a:pt x="151686" y="501232"/>
                </a:lnTo>
                <a:lnTo>
                  <a:pt x="150735" y="500851"/>
                </a:lnTo>
                <a:lnTo>
                  <a:pt x="149787" y="500464"/>
                </a:lnTo>
                <a:lnTo>
                  <a:pt x="148841" y="500072"/>
                </a:lnTo>
                <a:lnTo>
                  <a:pt x="147898" y="499675"/>
                </a:lnTo>
                <a:lnTo>
                  <a:pt x="146958" y="499273"/>
                </a:lnTo>
                <a:lnTo>
                  <a:pt x="146021" y="498865"/>
                </a:lnTo>
                <a:lnTo>
                  <a:pt x="145086" y="498452"/>
                </a:lnTo>
                <a:lnTo>
                  <a:pt x="144155" y="498034"/>
                </a:lnTo>
                <a:lnTo>
                  <a:pt x="143226" y="497611"/>
                </a:lnTo>
                <a:lnTo>
                  <a:pt x="142300" y="497182"/>
                </a:lnTo>
                <a:lnTo>
                  <a:pt x="141377" y="496749"/>
                </a:lnTo>
                <a:lnTo>
                  <a:pt x="140457" y="496310"/>
                </a:lnTo>
                <a:lnTo>
                  <a:pt x="139540" y="495866"/>
                </a:lnTo>
                <a:lnTo>
                  <a:pt x="138626" y="495417"/>
                </a:lnTo>
                <a:lnTo>
                  <a:pt x="137714" y="494963"/>
                </a:lnTo>
                <a:lnTo>
                  <a:pt x="136806" y="494504"/>
                </a:lnTo>
                <a:lnTo>
                  <a:pt x="135901" y="494040"/>
                </a:lnTo>
                <a:lnTo>
                  <a:pt x="134998" y="493571"/>
                </a:lnTo>
                <a:lnTo>
                  <a:pt x="134099" y="493097"/>
                </a:lnTo>
                <a:lnTo>
                  <a:pt x="133203" y="492618"/>
                </a:lnTo>
                <a:lnTo>
                  <a:pt x="132309" y="492134"/>
                </a:lnTo>
                <a:lnTo>
                  <a:pt x="131419" y="491645"/>
                </a:lnTo>
                <a:lnTo>
                  <a:pt x="130532" y="491152"/>
                </a:lnTo>
                <a:lnTo>
                  <a:pt x="129648" y="490653"/>
                </a:lnTo>
                <a:lnTo>
                  <a:pt x="128768" y="490149"/>
                </a:lnTo>
                <a:lnTo>
                  <a:pt x="127890" y="489641"/>
                </a:lnTo>
                <a:lnTo>
                  <a:pt x="127015" y="489127"/>
                </a:lnTo>
                <a:lnTo>
                  <a:pt x="126144" y="488609"/>
                </a:lnTo>
                <a:lnTo>
                  <a:pt x="125276" y="488086"/>
                </a:lnTo>
                <a:lnTo>
                  <a:pt x="124411" y="487558"/>
                </a:lnTo>
                <a:lnTo>
                  <a:pt x="123550" y="487026"/>
                </a:lnTo>
                <a:lnTo>
                  <a:pt x="122692" y="486488"/>
                </a:lnTo>
                <a:lnTo>
                  <a:pt x="121837" y="485946"/>
                </a:lnTo>
                <a:lnTo>
                  <a:pt x="120985" y="485400"/>
                </a:lnTo>
                <a:lnTo>
                  <a:pt x="120137" y="484848"/>
                </a:lnTo>
                <a:lnTo>
                  <a:pt x="119291" y="484292"/>
                </a:lnTo>
                <a:lnTo>
                  <a:pt x="118450" y="483731"/>
                </a:lnTo>
                <a:lnTo>
                  <a:pt x="117612" y="483166"/>
                </a:lnTo>
                <a:lnTo>
                  <a:pt x="116777" y="482596"/>
                </a:lnTo>
                <a:lnTo>
                  <a:pt x="115945" y="482021"/>
                </a:lnTo>
                <a:lnTo>
                  <a:pt x="115117" y="481442"/>
                </a:lnTo>
                <a:lnTo>
                  <a:pt x="114292" y="480858"/>
                </a:lnTo>
                <a:lnTo>
                  <a:pt x="113471" y="480269"/>
                </a:lnTo>
                <a:lnTo>
                  <a:pt x="112654" y="479676"/>
                </a:lnTo>
                <a:lnTo>
                  <a:pt x="111840" y="479079"/>
                </a:lnTo>
                <a:lnTo>
                  <a:pt x="111029" y="478477"/>
                </a:lnTo>
                <a:lnTo>
                  <a:pt x="110222" y="477870"/>
                </a:lnTo>
                <a:lnTo>
                  <a:pt x="109418" y="477259"/>
                </a:lnTo>
                <a:lnTo>
                  <a:pt x="108618" y="476644"/>
                </a:lnTo>
                <a:lnTo>
                  <a:pt x="107822" y="476024"/>
                </a:lnTo>
                <a:lnTo>
                  <a:pt x="107029" y="475400"/>
                </a:lnTo>
                <a:lnTo>
                  <a:pt x="106240" y="474771"/>
                </a:lnTo>
                <a:lnTo>
                  <a:pt x="105455" y="474138"/>
                </a:lnTo>
                <a:lnTo>
                  <a:pt x="104673" y="473501"/>
                </a:lnTo>
                <a:lnTo>
                  <a:pt x="103895" y="472860"/>
                </a:lnTo>
                <a:lnTo>
                  <a:pt x="103121" y="472214"/>
                </a:lnTo>
                <a:lnTo>
                  <a:pt x="102350" y="471563"/>
                </a:lnTo>
                <a:lnTo>
                  <a:pt x="101583" y="470909"/>
                </a:lnTo>
                <a:lnTo>
                  <a:pt x="100820" y="470250"/>
                </a:lnTo>
                <a:lnTo>
                  <a:pt x="100061" y="469587"/>
                </a:lnTo>
                <a:lnTo>
                  <a:pt x="99305" y="468920"/>
                </a:lnTo>
                <a:lnTo>
                  <a:pt x="98553" y="468248"/>
                </a:lnTo>
                <a:lnTo>
                  <a:pt x="97806" y="467572"/>
                </a:lnTo>
                <a:lnTo>
                  <a:pt x="97062" y="466893"/>
                </a:lnTo>
                <a:lnTo>
                  <a:pt x="96321" y="466209"/>
                </a:lnTo>
                <a:lnTo>
                  <a:pt x="95585" y="465521"/>
                </a:lnTo>
                <a:lnTo>
                  <a:pt x="94853" y="464828"/>
                </a:lnTo>
                <a:lnTo>
                  <a:pt x="94124" y="464132"/>
                </a:lnTo>
                <a:lnTo>
                  <a:pt x="93400" y="463432"/>
                </a:lnTo>
                <a:lnTo>
                  <a:pt x="92679" y="462727"/>
                </a:lnTo>
                <a:lnTo>
                  <a:pt x="91963" y="462019"/>
                </a:lnTo>
                <a:lnTo>
                  <a:pt x="91250" y="461306"/>
                </a:lnTo>
                <a:lnTo>
                  <a:pt x="90542" y="460590"/>
                </a:lnTo>
                <a:lnTo>
                  <a:pt x="89837" y="459869"/>
                </a:lnTo>
                <a:lnTo>
                  <a:pt x="89137" y="459145"/>
                </a:lnTo>
                <a:lnTo>
                  <a:pt x="88441" y="458416"/>
                </a:lnTo>
                <a:lnTo>
                  <a:pt x="87748" y="457684"/>
                </a:lnTo>
                <a:lnTo>
                  <a:pt x="87060" y="456948"/>
                </a:lnTo>
                <a:lnTo>
                  <a:pt x="86376" y="456207"/>
                </a:lnTo>
                <a:lnTo>
                  <a:pt x="85697" y="455463"/>
                </a:lnTo>
                <a:lnTo>
                  <a:pt x="85021" y="454716"/>
                </a:lnTo>
                <a:lnTo>
                  <a:pt x="84349" y="453964"/>
                </a:lnTo>
                <a:lnTo>
                  <a:pt x="83682" y="453208"/>
                </a:lnTo>
                <a:lnTo>
                  <a:pt x="83019" y="452449"/>
                </a:lnTo>
                <a:lnTo>
                  <a:pt x="82360" y="451686"/>
                </a:lnTo>
                <a:lnTo>
                  <a:pt x="81706" y="450919"/>
                </a:lnTo>
                <a:lnTo>
                  <a:pt x="81055" y="450148"/>
                </a:lnTo>
                <a:lnTo>
                  <a:pt x="80410" y="449374"/>
                </a:lnTo>
                <a:lnTo>
                  <a:pt x="79768" y="448596"/>
                </a:lnTo>
                <a:lnTo>
                  <a:pt x="79131" y="447814"/>
                </a:lnTo>
                <a:lnTo>
                  <a:pt x="78498" y="447029"/>
                </a:lnTo>
                <a:lnTo>
                  <a:pt x="77869" y="446240"/>
                </a:lnTo>
                <a:lnTo>
                  <a:pt x="77245" y="445447"/>
                </a:lnTo>
                <a:lnTo>
                  <a:pt x="76625" y="444651"/>
                </a:lnTo>
                <a:lnTo>
                  <a:pt x="76010" y="443851"/>
                </a:lnTo>
                <a:lnTo>
                  <a:pt x="75399" y="443047"/>
                </a:lnTo>
                <a:lnTo>
                  <a:pt x="74792" y="442240"/>
                </a:lnTo>
                <a:lnTo>
                  <a:pt x="74190" y="441429"/>
                </a:lnTo>
                <a:lnTo>
                  <a:pt x="73593" y="440615"/>
                </a:lnTo>
                <a:lnTo>
                  <a:pt x="73000" y="439798"/>
                </a:lnTo>
                <a:lnTo>
                  <a:pt x="72411" y="438977"/>
                </a:lnTo>
                <a:lnTo>
                  <a:pt x="71827" y="438152"/>
                </a:lnTo>
                <a:lnTo>
                  <a:pt x="71248" y="437324"/>
                </a:lnTo>
                <a:lnTo>
                  <a:pt x="70673" y="436492"/>
                </a:lnTo>
                <a:lnTo>
                  <a:pt x="70103" y="435658"/>
                </a:lnTo>
                <a:lnTo>
                  <a:pt x="69538" y="434819"/>
                </a:lnTo>
                <a:lnTo>
                  <a:pt x="68977" y="433978"/>
                </a:lnTo>
                <a:lnTo>
                  <a:pt x="68421" y="433133"/>
                </a:lnTo>
                <a:lnTo>
                  <a:pt x="67869" y="432284"/>
                </a:lnTo>
                <a:lnTo>
                  <a:pt x="67323" y="431432"/>
                </a:lnTo>
                <a:lnTo>
                  <a:pt x="66781" y="430577"/>
                </a:lnTo>
                <a:lnTo>
                  <a:pt x="66243" y="429719"/>
                </a:lnTo>
                <a:lnTo>
                  <a:pt x="65711" y="428858"/>
                </a:lnTo>
                <a:lnTo>
                  <a:pt x="65183" y="427993"/>
                </a:lnTo>
                <a:lnTo>
                  <a:pt x="64660" y="427125"/>
                </a:lnTo>
                <a:lnTo>
                  <a:pt x="64142" y="426254"/>
                </a:lnTo>
                <a:lnTo>
                  <a:pt x="63628" y="425379"/>
                </a:lnTo>
                <a:lnTo>
                  <a:pt x="63120" y="424502"/>
                </a:lnTo>
                <a:lnTo>
                  <a:pt x="62616" y="423621"/>
                </a:lnTo>
                <a:lnTo>
                  <a:pt x="62117" y="422737"/>
                </a:lnTo>
                <a:lnTo>
                  <a:pt x="61624" y="421850"/>
                </a:lnTo>
                <a:lnTo>
                  <a:pt x="61135" y="420960"/>
                </a:lnTo>
                <a:lnTo>
                  <a:pt x="60651" y="420067"/>
                </a:lnTo>
                <a:lnTo>
                  <a:pt x="60172" y="419170"/>
                </a:lnTo>
                <a:lnTo>
                  <a:pt x="59698" y="418271"/>
                </a:lnTo>
                <a:lnTo>
                  <a:pt x="59229" y="417369"/>
                </a:lnTo>
                <a:lnTo>
                  <a:pt x="58765" y="416463"/>
                </a:lnTo>
                <a:lnTo>
                  <a:pt x="58306" y="415555"/>
                </a:lnTo>
                <a:lnTo>
                  <a:pt x="57852" y="414644"/>
                </a:lnTo>
                <a:lnTo>
                  <a:pt x="57403" y="413729"/>
                </a:lnTo>
                <a:lnTo>
                  <a:pt x="56959" y="412812"/>
                </a:lnTo>
                <a:lnTo>
                  <a:pt x="56520" y="411892"/>
                </a:lnTo>
                <a:lnTo>
                  <a:pt x="56087" y="410969"/>
                </a:lnTo>
                <a:lnTo>
                  <a:pt x="55658" y="410043"/>
                </a:lnTo>
                <a:lnTo>
                  <a:pt x="55235" y="409114"/>
                </a:lnTo>
                <a:lnTo>
                  <a:pt x="54817" y="408183"/>
                </a:lnTo>
                <a:lnTo>
                  <a:pt x="54404" y="407248"/>
                </a:lnTo>
                <a:lnTo>
                  <a:pt x="53997" y="406311"/>
                </a:lnTo>
                <a:lnTo>
                  <a:pt x="53594" y="405371"/>
                </a:lnTo>
                <a:lnTo>
                  <a:pt x="53197" y="404428"/>
                </a:lnTo>
                <a:lnTo>
                  <a:pt x="52805" y="403483"/>
                </a:lnTo>
                <a:lnTo>
                  <a:pt x="52418" y="402534"/>
                </a:lnTo>
                <a:lnTo>
                  <a:pt x="52037" y="401583"/>
                </a:lnTo>
                <a:lnTo>
                  <a:pt x="51661" y="400630"/>
                </a:lnTo>
                <a:lnTo>
                  <a:pt x="51291" y="399673"/>
                </a:lnTo>
                <a:lnTo>
                  <a:pt x="50925" y="398714"/>
                </a:lnTo>
                <a:lnTo>
                  <a:pt x="50565" y="397753"/>
                </a:lnTo>
                <a:lnTo>
                  <a:pt x="50211" y="396788"/>
                </a:lnTo>
                <a:lnTo>
                  <a:pt x="49862" y="395821"/>
                </a:lnTo>
                <a:lnTo>
                  <a:pt x="49518" y="394852"/>
                </a:lnTo>
                <a:lnTo>
                  <a:pt x="49180" y="393880"/>
                </a:lnTo>
                <a:lnTo>
                  <a:pt x="48847" y="392905"/>
                </a:lnTo>
                <a:lnTo>
                  <a:pt x="48520" y="391928"/>
                </a:lnTo>
                <a:lnTo>
                  <a:pt x="48199" y="390948"/>
                </a:lnTo>
                <a:lnTo>
                  <a:pt x="47882" y="389966"/>
                </a:lnTo>
                <a:lnTo>
                  <a:pt x="47572" y="388982"/>
                </a:lnTo>
                <a:lnTo>
                  <a:pt x="47267" y="387994"/>
                </a:lnTo>
                <a:lnTo>
                  <a:pt x="46967" y="387005"/>
                </a:lnTo>
                <a:lnTo>
                  <a:pt x="46674" y="386013"/>
                </a:lnTo>
                <a:lnTo>
                  <a:pt x="46385" y="385019"/>
                </a:lnTo>
                <a:lnTo>
                  <a:pt x="46103" y="384022"/>
                </a:lnTo>
                <a:lnTo>
                  <a:pt x="45826" y="383023"/>
                </a:lnTo>
                <a:lnTo>
                  <a:pt x="45555" y="382021"/>
                </a:lnTo>
                <a:lnTo>
                  <a:pt x="45289" y="381018"/>
                </a:lnTo>
                <a:lnTo>
                  <a:pt x="45029" y="380012"/>
                </a:lnTo>
                <a:lnTo>
                  <a:pt x="44775" y="379003"/>
                </a:lnTo>
                <a:lnTo>
                  <a:pt x="44527" y="377993"/>
                </a:lnTo>
                <a:lnTo>
                  <a:pt x="44284" y="376980"/>
                </a:lnTo>
                <a:lnTo>
                  <a:pt x="44047" y="375965"/>
                </a:lnTo>
                <a:lnTo>
                  <a:pt x="43816" y="374947"/>
                </a:lnTo>
                <a:lnTo>
                  <a:pt x="43591" y="373928"/>
                </a:lnTo>
                <a:lnTo>
                  <a:pt x="43372" y="372906"/>
                </a:lnTo>
                <a:lnTo>
                  <a:pt x="43158" y="371882"/>
                </a:lnTo>
                <a:lnTo>
                  <a:pt x="42951" y="370856"/>
                </a:lnTo>
                <a:lnTo>
                  <a:pt x="42749" y="369828"/>
                </a:lnTo>
                <a:lnTo>
                  <a:pt x="42553" y="368797"/>
                </a:lnTo>
                <a:lnTo>
                  <a:pt x="42363" y="367765"/>
                </a:lnTo>
                <a:lnTo>
                  <a:pt x="42180" y="366731"/>
                </a:lnTo>
                <a:lnTo>
                  <a:pt x="42002" y="365694"/>
                </a:lnTo>
                <a:lnTo>
                  <a:pt x="41830" y="364656"/>
                </a:lnTo>
                <a:lnTo>
                  <a:pt x="41664" y="363615"/>
                </a:lnTo>
                <a:lnTo>
                  <a:pt x="41504" y="362573"/>
                </a:lnTo>
                <a:lnTo>
                  <a:pt x="41350" y="361528"/>
                </a:lnTo>
                <a:lnTo>
                  <a:pt x="41202" y="360482"/>
                </a:lnTo>
                <a:lnTo>
                  <a:pt x="41061" y="359433"/>
                </a:lnTo>
                <a:lnTo>
                  <a:pt x="40925" y="358383"/>
                </a:lnTo>
                <a:lnTo>
                  <a:pt x="40796" y="357331"/>
                </a:lnTo>
                <a:lnTo>
                  <a:pt x="40672" y="356276"/>
                </a:lnTo>
                <a:lnTo>
                  <a:pt x="40555" y="355220"/>
                </a:lnTo>
                <a:lnTo>
                  <a:pt x="40444" y="354163"/>
                </a:lnTo>
                <a:lnTo>
                  <a:pt x="40339" y="353103"/>
                </a:lnTo>
                <a:lnTo>
                  <a:pt x="40241" y="352041"/>
                </a:lnTo>
                <a:lnTo>
                  <a:pt x="40148" y="350978"/>
                </a:lnTo>
                <a:lnTo>
                  <a:pt x="40062" y="349913"/>
                </a:lnTo>
                <a:lnTo>
                  <a:pt x="39982" y="348846"/>
                </a:lnTo>
                <a:lnTo>
                  <a:pt x="39909" y="347778"/>
                </a:lnTo>
                <a:lnTo>
                  <a:pt x="39841" y="346707"/>
                </a:lnTo>
                <a:lnTo>
                  <a:pt x="39780" y="345635"/>
                </a:lnTo>
                <a:lnTo>
                  <a:pt x="39726" y="344562"/>
                </a:lnTo>
                <a:lnTo>
                  <a:pt x="39677" y="343486"/>
                </a:lnTo>
                <a:lnTo>
                  <a:pt x="39636" y="342409"/>
                </a:lnTo>
                <a:lnTo>
                  <a:pt x="39600" y="341331"/>
                </a:lnTo>
                <a:lnTo>
                  <a:pt x="39571" y="340250"/>
                </a:lnTo>
                <a:lnTo>
                  <a:pt x="39548" y="339169"/>
                </a:lnTo>
                <a:lnTo>
                  <a:pt x="39532" y="338085"/>
                </a:lnTo>
                <a:lnTo>
                  <a:pt x="39522" y="337000"/>
                </a:lnTo>
                <a:lnTo>
                  <a:pt x="39519" y="335914"/>
                </a:lnTo>
                <a:lnTo>
                  <a:pt x="19760" y="335914"/>
                </a:lnTo>
                <a:lnTo>
                  <a:pt x="19760" y="335914"/>
                </a:lnTo>
                <a:lnTo>
                  <a:pt x="19764" y="337117"/>
                </a:lnTo>
                <a:lnTo>
                  <a:pt x="19774" y="338318"/>
                </a:lnTo>
                <a:lnTo>
                  <a:pt x="19792" y="339517"/>
                </a:lnTo>
                <a:lnTo>
                  <a:pt x="19817" y="340715"/>
                </a:lnTo>
                <a:lnTo>
                  <a:pt x="19849" y="341911"/>
                </a:lnTo>
                <a:lnTo>
                  <a:pt x="19888" y="343105"/>
                </a:lnTo>
                <a:lnTo>
                  <a:pt x="19935" y="344297"/>
                </a:lnTo>
                <a:lnTo>
                  <a:pt x="19988" y="345487"/>
                </a:lnTo>
                <a:lnTo>
                  <a:pt x="20048" y="346676"/>
                </a:lnTo>
                <a:lnTo>
                  <a:pt x="20115" y="347863"/>
                </a:lnTo>
                <a:lnTo>
                  <a:pt x="20189" y="349048"/>
                </a:lnTo>
                <a:lnTo>
                  <a:pt x="20271" y="350231"/>
                </a:lnTo>
                <a:lnTo>
                  <a:pt x="20359" y="351412"/>
                </a:lnTo>
                <a:lnTo>
                  <a:pt x="20454" y="352591"/>
                </a:lnTo>
                <a:lnTo>
                  <a:pt x="20556" y="353768"/>
                </a:lnTo>
                <a:lnTo>
                  <a:pt x="20664" y="354944"/>
                </a:lnTo>
                <a:lnTo>
                  <a:pt x="20780" y="356117"/>
                </a:lnTo>
                <a:lnTo>
                  <a:pt x="20903" y="357288"/>
                </a:lnTo>
                <a:lnTo>
                  <a:pt x="21032" y="358457"/>
                </a:lnTo>
                <a:lnTo>
                  <a:pt x="21168" y="359624"/>
                </a:lnTo>
                <a:lnTo>
                  <a:pt x="21311" y="360789"/>
                </a:lnTo>
                <a:lnTo>
                  <a:pt x="21460" y="361952"/>
                </a:lnTo>
                <a:lnTo>
                  <a:pt x="21617" y="363113"/>
                </a:lnTo>
                <a:lnTo>
                  <a:pt x="21780" y="364272"/>
                </a:lnTo>
                <a:lnTo>
                  <a:pt x="21949" y="365428"/>
                </a:lnTo>
                <a:lnTo>
                  <a:pt x="22126" y="366583"/>
                </a:lnTo>
                <a:lnTo>
                  <a:pt x="22309" y="367735"/>
                </a:lnTo>
                <a:lnTo>
                  <a:pt x="22498" y="368885"/>
                </a:lnTo>
                <a:lnTo>
                  <a:pt x="22695" y="370032"/>
                </a:lnTo>
                <a:lnTo>
                  <a:pt x="22897" y="371178"/>
                </a:lnTo>
                <a:lnTo>
                  <a:pt x="23107" y="372321"/>
                </a:lnTo>
                <a:lnTo>
                  <a:pt x="23323" y="373462"/>
                </a:lnTo>
                <a:lnTo>
                  <a:pt x="23545" y="374600"/>
                </a:lnTo>
                <a:lnTo>
                  <a:pt x="23774" y="375736"/>
                </a:lnTo>
                <a:lnTo>
                  <a:pt x="24010" y="376870"/>
                </a:lnTo>
                <a:lnTo>
                  <a:pt x="24252" y="378001"/>
                </a:lnTo>
                <a:lnTo>
                  <a:pt x="24500" y="379130"/>
                </a:lnTo>
                <a:lnTo>
                  <a:pt x="24755" y="380257"/>
                </a:lnTo>
                <a:lnTo>
                  <a:pt x="25016" y="381381"/>
                </a:lnTo>
                <a:lnTo>
                  <a:pt x="25284" y="382503"/>
                </a:lnTo>
                <a:lnTo>
                  <a:pt x="25558" y="383622"/>
                </a:lnTo>
                <a:lnTo>
                  <a:pt x="25838" y="384739"/>
                </a:lnTo>
                <a:lnTo>
                  <a:pt x="26125" y="385853"/>
                </a:lnTo>
                <a:lnTo>
                  <a:pt x="26418" y="386964"/>
                </a:lnTo>
                <a:lnTo>
                  <a:pt x="26717" y="388074"/>
                </a:lnTo>
                <a:lnTo>
                  <a:pt x="27023" y="389180"/>
                </a:lnTo>
                <a:lnTo>
                  <a:pt x="27334" y="390284"/>
                </a:lnTo>
                <a:lnTo>
                  <a:pt x="27652" y="391385"/>
                </a:lnTo>
                <a:lnTo>
                  <a:pt x="27977" y="392484"/>
                </a:lnTo>
                <a:lnTo>
                  <a:pt x="28307" y="393580"/>
                </a:lnTo>
                <a:lnTo>
                  <a:pt x="28643" y="394673"/>
                </a:lnTo>
                <a:lnTo>
                  <a:pt x="28986" y="395763"/>
                </a:lnTo>
                <a:lnTo>
                  <a:pt x="29335" y="396851"/>
                </a:lnTo>
                <a:lnTo>
                  <a:pt x="29690" y="397936"/>
                </a:lnTo>
                <a:lnTo>
                  <a:pt x="30051" y="399018"/>
                </a:lnTo>
                <a:lnTo>
                  <a:pt x="30418" y="400098"/>
                </a:lnTo>
                <a:lnTo>
                  <a:pt x="30791" y="401175"/>
                </a:lnTo>
                <a:lnTo>
                  <a:pt x="31170" y="402248"/>
                </a:lnTo>
                <a:lnTo>
                  <a:pt x="31555" y="403319"/>
                </a:lnTo>
                <a:lnTo>
                  <a:pt x="31946" y="404388"/>
                </a:lnTo>
                <a:lnTo>
                  <a:pt x="32343" y="405453"/>
                </a:lnTo>
                <a:lnTo>
                  <a:pt x="32746" y="406515"/>
                </a:lnTo>
                <a:lnTo>
                  <a:pt x="33155" y="407575"/>
                </a:lnTo>
                <a:lnTo>
                  <a:pt x="33570" y="408631"/>
                </a:lnTo>
                <a:lnTo>
                  <a:pt x="33991" y="409685"/>
                </a:lnTo>
                <a:lnTo>
                  <a:pt x="34417" y="410735"/>
                </a:lnTo>
                <a:lnTo>
                  <a:pt x="34850" y="411783"/>
                </a:lnTo>
                <a:lnTo>
                  <a:pt x="35288" y="412827"/>
                </a:lnTo>
                <a:lnTo>
                  <a:pt x="35732" y="413868"/>
                </a:lnTo>
                <a:lnTo>
                  <a:pt x="36182" y="414907"/>
                </a:lnTo>
                <a:lnTo>
                  <a:pt x="36637" y="415942"/>
                </a:lnTo>
                <a:lnTo>
                  <a:pt x="37099" y="416974"/>
                </a:lnTo>
                <a:lnTo>
                  <a:pt x="37566" y="418003"/>
                </a:lnTo>
                <a:lnTo>
                  <a:pt x="38038" y="419029"/>
                </a:lnTo>
                <a:lnTo>
                  <a:pt x="38517" y="420052"/>
                </a:lnTo>
                <a:lnTo>
                  <a:pt x="39001" y="421071"/>
                </a:lnTo>
                <a:lnTo>
                  <a:pt x="39491" y="422088"/>
                </a:lnTo>
                <a:lnTo>
                  <a:pt x="39986" y="423101"/>
                </a:lnTo>
                <a:lnTo>
                  <a:pt x="40487" y="424110"/>
                </a:lnTo>
                <a:lnTo>
                  <a:pt x="40993" y="425117"/>
                </a:lnTo>
                <a:lnTo>
                  <a:pt x="41505" y="426120"/>
                </a:lnTo>
                <a:lnTo>
                  <a:pt x="42023" y="427120"/>
                </a:lnTo>
                <a:lnTo>
                  <a:pt x="42546" y="428117"/>
                </a:lnTo>
                <a:lnTo>
                  <a:pt x="43075" y="429110"/>
                </a:lnTo>
                <a:lnTo>
                  <a:pt x="43609" y="430100"/>
                </a:lnTo>
                <a:lnTo>
                  <a:pt x="44148" y="431086"/>
                </a:lnTo>
                <a:lnTo>
                  <a:pt x="44693" y="432069"/>
                </a:lnTo>
                <a:lnTo>
                  <a:pt x="45243" y="433049"/>
                </a:lnTo>
                <a:lnTo>
                  <a:pt x="45799" y="434025"/>
                </a:lnTo>
                <a:lnTo>
                  <a:pt x="46360" y="434998"/>
                </a:lnTo>
                <a:lnTo>
                  <a:pt x="46927" y="435967"/>
                </a:lnTo>
                <a:lnTo>
                  <a:pt x="47499" y="436933"/>
                </a:lnTo>
                <a:lnTo>
                  <a:pt x="48076" y="437895"/>
                </a:lnTo>
                <a:lnTo>
                  <a:pt x="48658" y="438853"/>
                </a:lnTo>
                <a:lnTo>
                  <a:pt x="49246" y="439808"/>
                </a:lnTo>
                <a:lnTo>
                  <a:pt x="49839" y="440760"/>
                </a:lnTo>
                <a:lnTo>
                  <a:pt x="50437" y="441708"/>
                </a:lnTo>
                <a:lnTo>
                  <a:pt x="51041" y="442652"/>
                </a:lnTo>
                <a:lnTo>
                  <a:pt x="51649" y="443592"/>
                </a:lnTo>
                <a:lnTo>
                  <a:pt x="52263" y="444529"/>
                </a:lnTo>
                <a:lnTo>
                  <a:pt x="52882" y="445462"/>
                </a:lnTo>
                <a:lnTo>
                  <a:pt x="53506" y="446392"/>
                </a:lnTo>
                <a:lnTo>
                  <a:pt x="54135" y="447317"/>
                </a:lnTo>
                <a:lnTo>
                  <a:pt x="54770" y="448239"/>
                </a:lnTo>
                <a:lnTo>
                  <a:pt x="55409" y="449157"/>
                </a:lnTo>
                <a:lnTo>
                  <a:pt x="56053" y="450072"/>
                </a:lnTo>
                <a:lnTo>
                  <a:pt x="56703" y="450982"/>
                </a:lnTo>
                <a:lnTo>
                  <a:pt x="57357" y="451889"/>
                </a:lnTo>
                <a:lnTo>
                  <a:pt x="58017" y="452792"/>
                </a:lnTo>
                <a:lnTo>
                  <a:pt x="58681" y="453691"/>
                </a:lnTo>
                <a:lnTo>
                  <a:pt x="59350" y="454586"/>
                </a:lnTo>
                <a:lnTo>
                  <a:pt x="60025" y="455477"/>
                </a:lnTo>
                <a:lnTo>
                  <a:pt x="60704" y="456364"/>
                </a:lnTo>
                <a:lnTo>
                  <a:pt x="61388" y="457247"/>
                </a:lnTo>
                <a:lnTo>
                  <a:pt x="62077" y="458126"/>
                </a:lnTo>
                <a:lnTo>
                  <a:pt x="62771" y="459002"/>
                </a:lnTo>
                <a:lnTo>
                  <a:pt x="63469" y="459873"/>
                </a:lnTo>
                <a:lnTo>
                  <a:pt x="64173" y="460740"/>
                </a:lnTo>
                <a:lnTo>
                  <a:pt x="64881" y="461603"/>
                </a:lnTo>
                <a:lnTo>
                  <a:pt x="65594" y="462462"/>
                </a:lnTo>
                <a:lnTo>
                  <a:pt x="66312" y="463317"/>
                </a:lnTo>
                <a:lnTo>
                  <a:pt x="67034" y="464168"/>
                </a:lnTo>
                <a:lnTo>
                  <a:pt x="67762" y="465015"/>
                </a:lnTo>
                <a:lnTo>
                  <a:pt x="68493" y="465857"/>
                </a:lnTo>
                <a:lnTo>
                  <a:pt x="69230" y="466696"/>
                </a:lnTo>
                <a:lnTo>
                  <a:pt x="69971" y="467530"/>
                </a:lnTo>
                <a:lnTo>
                  <a:pt x="70717" y="468360"/>
                </a:lnTo>
                <a:lnTo>
                  <a:pt x="71467" y="469185"/>
                </a:lnTo>
                <a:lnTo>
                  <a:pt x="72222" y="470007"/>
                </a:lnTo>
                <a:lnTo>
                  <a:pt x="72982" y="470824"/>
                </a:lnTo>
                <a:lnTo>
                  <a:pt x="73746" y="471637"/>
                </a:lnTo>
                <a:lnTo>
                  <a:pt x="74515" y="472445"/>
                </a:lnTo>
                <a:lnTo>
                  <a:pt x="75288" y="473249"/>
                </a:lnTo>
                <a:lnTo>
                  <a:pt x="76066" y="474049"/>
                </a:lnTo>
                <a:lnTo>
                  <a:pt x="76848" y="474844"/>
                </a:lnTo>
                <a:lnTo>
                  <a:pt x="77634" y="475635"/>
                </a:lnTo>
                <a:lnTo>
                  <a:pt x="78425" y="476422"/>
                </a:lnTo>
                <a:lnTo>
                  <a:pt x="79221" y="477204"/>
                </a:lnTo>
                <a:lnTo>
                  <a:pt x="80020" y="477982"/>
                </a:lnTo>
                <a:lnTo>
                  <a:pt x="80825" y="478755"/>
                </a:lnTo>
                <a:lnTo>
                  <a:pt x="81633" y="479523"/>
                </a:lnTo>
                <a:lnTo>
                  <a:pt x="82446" y="480288"/>
                </a:lnTo>
                <a:lnTo>
                  <a:pt x="83263" y="481047"/>
                </a:lnTo>
                <a:lnTo>
                  <a:pt x="84084" y="481802"/>
                </a:lnTo>
                <a:lnTo>
                  <a:pt x="84910" y="482553"/>
                </a:lnTo>
                <a:lnTo>
                  <a:pt x="85740" y="483298"/>
                </a:lnTo>
                <a:lnTo>
                  <a:pt x="86574" y="484040"/>
                </a:lnTo>
                <a:lnTo>
                  <a:pt x="87412" y="484776"/>
                </a:lnTo>
                <a:lnTo>
                  <a:pt x="88255" y="485508"/>
                </a:lnTo>
                <a:lnTo>
                  <a:pt x="89102" y="486235"/>
                </a:lnTo>
                <a:lnTo>
                  <a:pt x="89952" y="486958"/>
                </a:lnTo>
                <a:lnTo>
                  <a:pt x="90807" y="487676"/>
                </a:lnTo>
                <a:lnTo>
                  <a:pt x="91666" y="488389"/>
                </a:lnTo>
                <a:lnTo>
                  <a:pt x="92530" y="489097"/>
                </a:lnTo>
                <a:lnTo>
                  <a:pt x="93397" y="489800"/>
                </a:lnTo>
                <a:lnTo>
                  <a:pt x="94268" y="490499"/>
                </a:lnTo>
                <a:lnTo>
                  <a:pt x="95143" y="491193"/>
                </a:lnTo>
                <a:lnTo>
                  <a:pt x="96022" y="491882"/>
                </a:lnTo>
                <a:lnTo>
                  <a:pt x="96906" y="492566"/>
                </a:lnTo>
                <a:lnTo>
                  <a:pt x="97793" y="493245"/>
                </a:lnTo>
                <a:lnTo>
                  <a:pt x="98684" y="493919"/>
                </a:lnTo>
                <a:lnTo>
                  <a:pt x="99579" y="494589"/>
                </a:lnTo>
                <a:lnTo>
                  <a:pt x="100478" y="495253"/>
                </a:lnTo>
                <a:lnTo>
                  <a:pt x="101381" y="495912"/>
                </a:lnTo>
                <a:lnTo>
                  <a:pt x="102287" y="496567"/>
                </a:lnTo>
                <a:lnTo>
                  <a:pt x="103198" y="497216"/>
                </a:lnTo>
                <a:lnTo>
                  <a:pt x="104112" y="497861"/>
                </a:lnTo>
                <a:lnTo>
                  <a:pt x="105030" y="498500"/>
                </a:lnTo>
                <a:lnTo>
                  <a:pt x="105952" y="499134"/>
                </a:lnTo>
                <a:lnTo>
                  <a:pt x="106878" y="499764"/>
                </a:lnTo>
                <a:lnTo>
                  <a:pt x="107807" y="500388"/>
                </a:lnTo>
                <a:lnTo>
                  <a:pt x="108741" y="501007"/>
                </a:lnTo>
                <a:lnTo>
                  <a:pt x="109677" y="501620"/>
                </a:lnTo>
                <a:lnTo>
                  <a:pt x="110618" y="502229"/>
                </a:lnTo>
                <a:lnTo>
                  <a:pt x="111562" y="502832"/>
                </a:lnTo>
                <a:lnTo>
                  <a:pt x="112510" y="503431"/>
                </a:lnTo>
                <a:lnTo>
                  <a:pt x="113461" y="504024"/>
                </a:lnTo>
                <a:lnTo>
                  <a:pt x="114416" y="504611"/>
                </a:lnTo>
                <a:lnTo>
                  <a:pt x="115375" y="505194"/>
                </a:lnTo>
                <a:lnTo>
                  <a:pt x="116337" y="505771"/>
                </a:lnTo>
                <a:lnTo>
                  <a:pt x="117303" y="506343"/>
                </a:lnTo>
                <a:lnTo>
                  <a:pt x="118272" y="506909"/>
                </a:lnTo>
                <a:lnTo>
                  <a:pt x="119245" y="507470"/>
                </a:lnTo>
                <a:lnTo>
                  <a:pt x="120221" y="508026"/>
                </a:lnTo>
                <a:lnTo>
                  <a:pt x="121200" y="508577"/>
                </a:lnTo>
                <a:lnTo>
                  <a:pt x="122183" y="509122"/>
                </a:lnTo>
                <a:lnTo>
                  <a:pt x="123170" y="509661"/>
                </a:lnTo>
                <a:lnTo>
                  <a:pt x="124160" y="510195"/>
                </a:lnTo>
                <a:lnTo>
                  <a:pt x="125153" y="510724"/>
                </a:lnTo>
                <a:lnTo>
                  <a:pt x="126150" y="511247"/>
                </a:lnTo>
                <a:lnTo>
                  <a:pt x="127149" y="511764"/>
                </a:lnTo>
                <a:lnTo>
                  <a:pt x="128153" y="512276"/>
                </a:lnTo>
                <a:lnTo>
                  <a:pt x="129159" y="512783"/>
                </a:lnTo>
                <a:lnTo>
                  <a:pt x="130169" y="513284"/>
                </a:lnTo>
                <a:lnTo>
                  <a:pt x="131182" y="513779"/>
                </a:lnTo>
                <a:lnTo>
                  <a:pt x="132198" y="514269"/>
                </a:lnTo>
                <a:lnTo>
                  <a:pt x="133218" y="514753"/>
                </a:lnTo>
                <a:lnTo>
                  <a:pt x="134241" y="515231"/>
                </a:lnTo>
                <a:lnTo>
                  <a:pt x="135266" y="515704"/>
                </a:lnTo>
                <a:lnTo>
                  <a:pt x="136295" y="516171"/>
                </a:lnTo>
                <a:lnTo>
                  <a:pt x="137328" y="516632"/>
                </a:lnTo>
                <a:lnTo>
                  <a:pt x="138363" y="517088"/>
                </a:lnTo>
                <a:lnTo>
                  <a:pt x="139401" y="517538"/>
                </a:lnTo>
                <a:lnTo>
                  <a:pt x="140443" y="517982"/>
                </a:lnTo>
                <a:lnTo>
                  <a:pt x="141487" y="518420"/>
                </a:lnTo>
                <a:lnTo>
                  <a:pt x="142535" y="518852"/>
                </a:lnTo>
                <a:lnTo>
                  <a:pt x="143585" y="519279"/>
                </a:lnTo>
                <a:lnTo>
                  <a:pt x="144639" y="519700"/>
                </a:lnTo>
                <a:lnTo>
                  <a:pt x="145695" y="520115"/>
                </a:lnTo>
                <a:lnTo>
                  <a:pt x="146754" y="520523"/>
                </a:lnTo>
                <a:lnTo>
                  <a:pt x="147817" y="520926"/>
                </a:lnTo>
                <a:lnTo>
                  <a:pt x="148882" y="521323"/>
                </a:lnTo>
                <a:lnTo>
                  <a:pt x="149950" y="521715"/>
                </a:lnTo>
                <a:lnTo>
                  <a:pt x="151021" y="522100"/>
                </a:lnTo>
                <a:lnTo>
                  <a:pt x="152095" y="522479"/>
                </a:lnTo>
                <a:lnTo>
                  <a:pt x="153172" y="522852"/>
                </a:lnTo>
                <a:lnTo>
                  <a:pt x="154251" y="523219"/>
                </a:lnTo>
                <a:lnTo>
                  <a:pt x="155333" y="523580"/>
                </a:lnTo>
                <a:lnTo>
                  <a:pt x="156419" y="523935"/>
                </a:lnTo>
                <a:lnTo>
                  <a:pt x="157506" y="524284"/>
                </a:lnTo>
                <a:lnTo>
                  <a:pt x="158597" y="524626"/>
                </a:lnTo>
                <a:lnTo>
                  <a:pt x="159690" y="524963"/>
                </a:lnTo>
                <a:lnTo>
                  <a:pt x="160786" y="525293"/>
                </a:lnTo>
                <a:lnTo>
                  <a:pt x="161885" y="525617"/>
                </a:lnTo>
                <a:lnTo>
                  <a:pt x="162986" y="525935"/>
                </a:lnTo>
                <a:lnTo>
                  <a:pt x="164090" y="526247"/>
                </a:lnTo>
                <a:lnTo>
                  <a:pt x="165196" y="526553"/>
                </a:lnTo>
                <a:lnTo>
                  <a:pt x="166305" y="526852"/>
                </a:lnTo>
                <a:lnTo>
                  <a:pt x="167417" y="527145"/>
                </a:lnTo>
                <a:lnTo>
                  <a:pt x="168531" y="527432"/>
                </a:lnTo>
                <a:lnTo>
                  <a:pt x="169648" y="527712"/>
                </a:lnTo>
                <a:lnTo>
                  <a:pt x="170767" y="527986"/>
                </a:lnTo>
                <a:lnTo>
                  <a:pt x="171889" y="528254"/>
                </a:lnTo>
                <a:lnTo>
                  <a:pt x="173013" y="528515"/>
                </a:lnTo>
                <a:lnTo>
                  <a:pt x="174139" y="528770"/>
                </a:lnTo>
                <a:lnTo>
                  <a:pt x="175268" y="529018"/>
                </a:lnTo>
                <a:lnTo>
                  <a:pt x="176400" y="529260"/>
                </a:lnTo>
                <a:lnTo>
                  <a:pt x="177533" y="529495"/>
                </a:lnTo>
                <a:lnTo>
                  <a:pt x="178670" y="529724"/>
                </a:lnTo>
                <a:lnTo>
                  <a:pt x="179808" y="529947"/>
                </a:lnTo>
                <a:lnTo>
                  <a:pt x="180949" y="530163"/>
                </a:lnTo>
                <a:lnTo>
                  <a:pt x="182092" y="530372"/>
                </a:lnTo>
                <a:lnTo>
                  <a:pt x="183237" y="530575"/>
                </a:lnTo>
                <a:lnTo>
                  <a:pt x="184385" y="530771"/>
                </a:lnTo>
                <a:lnTo>
                  <a:pt x="185535" y="530961"/>
                </a:lnTo>
                <a:lnTo>
                  <a:pt x="186687" y="531144"/>
                </a:lnTo>
                <a:lnTo>
                  <a:pt x="187841" y="531320"/>
                </a:lnTo>
                <a:lnTo>
                  <a:pt x="188998" y="531490"/>
                </a:lnTo>
                <a:lnTo>
                  <a:pt x="190157" y="531653"/>
                </a:lnTo>
                <a:lnTo>
                  <a:pt x="191317" y="531810"/>
                </a:lnTo>
                <a:lnTo>
                  <a:pt x="192480" y="531959"/>
                </a:lnTo>
                <a:lnTo>
                  <a:pt x="193645" y="532102"/>
                </a:lnTo>
                <a:lnTo>
                  <a:pt x="194813" y="532238"/>
                </a:lnTo>
                <a:lnTo>
                  <a:pt x="195982" y="532367"/>
                </a:lnTo>
                <a:lnTo>
                  <a:pt x="197153" y="532490"/>
                </a:lnTo>
                <a:lnTo>
                  <a:pt x="198326" y="532605"/>
                </a:lnTo>
                <a:lnTo>
                  <a:pt x="199501" y="532714"/>
                </a:lnTo>
                <a:lnTo>
                  <a:pt x="200679" y="532816"/>
                </a:lnTo>
                <a:lnTo>
                  <a:pt x="201858" y="532911"/>
                </a:lnTo>
                <a:lnTo>
                  <a:pt x="203039" y="532999"/>
                </a:lnTo>
                <a:lnTo>
                  <a:pt x="204222" y="533080"/>
                </a:lnTo>
                <a:lnTo>
                  <a:pt x="205407" y="533155"/>
                </a:lnTo>
                <a:lnTo>
                  <a:pt x="206594" y="533222"/>
                </a:lnTo>
                <a:lnTo>
                  <a:pt x="207782" y="533282"/>
                </a:lnTo>
                <a:lnTo>
                  <a:pt x="208973" y="533335"/>
                </a:lnTo>
                <a:lnTo>
                  <a:pt x="210165" y="533381"/>
                </a:lnTo>
                <a:lnTo>
                  <a:pt x="211359" y="533421"/>
                </a:lnTo>
                <a:lnTo>
                  <a:pt x="212555" y="533453"/>
                </a:lnTo>
                <a:lnTo>
                  <a:pt x="213753" y="533478"/>
                </a:lnTo>
                <a:lnTo>
                  <a:pt x="214952" y="533496"/>
                </a:lnTo>
                <a:lnTo>
                  <a:pt x="216153" y="533506"/>
                </a:lnTo>
                <a:lnTo>
                  <a:pt x="217356" y="533510"/>
                </a:lnTo>
                <a:lnTo>
                  <a:pt x="217356" y="533510"/>
                </a:lnTo>
                <a:lnTo>
                  <a:pt x="217356" y="533510"/>
                </a:lnTo>
                <a:close/>
                <a:moveTo>
                  <a:pt x="783798" y="335914"/>
                </a:moveTo>
                <a:lnTo>
                  <a:pt x="764039" y="335914"/>
                </a:lnTo>
                <a:lnTo>
                  <a:pt x="764035" y="337000"/>
                </a:lnTo>
                <a:lnTo>
                  <a:pt x="764026" y="338085"/>
                </a:lnTo>
                <a:lnTo>
                  <a:pt x="764009" y="339169"/>
                </a:lnTo>
                <a:lnTo>
                  <a:pt x="763987" y="340250"/>
                </a:lnTo>
                <a:lnTo>
                  <a:pt x="763958" y="341331"/>
                </a:lnTo>
                <a:lnTo>
                  <a:pt x="763922" y="342409"/>
                </a:lnTo>
                <a:lnTo>
                  <a:pt x="763880" y="343486"/>
                </a:lnTo>
                <a:lnTo>
                  <a:pt x="763832" y="344562"/>
                </a:lnTo>
                <a:lnTo>
                  <a:pt x="763777" y="345635"/>
                </a:lnTo>
                <a:lnTo>
                  <a:pt x="763716" y="346707"/>
                </a:lnTo>
                <a:lnTo>
                  <a:pt x="763649" y="347778"/>
                </a:lnTo>
                <a:lnTo>
                  <a:pt x="763575" y="348846"/>
                </a:lnTo>
                <a:lnTo>
                  <a:pt x="763496" y="349913"/>
                </a:lnTo>
                <a:lnTo>
                  <a:pt x="763409" y="350978"/>
                </a:lnTo>
                <a:lnTo>
                  <a:pt x="763317" y="352041"/>
                </a:lnTo>
                <a:lnTo>
                  <a:pt x="763218" y="353103"/>
                </a:lnTo>
                <a:lnTo>
                  <a:pt x="763114" y="354163"/>
                </a:lnTo>
                <a:lnTo>
                  <a:pt x="763003" y="355220"/>
                </a:lnTo>
                <a:lnTo>
                  <a:pt x="762885" y="356276"/>
                </a:lnTo>
                <a:lnTo>
                  <a:pt x="762762" y="357331"/>
                </a:lnTo>
                <a:lnTo>
                  <a:pt x="762633" y="358383"/>
                </a:lnTo>
                <a:lnTo>
                  <a:pt x="762497" y="359433"/>
                </a:lnTo>
                <a:lnTo>
                  <a:pt x="762355" y="360482"/>
                </a:lnTo>
                <a:lnTo>
                  <a:pt x="762208" y="361528"/>
                </a:lnTo>
                <a:lnTo>
                  <a:pt x="762054" y="362573"/>
                </a:lnTo>
                <a:lnTo>
                  <a:pt x="761894" y="363615"/>
                </a:lnTo>
                <a:lnTo>
                  <a:pt x="761728" y="364656"/>
                </a:lnTo>
                <a:lnTo>
                  <a:pt x="761556" y="365694"/>
                </a:lnTo>
                <a:lnTo>
                  <a:pt x="761378" y="366731"/>
                </a:lnTo>
                <a:lnTo>
                  <a:pt x="761194" y="367765"/>
                </a:lnTo>
                <a:lnTo>
                  <a:pt x="761004" y="368797"/>
                </a:lnTo>
                <a:lnTo>
                  <a:pt x="760809" y="369828"/>
                </a:lnTo>
                <a:lnTo>
                  <a:pt x="760607" y="370856"/>
                </a:lnTo>
                <a:lnTo>
                  <a:pt x="760399" y="371882"/>
                </a:lnTo>
                <a:lnTo>
                  <a:pt x="760186" y="372906"/>
                </a:lnTo>
                <a:lnTo>
                  <a:pt x="759966" y="373928"/>
                </a:lnTo>
                <a:lnTo>
                  <a:pt x="759741" y="374947"/>
                </a:lnTo>
                <a:lnTo>
                  <a:pt x="759510" y="375965"/>
                </a:lnTo>
                <a:lnTo>
                  <a:pt x="759273" y="376980"/>
                </a:lnTo>
                <a:lnTo>
                  <a:pt x="759031" y="377993"/>
                </a:lnTo>
                <a:lnTo>
                  <a:pt x="758783" y="379003"/>
                </a:lnTo>
                <a:lnTo>
                  <a:pt x="758528" y="380012"/>
                </a:lnTo>
                <a:lnTo>
                  <a:pt x="758269" y="381018"/>
                </a:lnTo>
                <a:lnTo>
                  <a:pt x="758003" y="382021"/>
                </a:lnTo>
                <a:lnTo>
                  <a:pt x="757732" y="383023"/>
                </a:lnTo>
                <a:lnTo>
                  <a:pt x="757455" y="384022"/>
                </a:lnTo>
                <a:lnTo>
                  <a:pt x="757172" y="385019"/>
                </a:lnTo>
                <a:lnTo>
                  <a:pt x="756884" y="386013"/>
                </a:lnTo>
                <a:lnTo>
                  <a:pt x="756590" y="387005"/>
                </a:lnTo>
                <a:lnTo>
                  <a:pt x="756291" y="387994"/>
                </a:lnTo>
                <a:lnTo>
                  <a:pt x="755986" y="388982"/>
                </a:lnTo>
                <a:lnTo>
                  <a:pt x="755675" y="389966"/>
                </a:lnTo>
                <a:lnTo>
                  <a:pt x="755359" y="390948"/>
                </a:lnTo>
                <a:lnTo>
                  <a:pt x="755037" y="391928"/>
                </a:lnTo>
                <a:lnTo>
                  <a:pt x="754710" y="392905"/>
                </a:lnTo>
                <a:lnTo>
                  <a:pt x="754377" y="393880"/>
                </a:lnTo>
                <a:lnTo>
                  <a:pt x="754039" y="394852"/>
                </a:lnTo>
                <a:lnTo>
                  <a:pt x="753696" y="395821"/>
                </a:lnTo>
                <a:lnTo>
                  <a:pt x="753347" y="396788"/>
                </a:lnTo>
                <a:lnTo>
                  <a:pt x="752992" y="397753"/>
                </a:lnTo>
                <a:lnTo>
                  <a:pt x="752632" y="398714"/>
                </a:lnTo>
                <a:lnTo>
                  <a:pt x="752267" y="399673"/>
                </a:lnTo>
                <a:lnTo>
                  <a:pt x="751896" y="400630"/>
                </a:lnTo>
                <a:lnTo>
                  <a:pt x="751520" y="401583"/>
                </a:lnTo>
                <a:lnTo>
                  <a:pt x="751139" y="402534"/>
                </a:lnTo>
                <a:lnTo>
                  <a:pt x="750752" y="403483"/>
                </a:lnTo>
                <a:lnTo>
                  <a:pt x="750361" y="404428"/>
                </a:lnTo>
                <a:lnTo>
                  <a:pt x="749963" y="405371"/>
                </a:lnTo>
                <a:lnTo>
                  <a:pt x="749561" y="406311"/>
                </a:lnTo>
                <a:lnTo>
                  <a:pt x="749153" y="407248"/>
                </a:lnTo>
                <a:lnTo>
                  <a:pt x="748740" y="408183"/>
                </a:lnTo>
                <a:lnTo>
                  <a:pt x="748322" y="409114"/>
                </a:lnTo>
                <a:lnTo>
                  <a:pt x="747899" y="410043"/>
                </a:lnTo>
                <a:lnTo>
                  <a:pt x="747471" y="410969"/>
                </a:lnTo>
                <a:lnTo>
                  <a:pt x="747037" y="411892"/>
                </a:lnTo>
                <a:lnTo>
                  <a:pt x="746598" y="412812"/>
                </a:lnTo>
                <a:lnTo>
                  <a:pt x="746155" y="413729"/>
                </a:lnTo>
                <a:lnTo>
                  <a:pt x="745706" y="414644"/>
                </a:lnTo>
                <a:lnTo>
                  <a:pt x="745252" y="415555"/>
                </a:lnTo>
                <a:lnTo>
                  <a:pt x="744793" y="416463"/>
                </a:lnTo>
                <a:lnTo>
                  <a:pt x="744329" y="417369"/>
                </a:lnTo>
                <a:lnTo>
                  <a:pt x="743860" y="418271"/>
                </a:lnTo>
                <a:lnTo>
                  <a:pt x="743386" y="419170"/>
                </a:lnTo>
                <a:lnTo>
                  <a:pt x="742907" y="420067"/>
                </a:lnTo>
                <a:lnTo>
                  <a:pt x="742423" y="420960"/>
                </a:lnTo>
                <a:lnTo>
                  <a:pt x="741934" y="421850"/>
                </a:lnTo>
                <a:lnTo>
                  <a:pt x="741440" y="422737"/>
                </a:lnTo>
                <a:lnTo>
                  <a:pt x="740941" y="423621"/>
                </a:lnTo>
                <a:lnTo>
                  <a:pt x="740438" y="424502"/>
                </a:lnTo>
                <a:lnTo>
                  <a:pt x="739929" y="425379"/>
                </a:lnTo>
                <a:lnTo>
                  <a:pt x="739416" y="426254"/>
                </a:lnTo>
                <a:lnTo>
                  <a:pt x="738898" y="427125"/>
                </a:lnTo>
                <a:lnTo>
                  <a:pt x="738375" y="427993"/>
                </a:lnTo>
                <a:lnTo>
                  <a:pt x="737847" y="428858"/>
                </a:lnTo>
                <a:lnTo>
                  <a:pt x="737314" y="429719"/>
                </a:lnTo>
                <a:lnTo>
                  <a:pt x="736777" y="430577"/>
                </a:lnTo>
                <a:lnTo>
                  <a:pt x="736235" y="431432"/>
                </a:lnTo>
                <a:lnTo>
                  <a:pt x="735688" y="432284"/>
                </a:lnTo>
                <a:lnTo>
                  <a:pt x="735137" y="433133"/>
                </a:lnTo>
                <a:lnTo>
                  <a:pt x="734580" y="433978"/>
                </a:lnTo>
                <a:lnTo>
                  <a:pt x="734020" y="434819"/>
                </a:lnTo>
                <a:lnTo>
                  <a:pt x="733454" y="435658"/>
                </a:lnTo>
                <a:lnTo>
                  <a:pt x="732884" y="436492"/>
                </a:lnTo>
                <a:lnTo>
                  <a:pt x="732309" y="437324"/>
                </a:lnTo>
                <a:lnTo>
                  <a:pt x="731730" y="438152"/>
                </a:lnTo>
                <a:lnTo>
                  <a:pt x="731146" y="438977"/>
                </a:lnTo>
                <a:lnTo>
                  <a:pt x="730558" y="439798"/>
                </a:lnTo>
                <a:lnTo>
                  <a:pt x="729965" y="440615"/>
                </a:lnTo>
                <a:lnTo>
                  <a:pt x="729367" y="441429"/>
                </a:lnTo>
                <a:lnTo>
                  <a:pt x="728765" y="442240"/>
                </a:lnTo>
                <a:lnTo>
                  <a:pt x="728159" y="443047"/>
                </a:lnTo>
                <a:lnTo>
                  <a:pt x="727548" y="443851"/>
                </a:lnTo>
                <a:lnTo>
                  <a:pt x="726932" y="444651"/>
                </a:lnTo>
                <a:lnTo>
                  <a:pt x="726313" y="445447"/>
                </a:lnTo>
                <a:lnTo>
                  <a:pt x="725688" y="446240"/>
                </a:lnTo>
                <a:lnTo>
                  <a:pt x="725060" y="447029"/>
                </a:lnTo>
                <a:lnTo>
                  <a:pt x="724427" y="447814"/>
                </a:lnTo>
                <a:lnTo>
                  <a:pt x="723790" y="448596"/>
                </a:lnTo>
                <a:lnTo>
                  <a:pt x="723148" y="449374"/>
                </a:lnTo>
                <a:lnTo>
                  <a:pt x="722502" y="450148"/>
                </a:lnTo>
                <a:lnTo>
                  <a:pt x="721852" y="450919"/>
                </a:lnTo>
                <a:lnTo>
                  <a:pt x="721197" y="451686"/>
                </a:lnTo>
                <a:lnTo>
                  <a:pt x="720538" y="452449"/>
                </a:lnTo>
                <a:lnTo>
                  <a:pt x="719875" y="453208"/>
                </a:lnTo>
                <a:lnTo>
                  <a:pt x="719208" y="453964"/>
                </a:lnTo>
                <a:lnTo>
                  <a:pt x="718536" y="454716"/>
                </a:lnTo>
                <a:lnTo>
                  <a:pt x="717861" y="455463"/>
                </a:lnTo>
                <a:lnTo>
                  <a:pt x="717181" y="456207"/>
                </a:lnTo>
                <a:lnTo>
                  <a:pt x="716497" y="456948"/>
                </a:lnTo>
                <a:lnTo>
                  <a:pt x="715809" y="457684"/>
                </a:lnTo>
                <a:lnTo>
                  <a:pt x="715117" y="458416"/>
                </a:lnTo>
                <a:lnTo>
                  <a:pt x="714420" y="459145"/>
                </a:lnTo>
                <a:lnTo>
                  <a:pt x="713720" y="459869"/>
                </a:lnTo>
                <a:lnTo>
                  <a:pt x="713015" y="460590"/>
                </a:lnTo>
                <a:lnTo>
                  <a:pt x="712307" y="461306"/>
                </a:lnTo>
                <a:lnTo>
                  <a:pt x="711594" y="462019"/>
                </a:lnTo>
                <a:lnTo>
                  <a:pt x="710878" y="462727"/>
                </a:lnTo>
                <a:lnTo>
                  <a:pt x="710157" y="463432"/>
                </a:lnTo>
                <a:lnTo>
                  <a:pt x="709433" y="464132"/>
                </a:lnTo>
                <a:lnTo>
                  <a:pt x="708704" y="464828"/>
                </a:lnTo>
                <a:lnTo>
                  <a:pt x="707972" y="465521"/>
                </a:lnTo>
                <a:lnTo>
                  <a:pt x="707236" y="466209"/>
                </a:lnTo>
                <a:lnTo>
                  <a:pt x="706496" y="466893"/>
                </a:lnTo>
                <a:lnTo>
                  <a:pt x="705752" y="467572"/>
                </a:lnTo>
                <a:lnTo>
                  <a:pt x="705004" y="468248"/>
                </a:lnTo>
                <a:lnTo>
                  <a:pt x="704252" y="468920"/>
                </a:lnTo>
                <a:lnTo>
                  <a:pt x="703497" y="469587"/>
                </a:lnTo>
                <a:lnTo>
                  <a:pt x="702737" y="470250"/>
                </a:lnTo>
                <a:lnTo>
                  <a:pt x="701974" y="470909"/>
                </a:lnTo>
                <a:lnTo>
                  <a:pt x="701207" y="471563"/>
                </a:lnTo>
                <a:lnTo>
                  <a:pt x="700437" y="472214"/>
                </a:lnTo>
                <a:lnTo>
                  <a:pt x="699662" y="472860"/>
                </a:lnTo>
                <a:lnTo>
                  <a:pt x="698884" y="473501"/>
                </a:lnTo>
                <a:lnTo>
                  <a:pt x="698102" y="474138"/>
                </a:lnTo>
                <a:lnTo>
                  <a:pt x="697317" y="474771"/>
                </a:lnTo>
                <a:lnTo>
                  <a:pt x="696528" y="475400"/>
                </a:lnTo>
                <a:lnTo>
                  <a:pt x="695735" y="476024"/>
                </a:lnTo>
                <a:lnTo>
                  <a:pt x="694939" y="476644"/>
                </a:lnTo>
                <a:lnTo>
                  <a:pt x="694139" y="477259"/>
                </a:lnTo>
                <a:lnTo>
                  <a:pt x="693335" y="477870"/>
                </a:lnTo>
                <a:lnTo>
                  <a:pt x="692528" y="478477"/>
                </a:lnTo>
                <a:lnTo>
                  <a:pt x="691718" y="479079"/>
                </a:lnTo>
                <a:lnTo>
                  <a:pt x="690904" y="479676"/>
                </a:lnTo>
                <a:lnTo>
                  <a:pt x="690086" y="480269"/>
                </a:lnTo>
                <a:lnTo>
                  <a:pt x="689265" y="480858"/>
                </a:lnTo>
                <a:lnTo>
                  <a:pt x="688440" y="481442"/>
                </a:lnTo>
                <a:lnTo>
                  <a:pt x="687612" y="482021"/>
                </a:lnTo>
                <a:lnTo>
                  <a:pt x="686781" y="482596"/>
                </a:lnTo>
                <a:lnTo>
                  <a:pt x="685946" y="483166"/>
                </a:lnTo>
                <a:lnTo>
                  <a:pt x="685107" y="483731"/>
                </a:lnTo>
                <a:lnTo>
                  <a:pt x="684266" y="484292"/>
                </a:lnTo>
                <a:lnTo>
                  <a:pt x="683421" y="484848"/>
                </a:lnTo>
                <a:lnTo>
                  <a:pt x="682572" y="485400"/>
                </a:lnTo>
                <a:lnTo>
                  <a:pt x="681721" y="485946"/>
                </a:lnTo>
                <a:lnTo>
                  <a:pt x="680866" y="486488"/>
                </a:lnTo>
                <a:lnTo>
                  <a:pt x="680007" y="487026"/>
                </a:lnTo>
                <a:lnTo>
                  <a:pt x="679146" y="487558"/>
                </a:lnTo>
                <a:lnTo>
                  <a:pt x="678281" y="488086"/>
                </a:lnTo>
                <a:lnTo>
                  <a:pt x="677413" y="488609"/>
                </a:lnTo>
                <a:lnTo>
                  <a:pt x="676542" y="489127"/>
                </a:lnTo>
                <a:lnTo>
                  <a:pt x="675667" y="489641"/>
                </a:lnTo>
                <a:lnTo>
                  <a:pt x="674790" y="490149"/>
                </a:lnTo>
                <a:lnTo>
                  <a:pt x="673909" y="490653"/>
                </a:lnTo>
                <a:lnTo>
                  <a:pt x="673025" y="491152"/>
                </a:lnTo>
                <a:lnTo>
                  <a:pt x="672138" y="491645"/>
                </a:lnTo>
                <a:lnTo>
                  <a:pt x="671248" y="492134"/>
                </a:lnTo>
                <a:lnTo>
                  <a:pt x="670355" y="492618"/>
                </a:lnTo>
                <a:lnTo>
                  <a:pt x="669458" y="493097"/>
                </a:lnTo>
                <a:lnTo>
                  <a:pt x="668559" y="493571"/>
                </a:lnTo>
                <a:lnTo>
                  <a:pt x="667657" y="494040"/>
                </a:lnTo>
                <a:lnTo>
                  <a:pt x="666751" y="494504"/>
                </a:lnTo>
                <a:lnTo>
                  <a:pt x="665843" y="494963"/>
                </a:lnTo>
                <a:lnTo>
                  <a:pt x="664932" y="495417"/>
                </a:lnTo>
                <a:lnTo>
                  <a:pt x="664017" y="495866"/>
                </a:lnTo>
                <a:lnTo>
                  <a:pt x="663100" y="496310"/>
                </a:lnTo>
                <a:lnTo>
                  <a:pt x="662180" y="496749"/>
                </a:lnTo>
                <a:lnTo>
                  <a:pt x="661257" y="497182"/>
                </a:lnTo>
                <a:lnTo>
                  <a:pt x="660331" y="497611"/>
                </a:lnTo>
                <a:lnTo>
                  <a:pt x="659402" y="498034"/>
                </a:lnTo>
                <a:lnTo>
                  <a:pt x="658471" y="498452"/>
                </a:lnTo>
                <a:lnTo>
                  <a:pt x="657536" y="498865"/>
                </a:lnTo>
                <a:lnTo>
                  <a:pt x="656599" y="499273"/>
                </a:lnTo>
                <a:lnTo>
                  <a:pt x="655659" y="499675"/>
                </a:lnTo>
                <a:lnTo>
                  <a:pt x="654716" y="500072"/>
                </a:lnTo>
                <a:lnTo>
                  <a:pt x="653771" y="500464"/>
                </a:lnTo>
                <a:lnTo>
                  <a:pt x="652822" y="500851"/>
                </a:lnTo>
                <a:lnTo>
                  <a:pt x="651871" y="501232"/>
                </a:lnTo>
                <a:lnTo>
                  <a:pt x="650918" y="501608"/>
                </a:lnTo>
                <a:lnTo>
                  <a:pt x="649961" y="501978"/>
                </a:lnTo>
                <a:lnTo>
                  <a:pt x="649002" y="502344"/>
                </a:lnTo>
                <a:lnTo>
                  <a:pt x="648041" y="502704"/>
                </a:lnTo>
                <a:lnTo>
                  <a:pt x="647076" y="503058"/>
                </a:lnTo>
                <a:lnTo>
                  <a:pt x="646109" y="503407"/>
                </a:lnTo>
                <a:lnTo>
                  <a:pt x="645140" y="503751"/>
                </a:lnTo>
                <a:lnTo>
                  <a:pt x="644168" y="504089"/>
                </a:lnTo>
                <a:lnTo>
                  <a:pt x="643193" y="504422"/>
                </a:lnTo>
                <a:lnTo>
                  <a:pt x="642216" y="504749"/>
                </a:lnTo>
                <a:lnTo>
                  <a:pt x="641236" y="505070"/>
                </a:lnTo>
                <a:lnTo>
                  <a:pt x="640254" y="505387"/>
                </a:lnTo>
                <a:lnTo>
                  <a:pt x="639270" y="505697"/>
                </a:lnTo>
                <a:lnTo>
                  <a:pt x="638283" y="506002"/>
                </a:lnTo>
                <a:lnTo>
                  <a:pt x="637293" y="506302"/>
                </a:lnTo>
                <a:lnTo>
                  <a:pt x="636301" y="506596"/>
                </a:lnTo>
                <a:lnTo>
                  <a:pt x="635307" y="506884"/>
                </a:lnTo>
                <a:lnTo>
                  <a:pt x="634310" y="507166"/>
                </a:lnTo>
                <a:lnTo>
                  <a:pt x="633311" y="507443"/>
                </a:lnTo>
                <a:lnTo>
                  <a:pt x="632310" y="507715"/>
                </a:lnTo>
                <a:lnTo>
                  <a:pt x="631306" y="507980"/>
                </a:lnTo>
                <a:lnTo>
                  <a:pt x="630300" y="508240"/>
                </a:lnTo>
                <a:lnTo>
                  <a:pt x="629291" y="508494"/>
                </a:lnTo>
                <a:lnTo>
                  <a:pt x="628281" y="508742"/>
                </a:lnTo>
                <a:lnTo>
                  <a:pt x="627268" y="508985"/>
                </a:lnTo>
                <a:lnTo>
                  <a:pt x="626253" y="509222"/>
                </a:lnTo>
                <a:lnTo>
                  <a:pt x="625235" y="509453"/>
                </a:lnTo>
                <a:lnTo>
                  <a:pt x="624216" y="509678"/>
                </a:lnTo>
                <a:lnTo>
                  <a:pt x="623194" y="509897"/>
                </a:lnTo>
                <a:lnTo>
                  <a:pt x="622170" y="510111"/>
                </a:lnTo>
                <a:lnTo>
                  <a:pt x="621144" y="510318"/>
                </a:lnTo>
                <a:lnTo>
                  <a:pt x="620116" y="510520"/>
                </a:lnTo>
                <a:lnTo>
                  <a:pt x="619086" y="510716"/>
                </a:lnTo>
                <a:lnTo>
                  <a:pt x="618053" y="510906"/>
                </a:lnTo>
                <a:lnTo>
                  <a:pt x="617019" y="511090"/>
                </a:lnTo>
                <a:lnTo>
                  <a:pt x="615982" y="511267"/>
                </a:lnTo>
                <a:lnTo>
                  <a:pt x="614944" y="511439"/>
                </a:lnTo>
                <a:lnTo>
                  <a:pt x="613903" y="511605"/>
                </a:lnTo>
                <a:lnTo>
                  <a:pt x="612861" y="511765"/>
                </a:lnTo>
                <a:lnTo>
                  <a:pt x="611816" y="511919"/>
                </a:lnTo>
                <a:lnTo>
                  <a:pt x="610770" y="512067"/>
                </a:lnTo>
                <a:lnTo>
                  <a:pt x="609721" y="512209"/>
                </a:lnTo>
                <a:lnTo>
                  <a:pt x="608671" y="512344"/>
                </a:lnTo>
                <a:lnTo>
                  <a:pt x="607619" y="512474"/>
                </a:lnTo>
                <a:lnTo>
                  <a:pt x="606564" y="512597"/>
                </a:lnTo>
                <a:lnTo>
                  <a:pt x="605508" y="512714"/>
                </a:lnTo>
                <a:lnTo>
                  <a:pt x="604451" y="512825"/>
                </a:lnTo>
                <a:lnTo>
                  <a:pt x="603391" y="512930"/>
                </a:lnTo>
                <a:lnTo>
                  <a:pt x="602329" y="513029"/>
                </a:lnTo>
                <a:lnTo>
                  <a:pt x="601266" y="513121"/>
                </a:lnTo>
                <a:lnTo>
                  <a:pt x="600201" y="513207"/>
                </a:lnTo>
                <a:lnTo>
                  <a:pt x="599134" y="513287"/>
                </a:lnTo>
                <a:lnTo>
                  <a:pt x="598066" y="513361"/>
                </a:lnTo>
                <a:lnTo>
                  <a:pt x="596995" y="513428"/>
                </a:lnTo>
                <a:lnTo>
                  <a:pt x="595923" y="513489"/>
                </a:lnTo>
                <a:lnTo>
                  <a:pt x="594850" y="513543"/>
                </a:lnTo>
                <a:lnTo>
                  <a:pt x="593774" y="513592"/>
                </a:lnTo>
                <a:lnTo>
                  <a:pt x="592697" y="513634"/>
                </a:lnTo>
                <a:lnTo>
                  <a:pt x="591619" y="513669"/>
                </a:lnTo>
                <a:lnTo>
                  <a:pt x="590538" y="513698"/>
                </a:lnTo>
                <a:lnTo>
                  <a:pt x="589457" y="513721"/>
                </a:lnTo>
                <a:lnTo>
                  <a:pt x="588373" y="513737"/>
                </a:lnTo>
                <a:lnTo>
                  <a:pt x="587288" y="513747"/>
                </a:lnTo>
                <a:lnTo>
                  <a:pt x="586202" y="513750"/>
                </a:lnTo>
                <a:lnTo>
                  <a:pt x="586202" y="533510"/>
                </a:lnTo>
                <a:lnTo>
                  <a:pt x="586202" y="533510"/>
                </a:lnTo>
                <a:lnTo>
                  <a:pt x="586202" y="533510"/>
                </a:lnTo>
                <a:lnTo>
                  <a:pt x="587405" y="533506"/>
                </a:lnTo>
                <a:lnTo>
                  <a:pt x="588606" y="533496"/>
                </a:lnTo>
                <a:lnTo>
                  <a:pt x="589805" y="533478"/>
                </a:lnTo>
                <a:lnTo>
                  <a:pt x="591003" y="533453"/>
                </a:lnTo>
                <a:lnTo>
                  <a:pt x="592199" y="533421"/>
                </a:lnTo>
                <a:lnTo>
                  <a:pt x="593393" y="533381"/>
                </a:lnTo>
                <a:lnTo>
                  <a:pt x="594585" y="533335"/>
                </a:lnTo>
                <a:lnTo>
                  <a:pt x="595776" y="533282"/>
                </a:lnTo>
                <a:lnTo>
                  <a:pt x="596965" y="533222"/>
                </a:lnTo>
                <a:lnTo>
                  <a:pt x="598151" y="533155"/>
                </a:lnTo>
                <a:lnTo>
                  <a:pt x="599336" y="533080"/>
                </a:lnTo>
                <a:lnTo>
                  <a:pt x="600519" y="532999"/>
                </a:lnTo>
                <a:lnTo>
                  <a:pt x="601700" y="532911"/>
                </a:lnTo>
                <a:lnTo>
                  <a:pt x="602880" y="532816"/>
                </a:lnTo>
                <a:lnTo>
                  <a:pt x="604057" y="532714"/>
                </a:lnTo>
                <a:lnTo>
                  <a:pt x="605232" y="532605"/>
                </a:lnTo>
                <a:lnTo>
                  <a:pt x="606405" y="532490"/>
                </a:lnTo>
                <a:lnTo>
                  <a:pt x="607576" y="532367"/>
                </a:lnTo>
                <a:lnTo>
                  <a:pt x="608746" y="532238"/>
                </a:lnTo>
                <a:lnTo>
                  <a:pt x="609913" y="532102"/>
                </a:lnTo>
                <a:lnTo>
                  <a:pt x="611078" y="531959"/>
                </a:lnTo>
                <a:lnTo>
                  <a:pt x="612241" y="531810"/>
                </a:lnTo>
                <a:lnTo>
                  <a:pt x="613402" y="531653"/>
                </a:lnTo>
                <a:lnTo>
                  <a:pt x="614560" y="531490"/>
                </a:lnTo>
                <a:lnTo>
                  <a:pt x="615717" y="531320"/>
                </a:lnTo>
                <a:lnTo>
                  <a:pt x="616871" y="531144"/>
                </a:lnTo>
                <a:lnTo>
                  <a:pt x="618023" y="530961"/>
                </a:lnTo>
                <a:lnTo>
                  <a:pt x="619173" y="530771"/>
                </a:lnTo>
                <a:lnTo>
                  <a:pt x="620321" y="530575"/>
                </a:lnTo>
                <a:lnTo>
                  <a:pt x="621466" y="530372"/>
                </a:lnTo>
                <a:lnTo>
                  <a:pt x="622609" y="530163"/>
                </a:lnTo>
                <a:lnTo>
                  <a:pt x="623750" y="529947"/>
                </a:lnTo>
                <a:lnTo>
                  <a:pt x="624889" y="529724"/>
                </a:lnTo>
                <a:lnTo>
                  <a:pt x="626025" y="529495"/>
                </a:lnTo>
                <a:lnTo>
                  <a:pt x="627159" y="529260"/>
                </a:lnTo>
                <a:lnTo>
                  <a:pt x="628290" y="529018"/>
                </a:lnTo>
                <a:lnTo>
                  <a:pt x="629419" y="528770"/>
                </a:lnTo>
                <a:lnTo>
                  <a:pt x="630546" y="528515"/>
                </a:lnTo>
                <a:lnTo>
                  <a:pt x="631670" y="528254"/>
                </a:lnTo>
                <a:lnTo>
                  <a:pt x="632791" y="527986"/>
                </a:lnTo>
                <a:lnTo>
                  <a:pt x="633911" y="527712"/>
                </a:lnTo>
                <a:lnTo>
                  <a:pt x="635027" y="527432"/>
                </a:lnTo>
                <a:lnTo>
                  <a:pt x="636141" y="527145"/>
                </a:lnTo>
                <a:lnTo>
                  <a:pt x="637253" y="526852"/>
                </a:lnTo>
                <a:lnTo>
                  <a:pt x="638362" y="526553"/>
                </a:lnTo>
                <a:lnTo>
                  <a:pt x="639469" y="526247"/>
                </a:lnTo>
                <a:lnTo>
                  <a:pt x="640572" y="525935"/>
                </a:lnTo>
                <a:lnTo>
                  <a:pt x="641674" y="525617"/>
                </a:lnTo>
                <a:lnTo>
                  <a:pt x="642772" y="525293"/>
                </a:lnTo>
                <a:lnTo>
                  <a:pt x="643868" y="524963"/>
                </a:lnTo>
                <a:lnTo>
                  <a:pt x="644961" y="524626"/>
                </a:lnTo>
                <a:lnTo>
                  <a:pt x="646052" y="524284"/>
                </a:lnTo>
                <a:lnTo>
                  <a:pt x="647140" y="523935"/>
                </a:lnTo>
                <a:lnTo>
                  <a:pt x="648225" y="523580"/>
                </a:lnTo>
                <a:lnTo>
                  <a:pt x="649307" y="523219"/>
                </a:lnTo>
                <a:lnTo>
                  <a:pt x="650386" y="522852"/>
                </a:lnTo>
                <a:lnTo>
                  <a:pt x="651463" y="522479"/>
                </a:lnTo>
                <a:lnTo>
                  <a:pt x="652537" y="522100"/>
                </a:lnTo>
                <a:lnTo>
                  <a:pt x="653608" y="521715"/>
                </a:lnTo>
                <a:lnTo>
                  <a:pt x="654676" y="521323"/>
                </a:lnTo>
                <a:lnTo>
                  <a:pt x="655741" y="520926"/>
                </a:lnTo>
                <a:lnTo>
                  <a:pt x="656804" y="520523"/>
                </a:lnTo>
                <a:lnTo>
                  <a:pt x="657863" y="520115"/>
                </a:lnTo>
                <a:lnTo>
                  <a:pt x="658920" y="519700"/>
                </a:lnTo>
                <a:lnTo>
                  <a:pt x="659973" y="519279"/>
                </a:lnTo>
                <a:lnTo>
                  <a:pt x="661024" y="518852"/>
                </a:lnTo>
                <a:lnTo>
                  <a:pt x="662071" y="518420"/>
                </a:lnTo>
                <a:lnTo>
                  <a:pt x="663116" y="517982"/>
                </a:lnTo>
                <a:lnTo>
                  <a:pt x="664157" y="517538"/>
                </a:lnTo>
                <a:lnTo>
                  <a:pt x="665195" y="517088"/>
                </a:lnTo>
                <a:lnTo>
                  <a:pt x="666231" y="516632"/>
                </a:lnTo>
                <a:lnTo>
                  <a:pt x="667263" y="516171"/>
                </a:lnTo>
                <a:lnTo>
                  <a:pt x="668292" y="515704"/>
                </a:lnTo>
                <a:lnTo>
                  <a:pt x="669318" y="515231"/>
                </a:lnTo>
                <a:lnTo>
                  <a:pt x="670340" y="514753"/>
                </a:lnTo>
                <a:lnTo>
                  <a:pt x="671360" y="514269"/>
                </a:lnTo>
                <a:lnTo>
                  <a:pt x="672376" y="513779"/>
                </a:lnTo>
                <a:lnTo>
                  <a:pt x="673389" y="513284"/>
                </a:lnTo>
                <a:lnTo>
                  <a:pt x="674399" y="512783"/>
                </a:lnTo>
                <a:lnTo>
                  <a:pt x="675406" y="512276"/>
                </a:lnTo>
                <a:lnTo>
                  <a:pt x="676409" y="511764"/>
                </a:lnTo>
                <a:lnTo>
                  <a:pt x="677409" y="511247"/>
                </a:lnTo>
                <a:lnTo>
                  <a:pt x="678405" y="510724"/>
                </a:lnTo>
                <a:lnTo>
                  <a:pt x="679398" y="510195"/>
                </a:lnTo>
                <a:lnTo>
                  <a:pt x="680388" y="509661"/>
                </a:lnTo>
                <a:lnTo>
                  <a:pt x="681375" y="509122"/>
                </a:lnTo>
                <a:lnTo>
                  <a:pt x="682358" y="508577"/>
                </a:lnTo>
                <a:lnTo>
                  <a:pt x="683337" y="508026"/>
                </a:lnTo>
                <a:lnTo>
                  <a:pt x="684314" y="507470"/>
                </a:lnTo>
                <a:lnTo>
                  <a:pt x="685286" y="506909"/>
                </a:lnTo>
                <a:lnTo>
                  <a:pt x="686256" y="506343"/>
                </a:lnTo>
                <a:lnTo>
                  <a:pt x="687221" y="505771"/>
                </a:lnTo>
                <a:lnTo>
                  <a:pt x="688183" y="505194"/>
                </a:lnTo>
                <a:lnTo>
                  <a:pt x="689142" y="504611"/>
                </a:lnTo>
                <a:lnTo>
                  <a:pt x="690097" y="504024"/>
                </a:lnTo>
                <a:lnTo>
                  <a:pt x="691048" y="503431"/>
                </a:lnTo>
                <a:lnTo>
                  <a:pt x="691996" y="502832"/>
                </a:lnTo>
                <a:lnTo>
                  <a:pt x="692940" y="502229"/>
                </a:lnTo>
                <a:lnTo>
                  <a:pt x="693881" y="501620"/>
                </a:lnTo>
                <a:lnTo>
                  <a:pt x="694818" y="501007"/>
                </a:lnTo>
                <a:lnTo>
                  <a:pt x="695751" y="500388"/>
                </a:lnTo>
                <a:lnTo>
                  <a:pt x="696680" y="499764"/>
                </a:lnTo>
                <a:lnTo>
                  <a:pt x="697606" y="499134"/>
                </a:lnTo>
                <a:lnTo>
                  <a:pt x="698528" y="498500"/>
                </a:lnTo>
                <a:lnTo>
                  <a:pt x="699446" y="497861"/>
                </a:lnTo>
                <a:lnTo>
                  <a:pt x="700360" y="497216"/>
                </a:lnTo>
                <a:lnTo>
                  <a:pt x="701271" y="496567"/>
                </a:lnTo>
                <a:lnTo>
                  <a:pt x="702177" y="495912"/>
                </a:lnTo>
                <a:lnTo>
                  <a:pt x="703080" y="495253"/>
                </a:lnTo>
                <a:lnTo>
                  <a:pt x="703979" y="494589"/>
                </a:lnTo>
                <a:lnTo>
                  <a:pt x="704874" y="493919"/>
                </a:lnTo>
                <a:lnTo>
                  <a:pt x="705765" y="493245"/>
                </a:lnTo>
                <a:lnTo>
                  <a:pt x="706653" y="492566"/>
                </a:lnTo>
                <a:lnTo>
                  <a:pt x="707536" y="491882"/>
                </a:lnTo>
                <a:lnTo>
                  <a:pt x="708415" y="491193"/>
                </a:lnTo>
                <a:lnTo>
                  <a:pt x="709290" y="490499"/>
                </a:lnTo>
                <a:lnTo>
                  <a:pt x="710161" y="489800"/>
                </a:lnTo>
                <a:lnTo>
                  <a:pt x="711029" y="489097"/>
                </a:lnTo>
                <a:lnTo>
                  <a:pt x="711892" y="488389"/>
                </a:lnTo>
                <a:lnTo>
                  <a:pt x="712751" y="487676"/>
                </a:lnTo>
                <a:lnTo>
                  <a:pt x="713606" y="486958"/>
                </a:lnTo>
                <a:lnTo>
                  <a:pt x="714457" y="486235"/>
                </a:lnTo>
                <a:lnTo>
                  <a:pt x="715303" y="485508"/>
                </a:lnTo>
                <a:lnTo>
                  <a:pt x="716146" y="484776"/>
                </a:lnTo>
                <a:lnTo>
                  <a:pt x="716984" y="484040"/>
                </a:lnTo>
                <a:lnTo>
                  <a:pt x="717818" y="483298"/>
                </a:lnTo>
                <a:lnTo>
                  <a:pt x="718648" y="482553"/>
                </a:lnTo>
                <a:lnTo>
                  <a:pt x="719474" y="481802"/>
                </a:lnTo>
                <a:lnTo>
                  <a:pt x="720295" y="481047"/>
                </a:lnTo>
                <a:lnTo>
                  <a:pt x="721112" y="480288"/>
                </a:lnTo>
                <a:lnTo>
                  <a:pt x="721925" y="479523"/>
                </a:lnTo>
                <a:lnTo>
                  <a:pt x="722734" y="478755"/>
                </a:lnTo>
                <a:lnTo>
                  <a:pt x="723538" y="477982"/>
                </a:lnTo>
                <a:lnTo>
                  <a:pt x="724337" y="477204"/>
                </a:lnTo>
                <a:lnTo>
                  <a:pt x="725133" y="476422"/>
                </a:lnTo>
                <a:lnTo>
                  <a:pt x="725924" y="475635"/>
                </a:lnTo>
                <a:lnTo>
                  <a:pt x="726710" y="474844"/>
                </a:lnTo>
                <a:lnTo>
                  <a:pt x="727493" y="474049"/>
                </a:lnTo>
                <a:lnTo>
                  <a:pt x="728270" y="473249"/>
                </a:lnTo>
                <a:lnTo>
                  <a:pt x="729043" y="472445"/>
                </a:lnTo>
                <a:lnTo>
                  <a:pt x="729812" y="471637"/>
                </a:lnTo>
                <a:lnTo>
                  <a:pt x="730576" y="470824"/>
                </a:lnTo>
                <a:lnTo>
                  <a:pt x="731336" y="470007"/>
                </a:lnTo>
                <a:lnTo>
                  <a:pt x="732091" y="469185"/>
                </a:lnTo>
                <a:lnTo>
                  <a:pt x="732841" y="468360"/>
                </a:lnTo>
                <a:lnTo>
                  <a:pt x="733587" y="467530"/>
                </a:lnTo>
                <a:lnTo>
                  <a:pt x="734328" y="466696"/>
                </a:lnTo>
                <a:lnTo>
                  <a:pt x="735065" y="465857"/>
                </a:lnTo>
                <a:lnTo>
                  <a:pt x="735797" y="465015"/>
                </a:lnTo>
                <a:lnTo>
                  <a:pt x="736524" y="464168"/>
                </a:lnTo>
                <a:lnTo>
                  <a:pt x="737246" y="463317"/>
                </a:lnTo>
                <a:lnTo>
                  <a:pt x="737964" y="462462"/>
                </a:lnTo>
                <a:lnTo>
                  <a:pt x="738677" y="461603"/>
                </a:lnTo>
                <a:lnTo>
                  <a:pt x="739385" y="460740"/>
                </a:lnTo>
                <a:lnTo>
                  <a:pt x="740089" y="459873"/>
                </a:lnTo>
                <a:lnTo>
                  <a:pt x="740787" y="459002"/>
                </a:lnTo>
                <a:lnTo>
                  <a:pt x="741481" y="458126"/>
                </a:lnTo>
                <a:lnTo>
                  <a:pt x="742170" y="457247"/>
                </a:lnTo>
                <a:lnTo>
                  <a:pt x="742854" y="456364"/>
                </a:lnTo>
                <a:lnTo>
                  <a:pt x="743533" y="455477"/>
                </a:lnTo>
                <a:lnTo>
                  <a:pt x="744208" y="454586"/>
                </a:lnTo>
                <a:lnTo>
                  <a:pt x="744877" y="453691"/>
                </a:lnTo>
                <a:lnTo>
                  <a:pt x="745542" y="452792"/>
                </a:lnTo>
                <a:lnTo>
                  <a:pt x="746201" y="451889"/>
                </a:lnTo>
                <a:lnTo>
                  <a:pt x="746855" y="450982"/>
                </a:lnTo>
                <a:lnTo>
                  <a:pt x="747505" y="450072"/>
                </a:lnTo>
                <a:lnTo>
                  <a:pt x="748149" y="449157"/>
                </a:lnTo>
                <a:lnTo>
                  <a:pt x="748789" y="448239"/>
                </a:lnTo>
                <a:lnTo>
                  <a:pt x="749423" y="447317"/>
                </a:lnTo>
                <a:lnTo>
                  <a:pt x="750052" y="446392"/>
                </a:lnTo>
                <a:lnTo>
                  <a:pt x="750676" y="445462"/>
                </a:lnTo>
                <a:lnTo>
                  <a:pt x="751295" y="444529"/>
                </a:lnTo>
                <a:lnTo>
                  <a:pt x="751909" y="443592"/>
                </a:lnTo>
                <a:lnTo>
                  <a:pt x="752517" y="442652"/>
                </a:lnTo>
                <a:lnTo>
                  <a:pt x="753121" y="441708"/>
                </a:lnTo>
                <a:lnTo>
                  <a:pt x="753719" y="440760"/>
                </a:lnTo>
                <a:lnTo>
                  <a:pt x="754312" y="439808"/>
                </a:lnTo>
                <a:lnTo>
                  <a:pt x="754900" y="438853"/>
                </a:lnTo>
                <a:lnTo>
                  <a:pt x="755482" y="437895"/>
                </a:lnTo>
                <a:lnTo>
                  <a:pt x="756059" y="436933"/>
                </a:lnTo>
                <a:lnTo>
                  <a:pt x="756631" y="435967"/>
                </a:lnTo>
                <a:lnTo>
                  <a:pt x="757198" y="434998"/>
                </a:lnTo>
                <a:lnTo>
                  <a:pt x="757759" y="434025"/>
                </a:lnTo>
                <a:lnTo>
                  <a:pt x="758315" y="433049"/>
                </a:lnTo>
                <a:lnTo>
                  <a:pt x="758865" y="432069"/>
                </a:lnTo>
                <a:lnTo>
                  <a:pt x="759410" y="431086"/>
                </a:lnTo>
                <a:lnTo>
                  <a:pt x="759950" y="430100"/>
                </a:lnTo>
                <a:lnTo>
                  <a:pt x="760484" y="429110"/>
                </a:lnTo>
                <a:lnTo>
                  <a:pt x="761012" y="428117"/>
                </a:lnTo>
                <a:lnTo>
                  <a:pt x="761535" y="427120"/>
                </a:lnTo>
                <a:lnTo>
                  <a:pt x="762053" y="426120"/>
                </a:lnTo>
                <a:lnTo>
                  <a:pt x="762565" y="425117"/>
                </a:lnTo>
                <a:lnTo>
                  <a:pt x="763071" y="424110"/>
                </a:lnTo>
                <a:lnTo>
                  <a:pt x="763572" y="423101"/>
                </a:lnTo>
                <a:lnTo>
                  <a:pt x="764068" y="422088"/>
                </a:lnTo>
                <a:lnTo>
                  <a:pt x="764557" y="421071"/>
                </a:lnTo>
                <a:lnTo>
                  <a:pt x="765041" y="420052"/>
                </a:lnTo>
                <a:lnTo>
                  <a:pt x="765520" y="419029"/>
                </a:lnTo>
                <a:lnTo>
                  <a:pt x="765993" y="418003"/>
                </a:lnTo>
                <a:lnTo>
                  <a:pt x="766460" y="416974"/>
                </a:lnTo>
                <a:lnTo>
                  <a:pt x="766921" y="415942"/>
                </a:lnTo>
                <a:lnTo>
                  <a:pt x="767376" y="414907"/>
                </a:lnTo>
                <a:lnTo>
                  <a:pt x="767826" y="413868"/>
                </a:lnTo>
                <a:lnTo>
                  <a:pt x="768270" y="412827"/>
                </a:lnTo>
                <a:lnTo>
                  <a:pt x="768708" y="411783"/>
                </a:lnTo>
                <a:lnTo>
                  <a:pt x="769141" y="410735"/>
                </a:lnTo>
                <a:lnTo>
                  <a:pt x="769567" y="409685"/>
                </a:lnTo>
                <a:lnTo>
                  <a:pt x="769988" y="408631"/>
                </a:lnTo>
                <a:lnTo>
                  <a:pt x="770403" y="407575"/>
                </a:lnTo>
                <a:lnTo>
                  <a:pt x="770812" y="406515"/>
                </a:lnTo>
                <a:lnTo>
                  <a:pt x="771215" y="405453"/>
                </a:lnTo>
                <a:lnTo>
                  <a:pt x="771612" y="404388"/>
                </a:lnTo>
                <a:lnTo>
                  <a:pt x="772003" y="403319"/>
                </a:lnTo>
                <a:lnTo>
                  <a:pt x="772388" y="402248"/>
                </a:lnTo>
                <a:lnTo>
                  <a:pt x="772767" y="401175"/>
                </a:lnTo>
                <a:lnTo>
                  <a:pt x="773140" y="400098"/>
                </a:lnTo>
                <a:lnTo>
                  <a:pt x="773507" y="399018"/>
                </a:lnTo>
                <a:lnTo>
                  <a:pt x="773868" y="397936"/>
                </a:lnTo>
                <a:lnTo>
                  <a:pt x="774223" y="396851"/>
                </a:lnTo>
                <a:lnTo>
                  <a:pt x="774572" y="395763"/>
                </a:lnTo>
                <a:lnTo>
                  <a:pt x="774915" y="394673"/>
                </a:lnTo>
                <a:lnTo>
                  <a:pt x="775251" y="393580"/>
                </a:lnTo>
                <a:lnTo>
                  <a:pt x="775582" y="392484"/>
                </a:lnTo>
                <a:lnTo>
                  <a:pt x="775906" y="391385"/>
                </a:lnTo>
                <a:lnTo>
                  <a:pt x="776224" y="390284"/>
                </a:lnTo>
                <a:lnTo>
                  <a:pt x="776536" y="389180"/>
                </a:lnTo>
                <a:lnTo>
                  <a:pt x="776841" y="388074"/>
                </a:lnTo>
                <a:lnTo>
                  <a:pt x="777140" y="386964"/>
                </a:lnTo>
                <a:lnTo>
                  <a:pt x="777433" y="385853"/>
                </a:lnTo>
                <a:lnTo>
                  <a:pt x="777720" y="384739"/>
                </a:lnTo>
                <a:lnTo>
                  <a:pt x="778000" y="383622"/>
                </a:lnTo>
                <a:lnTo>
                  <a:pt x="778274" y="382503"/>
                </a:lnTo>
                <a:lnTo>
                  <a:pt x="778542" y="381381"/>
                </a:lnTo>
                <a:lnTo>
                  <a:pt x="778803" y="380257"/>
                </a:lnTo>
                <a:lnTo>
                  <a:pt x="779058" y="379130"/>
                </a:lnTo>
                <a:lnTo>
                  <a:pt x="779306" y="378001"/>
                </a:lnTo>
                <a:lnTo>
                  <a:pt x="779548" y="376870"/>
                </a:lnTo>
                <a:lnTo>
                  <a:pt x="779784" y="375736"/>
                </a:lnTo>
                <a:lnTo>
                  <a:pt x="780013" y="374600"/>
                </a:lnTo>
                <a:lnTo>
                  <a:pt x="780235" y="373462"/>
                </a:lnTo>
                <a:lnTo>
                  <a:pt x="780451" y="372321"/>
                </a:lnTo>
                <a:lnTo>
                  <a:pt x="780661" y="371178"/>
                </a:lnTo>
                <a:lnTo>
                  <a:pt x="780864" y="370032"/>
                </a:lnTo>
                <a:lnTo>
                  <a:pt x="781060" y="368885"/>
                </a:lnTo>
                <a:lnTo>
                  <a:pt x="781249" y="367735"/>
                </a:lnTo>
                <a:lnTo>
                  <a:pt x="781433" y="366583"/>
                </a:lnTo>
                <a:lnTo>
                  <a:pt x="781609" y="365428"/>
                </a:lnTo>
                <a:lnTo>
                  <a:pt x="781779" y="364272"/>
                </a:lnTo>
                <a:lnTo>
                  <a:pt x="781942" y="363113"/>
                </a:lnTo>
                <a:lnTo>
                  <a:pt x="782098" y="361952"/>
                </a:lnTo>
                <a:lnTo>
                  <a:pt x="782247" y="360789"/>
                </a:lnTo>
                <a:lnTo>
                  <a:pt x="782390" y="359624"/>
                </a:lnTo>
                <a:lnTo>
                  <a:pt x="782526" y="358457"/>
                </a:lnTo>
                <a:lnTo>
                  <a:pt x="782656" y="357288"/>
                </a:lnTo>
                <a:lnTo>
                  <a:pt x="782778" y="356117"/>
                </a:lnTo>
                <a:lnTo>
                  <a:pt x="782894" y="354944"/>
                </a:lnTo>
                <a:lnTo>
                  <a:pt x="783003" y="353768"/>
                </a:lnTo>
                <a:lnTo>
                  <a:pt x="783104" y="352591"/>
                </a:lnTo>
                <a:lnTo>
                  <a:pt x="783199" y="351412"/>
                </a:lnTo>
                <a:lnTo>
                  <a:pt x="783288" y="350231"/>
                </a:lnTo>
                <a:lnTo>
                  <a:pt x="783369" y="349048"/>
                </a:lnTo>
                <a:lnTo>
                  <a:pt x="783443" y="347863"/>
                </a:lnTo>
                <a:lnTo>
                  <a:pt x="783510" y="346676"/>
                </a:lnTo>
                <a:lnTo>
                  <a:pt x="783570" y="345487"/>
                </a:lnTo>
                <a:lnTo>
                  <a:pt x="783624" y="344297"/>
                </a:lnTo>
                <a:lnTo>
                  <a:pt x="783670" y="343105"/>
                </a:lnTo>
                <a:lnTo>
                  <a:pt x="783709" y="341911"/>
                </a:lnTo>
                <a:lnTo>
                  <a:pt x="783741" y="340715"/>
                </a:lnTo>
                <a:lnTo>
                  <a:pt x="783766" y="339517"/>
                </a:lnTo>
                <a:lnTo>
                  <a:pt x="783784" y="338318"/>
                </a:lnTo>
                <a:lnTo>
                  <a:pt x="783795" y="337117"/>
                </a:lnTo>
                <a:lnTo>
                  <a:pt x="783798" y="335914"/>
                </a:lnTo>
                <a:lnTo>
                  <a:pt x="783798" y="335914"/>
                </a:lnTo>
                <a:lnTo>
                  <a:pt x="783798" y="335914"/>
                </a:lnTo>
                <a:close/>
                <a:moveTo>
                  <a:pt x="783795" y="216153"/>
                </a:moveTo>
                <a:lnTo>
                  <a:pt x="783784" y="214952"/>
                </a:lnTo>
                <a:lnTo>
                  <a:pt x="783766" y="213753"/>
                </a:lnTo>
                <a:lnTo>
                  <a:pt x="783741" y="212555"/>
                </a:lnTo>
                <a:lnTo>
                  <a:pt x="783709" y="211359"/>
                </a:lnTo>
                <a:lnTo>
                  <a:pt x="783670" y="210165"/>
                </a:lnTo>
                <a:lnTo>
                  <a:pt x="783624" y="208973"/>
                </a:lnTo>
                <a:lnTo>
                  <a:pt x="783570" y="207782"/>
                </a:lnTo>
                <a:lnTo>
                  <a:pt x="783510" y="206594"/>
                </a:lnTo>
                <a:lnTo>
                  <a:pt x="783443" y="205407"/>
                </a:lnTo>
                <a:lnTo>
                  <a:pt x="783369" y="204222"/>
                </a:lnTo>
                <a:lnTo>
                  <a:pt x="783288" y="203039"/>
                </a:lnTo>
                <a:lnTo>
                  <a:pt x="783199" y="201858"/>
                </a:lnTo>
                <a:lnTo>
                  <a:pt x="783104" y="200679"/>
                </a:lnTo>
                <a:lnTo>
                  <a:pt x="783003" y="199501"/>
                </a:lnTo>
                <a:lnTo>
                  <a:pt x="782894" y="198326"/>
                </a:lnTo>
                <a:lnTo>
                  <a:pt x="782778" y="197153"/>
                </a:lnTo>
                <a:lnTo>
                  <a:pt x="782656" y="195982"/>
                </a:lnTo>
                <a:lnTo>
                  <a:pt x="782526" y="194813"/>
                </a:lnTo>
                <a:lnTo>
                  <a:pt x="782390" y="193646"/>
                </a:lnTo>
                <a:lnTo>
                  <a:pt x="782247" y="192480"/>
                </a:lnTo>
                <a:lnTo>
                  <a:pt x="782098" y="191318"/>
                </a:lnTo>
                <a:lnTo>
                  <a:pt x="781942" y="190157"/>
                </a:lnTo>
                <a:lnTo>
                  <a:pt x="781779" y="188998"/>
                </a:lnTo>
                <a:lnTo>
                  <a:pt x="781609" y="187842"/>
                </a:lnTo>
                <a:lnTo>
                  <a:pt x="781433" y="186687"/>
                </a:lnTo>
                <a:lnTo>
                  <a:pt x="781249" y="185535"/>
                </a:lnTo>
                <a:lnTo>
                  <a:pt x="781060" y="184385"/>
                </a:lnTo>
                <a:lnTo>
                  <a:pt x="780864" y="183238"/>
                </a:lnTo>
                <a:lnTo>
                  <a:pt x="780661" y="182092"/>
                </a:lnTo>
                <a:lnTo>
                  <a:pt x="780451" y="180949"/>
                </a:lnTo>
                <a:lnTo>
                  <a:pt x="780235" y="179808"/>
                </a:lnTo>
                <a:lnTo>
                  <a:pt x="780013" y="178670"/>
                </a:lnTo>
                <a:lnTo>
                  <a:pt x="779784" y="177534"/>
                </a:lnTo>
                <a:lnTo>
                  <a:pt x="779548" y="176400"/>
                </a:lnTo>
                <a:lnTo>
                  <a:pt x="779306" y="175268"/>
                </a:lnTo>
                <a:lnTo>
                  <a:pt x="779058" y="174139"/>
                </a:lnTo>
                <a:lnTo>
                  <a:pt x="778803" y="173013"/>
                </a:lnTo>
                <a:lnTo>
                  <a:pt x="778542" y="171889"/>
                </a:lnTo>
                <a:lnTo>
                  <a:pt x="778274" y="170767"/>
                </a:lnTo>
                <a:lnTo>
                  <a:pt x="778000" y="169648"/>
                </a:lnTo>
                <a:lnTo>
                  <a:pt x="777720" y="168531"/>
                </a:lnTo>
                <a:lnTo>
                  <a:pt x="777433" y="167417"/>
                </a:lnTo>
                <a:lnTo>
                  <a:pt x="777140" y="166305"/>
                </a:lnTo>
                <a:lnTo>
                  <a:pt x="776841" y="165196"/>
                </a:lnTo>
                <a:lnTo>
                  <a:pt x="776536" y="164090"/>
                </a:lnTo>
                <a:lnTo>
                  <a:pt x="776224" y="162986"/>
                </a:lnTo>
                <a:lnTo>
                  <a:pt x="775906" y="161885"/>
                </a:lnTo>
                <a:lnTo>
                  <a:pt x="775582" y="160786"/>
                </a:lnTo>
                <a:lnTo>
                  <a:pt x="775251" y="159690"/>
                </a:lnTo>
                <a:lnTo>
                  <a:pt x="774915" y="158597"/>
                </a:lnTo>
                <a:lnTo>
                  <a:pt x="774572" y="157507"/>
                </a:lnTo>
                <a:lnTo>
                  <a:pt x="774223" y="156419"/>
                </a:lnTo>
                <a:lnTo>
                  <a:pt x="773868" y="155334"/>
                </a:lnTo>
                <a:lnTo>
                  <a:pt x="773507" y="154251"/>
                </a:lnTo>
                <a:lnTo>
                  <a:pt x="773140" y="153172"/>
                </a:lnTo>
                <a:lnTo>
                  <a:pt x="772767" y="152095"/>
                </a:lnTo>
                <a:lnTo>
                  <a:pt x="772388" y="151021"/>
                </a:lnTo>
                <a:lnTo>
                  <a:pt x="772003" y="149950"/>
                </a:lnTo>
                <a:lnTo>
                  <a:pt x="771612" y="148882"/>
                </a:lnTo>
                <a:lnTo>
                  <a:pt x="771215" y="147817"/>
                </a:lnTo>
                <a:lnTo>
                  <a:pt x="770812" y="146755"/>
                </a:lnTo>
                <a:lnTo>
                  <a:pt x="770403" y="145695"/>
                </a:lnTo>
                <a:lnTo>
                  <a:pt x="769988" y="144639"/>
                </a:lnTo>
                <a:lnTo>
                  <a:pt x="769567" y="143585"/>
                </a:lnTo>
                <a:lnTo>
                  <a:pt x="769141" y="142535"/>
                </a:lnTo>
                <a:lnTo>
                  <a:pt x="768708" y="141487"/>
                </a:lnTo>
                <a:lnTo>
                  <a:pt x="768270" y="140443"/>
                </a:lnTo>
                <a:lnTo>
                  <a:pt x="767826" y="139401"/>
                </a:lnTo>
                <a:lnTo>
                  <a:pt x="767376" y="138363"/>
                </a:lnTo>
                <a:lnTo>
                  <a:pt x="766921" y="137328"/>
                </a:lnTo>
                <a:lnTo>
                  <a:pt x="766460" y="136296"/>
                </a:lnTo>
                <a:lnTo>
                  <a:pt x="765993" y="135267"/>
                </a:lnTo>
                <a:lnTo>
                  <a:pt x="765520" y="134241"/>
                </a:lnTo>
                <a:lnTo>
                  <a:pt x="765041" y="133218"/>
                </a:lnTo>
                <a:lnTo>
                  <a:pt x="764557" y="132199"/>
                </a:lnTo>
                <a:lnTo>
                  <a:pt x="764068" y="131182"/>
                </a:lnTo>
                <a:lnTo>
                  <a:pt x="763572" y="130169"/>
                </a:lnTo>
                <a:lnTo>
                  <a:pt x="763071" y="129159"/>
                </a:lnTo>
                <a:lnTo>
                  <a:pt x="762565" y="128153"/>
                </a:lnTo>
                <a:lnTo>
                  <a:pt x="762053" y="127150"/>
                </a:lnTo>
                <a:lnTo>
                  <a:pt x="761535" y="126150"/>
                </a:lnTo>
                <a:lnTo>
                  <a:pt x="761012" y="125153"/>
                </a:lnTo>
                <a:lnTo>
                  <a:pt x="760484" y="124160"/>
                </a:lnTo>
                <a:lnTo>
                  <a:pt x="759950" y="123170"/>
                </a:lnTo>
                <a:lnTo>
                  <a:pt x="759410" y="122184"/>
                </a:lnTo>
                <a:lnTo>
                  <a:pt x="758865" y="121201"/>
                </a:lnTo>
                <a:lnTo>
                  <a:pt x="758315" y="120221"/>
                </a:lnTo>
                <a:lnTo>
                  <a:pt x="757759" y="119245"/>
                </a:lnTo>
                <a:lnTo>
                  <a:pt x="757198" y="118272"/>
                </a:lnTo>
                <a:lnTo>
                  <a:pt x="756631" y="117303"/>
                </a:lnTo>
                <a:lnTo>
                  <a:pt x="756059" y="116337"/>
                </a:lnTo>
                <a:lnTo>
                  <a:pt x="755482" y="115375"/>
                </a:lnTo>
                <a:lnTo>
                  <a:pt x="754900" y="114416"/>
                </a:lnTo>
                <a:lnTo>
                  <a:pt x="754312" y="113461"/>
                </a:lnTo>
                <a:lnTo>
                  <a:pt x="753719" y="112510"/>
                </a:lnTo>
                <a:lnTo>
                  <a:pt x="753121" y="111562"/>
                </a:lnTo>
                <a:lnTo>
                  <a:pt x="752517" y="110618"/>
                </a:lnTo>
                <a:lnTo>
                  <a:pt x="751909" y="109678"/>
                </a:lnTo>
                <a:lnTo>
                  <a:pt x="751295" y="108741"/>
                </a:lnTo>
                <a:lnTo>
                  <a:pt x="750676" y="107808"/>
                </a:lnTo>
                <a:lnTo>
                  <a:pt x="750052" y="106878"/>
                </a:lnTo>
                <a:lnTo>
                  <a:pt x="749423" y="105953"/>
                </a:lnTo>
                <a:lnTo>
                  <a:pt x="748789" y="105031"/>
                </a:lnTo>
                <a:lnTo>
                  <a:pt x="748149" y="104112"/>
                </a:lnTo>
                <a:lnTo>
                  <a:pt x="747505" y="103198"/>
                </a:lnTo>
                <a:lnTo>
                  <a:pt x="746855" y="102288"/>
                </a:lnTo>
                <a:lnTo>
                  <a:pt x="746201" y="101381"/>
                </a:lnTo>
                <a:lnTo>
                  <a:pt x="745542" y="100478"/>
                </a:lnTo>
                <a:lnTo>
                  <a:pt x="744877" y="99579"/>
                </a:lnTo>
                <a:lnTo>
                  <a:pt x="744208" y="98684"/>
                </a:lnTo>
                <a:lnTo>
                  <a:pt x="743533" y="97793"/>
                </a:lnTo>
                <a:lnTo>
                  <a:pt x="742854" y="96906"/>
                </a:lnTo>
                <a:lnTo>
                  <a:pt x="742170" y="96023"/>
                </a:lnTo>
                <a:lnTo>
                  <a:pt x="741481" y="95143"/>
                </a:lnTo>
                <a:lnTo>
                  <a:pt x="740787" y="94268"/>
                </a:lnTo>
                <a:lnTo>
                  <a:pt x="740089" y="93397"/>
                </a:lnTo>
                <a:lnTo>
                  <a:pt x="739385" y="92530"/>
                </a:lnTo>
                <a:lnTo>
                  <a:pt x="738677" y="91667"/>
                </a:lnTo>
                <a:lnTo>
                  <a:pt x="737964" y="90808"/>
                </a:lnTo>
                <a:lnTo>
                  <a:pt x="737246" y="89953"/>
                </a:lnTo>
                <a:lnTo>
                  <a:pt x="736524" y="89102"/>
                </a:lnTo>
                <a:lnTo>
                  <a:pt x="735797" y="88255"/>
                </a:lnTo>
                <a:lnTo>
                  <a:pt x="735065" y="87413"/>
                </a:lnTo>
                <a:lnTo>
                  <a:pt x="734328" y="86574"/>
                </a:lnTo>
                <a:lnTo>
                  <a:pt x="733587" y="85740"/>
                </a:lnTo>
                <a:lnTo>
                  <a:pt x="732841" y="84910"/>
                </a:lnTo>
                <a:lnTo>
                  <a:pt x="732091" y="84085"/>
                </a:lnTo>
                <a:lnTo>
                  <a:pt x="731336" y="83263"/>
                </a:lnTo>
                <a:lnTo>
                  <a:pt x="730576" y="82446"/>
                </a:lnTo>
                <a:lnTo>
                  <a:pt x="729812" y="81633"/>
                </a:lnTo>
                <a:lnTo>
                  <a:pt x="729043" y="80825"/>
                </a:lnTo>
                <a:lnTo>
                  <a:pt x="728270" y="80021"/>
                </a:lnTo>
                <a:lnTo>
                  <a:pt x="727493" y="79221"/>
                </a:lnTo>
                <a:lnTo>
                  <a:pt x="726710" y="78426"/>
                </a:lnTo>
                <a:lnTo>
                  <a:pt x="725924" y="77635"/>
                </a:lnTo>
                <a:lnTo>
                  <a:pt x="725133" y="76848"/>
                </a:lnTo>
                <a:lnTo>
                  <a:pt x="724337" y="76066"/>
                </a:lnTo>
                <a:lnTo>
                  <a:pt x="723538" y="75288"/>
                </a:lnTo>
                <a:lnTo>
                  <a:pt x="722734" y="74515"/>
                </a:lnTo>
                <a:lnTo>
                  <a:pt x="721925" y="73746"/>
                </a:lnTo>
                <a:lnTo>
                  <a:pt x="721112" y="72982"/>
                </a:lnTo>
                <a:lnTo>
                  <a:pt x="720295" y="72223"/>
                </a:lnTo>
                <a:lnTo>
                  <a:pt x="719474" y="71468"/>
                </a:lnTo>
                <a:lnTo>
                  <a:pt x="718648" y="70717"/>
                </a:lnTo>
                <a:lnTo>
                  <a:pt x="717818" y="69971"/>
                </a:lnTo>
                <a:lnTo>
                  <a:pt x="716984" y="69230"/>
                </a:lnTo>
                <a:lnTo>
                  <a:pt x="716146" y="68494"/>
                </a:lnTo>
                <a:lnTo>
                  <a:pt x="715303" y="67762"/>
                </a:lnTo>
                <a:lnTo>
                  <a:pt x="714457" y="67035"/>
                </a:lnTo>
                <a:lnTo>
                  <a:pt x="713606" y="66312"/>
                </a:lnTo>
                <a:lnTo>
                  <a:pt x="712751" y="65594"/>
                </a:lnTo>
                <a:lnTo>
                  <a:pt x="711892" y="64881"/>
                </a:lnTo>
                <a:lnTo>
                  <a:pt x="711029" y="64173"/>
                </a:lnTo>
                <a:lnTo>
                  <a:pt x="710161" y="63470"/>
                </a:lnTo>
                <a:lnTo>
                  <a:pt x="709290" y="62771"/>
                </a:lnTo>
                <a:lnTo>
                  <a:pt x="708415" y="62077"/>
                </a:lnTo>
                <a:lnTo>
                  <a:pt x="707536" y="61388"/>
                </a:lnTo>
                <a:lnTo>
                  <a:pt x="706653" y="60704"/>
                </a:lnTo>
                <a:lnTo>
                  <a:pt x="705765" y="60025"/>
                </a:lnTo>
                <a:lnTo>
                  <a:pt x="704874" y="59351"/>
                </a:lnTo>
                <a:lnTo>
                  <a:pt x="703979" y="58681"/>
                </a:lnTo>
                <a:lnTo>
                  <a:pt x="703080" y="58017"/>
                </a:lnTo>
                <a:lnTo>
                  <a:pt x="702177" y="57357"/>
                </a:lnTo>
                <a:lnTo>
                  <a:pt x="701271" y="56703"/>
                </a:lnTo>
                <a:lnTo>
                  <a:pt x="700360" y="56054"/>
                </a:lnTo>
                <a:lnTo>
                  <a:pt x="699446" y="55409"/>
                </a:lnTo>
                <a:lnTo>
                  <a:pt x="698528" y="54770"/>
                </a:lnTo>
                <a:lnTo>
                  <a:pt x="697606" y="54135"/>
                </a:lnTo>
                <a:lnTo>
                  <a:pt x="696680" y="53506"/>
                </a:lnTo>
                <a:lnTo>
                  <a:pt x="695751" y="52882"/>
                </a:lnTo>
                <a:lnTo>
                  <a:pt x="694818" y="52263"/>
                </a:lnTo>
                <a:lnTo>
                  <a:pt x="693881" y="51649"/>
                </a:lnTo>
                <a:lnTo>
                  <a:pt x="692940" y="51041"/>
                </a:lnTo>
                <a:lnTo>
                  <a:pt x="691996" y="50437"/>
                </a:lnTo>
                <a:lnTo>
                  <a:pt x="691048" y="49839"/>
                </a:lnTo>
                <a:lnTo>
                  <a:pt x="690097" y="49246"/>
                </a:lnTo>
                <a:lnTo>
                  <a:pt x="689142" y="48658"/>
                </a:lnTo>
                <a:lnTo>
                  <a:pt x="688183" y="48076"/>
                </a:lnTo>
                <a:lnTo>
                  <a:pt x="687221" y="47499"/>
                </a:lnTo>
                <a:lnTo>
                  <a:pt x="686256" y="46927"/>
                </a:lnTo>
                <a:lnTo>
                  <a:pt x="685286" y="46361"/>
                </a:lnTo>
                <a:lnTo>
                  <a:pt x="684314" y="45799"/>
                </a:lnTo>
                <a:lnTo>
                  <a:pt x="683337" y="45244"/>
                </a:lnTo>
                <a:lnTo>
                  <a:pt x="682358" y="44693"/>
                </a:lnTo>
                <a:lnTo>
                  <a:pt x="681375" y="44148"/>
                </a:lnTo>
                <a:lnTo>
                  <a:pt x="680388" y="43609"/>
                </a:lnTo>
                <a:lnTo>
                  <a:pt x="679398" y="43075"/>
                </a:lnTo>
                <a:lnTo>
                  <a:pt x="678405" y="42546"/>
                </a:lnTo>
                <a:lnTo>
                  <a:pt x="677409" y="42023"/>
                </a:lnTo>
                <a:lnTo>
                  <a:pt x="676409" y="41505"/>
                </a:lnTo>
                <a:lnTo>
                  <a:pt x="675406" y="40993"/>
                </a:lnTo>
                <a:lnTo>
                  <a:pt x="674399" y="40487"/>
                </a:lnTo>
                <a:lnTo>
                  <a:pt x="673389" y="39986"/>
                </a:lnTo>
                <a:lnTo>
                  <a:pt x="672376" y="39491"/>
                </a:lnTo>
                <a:lnTo>
                  <a:pt x="671360" y="39001"/>
                </a:lnTo>
                <a:lnTo>
                  <a:pt x="670340" y="38517"/>
                </a:lnTo>
                <a:lnTo>
                  <a:pt x="669318" y="38038"/>
                </a:lnTo>
                <a:lnTo>
                  <a:pt x="668292" y="37566"/>
                </a:lnTo>
                <a:lnTo>
                  <a:pt x="667263" y="37099"/>
                </a:lnTo>
                <a:lnTo>
                  <a:pt x="666231" y="36637"/>
                </a:lnTo>
                <a:lnTo>
                  <a:pt x="665195" y="36182"/>
                </a:lnTo>
                <a:lnTo>
                  <a:pt x="664157" y="35732"/>
                </a:lnTo>
                <a:lnTo>
                  <a:pt x="663116" y="35288"/>
                </a:lnTo>
                <a:lnTo>
                  <a:pt x="662071" y="34850"/>
                </a:lnTo>
                <a:lnTo>
                  <a:pt x="661024" y="34417"/>
                </a:lnTo>
                <a:lnTo>
                  <a:pt x="659973" y="33991"/>
                </a:lnTo>
                <a:lnTo>
                  <a:pt x="658920" y="33570"/>
                </a:lnTo>
                <a:lnTo>
                  <a:pt x="657863" y="33155"/>
                </a:lnTo>
                <a:lnTo>
                  <a:pt x="656804" y="32746"/>
                </a:lnTo>
                <a:lnTo>
                  <a:pt x="655741" y="32343"/>
                </a:lnTo>
                <a:lnTo>
                  <a:pt x="654676" y="31946"/>
                </a:lnTo>
                <a:lnTo>
                  <a:pt x="653608" y="31555"/>
                </a:lnTo>
                <a:lnTo>
                  <a:pt x="652537" y="31170"/>
                </a:lnTo>
                <a:lnTo>
                  <a:pt x="651463" y="30791"/>
                </a:lnTo>
                <a:lnTo>
                  <a:pt x="650386" y="30418"/>
                </a:lnTo>
                <a:lnTo>
                  <a:pt x="649307" y="30051"/>
                </a:lnTo>
                <a:lnTo>
                  <a:pt x="648225" y="29690"/>
                </a:lnTo>
                <a:lnTo>
                  <a:pt x="647140" y="29335"/>
                </a:lnTo>
                <a:lnTo>
                  <a:pt x="646052" y="28986"/>
                </a:lnTo>
                <a:lnTo>
                  <a:pt x="644961" y="28643"/>
                </a:lnTo>
                <a:lnTo>
                  <a:pt x="643868" y="28307"/>
                </a:lnTo>
                <a:lnTo>
                  <a:pt x="642772" y="27977"/>
                </a:lnTo>
                <a:lnTo>
                  <a:pt x="641674" y="27652"/>
                </a:lnTo>
                <a:lnTo>
                  <a:pt x="640572" y="27334"/>
                </a:lnTo>
                <a:lnTo>
                  <a:pt x="639469" y="27023"/>
                </a:lnTo>
                <a:lnTo>
                  <a:pt x="638362" y="26717"/>
                </a:lnTo>
                <a:lnTo>
                  <a:pt x="637253" y="26418"/>
                </a:lnTo>
                <a:lnTo>
                  <a:pt x="636141" y="26125"/>
                </a:lnTo>
                <a:lnTo>
                  <a:pt x="635027" y="25838"/>
                </a:lnTo>
                <a:lnTo>
                  <a:pt x="633911" y="25558"/>
                </a:lnTo>
                <a:lnTo>
                  <a:pt x="632791" y="25284"/>
                </a:lnTo>
                <a:lnTo>
                  <a:pt x="631670" y="25016"/>
                </a:lnTo>
                <a:lnTo>
                  <a:pt x="630546" y="24755"/>
                </a:lnTo>
                <a:lnTo>
                  <a:pt x="629419" y="24500"/>
                </a:lnTo>
                <a:lnTo>
                  <a:pt x="628290" y="24252"/>
                </a:lnTo>
                <a:lnTo>
                  <a:pt x="627159" y="24010"/>
                </a:lnTo>
                <a:lnTo>
                  <a:pt x="626025" y="23774"/>
                </a:lnTo>
                <a:lnTo>
                  <a:pt x="624889" y="23545"/>
                </a:lnTo>
                <a:lnTo>
                  <a:pt x="623750" y="23323"/>
                </a:lnTo>
                <a:lnTo>
                  <a:pt x="622609" y="23107"/>
                </a:lnTo>
                <a:lnTo>
                  <a:pt x="621466" y="22898"/>
                </a:lnTo>
                <a:lnTo>
                  <a:pt x="620321" y="22695"/>
                </a:lnTo>
                <a:lnTo>
                  <a:pt x="619173" y="22498"/>
                </a:lnTo>
                <a:lnTo>
                  <a:pt x="618023" y="22309"/>
                </a:lnTo>
                <a:lnTo>
                  <a:pt x="616871" y="22126"/>
                </a:lnTo>
                <a:lnTo>
                  <a:pt x="615717" y="21949"/>
                </a:lnTo>
                <a:lnTo>
                  <a:pt x="614560" y="21780"/>
                </a:lnTo>
                <a:lnTo>
                  <a:pt x="613402" y="21617"/>
                </a:lnTo>
                <a:lnTo>
                  <a:pt x="612241" y="21460"/>
                </a:lnTo>
                <a:lnTo>
                  <a:pt x="611078" y="21311"/>
                </a:lnTo>
                <a:lnTo>
                  <a:pt x="609913" y="21168"/>
                </a:lnTo>
                <a:lnTo>
                  <a:pt x="608746" y="21032"/>
                </a:lnTo>
                <a:lnTo>
                  <a:pt x="607576" y="20903"/>
                </a:lnTo>
                <a:lnTo>
                  <a:pt x="606405" y="20780"/>
                </a:lnTo>
                <a:lnTo>
                  <a:pt x="605232" y="20664"/>
                </a:lnTo>
                <a:lnTo>
                  <a:pt x="604057" y="20556"/>
                </a:lnTo>
                <a:lnTo>
                  <a:pt x="602880" y="20454"/>
                </a:lnTo>
                <a:lnTo>
                  <a:pt x="601700" y="20359"/>
                </a:lnTo>
                <a:lnTo>
                  <a:pt x="600519" y="20271"/>
                </a:lnTo>
                <a:lnTo>
                  <a:pt x="599336" y="20190"/>
                </a:lnTo>
                <a:lnTo>
                  <a:pt x="598151" y="20115"/>
                </a:lnTo>
                <a:lnTo>
                  <a:pt x="596965" y="20048"/>
                </a:lnTo>
                <a:lnTo>
                  <a:pt x="595776" y="19988"/>
                </a:lnTo>
                <a:lnTo>
                  <a:pt x="594585" y="19935"/>
                </a:lnTo>
                <a:lnTo>
                  <a:pt x="593393" y="19888"/>
                </a:lnTo>
                <a:lnTo>
                  <a:pt x="592199" y="19849"/>
                </a:lnTo>
                <a:lnTo>
                  <a:pt x="591003" y="19817"/>
                </a:lnTo>
                <a:lnTo>
                  <a:pt x="589805" y="19792"/>
                </a:lnTo>
                <a:lnTo>
                  <a:pt x="588606" y="19774"/>
                </a:lnTo>
                <a:lnTo>
                  <a:pt x="587405" y="19764"/>
                </a:lnTo>
                <a:lnTo>
                  <a:pt x="586202" y="19760"/>
                </a:lnTo>
                <a:lnTo>
                  <a:pt x="586202" y="19760"/>
                </a:lnTo>
                <a:lnTo>
                  <a:pt x="586202" y="39519"/>
                </a:lnTo>
                <a:lnTo>
                  <a:pt x="587288" y="39522"/>
                </a:lnTo>
                <a:lnTo>
                  <a:pt x="588373" y="39532"/>
                </a:lnTo>
                <a:lnTo>
                  <a:pt x="589457" y="39548"/>
                </a:lnTo>
                <a:lnTo>
                  <a:pt x="590538" y="39571"/>
                </a:lnTo>
                <a:lnTo>
                  <a:pt x="591619" y="39600"/>
                </a:lnTo>
                <a:lnTo>
                  <a:pt x="592697" y="39636"/>
                </a:lnTo>
                <a:lnTo>
                  <a:pt x="593774" y="39677"/>
                </a:lnTo>
                <a:lnTo>
                  <a:pt x="594850" y="39726"/>
                </a:lnTo>
                <a:lnTo>
                  <a:pt x="595923" y="39780"/>
                </a:lnTo>
                <a:lnTo>
                  <a:pt x="596995" y="39841"/>
                </a:lnTo>
                <a:lnTo>
                  <a:pt x="598066" y="39909"/>
                </a:lnTo>
                <a:lnTo>
                  <a:pt x="599134" y="39982"/>
                </a:lnTo>
                <a:lnTo>
                  <a:pt x="600201" y="40062"/>
                </a:lnTo>
                <a:lnTo>
                  <a:pt x="601266" y="40148"/>
                </a:lnTo>
                <a:lnTo>
                  <a:pt x="602329" y="40241"/>
                </a:lnTo>
                <a:lnTo>
                  <a:pt x="603391" y="40339"/>
                </a:lnTo>
                <a:lnTo>
                  <a:pt x="604451" y="40444"/>
                </a:lnTo>
                <a:lnTo>
                  <a:pt x="605508" y="40555"/>
                </a:lnTo>
                <a:lnTo>
                  <a:pt x="606564" y="40672"/>
                </a:lnTo>
                <a:lnTo>
                  <a:pt x="607619" y="40796"/>
                </a:lnTo>
                <a:lnTo>
                  <a:pt x="608671" y="40925"/>
                </a:lnTo>
                <a:lnTo>
                  <a:pt x="609721" y="41061"/>
                </a:lnTo>
                <a:lnTo>
                  <a:pt x="610770" y="41202"/>
                </a:lnTo>
                <a:lnTo>
                  <a:pt x="611816" y="41350"/>
                </a:lnTo>
                <a:lnTo>
                  <a:pt x="612861" y="41504"/>
                </a:lnTo>
                <a:lnTo>
                  <a:pt x="613903" y="41664"/>
                </a:lnTo>
                <a:lnTo>
                  <a:pt x="614944" y="41830"/>
                </a:lnTo>
                <a:lnTo>
                  <a:pt x="615982" y="42002"/>
                </a:lnTo>
                <a:lnTo>
                  <a:pt x="617019" y="42180"/>
                </a:lnTo>
                <a:lnTo>
                  <a:pt x="618053" y="42363"/>
                </a:lnTo>
                <a:lnTo>
                  <a:pt x="619086" y="42553"/>
                </a:lnTo>
                <a:lnTo>
                  <a:pt x="620116" y="42749"/>
                </a:lnTo>
                <a:lnTo>
                  <a:pt x="621144" y="42951"/>
                </a:lnTo>
                <a:lnTo>
                  <a:pt x="622170" y="43158"/>
                </a:lnTo>
                <a:lnTo>
                  <a:pt x="623194" y="43372"/>
                </a:lnTo>
                <a:lnTo>
                  <a:pt x="624216" y="43591"/>
                </a:lnTo>
                <a:lnTo>
                  <a:pt x="625235" y="43816"/>
                </a:lnTo>
                <a:lnTo>
                  <a:pt x="626253" y="44047"/>
                </a:lnTo>
                <a:lnTo>
                  <a:pt x="627268" y="44284"/>
                </a:lnTo>
                <a:lnTo>
                  <a:pt x="628281" y="44527"/>
                </a:lnTo>
                <a:lnTo>
                  <a:pt x="629291" y="44775"/>
                </a:lnTo>
                <a:lnTo>
                  <a:pt x="630300" y="45029"/>
                </a:lnTo>
                <a:lnTo>
                  <a:pt x="631306" y="45289"/>
                </a:lnTo>
                <a:lnTo>
                  <a:pt x="632310" y="45555"/>
                </a:lnTo>
                <a:lnTo>
                  <a:pt x="633311" y="45826"/>
                </a:lnTo>
                <a:lnTo>
                  <a:pt x="634310" y="46103"/>
                </a:lnTo>
                <a:lnTo>
                  <a:pt x="635307" y="46385"/>
                </a:lnTo>
                <a:lnTo>
                  <a:pt x="636301" y="46674"/>
                </a:lnTo>
                <a:lnTo>
                  <a:pt x="637293" y="46967"/>
                </a:lnTo>
                <a:lnTo>
                  <a:pt x="638283" y="47267"/>
                </a:lnTo>
                <a:lnTo>
                  <a:pt x="639270" y="47572"/>
                </a:lnTo>
                <a:lnTo>
                  <a:pt x="640254" y="47883"/>
                </a:lnTo>
                <a:lnTo>
                  <a:pt x="641236" y="48199"/>
                </a:lnTo>
                <a:lnTo>
                  <a:pt x="642216" y="48520"/>
                </a:lnTo>
                <a:lnTo>
                  <a:pt x="643193" y="48848"/>
                </a:lnTo>
                <a:lnTo>
                  <a:pt x="644168" y="49180"/>
                </a:lnTo>
                <a:lnTo>
                  <a:pt x="645140" y="49518"/>
                </a:lnTo>
                <a:lnTo>
                  <a:pt x="646109" y="49862"/>
                </a:lnTo>
                <a:lnTo>
                  <a:pt x="647076" y="50211"/>
                </a:lnTo>
                <a:lnTo>
                  <a:pt x="648041" y="50566"/>
                </a:lnTo>
                <a:lnTo>
                  <a:pt x="649002" y="50925"/>
                </a:lnTo>
                <a:lnTo>
                  <a:pt x="649961" y="51291"/>
                </a:lnTo>
                <a:lnTo>
                  <a:pt x="650918" y="51661"/>
                </a:lnTo>
                <a:lnTo>
                  <a:pt x="651871" y="52037"/>
                </a:lnTo>
                <a:lnTo>
                  <a:pt x="652822" y="52419"/>
                </a:lnTo>
                <a:lnTo>
                  <a:pt x="653771" y="52805"/>
                </a:lnTo>
                <a:lnTo>
                  <a:pt x="654716" y="53197"/>
                </a:lnTo>
                <a:lnTo>
                  <a:pt x="655659" y="53594"/>
                </a:lnTo>
                <a:lnTo>
                  <a:pt x="656599" y="53997"/>
                </a:lnTo>
                <a:lnTo>
                  <a:pt x="657536" y="54404"/>
                </a:lnTo>
                <a:lnTo>
                  <a:pt x="658471" y="54817"/>
                </a:lnTo>
                <a:lnTo>
                  <a:pt x="659402" y="55235"/>
                </a:lnTo>
                <a:lnTo>
                  <a:pt x="660331" y="55658"/>
                </a:lnTo>
                <a:lnTo>
                  <a:pt x="661257" y="56087"/>
                </a:lnTo>
                <a:lnTo>
                  <a:pt x="662180" y="56520"/>
                </a:lnTo>
                <a:lnTo>
                  <a:pt x="663100" y="56959"/>
                </a:lnTo>
                <a:lnTo>
                  <a:pt x="664017" y="57403"/>
                </a:lnTo>
                <a:lnTo>
                  <a:pt x="664932" y="57852"/>
                </a:lnTo>
                <a:lnTo>
                  <a:pt x="665843" y="58306"/>
                </a:lnTo>
                <a:lnTo>
                  <a:pt x="666751" y="58765"/>
                </a:lnTo>
                <a:lnTo>
                  <a:pt x="667657" y="59229"/>
                </a:lnTo>
                <a:lnTo>
                  <a:pt x="668559" y="59698"/>
                </a:lnTo>
                <a:lnTo>
                  <a:pt x="669458" y="60172"/>
                </a:lnTo>
                <a:lnTo>
                  <a:pt x="670355" y="60651"/>
                </a:lnTo>
                <a:lnTo>
                  <a:pt x="671248" y="61135"/>
                </a:lnTo>
                <a:lnTo>
                  <a:pt x="672138" y="61624"/>
                </a:lnTo>
                <a:lnTo>
                  <a:pt x="673025" y="62118"/>
                </a:lnTo>
                <a:lnTo>
                  <a:pt x="673909" y="62616"/>
                </a:lnTo>
                <a:lnTo>
                  <a:pt x="674790" y="63120"/>
                </a:lnTo>
                <a:lnTo>
                  <a:pt x="675667" y="63628"/>
                </a:lnTo>
                <a:lnTo>
                  <a:pt x="676542" y="64142"/>
                </a:lnTo>
                <a:lnTo>
                  <a:pt x="677413" y="64660"/>
                </a:lnTo>
                <a:lnTo>
                  <a:pt x="678281" y="65183"/>
                </a:lnTo>
                <a:lnTo>
                  <a:pt x="679146" y="65711"/>
                </a:lnTo>
                <a:lnTo>
                  <a:pt x="680007" y="66243"/>
                </a:lnTo>
                <a:lnTo>
                  <a:pt x="680866" y="66781"/>
                </a:lnTo>
                <a:lnTo>
                  <a:pt x="681721" y="67323"/>
                </a:lnTo>
                <a:lnTo>
                  <a:pt x="682572" y="67869"/>
                </a:lnTo>
                <a:lnTo>
                  <a:pt x="683421" y="68421"/>
                </a:lnTo>
                <a:lnTo>
                  <a:pt x="684266" y="68977"/>
                </a:lnTo>
                <a:lnTo>
                  <a:pt x="685107" y="69538"/>
                </a:lnTo>
                <a:lnTo>
                  <a:pt x="685946" y="70103"/>
                </a:lnTo>
                <a:lnTo>
                  <a:pt x="686781" y="70674"/>
                </a:lnTo>
                <a:lnTo>
                  <a:pt x="687612" y="71248"/>
                </a:lnTo>
                <a:lnTo>
                  <a:pt x="688440" y="71828"/>
                </a:lnTo>
                <a:lnTo>
                  <a:pt x="689265" y="72411"/>
                </a:lnTo>
                <a:lnTo>
                  <a:pt x="690086" y="73000"/>
                </a:lnTo>
                <a:lnTo>
                  <a:pt x="690904" y="73593"/>
                </a:lnTo>
                <a:lnTo>
                  <a:pt x="691718" y="74190"/>
                </a:lnTo>
                <a:lnTo>
                  <a:pt x="692528" y="74792"/>
                </a:lnTo>
                <a:lnTo>
                  <a:pt x="693335" y="75399"/>
                </a:lnTo>
                <a:lnTo>
                  <a:pt x="694139" y="76010"/>
                </a:lnTo>
                <a:lnTo>
                  <a:pt x="694939" y="76625"/>
                </a:lnTo>
                <a:lnTo>
                  <a:pt x="695735" y="77245"/>
                </a:lnTo>
                <a:lnTo>
                  <a:pt x="696528" y="77869"/>
                </a:lnTo>
                <a:lnTo>
                  <a:pt x="697317" y="78498"/>
                </a:lnTo>
                <a:lnTo>
                  <a:pt x="698102" y="79131"/>
                </a:lnTo>
                <a:lnTo>
                  <a:pt x="698884" y="79768"/>
                </a:lnTo>
                <a:lnTo>
                  <a:pt x="699662" y="80410"/>
                </a:lnTo>
                <a:lnTo>
                  <a:pt x="700437" y="81056"/>
                </a:lnTo>
                <a:lnTo>
                  <a:pt x="701207" y="81706"/>
                </a:lnTo>
                <a:lnTo>
                  <a:pt x="701974" y="82360"/>
                </a:lnTo>
                <a:lnTo>
                  <a:pt x="702737" y="83019"/>
                </a:lnTo>
                <a:lnTo>
                  <a:pt x="703497" y="83682"/>
                </a:lnTo>
                <a:lnTo>
                  <a:pt x="704252" y="84350"/>
                </a:lnTo>
                <a:lnTo>
                  <a:pt x="705004" y="85021"/>
                </a:lnTo>
                <a:lnTo>
                  <a:pt x="705752" y="85697"/>
                </a:lnTo>
                <a:lnTo>
                  <a:pt x="706496" y="86377"/>
                </a:lnTo>
                <a:lnTo>
                  <a:pt x="707236" y="87061"/>
                </a:lnTo>
                <a:lnTo>
                  <a:pt x="707972" y="87749"/>
                </a:lnTo>
                <a:lnTo>
                  <a:pt x="708704" y="88441"/>
                </a:lnTo>
                <a:lnTo>
                  <a:pt x="709433" y="89137"/>
                </a:lnTo>
                <a:lnTo>
                  <a:pt x="710157" y="89838"/>
                </a:lnTo>
                <a:lnTo>
                  <a:pt x="710878" y="90542"/>
                </a:lnTo>
                <a:lnTo>
                  <a:pt x="711594" y="91251"/>
                </a:lnTo>
                <a:lnTo>
                  <a:pt x="712307" y="91963"/>
                </a:lnTo>
                <a:lnTo>
                  <a:pt x="713015" y="92680"/>
                </a:lnTo>
                <a:lnTo>
                  <a:pt x="713720" y="93400"/>
                </a:lnTo>
                <a:lnTo>
                  <a:pt x="714420" y="94125"/>
                </a:lnTo>
                <a:lnTo>
                  <a:pt x="715117" y="94853"/>
                </a:lnTo>
                <a:lnTo>
                  <a:pt x="715809" y="95585"/>
                </a:lnTo>
                <a:lnTo>
                  <a:pt x="716497" y="96322"/>
                </a:lnTo>
                <a:lnTo>
                  <a:pt x="717181" y="97062"/>
                </a:lnTo>
                <a:lnTo>
                  <a:pt x="717861" y="97806"/>
                </a:lnTo>
                <a:lnTo>
                  <a:pt x="718536" y="98554"/>
                </a:lnTo>
                <a:lnTo>
                  <a:pt x="719208" y="99305"/>
                </a:lnTo>
                <a:lnTo>
                  <a:pt x="719875" y="100061"/>
                </a:lnTo>
                <a:lnTo>
                  <a:pt x="720538" y="100820"/>
                </a:lnTo>
                <a:lnTo>
                  <a:pt x="721197" y="101583"/>
                </a:lnTo>
                <a:lnTo>
                  <a:pt x="721852" y="102350"/>
                </a:lnTo>
                <a:lnTo>
                  <a:pt x="722502" y="103121"/>
                </a:lnTo>
                <a:lnTo>
                  <a:pt x="723148" y="103895"/>
                </a:lnTo>
                <a:lnTo>
                  <a:pt x="723790" y="104673"/>
                </a:lnTo>
                <a:lnTo>
                  <a:pt x="724427" y="105455"/>
                </a:lnTo>
                <a:lnTo>
                  <a:pt x="725060" y="106240"/>
                </a:lnTo>
                <a:lnTo>
                  <a:pt x="725688" y="107030"/>
                </a:lnTo>
                <a:lnTo>
                  <a:pt x="726313" y="107822"/>
                </a:lnTo>
                <a:lnTo>
                  <a:pt x="726932" y="108619"/>
                </a:lnTo>
                <a:lnTo>
                  <a:pt x="727548" y="109419"/>
                </a:lnTo>
                <a:lnTo>
                  <a:pt x="728159" y="110222"/>
                </a:lnTo>
                <a:lnTo>
                  <a:pt x="728765" y="111029"/>
                </a:lnTo>
                <a:lnTo>
                  <a:pt x="729367" y="111840"/>
                </a:lnTo>
                <a:lnTo>
                  <a:pt x="729965" y="112654"/>
                </a:lnTo>
                <a:lnTo>
                  <a:pt x="730558" y="113472"/>
                </a:lnTo>
                <a:lnTo>
                  <a:pt x="731146" y="114293"/>
                </a:lnTo>
                <a:lnTo>
                  <a:pt x="731730" y="115117"/>
                </a:lnTo>
                <a:lnTo>
                  <a:pt x="732309" y="115945"/>
                </a:lnTo>
                <a:lnTo>
                  <a:pt x="732884" y="116777"/>
                </a:lnTo>
                <a:lnTo>
                  <a:pt x="733454" y="117612"/>
                </a:lnTo>
                <a:lnTo>
                  <a:pt x="734020" y="118450"/>
                </a:lnTo>
                <a:lnTo>
                  <a:pt x="734580" y="119292"/>
                </a:lnTo>
                <a:lnTo>
                  <a:pt x="735137" y="120137"/>
                </a:lnTo>
                <a:lnTo>
                  <a:pt x="735688" y="120985"/>
                </a:lnTo>
                <a:lnTo>
                  <a:pt x="736235" y="121837"/>
                </a:lnTo>
                <a:lnTo>
                  <a:pt x="736777" y="122692"/>
                </a:lnTo>
                <a:lnTo>
                  <a:pt x="737314" y="123550"/>
                </a:lnTo>
                <a:lnTo>
                  <a:pt x="737847" y="124412"/>
                </a:lnTo>
                <a:lnTo>
                  <a:pt x="738375" y="125276"/>
                </a:lnTo>
                <a:lnTo>
                  <a:pt x="738898" y="126144"/>
                </a:lnTo>
                <a:lnTo>
                  <a:pt x="739416" y="127016"/>
                </a:lnTo>
                <a:lnTo>
                  <a:pt x="739929" y="127890"/>
                </a:lnTo>
                <a:lnTo>
                  <a:pt x="740438" y="128768"/>
                </a:lnTo>
                <a:lnTo>
                  <a:pt x="740941" y="129648"/>
                </a:lnTo>
                <a:lnTo>
                  <a:pt x="741440" y="130532"/>
                </a:lnTo>
                <a:lnTo>
                  <a:pt x="741934" y="131419"/>
                </a:lnTo>
                <a:lnTo>
                  <a:pt x="742423" y="132310"/>
                </a:lnTo>
                <a:lnTo>
                  <a:pt x="742907" y="133203"/>
                </a:lnTo>
                <a:lnTo>
                  <a:pt x="743386" y="134099"/>
                </a:lnTo>
                <a:lnTo>
                  <a:pt x="743860" y="134998"/>
                </a:lnTo>
                <a:lnTo>
                  <a:pt x="744329" y="135901"/>
                </a:lnTo>
                <a:lnTo>
                  <a:pt x="744793" y="136806"/>
                </a:lnTo>
                <a:lnTo>
                  <a:pt x="745252" y="137714"/>
                </a:lnTo>
                <a:lnTo>
                  <a:pt x="745706" y="138626"/>
                </a:lnTo>
                <a:lnTo>
                  <a:pt x="746155" y="139540"/>
                </a:lnTo>
                <a:lnTo>
                  <a:pt x="746598" y="140457"/>
                </a:lnTo>
                <a:lnTo>
                  <a:pt x="747037" y="141377"/>
                </a:lnTo>
                <a:lnTo>
                  <a:pt x="747471" y="142300"/>
                </a:lnTo>
                <a:lnTo>
                  <a:pt x="747899" y="143226"/>
                </a:lnTo>
                <a:lnTo>
                  <a:pt x="748322" y="144155"/>
                </a:lnTo>
                <a:lnTo>
                  <a:pt x="748740" y="145087"/>
                </a:lnTo>
                <a:lnTo>
                  <a:pt x="749153" y="146021"/>
                </a:lnTo>
                <a:lnTo>
                  <a:pt x="749561" y="146958"/>
                </a:lnTo>
                <a:lnTo>
                  <a:pt x="749963" y="147898"/>
                </a:lnTo>
                <a:lnTo>
                  <a:pt x="750361" y="148841"/>
                </a:lnTo>
                <a:lnTo>
                  <a:pt x="750752" y="149787"/>
                </a:lnTo>
                <a:lnTo>
                  <a:pt x="751139" y="150735"/>
                </a:lnTo>
                <a:lnTo>
                  <a:pt x="751520" y="151686"/>
                </a:lnTo>
                <a:lnTo>
                  <a:pt x="751896" y="152640"/>
                </a:lnTo>
                <a:lnTo>
                  <a:pt x="752267" y="153596"/>
                </a:lnTo>
                <a:lnTo>
                  <a:pt x="752632" y="154555"/>
                </a:lnTo>
                <a:lnTo>
                  <a:pt x="752992" y="155517"/>
                </a:lnTo>
                <a:lnTo>
                  <a:pt x="753347" y="156481"/>
                </a:lnTo>
                <a:lnTo>
                  <a:pt x="753696" y="157448"/>
                </a:lnTo>
                <a:lnTo>
                  <a:pt x="754039" y="158418"/>
                </a:lnTo>
                <a:lnTo>
                  <a:pt x="754377" y="159390"/>
                </a:lnTo>
                <a:lnTo>
                  <a:pt x="754710" y="160364"/>
                </a:lnTo>
                <a:lnTo>
                  <a:pt x="755037" y="161341"/>
                </a:lnTo>
                <a:lnTo>
                  <a:pt x="755359" y="162321"/>
                </a:lnTo>
                <a:lnTo>
                  <a:pt x="755675" y="163303"/>
                </a:lnTo>
                <a:lnTo>
                  <a:pt x="755986" y="164288"/>
                </a:lnTo>
                <a:lnTo>
                  <a:pt x="756291" y="165275"/>
                </a:lnTo>
                <a:lnTo>
                  <a:pt x="756590" y="166264"/>
                </a:lnTo>
                <a:lnTo>
                  <a:pt x="756884" y="167256"/>
                </a:lnTo>
                <a:lnTo>
                  <a:pt x="757172" y="168251"/>
                </a:lnTo>
                <a:lnTo>
                  <a:pt x="757455" y="169247"/>
                </a:lnTo>
                <a:lnTo>
                  <a:pt x="757732" y="170247"/>
                </a:lnTo>
                <a:lnTo>
                  <a:pt x="758003" y="171248"/>
                </a:lnTo>
                <a:lnTo>
                  <a:pt x="758269" y="172252"/>
                </a:lnTo>
                <a:lnTo>
                  <a:pt x="758528" y="173258"/>
                </a:lnTo>
                <a:lnTo>
                  <a:pt x="758783" y="174266"/>
                </a:lnTo>
                <a:lnTo>
                  <a:pt x="759031" y="175277"/>
                </a:lnTo>
                <a:lnTo>
                  <a:pt x="759273" y="176290"/>
                </a:lnTo>
                <a:lnTo>
                  <a:pt x="759510" y="177305"/>
                </a:lnTo>
                <a:lnTo>
                  <a:pt x="759741" y="178322"/>
                </a:lnTo>
                <a:lnTo>
                  <a:pt x="759966" y="179342"/>
                </a:lnTo>
                <a:lnTo>
                  <a:pt x="760186" y="180364"/>
                </a:lnTo>
                <a:lnTo>
                  <a:pt x="760399" y="181387"/>
                </a:lnTo>
                <a:lnTo>
                  <a:pt x="760607" y="182414"/>
                </a:lnTo>
                <a:lnTo>
                  <a:pt x="760809" y="183442"/>
                </a:lnTo>
                <a:lnTo>
                  <a:pt x="761004" y="184472"/>
                </a:lnTo>
                <a:lnTo>
                  <a:pt x="761194" y="185504"/>
                </a:lnTo>
                <a:lnTo>
                  <a:pt x="761378" y="186539"/>
                </a:lnTo>
                <a:lnTo>
                  <a:pt x="761556" y="187575"/>
                </a:lnTo>
                <a:lnTo>
                  <a:pt x="761728" y="188614"/>
                </a:lnTo>
                <a:lnTo>
                  <a:pt x="761894" y="189654"/>
                </a:lnTo>
                <a:lnTo>
                  <a:pt x="762054" y="190697"/>
                </a:lnTo>
                <a:lnTo>
                  <a:pt x="762208" y="191741"/>
                </a:lnTo>
                <a:lnTo>
                  <a:pt x="762355" y="192788"/>
                </a:lnTo>
                <a:lnTo>
                  <a:pt x="762497" y="193836"/>
                </a:lnTo>
                <a:lnTo>
                  <a:pt x="762633" y="194887"/>
                </a:lnTo>
                <a:lnTo>
                  <a:pt x="762762" y="195939"/>
                </a:lnTo>
                <a:lnTo>
                  <a:pt x="762885" y="196993"/>
                </a:lnTo>
                <a:lnTo>
                  <a:pt x="763003" y="198049"/>
                </a:lnTo>
                <a:lnTo>
                  <a:pt x="763114" y="199107"/>
                </a:lnTo>
                <a:lnTo>
                  <a:pt x="763218" y="200167"/>
                </a:lnTo>
                <a:lnTo>
                  <a:pt x="763317" y="201228"/>
                </a:lnTo>
                <a:lnTo>
                  <a:pt x="763409" y="202291"/>
                </a:lnTo>
                <a:lnTo>
                  <a:pt x="763496" y="203357"/>
                </a:lnTo>
                <a:lnTo>
                  <a:pt x="763575" y="204423"/>
                </a:lnTo>
                <a:lnTo>
                  <a:pt x="763649" y="205492"/>
                </a:lnTo>
                <a:lnTo>
                  <a:pt x="763716" y="206562"/>
                </a:lnTo>
                <a:lnTo>
                  <a:pt x="763777" y="207634"/>
                </a:lnTo>
                <a:lnTo>
                  <a:pt x="763832" y="208708"/>
                </a:lnTo>
                <a:lnTo>
                  <a:pt x="763880" y="209783"/>
                </a:lnTo>
                <a:lnTo>
                  <a:pt x="763922" y="210860"/>
                </a:lnTo>
                <a:lnTo>
                  <a:pt x="763958" y="211939"/>
                </a:lnTo>
                <a:lnTo>
                  <a:pt x="763987" y="213019"/>
                </a:lnTo>
                <a:lnTo>
                  <a:pt x="764009" y="214101"/>
                </a:lnTo>
                <a:lnTo>
                  <a:pt x="764026" y="215184"/>
                </a:lnTo>
                <a:lnTo>
                  <a:pt x="764035" y="216269"/>
                </a:lnTo>
                <a:lnTo>
                  <a:pt x="764039" y="217356"/>
                </a:lnTo>
                <a:lnTo>
                  <a:pt x="783798" y="217356"/>
                </a:lnTo>
                <a:lnTo>
                  <a:pt x="783798" y="217356"/>
                </a:lnTo>
                <a:close/>
                <a:moveTo>
                  <a:pt x="216153" y="19764"/>
                </a:moveTo>
                <a:lnTo>
                  <a:pt x="214952" y="19774"/>
                </a:lnTo>
                <a:lnTo>
                  <a:pt x="213753" y="19792"/>
                </a:lnTo>
                <a:lnTo>
                  <a:pt x="212555" y="19817"/>
                </a:lnTo>
                <a:lnTo>
                  <a:pt x="211359" y="19849"/>
                </a:lnTo>
                <a:lnTo>
                  <a:pt x="210165" y="19888"/>
                </a:lnTo>
                <a:lnTo>
                  <a:pt x="208973" y="19935"/>
                </a:lnTo>
                <a:lnTo>
                  <a:pt x="207782" y="19988"/>
                </a:lnTo>
                <a:lnTo>
                  <a:pt x="206594" y="20048"/>
                </a:lnTo>
                <a:lnTo>
                  <a:pt x="205407" y="20115"/>
                </a:lnTo>
                <a:lnTo>
                  <a:pt x="204222" y="20190"/>
                </a:lnTo>
                <a:lnTo>
                  <a:pt x="203039" y="20271"/>
                </a:lnTo>
                <a:lnTo>
                  <a:pt x="201858" y="20359"/>
                </a:lnTo>
                <a:lnTo>
                  <a:pt x="200679" y="20454"/>
                </a:lnTo>
                <a:lnTo>
                  <a:pt x="199501" y="20556"/>
                </a:lnTo>
                <a:lnTo>
                  <a:pt x="198326" y="20664"/>
                </a:lnTo>
                <a:lnTo>
                  <a:pt x="197153" y="20780"/>
                </a:lnTo>
                <a:lnTo>
                  <a:pt x="195982" y="20903"/>
                </a:lnTo>
                <a:lnTo>
                  <a:pt x="194813" y="21032"/>
                </a:lnTo>
                <a:lnTo>
                  <a:pt x="193645" y="21168"/>
                </a:lnTo>
                <a:lnTo>
                  <a:pt x="192480" y="21311"/>
                </a:lnTo>
                <a:lnTo>
                  <a:pt x="191317" y="21460"/>
                </a:lnTo>
                <a:lnTo>
                  <a:pt x="190157" y="21617"/>
                </a:lnTo>
                <a:lnTo>
                  <a:pt x="188998" y="21780"/>
                </a:lnTo>
                <a:lnTo>
                  <a:pt x="187841" y="21949"/>
                </a:lnTo>
                <a:lnTo>
                  <a:pt x="186687" y="22126"/>
                </a:lnTo>
                <a:lnTo>
                  <a:pt x="185535" y="22309"/>
                </a:lnTo>
                <a:lnTo>
                  <a:pt x="184385" y="22498"/>
                </a:lnTo>
                <a:lnTo>
                  <a:pt x="183237" y="22695"/>
                </a:lnTo>
                <a:lnTo>
                  <a:pt x="182092" y="22898"/>
                </a:lnTo>
                <a:lnTo>
                  <a:pt x="180949" y="23107"/>
                </a:lnTo>
                <a:lnTo>
                  <a:pt x="179808" y="23323"/>
                </a:lnTo>
                <a:lnTo>
                  <a:pt x="178670" y="23545"/>
                </a:lnTo>
                <a:lnTo>
                  <a:pt x="177533" y="23774"/>
                </a:lnTo>
                <a:lnTo>
                  <a:pt x="176400" y="24010"/>
                </a:lnTo>
                <a:lnTo>
                  <a:pt x="175268" y="24252"/>
                </a:lnTo>
                <a:lnTo>
                  <a:pt x="174139" y="24500"/>
                </a:lnTo>
                <a:lnTo>
                  <a:pt x="173013" y="24755"/>
                </a:lnTo>
                <a:lnTo>
                  <a:pt x="171889" y="25016"/>
                </a:lnTo>
                <a:lnTo>
                  <a:pt x="170767" y="25284"/>
                </a:lnTo>
                <a:lnTo>
                  <a:pt x="169648" y="25558"/>
                </a:lnTo>
                <a:lnTo>
                  <a:pt x="168531" y="25838"/>
                </a:lnTo>
                <a:lnTo>
                  <a:pt x="167417" y="26125"/>
                </a:lnTo>
                <a:lnTo>
                  <a:pt x="166305" y="26418"/>
                </a:lnTo>
                <a:lnTo>
                  <a:pt x="165196" y="26717"/>
                </a:lnTo>
                <a:lnTo>
                  <a:pt x="164090" y="27023"/>
                </a:lnTo>
                <a:lnTo>
                  <a:pt x="162986" y="27334"/>
                </a:lnTo>
                <a:lnTo>
                  <a:pt x="161885" y="27652"/>
                </a:lnTo>
                <a:lnTo>
                  <a:pt x="160786" y="27977"/>
                </a:lnTo>
                <a:lnTo>
                  <a:pt x="159690" y="28307"/>
                </a:lnTo>
                <a:lnTo>
                  <a:pt x="158597" y="28643"/>
                </a:lnTo>
                <a:lnTo>
                  <a:pt x="157506" y="28986"/>
                </a:lnTo>
                <a:lnTo>
                  <a:pt x="156419" y="29335"/>
                </a:lnTo>
                <a:lnTo>
                  <a:pt x="155333" y="29690"/>
                </a:lnTo>
                <a:lnTo>
                  <a:pt x="154251" y="30051"/>
                </a:lnTo>
                <a:lnTo>
                  <a:pt x="153172" y="30418"/>
                </a:lnTo>
                <a:lnTo>
                  <a:pt x="152095" y="30791"/>
                </a:lnTo>
                <a:lnTo>
                  <a:pt x="151021" y="31170"/>
                </a:lnTo>
                <a:lnTo>
                  <a:pt x="149950" y="31555"/>
                </a:lnTo>
                <a:lnTo>
                  <a:pt x="148882" y="31946"/>
                </a:lnTo>
                <a:lnTo>
                  <a:pt x="147817" y="32343"/>
                </a:lnTo>
                <a:lnTo>
                  <a:pt x="146754" y="32746"/>
                </a:lnTo>
                <a:lnTo>
                  <a:pt x="145695" y="33155"/>
                </a:lnTo>
                <a:lnTo>
                  <a:pt x="144639" y="33570"/>
                </a:lnTo>
                <a:lnTo>
                  <a:pt x="143585" y="33991"/>
                </a:lnTo>
                <a:lnTo>
                  <a:pt x="142535" y="34417"/>
                </a:lnTo>
                <a:lnTo>
                  <a:pt x="141487" y="34850"/>
                </a:lnTo>
                <a:lnTo>
                  <a:pt x="140443" y="35288"/>
                </a:lnTo>
                <a:lnTo>
                  <a:pt x="139401" y="35732"/>
                </a:lnTo>
                <a:lnTo>
                  <a:pt x="138363" y="36182"/>
                </a:lnTo>
                <a:lnTo>
                  <a:pt x="137328" y="36637"/>
                </a:lnTo>
                <a:lnTo>
                  <a:pt x="136295" y="37099"/>
                </a:lnTo>
                <a:lnTo>
                  <a:pt x="135266" y="37566"/>
                </a:lnTo>
                <a:lnTo>
                  <a:pt x="134241" y="38038"/>
                </a:lnTo>
                <a:lnTo>
                  <a:pt x="133218" y="38517"/>
                </a:lnTo>
                <a:lnTo>
                  <a:pt x="132198" y="39001"/>
                </a:lnTo>
                <a:lnTo>
                  <a:pt x="131182" y="39491"/>
                </a:lnTo>
                <a:lnTo>
                  <a:pt x="130169" y="39986"/>
                </a:lnTo>
                <a:lnTo>
                  <a:pt x="129159" y="40487"/>
                </a:lnTo>
                <a:lnTo>
                  <a:pt x="128153" y="40993"/>
                </a:lnTo>
                <a:lnTo>
                  <a:pt x="127149" y="41505"/>
                </a:lnTo>
                <a:lnTo>
                  <a:pt x="126150" y="42023"/>
                </a:lnTo>
                <a:lnTo>
                  <a:pt x="125153" y="42546"/>
                </a:lnTo>
                <a:lnTo>
                  <a:pt x="124160" y="43075"/>
                </a:lnTo>
                <a:lnTo>
                  <a:pt x="123170" y="43609"/>
                </a:lnTo>
                <a:lnTo>
                  <a:pt x="122183" y="44148"/>
                </a:lnTo>
                <a:lnTo>
                  <a:pt x="121200" y="44693"/>
                </a:lnTo>
                <a:lnTo>
                  <a:pt x="120221" y="45244"/>
                </a:lnTo>
                <a:lnTo>
                  <a:pt x="119245" y="45799"/>
                </a:lnTo>
                <a:lnTo>
                  <a:pt x="118272" y="46361"/>
                </a:lnTo>
                <a:lnTo>
                  <a:pt x="117303" y="46927"/>
                </a:lnTo>
                <a:lnTo>
                  <a:pt x="116337" y="47499"/>
                </a:lnTo>
                <a:lnTo>
                  <a:pt x="115375" y="48076"/>
                </a:lnTo>
                <a:lnTo>
                  <a:pt x="114416" y="48658"/>
                </a:lnTo>
                <a:lnTo>
                  <a:pt x="113461" y="49246"/>
                </a:lnTo>
                <a:lnTo>
                  <a:pt x="112510" y="49839"/>
                </a:lnTo>
                <a:lnTo>
                  <a:pt x="111562" y="50437"/>
                </a:lnTo>
                <a:lnTo>
                  <a:pt x="110618" y="51041"/>
                </a:lnTo>
                <a:lnTo>
                  <a:pt x="109677" y="51649"/>
                </a:lnTo>
                <a:lnTo>
                  <a:pt x="108741" y="52263"/>
                </a:lnTo>
                <a:lnTo>
                  <a:pt x="107807" y="52882"/>
                </a:lnTo>
                <a:lnTo>
                  <a:pt x="106878" y="53506"/>
                </a:lnTo>
                <a:lnTo>
                  <a:pt x="105952" y="54135"/>
                </a:lnTo>
                <a:lnTo>
                  <a:pt x="105030" y="54770"/>
                </a:lnTo>
                <a:lnTo>
                  <a:pt x="104112" y="55409"/>
                </a:lnTo>
                <a:lnTo>
                  <a:pt x="103198" y="56054"/>
                </a:lnTo>
                <a:lnTo>
                  <a:pt x="102287" y="56703"/>
                </a:lnTo>
                <a:lnTo>
                  <a:pt x="101381" y="57357"/>
                </a:lnTo>
                <a:lnTo>
                  <a:pt x="100478" y="58017"/>
                </a:lnTo>
                <a:lnTo>
                  <a:pt x="99579" y="58681"/>
                </a:lnTo>
                <a:lnTo>
                  <a:pt x="98684" y="59351"/>
                </a:lnTo>
                <a:lnTo>
                  <a:pt x="97793" y="60025"/>
                </a:lnTo>
                <a:lnTo>
                  <a:pt x="96906" y="60704"/>
                </a:lnTo>
                <a:lnTo>
                  <a:pt x="96022" y="61388"/>
                </a:lnTo>
                <a:lnTo>
                  <a:pt x="95143" y="62077"/>
                </a:lnTo>
                <a:lnTo>
                  <a:pt x="94268" y="62771"/>
                </a:lnTo>
                <a:lnTo>
                  <a:pt x="93397" y="63470"/>
                </a:lnTo>
                <a:lnTo>
                  <a:pt x="92530" y="64173"/>
                </a:lnTo>
                <a:lnTo>
                  <a:pt x="91666" y="64881"/>
                </a:lnTo>
                <a:lnTo>
                  <a:pt x="90807" y="65594"/>
                </a:lnTo>
                <a:lnTo>
                  <a:pt x="89952" y="66312"/>
                </a:lnTo>
                <a:lnTo>
                  <a:pt x="89102" y="67035"/>
                </a:lnTo>
                <a:lnTo>
                  <a:pt x="88255" y="67762"/>
                </a:lnTo>
                <a:lnTo>
                  <a:pt x="87412" y="68494"/>
                </a:lnTo>
                <a:lnTo>
                  <a:pt x="86574" y="69230"/>
                </a:lnTo>
                <a:lnTo>
                  <a:pt x="85740" y="69971"/>
                </a:lnTo>
                <a:lnTo>
                  <a:pt x="84910" y="70717"/>
                </a:lnTo>
                <a:lnTo>
                  <a:pt x="84084" y="71468"/>
                </a:lnTo>
                <a:lnTo>
                  <a:pt x="83263" y="72223"/>
                </a:lnTo>
                <a:lnTo>
                  <a:pt x="82446" y="72982"/>
                </a:lnTo>
                <a:lnTo>
                  <a:pt x="81633" y="73746"/>
                </a:lnTo>
                <a:lnTo>
                  <a:pt x="80825" y="74515"/>
                </a:lnTo>
                <a:lnTo>
                  <a:pt x="80020" y="75288"/>
                </a:lnTo>
                <a:lnTo>
                  <a:pt x="79221" y="76066"/>
                </a:lnTo>
                <a:lnTo>
                  <a:pt x="78425" y="76848"/>
                </a:lnTo>
                <a:lnTo>
                  <a:pt x="77634" y="77635"/>
                </a:lnTo>
                <a:lnTo>
                  <a:pt x="76848" y="78426"/>
                </a:lnTo>
                <a:lnTo>
                  <a:pt x="76066" y="79221"/>
                </a:lnTo>
                <a:lnTo>
                  <a:pt x="75288" y="80021"/>
                </a:lnTo>
                <a:lnTo>
                  <a:pt x="74515" y="80825"/>
                </a:lnTo>
                <a:lnTo>
                  <a:pt x="73746" y="81633"/>
                </a:lnTo>
                <a:lnTo>
                  <a:pt x="72982" y="82446"/>
                </a:lnTo>
                <a:lnTo>
                  <a:pt x="72222" y="83263"/>
                </a:lnTo>
                <a:lnTo>
                  <a:pt x="71467" y="84085"/>
                </a:lnTo>
                <a:lnTo>
                  <a:pt x="70717" y="84910"/>
                </a:lnTo>
                <a:lnTo>
                  <a:pt x="69971" y="85740"/>
                </a:lnTo>
                <a:lnTo>
                  <a:pt x="69230" y="86574"/>
                </a:lnTo>
                <a:lnTo>
                  <a:pt x="68493" y="87413"/>
                </a:lnTo>
                <a:lnTo>
                  <a:pt x="67762" y="88255"/>
                </a:lnTo>
                <a:lnTo>
                  <a:pt x="67034" y="89102"/>
                </a:lnTo>
                <a:lnTo>
                  <a:pt x="66312" y="89953"/>
                </a:lnTo>
                <a:lnTo>
                  <a:pt x="65594" y="90808"/>
                </a:lnTo>
                <a:lnTo>
                  <a:pt x="64881" y="91667"/>
                </a:lnTo>
                <a:lnTo>
                  <a:pt x="64173" y="92530"/>
                </a:lnTo>
                <a:lnTo>
                  <a:pt x="63469" y="93397"/>
                </a:lnTo>
                <a:lnTo>
                  <a:pt x="62771" y="94268"/>
                </a:lnTo>
                <a:lnTo>
                  <a:pt x="62077" y="95143"/>
                </a:lnTo>
                <a:lnTo>
                  <a:pt x="61388" y="96023"/>
                </a:lnTo>
                <a:lnTo>
                  <a:pt x="60704" y="96906"/>
                </a:lnTo>
                <a:lnTo>
                  <a:pt x="60025" y="97793"/>
                </a:lnTo>
                <a:lnTo>
                  <a:pt x="59350" y="98684"/>
                </a:lnTo>
                <a:lnTo>
                  <a:pt x="58681" y="99579"/>
                </a:lnTo>
                <a:lnTo>
                  <a:pt x="58017" y="100478"/>
                </a:lnTo>
                <a:lnTo>
                  <a:pt x="57357" y="101381"/>
                </a:lnTo>
                <a:lnTo>
                  <a:pt x="56703" y="102288"/>
                </a:lnTo>
                <a:lnTo>
                  <a:pt x="56053" y="103198"/>
                </a:lnTo>
                <a:lnTo>
                  <a:pt x="55409" y="104112"/>
                </a:lnTo>
                <a:lnTo>
                  <a:pt x="54770" y="105031"/>
                </a:lnTo>
                <a:lnTo>
                  <a:pt x="54135" y="105953"/>
                </a:lnTo>
                <a:lnTo>
                  <a:pt x="53506" y="106878"/>
                </a:lnTo>
                <a:lnTo>
                  <a:pt x="52882" y="107808"/>
                </a:lnTo>
                <a:lnTo>
                  <a:pt x="52263" y="108741"/>
                </a:lnTo>
                <a:lnTo>
                  <a:pt x="51649" y="109678"/>
                </a:lnTo>
                <a:lnTo>
                  <a:pt x="51041" y="110618"/>
                </a:lnTo>
                <a:lnTo>
                  <a:pt x="50437" y="111562"/>
                </a:lnTo>
                <a:lnTo>
                  <a:pt x="49839" y="112510"/>
                </a:lnTo>
                <a:lnTo>
                  <a:pt x="49246" y="113461"/>
                </a:lnTo>
                <a:lnTo>
                  <a:pt x="48658" y="114416"/>
                </a:lnTo>
                <a:lnTo>
                  <a:pt x="48076" y="115375"/>
                </a:lnTo>
                <a:lnTo>
                  <a:pt x="47499" y="116337"/>
                </a:lnTo>
                <a:lnTo>
                  <a:pt x="46927" y="117303"/>
                </a:lnTo>
                <a:lnTo>
                  <a:pt x="46360" y="118272"/>
                </a:lnTo>
                <a:lnTo>
                  <a:pt x="45799" y="119245"/>
                </a:lnTo>
                <a:lnTo>
                  <a:pt x="45243" y="120221"/>
                </a:lnTo>
                <a:lnTo>
                  <a:pt x="44693" y="121201"/>
                </a:lnTo>
                <a:lnTo>
                  <a:pt x="44148" y="122184"/>
                </a:lnTo>
                <a:lnTo>
                  <a:pt x="43609" y="123170"/>
                </a:lnTo>
                <a:lnTo>
                  <a:pt x="43075" y="124160"/>
                </a:lnTo>
                <a:lnTo>
                  <a:pt x="42546" y="125153"/>
                </a:lnTo>
                <a:lnTo>
                  <a:pt x="42023" y="126150"/>
                </a:lnTo>
                <a:lnTo>
                  <a:pt x="41505" y="127150"/>
                </a:lnTo>
                <a:lnTo>
                  <a:pt x="40993" y="128153"/>
                </a:lnTo>
                <a:lnTo>
                  <a:pt x="40487" y="129159"/>
                </a:lnTo>
                <a:lnTo>
                  <a:pt x="39986" y="130169"/>
                </a:lnTo>
                <a:lnTo>
                  <a:pt x="39491" y="131182"/>
                </a:lnTo>
                <a:lnTo>
                  <a:pt x="39001" y="132199"/>
                </a:lnTo>
                <a:lnTo>
                  <a:pt x="38517" y="133218"/>
                </a:lnTo>
                <a:lnTo>
                  <a:pt x="38038" y="134241"/>
                </a:lnTo>
                <a:lnTo>
                  <a:pt x="37566" y="135267"/>
                </a:lnTo>
                <a:lnTo>
                  <a:pt x="37099" y="136296"/>
                </a:lnTo>
                <a:lnTo>
                  <a:pt x="36637" y="137328"/>
                </a:lnTo>
                <a:lnTo>
                  <a:pt x="36182" y="138363"/>
                </a:lnTo>
                <a:lnTo>
                  <a:pt x="35732" y="139401"/>
                </a:lnTo>
                <a:lnTo>
                  <a:pt x="35288" y="140443"/>
                </a:lnTo>
                <a:lnTo>
                  <a:pt x="34850" y="141487"/>
                </a:lnTo>
                <a:lnTo>
                  <a:pt x="34417" y="142535"/>
                </a:lnTo>
                <a:lnTo>
                  <a:pt x="33991" y="143585"/>
                </a:lnTo>
                <a:lnTo>
                  <a:pt x="33570" y="144639"/>
                </a:lnTo>
                <a:lnTo>
                  <a:pt x="33155" y="145695"/>
                </a:lnTo>
                <a:lnTo>
                  <a:pt x="32746" y="146755"/>
                </a:lnTo>
                <a:lnTo>
                  <a:pt x="32343" y="147817"/>
                </a:lnTo>
                <a:lnTo>
                  <a:pt x="31946" y="148882"/>
                </a:lnTo>
                <a:lnTo>
                  <a:pt x="31555" y="149950"/>
                </a:lnTo>
                <a:lnTo>
                  <a:pt x="31170" y="151021"/>
                </a:lnTo>
                <a:lnTo>
                  <a:pt x="30791" y="152095"/>
                </a:lnTo>
                <a:lnTo>
                  <a:pt x="30418" y="153172"/>
                </a:lnTo>
                <a:lnTo>
                  <a:pt x="30051" y="154251"/>
                </a:lnTo>
                <a:lnTo>
                  <a:pt x="29690" y="155334"/>
                </a:lnTo>
                <a:lnTo>
                  <a:pt x="29335" y="156419"/>
                </a:lnTo>
                <a:lnTo>
                  <a:pt x="28986" y="157507"/>
                </a:lnTo>
                <a:lnTo>
                  <a:pt x="28643" y="158597"/>
                </a:lnTo>
                <a:lnTo>
                  <a:pt x="28307" y="159690"/>
                </a:lnTo>
                <a:lnTo>
                  <a:pt x="27977" y="160786"/>
                </a:lnTo>
                <a:lnTo>
                  <a:pt x="27652" y="161885"/>
                </a:lnTo>
                <a:lnTo>
                  <a:pt x="27334" y="162986"/>
                </a:lnTo>
                <a:lnTo>
                  <a:pt x="27023" y="164090"/>
                </a:lnTo>
                <a:lnTo>
                  <a:pt x="26717" y="165196"/>
                </a:lnTo>
                <a:lnTo>
                  <a:pt x="26418" y="166305"/>
                </a:lnTo>
                <a:lnTo>
                  <a:pt x="26125" y="167417"/>
                </a:lnTo>
                <a:lnTo>
                  <a:pt x="25838" y="168531"/>
                </a:lnTo>
                <a:lnTo>
                  <a:pt x="25558" y="169648"/>
                </a:lnTo>
                <a:lnTo>
                  <a:pt x="25284" y="170767"/>
                </a:lnTo>
                <a:lnTo>
                  <a:pt x="25016" y="171889"/>
                </a:lnTo>
                <a:lnTo>
                  <a:pt x="24755" y="173013"/>
                </a:lnTo>
                <a:lnTo>
                  <a:pt x="24500" y="174139"/>
                </a:lnTo>
                <a:lnTo>
                  <a:pt x="24252" y="175268"/>
                </a:lnTo>
                <a:lnTo>
                  <a:pt x="24010" y="176400"/>
                </a:lnTo>
                <a:lnTo>
                  <a:pt x="23774" y="177534"/>
                </a:lnTo>
                <a:lnTo>
                  <a:pt x="23545" y="178670"/>
                </a:lnTo>
                <a:lnTo>
                  <a:pt x="23323" y="179808"/>
                </a:lnTo>
                <a:lnTo>
                  <a:pt x="23107" y="180949"/>
                </a:lnTo>
                <a:lnTo>
                  <a:pt x="22897" y="182092"/>
                </a:lnTo>
                <a:lnTo>
                  <a:pt x="22695" y="183238"/>
                </a:lnTo>
                <a:lnTo>
                  <a:pt x="22498" y="184385"/>
                </a:lnTo>
                <a:lnTo>
                  <a:pt x="22309" y="185535"/>
                </a:lnTo>
                <a:lnTo>
                  <a:pt x="22126" y="186687"/>
                </a:lnTo>
                <a:lnTo>
                  <a:pt x="21949" y="187842"/>
                </a:lnTo>
                <a:lnTo>
                  <a:pt x="21780" y="188998"/>
                </a:lnTo>
                <a:lnTo>
                  <a:pt x="21617" y="190157"/>
                </a:lnTo>
                <a:lnTo>
                  <a:pt x="21460" y="191318"/>
                </a:lnTo>
                <a:lnTo>
                  <a:pt x="21311" y="192480"/>
                </a:lnTo>
                <a:lnTo>
                  <a:pt x="21168" y="193646"/>
                </a:lnTo>
                <a:lnTo>
                  <a:pt x="21032" y="194813"/>
                </a:lnTo>
                <a:lnTo>
                  <a:pt x="20903" y="195982"/>
                </a:lnTo>
                <a:lnTo>
                  <a:pt x="20780" y="197153"/>
                </a:lnTo>
                <a:lnTo>
                  <a:pt x="20664" y="198326"/>
                </a:lnTo>
                <a:lnTo>
                  <a:pt x="20556" y="199501"/>
                </a:lnTo>
                <a:lnTo>
                  <a:pt x="20454" y="200679"/>
                </a:lnTo>
                <a:lnTo>
                  <a:pt x="20359" y="201858"/>
                </a:lnTo>
                <a:lnTo>
                  <a:pt x="20271" y="203039"/>
                </a:lnTo>
                <a:lnTo>
                  <a:pt x="20189" y="204222"/>
                </a:lnTo>
                <a:lnTo>
                  <a:pt x="20115" y="205407"/>
                </a:lnTo>
                <a:lnTo>
                  <a:pt x="20048" y="206594"/>
                </a:lnTo>
                <a:lnTo>
                  <a:pt x="19988" y="207782"/>
                </a:lnTo>
                <a:lnTo>
                  <a:pt x="19935" y="208973"/>
                </a:lnTo>
                <a:lnTo>
                  <a:pt x="19888" y="210165"/>
                </a:lnTo>
                <a:lnTo>
                  <a:pt x="19849" y="211359"/>
                </a:lnTo>
                <a:lnTo>
                  <a:pt x="19817" y="212555"/>
                </a:lnTo>
                <a:lnTo>
                  <a:pt x="19792" y="213753"/>
                </a:lnTo>
                <a:lnTo>
                  <a:pt x="19774" y="214952"/>
                </a:lnTo>
                <a:lnTo>
                  <a:pt x="19764" y="216153"/>
                </a:lnTo>
                <a:lnTo>
                  <a:pt x="19760" y="217356"/>
                </a:lnTo>
                <a:lnTo>
                  <a:pt x="39519" y="217356"/>
                </a:lnTo>
                <a:lnTo>
                  <a:pt x="39522" y="216269"/>
                </a:lnTo>
                <a:lnTo>
                  <a:pt x="39532" y="215184"/>
                </a:lnTo>
                <a:lnTo>
                  <a:pt x="39548" y="214101"/>
                </a:lnTo>
                <a:lnTo>
                  <a:pt x="39571" y="213019"/>
                </a:lnTo>
                <a:lnTo>
                  <a:pt x="39600" y="211939"/>
                </a:lnTo>
                <a:lnTo>
                  <a:pt x="39636" y="210860"/>
                </a:lnTo>
                <a:lnTo>
                  <a:pt x="39677" y="209783"/>
                </a:lnTo>
                <a:lnTo>
                  <a:pt x="39726" y="208708"/>
                </a:lnTo>
                <a:lnTo>
                  <a:pt x="39780" y="207634"/>
                </a:lnTo>
                <a:lnTo>
                  <a:pt x="39841" y="206562"/>
                </a:lnTo>
                <a:lnTo>
                  <a:pt x="39909" y="205492"/>
                </a:lnTo>
                <a:lnTo>
                  <a:pt x="39982" y="204423"/>
                </a:lnTo>
                <a:lnTo>
                  <a:pt x="40062" y="203357"/>
                </a:lnTo>
                <a:lnTo>
                  <a:pt x="40148" y="202291"/>
                </a:lnTo>
                <a:lnTo>
                  <a:pt x="40241" y="201228"/>
                </a:lnTo>
                <a:lnTo>
                  <a:pt x="40339" y="200167"/>
                </a:lnTo>
                <a:lnTo>
                  <a:pt x="40444" y="199107"/>
                </a:lnTo>
                <a:lnTo>
                  <a:pt x="40555" y="198049"/>
                </a:lnTo>
                <a:lnTo>
                  <a:pt x="40672" y="196993"/>
                </a:lnTo>
                <a:lnTo>
                  <a:pt x="40796" y="195939"/>
                </a:lnTo>
                <a:lnTo>
                  <a:pt x="40925" y="194887"/>
                </a:lnTo>
                <a:lnTo>
                  <a:pt x="41061" y="193836"/>
                </a:lnTo>
                <a:lnTo>
                  <a:pt x="41202" y="192788"/>
                </a:lnTo>
                <a:lnTo>
                  <a:pt x="41350" y="191741"/>
                </a:lnTo>
                <a:lnTo>
                  <a:pt x="41504" y="190697"/>
                </a:lnTo>
                <a:lnTo>
                  <a:pt x="41664" y="189654"/>
                </a:lnTo>
                <a:lnTo>
                  <a:pt x="41830" y="188614"/>
                </a:lnTo>
                <a:lnTo>
                  <a:pt x="42002" y="187575"/>
                </a:lnTo>
                <a:lnTo>
                  <a:pt x="42180" y="186539"/>
                </a:lnTo>
                <a:lnTo>
                  <a:pt x="42363" y="185504"/>
                </a:lnTo>
                <a:lnTo>
                  <a:pt x="42553" y="184472"/>
                </a:lnTo>
                <a:lnTo>
                  <a:pt x="42749" y="183442"/>
                </a:lnTo>
                <a:lnTo>
                  <a:pt x="42951" y="182414"/>
                </a:lnTo>
                <a:lnTo>
                  <a:pt x="43158" y="181387"/>
                </a:lnTo>
                <a:lnTo>
                  <a:pt x="43372" y="180364"/>
                </a:lnTo>
                <a:lnTo>
                  <a:pt x="43591" y="179342"/>
                </a:lnTo>
                <a:lnTo>
                  <a:pt x="43816" y="178322"/>
                </a:lnTo>
                <a:lnTo>
                  <a:pt x="44047" y="177305"/>
                </a:lnTo>
                <a:lnTo>
                  <a:pt x="44284" y="176290"/>
                </a:lnTo>
                <a:lnTo>
                  <a:pt x="44527" y="175277"/>
                </a:lnTo>
                <a:lnTo>
                  <a:pt x="44775" y="174266"/>
                </a:lnTo>
                <a:lnTo>
                  <a:pt x="45029" y="173258"/>
                </a:lnTo>
                <a:lnTo>
                  <a:pt x="45289" y="172252"/>
                </a:lnTo>
                <a:lnTo>
                  <a:pt x="45555" y="171248"/>
                </a:lnTo>
                <a:lnTo>
                  <a:pt x="45826" y="170247"/>
                </a:lnTo>
                <a:lnTo>
                  <a:pt x="46103" y="169247"/>
                </a:lnTo>
                <a:lnTo>
                  <a:pt x="46385" y="168251"/>
                </a:lnTo>
                <a:lnTo>
                  <a:pt x="46674" y="167256"/>
                </a:lnTo>
                <a:lnTo>
                  <a:pt x="46967" y="166264"/>
                </a:lnTo>
                <a:lnTo>
                  <a:pt x="47267" y="165275"/>
                </a:lnTo>
                <a:lnTo>
                  <a:pt x="47572" y="164288"/>
                </a:lnTo>
                <a:lnTo>
                  <a:pt x="47882" y="163303"/>
                </a:lnTo>
                <a:lnTo>
                  <a:pt x="48199" y="162321"/>
                </a:lnTo>
                <a:lnTo>
                  <a:pt x="48520" y="161341"/>
                </a:lnTo>
                <a:lnTo>
                  <a:pt x="48847" y="160364"/>
                </a:lnTo>
                <a:lnTo>
                  <a:pt x="49180" y="159390"/>
                </a:lnTo>
                <a:lnTo>
                  <a:pt x="49518" y="158418"/>
                </a:lnTo>
                <a:lnTo>
                  <a:pt x="49862" y="157448"/>
                </a:lnTo>
                <a:lnTo>
                  <a:pt x="50211" y="156481"/>
                </a:lnTo>
                <a:lnTo>
                  <a:pt x="50565" y="155517"/>
                </a:lnTo>
                <a:lnTo>
                  <a:pt x="50925" y="154555"/>
                </a:lnTo>
                <a:lnTo>
                  <a:pt x="51291" y="153596"/>
                </a:lnTo>
                <a:lnTo>
                  <a:pt x="51661" y="152640"/>
                </a:lnTo>
                <a:lnTo>
                  <a:pt x="52037" y="151686"/>
                </a:lnTo>
                <a:lnTo>
                  <a:pt x="52418" y="150735"/>
                </a:lnTo>
                <a:lnTo>
                  <a:pt x="52805" y="149787"/>
                </a:lnTo>
                <a:lnTo>
                  <a:pt x="53197" y="148841"/>
                </a:lnTo>
                <a:lnTo>
                  <a:pt x="53594" y="147898"/>
                </a:lnTo>
                <a:lnTo>
                  <a:pt x="53997" y="146958"/>
                </a:lnTo>
                <a:lnTo>
                  <a:pt x="54404" y="146021"/>
                </a:lnTo>
                <a:lnTo>
                  <a:pt x="54817" y="145087"/>
                </a:lnTo>
                <a:lnTo>
                  <a:pt x="55235" y="144155"/>
                </a:lnTo>
                <a:lnTo>
                  <a:pt x="55658" y="143226"/>
                </a:lnTo>
                <a:lnTo>
                  <a:pt x="56087" y="142300"/>
                </a:lnTo>
                <a:lnTo>
                  <a:pt x="56520" y="141377"/>
                </a:lnTo>
                <a:lnTo>
                  <a:pt x="56959" y="140457"/>
                </a:lnTo>
                <a:lnTo>
                  <a:pt x="57403" y="139540"/>
                </a:lnTo>
                <a:lnTo>
                  <a:pt x="57852" y="138626"/>
                </a:lnTo>
                <a:lnTo>
                  <a:pt x="58306" y="137714"/>
                </a:lnTo>
                <a:lnTo>
                  <a:pt x="58765" y="136806"/>
                </a:lnTo>
                <a:lnTo>
                  <a:pt x="59229" y="135901"/>
                </a:lnTo>
                <a:lnTo>
                  <a:pt x="59698" y="134998"/>
                </a:lnTo>
                <a:lnTo>
                  <a:pt x="60172" y="134099"/>
                </a:lnTo>
                <a:lnTo>
                  <a:pt x="60651" y="133203"/>
                </a:lnTo>
                <a:lnTo>
                  <a:pt x="61135" y="132310"/>
                </a:lnTo>
                <a:lnTo>
                  <a:pt x="61624" y="131419"/>
                </a:lnTo>
                <a:lnTo>
                  <a:pt x="62117" y="130532"/>
                </a:lnTo>
                <a:lnTo>
                  <a:pt x="62616" y="129648"/>
                </a:lnTo>
                <a:lnTo>
                  <a:pt x="63120" y="128768"/>
                </a:lnTo>
                <a:lnTo>
                  <a:pt x="63628" y="127890"/>
                </a:lnTo>
                <a:lnTo>
                  <a:pt x="64142" y="127016"/>
                </a:lnTo>
                <a:lnTo>
                  <a:pt x="64660" y="126144"/>
                </a:lnTo>
                <a:lnTo>
                  <a:pt x="65183" y="125276"/>
                </a:lnTo>
                <a:lnTo>
                  <a:pt x="65711" y="124412"/>
                </a:lnTo>
                <a:lnTo>
                  <a:pt x="66243" y="123550"/>
                </a:lnTo>
                <a:lnTo>
                  <a:pt x="66781" y="122692"/>
                </a:lnTo>
                <a:lnTo>
                  <a:pt x="67323" y="121837"/>
                </a:lnTo>
                <a:lnTo>
                  <a:pt x="67869" y="120985"/>
                </a:lnTo>
                <a:lnTo>
                  <a:pt x="68421" y="120137"/>
                </a:lnTo>
                <a:lnTo>
                  <a:pt x="68977" y="119292"/>
                </a:lnTo>
                <a:lnTo>
                  <a:pt x="69538" y="118450"/>
                </a:lnTo>
                <a:lnTo>
                  <a:pt x="70103" y="117612"/>
                </a:lnTo>
                <a:lnTo>
                  <a:pt x="70673" y="116777"/>
                </a:lnTo>
                <a:lnTo>
                  <a:pt x="71248" y="115945"/>
                </a:lnTo>
                <a:lnTo>
                  <a:pt x="71827" y="115117"/>
                </a:lnTo>
                <a:lnTo>
                  <a:pt x="72411" y="114293"/>
                </a:lnTo>
                <a:lnTo>
                  <a:pt x="73000" y="113472"/>
                </a:lnTo>
                <a:lnTo>
                  <a:pt x="73593" y="112654"/>
                </a:lnTo>
                <a:lnTo>
                  <a:pt x="74190" y="111840"/>
                </a:lnTo>
                <a:lnTo>
                  <a:pt x="74792" y="111029"/>
                </a:lnTo>
                <a:lnTo>
                  <a:pt x="75399" y="110222"/>
                </a:lnTo>
                <a:lnTo>
                  <a:pt x="76010" y="109419"/>
                </a:lnTo>
                <a:lnTo>
                  <a:pt x="76625" y="108619"/>
                </a:lnTo>
                <a:lnTo>
                  <a:pt x="77245" y="107822"/>
                </a:lnTo>
                <a:lnTo>
                  <a:pt x="77869" y="107030"/>
                </a:lnTo>
                <a:lnTo>
                  <a:pt x="78498" y="106240"/>
                </a:lnTo>
                <a:lnTo>
                  <a:pt x="79131" y="105455"/>
                </a:lnTo>
                <a:lnTo>
                  <a:pt x="79768" y="104673"/>
                </a:lnTo>
                <a:lnTo>
                  <a:pt x="80410" y="103895"/>
                </a:lnTo>
                <a:lnTo>
                  <a:pt x="81055" y="103121"/>
                </a:lnTo>
                <a:lnTo>
                  <a:pt x="81706" y="102350"/>
                </a:lnTo>
                <a:lnTo>
                  <a:pt x="82360" y="101583"/>
                </a:lnTo>
                <a:lnTo>
                  <a:pt x="83019" y="100820"/>
                </a:lnTo>
                <a:lnTo>
                  <a:pt x="83682" y="100061"/>
                </a:lnTo>
                <a:lnTo>
                  <a:pt x="84349" y="99305"/>
                </a:lnTo>
                <a:lnTo>
                  <a:pt x="85021" y="98554"/>
                </a:lnTo>
                <a:lnTo>
                  <a:pt x="85697" y="97806"/>
                </a:lnTo>
                <a:lnTo>
                  <a:pt x="86376" y="97062"/>
                </a:lnTo>
                <a:lnTo>
                  <a:pt x="87060" y="96322"/>
                </a:lnTo>
                <a:lnTo>
                  <a:pt x="87748" y="95585"/>
                </a:lnTo>
                <a:lnTo>
                  <a:pt x="88441" y="94853"/>
                </a:lnTo>
                <a:lnTo>
                  <a:pt x="89137" y="94125"/>
                </a:lnTo>
                <a:lnTo>
                  <a:pt x="89837" y="93400"/>
                </a:lnTo>
                <a:lnTo>
                  <a:pt x="90542" y="92680"/>
                </a:lnTo>
                <a:lnTo>
                  <a:pt x="91250" y="91963"/>
                </a:lnTo>
                <a:lnTo>
                  <a:pt x="91963" y="91251"/>
                </a:lnTo>
                <a:lnTo>
                  <a:pt x="92679" y="90542"/>
                </a:lnTo>
                <a:lnTo>
                  <a:pt x="93400" y="89838"/>
                </a:lnTo>
                <a:lnTo>
                  <a:pt x="94124" y="89137"/>
                </a:lnTo>
                <a:lnTo>
                  <a:pt x="94853" y="88441"/>
                </a:lnTo>
                <a:lnTo>
                  <a:pt x="95585" y="87749"/>
                </a:lnTo>
                <a:lnTo>
                  <a:pt x="96321" y="87061"/>
                </a:lnTo>
                <a:lnTo>
                  <a:pt x="97062" y="86377"/>
                </a:lnTo>
                <a:lnTo>
                  <a:pt x="97806" y="85697"/>
                </a:lnTo>
                <a:lnTo>
                  <a:pt x="98553" y="85021"/>
                </a:lnTo>
                <a:lnTo>
                  <a:pt x="99305" y="84350"/>
                </a:lnTo>
                <a:lnTo>
                  <a:pt x="100061" y="83682"/>
                </a:lnTo>
                <a:lnTo>
                  <a:pt x="100820" y="83019"/>
                </a:lnTo>
                <a:lnTo>
                  <a:pt x="101583" y="82360"/>
                </a:lnTo>
                <a:lnTo>
                  <a:pt x="102350" y="81706"/>
                </a:lnTo>
                <a:lnTo>
                  <a:pt x="103121" y="81056"/>
                </a:lnTo>
                <a:lnTo>
                  <a:pt x="103895" y="80410"/>
                </a:lnTo>
                <a:lnTo>
                  <a:pt x="104673" y="79768"/>
                </a:lnTo>
                <a:lnTo>
                  <a:pt x="105455" y="79131"/>
                </a:lnTo>
                <a:lnTo>
                  <a:pt x="106240" y="78498"/>
                </a:lnTo>
                <a:lnTo>
                  <a:pt x="107029" y="77869"/>
                </a:lnTo>
                <a:lnTo>
                  <a:pt x="107822" y="77245"/>
                </a:lnTo>
                <a:lnTo>
                  <a:pt x="108618" y="76625"/>
                </a:lnTo>
                <a:lnTo>
                  <a:pt x="109418" y="76010"/>
                </a:lnTo>
                <a:lnTo>
                  <a:pt x="110222" y="75399"/>
                </a:lnTo>
                <a:lnTo>
                  <a:pt x="111029" y="74792"/>
                </a:lnTo>
                <a:lnTo>
                  <a:pt x="111840" y="74190"/>
                </a:lnTo>
                <a:lnTo>
                  <a:pt x="112654" y="73593"/>
                </a:lnTo>
                <a:lnTo>
                  <a:pt x="113471" y="73000"/>
                </a:lnTo>
                <a:lnTo>
                  <a:pt x="114292" y="72411"/>
                </a:lnTo>
                <a:lnTo>
                  <a:pt x="115117" y="71828"/>
                </a:lnTo>
                <a:lnTo>
                  <a:pt x="115945" y="71248"/>
                </a:lnTo>
                <a:lnTo>
                  <a:pt x="116777" y="70674"/>
                </a:lnTo>
                <a:lnTo>
                  <a:pt x="117612" y="70103"/>
                </a:lnTo>
                <a:lnTo>
                  <a:pt x="118450" y="69538"/>
                </a:lnTo>
                <a:lnTo>
                  <a:pt x="119291" y="68977"/>
                </a:lnTo>
                <a:lnTo>
                  <a:pt x="120137" y="68421"/>
                </a:lnTo>
                <a:lnTo>
                  <a:pt x="120985" y="67869"/>
                </a:lnTo>
                <a:lnTo>
                  <a:pt x="121837" y="67323"/>
                </a:lnTo>
                <a:lnTo>
                  <a:pt x="122692" y="66781"/>
                </a:lnTo>
                <a:lnTo>
                  <a:pt x="123550" y="66243"/>
                </a:lnTo>
                <a:lnTo>
                  <a:pt x="124411" y="65711"/>
                </a:lnTo>
                <a:lnTo>
                  <a:pt x="125276" y="65183"/>
                </a:lnTo>
                <a:lnTo>
                  <a:pt x="126144" y="64660"/>
                </a:lnTo>
                <a:lnTo>
                  <a:pt x="127015" y="64142"/>
                </a:lnTo>
                <a:lnTo>
                  <a:pt x="127890" y="63628"/>
                </a:lnTo>
                <a:lnTo>
                  <a:pt x="128768" y="63120"/>
                </a:lnTo>
                <a:lnTo>
                  <a:pt x="129648" y="62616"/>
                </a:lnTo>
                <a:lnTo>
                  <a:pt x="130532" y="62118"/>
                </a:lnTo>
                <a:lnTo>
                  <a:pt x="131419" y="61624"/>
                </a:lnTo>
                <a:lnTo>
                  <a:pt x="132309" y="61135"/>
                </a:lnTo>
                <a:lnTo>
                  <a:pt x="133203" y="60651"/>
                </a:lnTo>
                <a:lnTo>
                  <a:pt x="134099" y="60172"/>
                </a:lnTo>
                <a:lnTo>
                  <a:pt x="134998" y="59698"/>
                </a:lnTo>
                <a:lnTo>
                  <a:pt x="135901" y="59229"/>
                </a:lnTo>
                <a:lnTo>
                  <a:pt x="136806" y="58765"/>
                </a:lnTo>
                <a:lnTo>
                  <a:pt x="137714" y="58306"/>
                </a:lnTo>
                <a:lnTo>
                  <a:pt x="138626" y="57852"/>
                </a:lnTo>
                <a:lnTo>
                  <a:pt x="139540" y="57403"/>
                </a:lnTo>
                <a:lnTo>
                  <a:pt x="140457" y="56959"/>
                </a:lnTo>
                <a:lnTo>
                  <a:pt x="141377" y="56520"/>
                </a:lnTo>
                <a:lnTo>
                  <a:pt x="142300" y="56087"/>
                </a:lnTo>
                <a:lnTo>
                  <a:pt x="143226" y="55658"/>
                </a:lnTo>
                <a:lnTo>
                  <a:pt x="144155" y="55235"/>
                </a:lnTo>
                <a:lnTo>
                  <a:pt x="145086" y="54817"/>
                </a:lnTo>
                <a:lnTo>
                  <a:pt x="146021" y="54404"/>
                </a:lnTo>
                <a:lnTo>
                  <a:pt x="146958" y="53997"/>
                </a:lnTo>
                <a:lnTo>
                  <a:pt x="147898" y="53594"/>
                </a:lnTo>
                <a:lnTo>
                  <a:pt x="148841" y="53197"/>
                </a:lnTo>
                <a:lnTo>
                  <a:pt x="149787" y="52805"/>
                </a:lnTo>
                <a:lnTo>
                  <a:pt x="150735" y="52419"/>
                </a:lnTo>
                <a:lnTo>
                  <a:pt x="151686" y="52037"/>
                </a:lnTo>
                <a:lnTo>
                  <a:pt x="152640" y="51661"/>
                </a:lnTo>
                <a:lnTo>
                  <a:pt x="153596" y="51291"/>
                </a:lnTo>
                <a:lnTo>
                  <a:pt x="154555" y="50925"/>
                </a:lnTo>
                <a:lnTo>
                  <a:pt x="155517" y="50566"/>
                </a:lnTo>
                <a:lnTo>
                  <a:pt x="156481" y="50211"/>
                </a:lnTo>
                <a:lnTo>
                  <a:pt x="157448" y="49862"/>
                </a:lnTo>
                <a:lnTo>
                  <a:pt x="158417" y="49518"/>
                </a:lnTo>
                <a:lnTo>
                  <a:pt x="159389" y="49180"/>
                </a:lnTo>
                <a:lnTo>
                  <a:pt x="160364" y="48848"/>
                </a:lnTo>
                <a:lnTo>
                  <a:pt x="161341" y="48520"/>
                </a:lnTo>
                <a:lnTo>
                  <a:pt x="162321" y="48199"/>
                </a:lnTo>
                <a:lnTo>
                  <a:pt x="163303" y="47883"/>
                </a:lnTo>
                <a:lnTo>
                  <a:pt x="164288" y="47572"/>
                </a:lnTo>
                <a:lnTo>
                  <a:pt x="165275" y="47267"/>
                </a:lnTo>
                <a:lnTo>
                  <a:pt x="166264" y="46967"/>
                </a:lnTo>
                <a:lnTo>
                  <a:pt x="167256" y="46674"/>
                </a:lnTo>
                <a:lnTo>
                  <a:pt x="168251" y="46385"/>
                </a:lnTo>
                <a:lnTo>
                  <a:pt x="169247" y="46103"/>
                </a:lnTo>
                <a:lnTo>
                  <a:pt x="170246" y="45826"/>
                </a:lnTo>
                <a:lnTo>
                  <a:pt x="171248" y="45555"/>
                </a:lnTo>
                <a:lnTo>
                  <a:pt x="172252" y="45289"/>
                </a:lnTo>
                <a:lnTo>
                  <a:pt x="173258" y="45029"/>
                </a:lnTo>
                <a:lnTo>
                  <a:pt x="174266" y="44775"/>
                </a:lnTo>
                <a:lnTo>
                  <a:pt x="175277" y="44527"/>
                </a:lnTo>
                <a:lnTo>
                  <a:pt x="176290" y="44284"/>
                </a:lnTo>
                <a:lnTo>
                  <a:pt x="177305" y="44047"/>
                </a:lnTo>
                <a:lnTo>
                  <a:pt x="178322" y="43816"/>
                </a:lnTo>
                <a:lnTo>
                  <a:pt x="179342" y="43591"/>
                </a:lnTo>
                <a:lnTo>
                  <a:pt x="180363" y="43372"/>
                </a:lnTo>
                <a:lnTo>
                  <a:pt x="181387" y="43158"/>
                </a:lnTo>
                <a:lnTo>
                  <a:pt x="182413" y="42951"/>
                </a:lnTo>
                <a:lnTo>
                  <a:pt x="183442" y="42749"/>
                </a:lnTo>
                <a:lnTo>
                  <a:pt x="184472" y="42553"/>
                </a:lnTo>
                <a:lnTo>
                  <a:pt x="185504" y="42363"/>
                </a:lnTo>
                <a:lnTo>
                  <a:pt x="186539" y="42180"/>
                </a:lnTo>
                <a:lnTo>
                  <a:pt x="187575" y="42002"/>
                </a:lnTo>
                <a:lnTo>
                  <a:pt x="188614" y="41830"/>
                </a:lnTo>
                <a:lnTo>
                  <a:pt x="189654" y="41664"/>
                </a:lnTo>
                <a:lnTo>
                  <a:pt x="190697" y="41504"/>
                </a:lnTo>
                <a:lnTo>
                  <a:pt x="191741" y="41350"/>
                </a:lnTo>
                <a:lnTo>
                  <a:pt x="192788" y="41202"/>
                </a:lnTo>
                <a:lnTo>
                  <a:pt x="193836" y="41061"/>
                </a:lnTo>
                <a:lnTo>
                  <a:pt x="194887" y="40925"/>
                </a:lnTo>
                <a:lnTo>
                  <a:pt x="195939" y="40796"/>
                </a:lnTo>
                <a:lnTo>
                  <a:pt x="196993" y="40672"/>
                </a:lnTo>
                <a:lnTo>
                  <a:pt x="198049" y="40555"/>
                </a:lnTo>
                <a:lnTo>
                  <a:pt x="199107" y="40444"/>
                </a:lnTo>
                <a:lnTo>
                  <a:pt x="200167" y="40339"/>
                </a:lnTo>
                <a:lnTo>
                  <a:pt x="201228" y="40241"/>
                </a:lnTo>
                <a:lnTo>
                  <a:pt x="202291" y="40148"/>
                </a:lnTo>
                <a:lnTo>
                  <a:pt x="203356" y="40062"/>
                </a:lnTo>
                <a:lnTo>
                  <a:pt x="204423" y="39982"/>
                </a:lnTo>
                <a:lnTo>
                  <a:pt x="205492" y="39909"/>
                </a:lnTo>
                <a:lnTo>
                  <a:pt x="206562" y="39841"/>
                </a:lnTo>
                <a:lnTo>
                  <a:pt x="207634" y="39780"/>
                </a:lnTo>
                <a:lnTo>
                  <a:pt x="208708" y="39726"/>
                </a:lnTo>
                <a:lnTo>
                  <a:pt x="209783" y="39677"/>
                </a:lnTo>
                <a:lnTo>
                  <a:pt x="210860" y="39636"/>
                </a:lnTo>
                <a:lnTo>
                  <a:pt x="211939" y="39600"/>
                </a:lnTo>
                <a:lnTo>
                  <a:pt x="213019" y="39571"/>
                </a:lnTo>
                <a:lnTo>
                  <a:pt x="214101" y="39548"/>
                </a:lnTo>
                <a:lnTo>
                  <a:pt x="215184" y="39532"/>
                </a:lnTo>
                <a:lnTo>
                  <a:pt x="216269" y="39522"/>
                </a:lnTo>
                <a:lnTo>
                  <a:pt x="217356" y="39519"/>
                </a:lnTo>
                <a:lnTo>
                  <a:pt x="217356" y="1976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df-path-93">
            <a:extLst xmlns:a="http://schemas.openxmlformats.org/drawingml/2006/main">
              <a:ext uri="{FF2B5EF4-FFF2-40B4-BE49-F238E27FC236}">
                <a16:creationId xmlns:a16="http://schemas.microsoft.com/office/drawing/2014/main" id="{4BBE4B5E-6B83-46A3-A699-D203673E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4710" y="2988030"/>
            <a:ext cx="169786" cy="148961"/>
          </a:xfrm>
          <a:custGeom xmlns:a="http://schemas.openxmlformats.org/drawingml/2006/main">
            <a:pathLst>
              <a:path w="169786" h="148961">
                <a:moveTo>
                  <a:pt x="34631" y="148961"/>
                </a:moveTo>
                <a:cubicBezTo>
                  <a:pt x="27685" y="148961"/>
                  <a:pt x="24211" y="145254"/>
                  <a:pt x="24211" y="137839"/>
                </a:cubicBezTo>
                <a:lnTo>
                  <a:pt x="24211" y="134132"/>
                </a:lnTo>
                <a:lnTo>
                  <a:pt x="28196" y="124696"/>
                </a:lnTo>
                <a:cubicBezTo>
                  <a:pt x="43519" y="89197"/>
                  <a:pt x="54654" y="58528"/>
                  <a:pt x="61601" y="32691"/>
                </a:cubicBezTo>
                <a:lnTo>
                  <a:pt x="64053" y="24602"/>
                </a:lnTo>
                <a:lnTo>
                  <a:pt x="54246" y="24602"/>
                </a:lnTo>
                <a:cubicBezTo>
                  <a:pt x="46481" y="24602"/>
                  <a:pt x="40965" y="24939"/>
                  <a:pt x="37697" y="25613"/>
                </a:cubicBezTo>
                <a:cubicBezTo>
                  <a:pt x="34427" y="26287"/>
                  <a:pt x="30443" y="28422"/>
                  <a:pt x="25743" y="32017"/>
                </a:cubicBezTo>
                <a:cubicBezTo>
                  <a:pt x="23496" y="33589"/>
                  <a:pt x="21249" y="35611"/>
                  <a:pt x="19002" y="38083"/>
                </a:cubicBezTo>
                <a:cubicBezTo>
                  <a:pt x="16754" y="40554"/>
                  <a:pt x="14812" y="42914"/>
                  <a:pt x="13178" y="45160"/>
                </a:cubicBezTo>
                <a:cubicBezTo>
                  <a:pt x="11544" y="47407"/>
                  <a:pt x="10624" y="48755"/>
                  <a:pt x="10420" y="49204"/>
                </a:cubicBezTo>
                <a:cubicBezTo>
                  <a:pt x="10012" y="49429"/>
                  <a:pt x="8479" y="49541"/>
                  <a:pt x="5823" y="49541"/>
                </a:cubicBezTo>
                <a:cubicBezTo>
                  <a:pt x="1941" y="49541"/>
                  <a:pt x="0" y="48418"/>
                  <a:pt x="0" y="46171"/>
                </a:cubicBezTo>
                <a:cubicBezTo>
                  <a:pt x="0" y="44823"/>
                  <a:pt x="1941" y="40891"/>
                  <a:pt x="5823" y="34376"/>
                </a:cubicBezTo>
                <a:cubicBezTo>
                  <a:pt x="9705" y="27860"/>
                  <a:pt x="15323" y="20895"/>
                  <a:pt x="22679" y="13480"/>
                </a:cubicBezTo>
                <a:cubicBezTo>
                  <a:pt x="30035" y="6066"/>
                  <a:pt x="37288" y="1797"/>
                  <a:pt x="44438" y="674"/>
                </a:cubicBezTo>
                <a:cubicBezTo>
                  <a:pt x="45869" y="225"/>
                  <a:pt x="68855" y="0"/>
                  <a:pt x="113395" y="0"/>
                </a:cubicBezTo>
                <a:cubicBezTo>
                  <a:pt x="146086" y="0"/>
                  <a:pt x="162839" y="112"/>
                  <a:pt x="163657" y="337"/>
                </a:cubicBezTo>
                <a:cubicBezTo>
                  <a:pt x="167743" y="1910"/>
                  <a:pt x="169786" y="5055"/>
                  <a:pt x="169786" y="9773"/>
                </a:cubicBezTo>
                <a:cubicBezTo>
                  <a:pt x="169786" y="16738"/>
                  <a:pt x="166517" y="21457"/>
                  <a:pt x="159979" y="23928"/>
                </a:cubicBezTo>
                <a:cubicBezTo>
                  <a:pt x="158753" y="24377"/>
                  <a:pt x="151704" y="24602"/>
                  <a:pt x="138832" y="24602"/>
                </a:cubicBezTo>
                <a:lnTo>
                  <a:pt x="119218" y="24602"/>
                </a:lnTo>
                <a:lnTo>
                  <a:pt x="118299" y="30331"/>
                </a:lnTo>
                <a:cubicBezTo>
                  <a:pt x="115847" y="46508"/>
                  <a:pt x="114621" y="59876"/>
                  <a:pt x="114621" y="70436"/>
                </a:cubicBezTo>
                <a:cubicBezTo>
                  <a:pt x="114621" y="82120"/>
                  <a:pt x="115541" y="92567"/>
                  <a:pt x="117379" y="101779"/>
                </a:cubicBezTo>
                <a:cubicBezTo>
                  <a:pt x="119218" y="110991"/>
                  <a:pt x="121159" y="118180"/>
                  <a:pt x="123203" y="123348"/>
                </a:cubicBezTo>
                <a:cubicBezTo>
                  <a:pt x="125246" y="128516"/>
                  <a:pt x="126267" y="131661"/>
                  <a:pt x="126267" y="132784"/>
                </a:cubicBezTo>
                <a:cubicBezTo>
                  <a:pt x="126267" y="136604"/>
                  <a:pt x="124837" y="140199"/>
                  <a:pt x="121977" y="143569"/>
                </a:cubicBezTo>
                <a:cubicBezTo>
                  <a:pt x="119116" y="146939"/>
                  <a:pt x="115438" y="148624"/>
                  <a:pt x="110944" y="148624"/>
                </a:cubicBezTo>
                <a:cubicBezTo>
                  <a:pt x="108696" y="148624"/>
                  <a:pt x="106857" y="148287"/>
                  <a:pt x="105427" y="147613"/>
                </a:cubicBezTo>
                <a:cubicBezTo>
                  <a:pt x="103997" y="146939"/>
                  <a:pt x="102362" y="144243"/>
                  <a:pt x="100524" y="139525"/>
                </a:cubicBezTo>
                <a:cubicBezTo>
                  <a:pt x="98684" y="134806"/>
                  <a:pt x="97050" y="128066"/>
                  <a:pt x="95620" y="119304"/>
                </a:cubicBezTo>
                <a:cubicBezTo>
                  <a:pt x="95415" y="117282"/>
                  <a:pt x="95313" y="112339"/>
                  <a:pt x="95313" y="104475"/>
                </a:cubicBezTo>
                <a:cubicBezTo>
                  <a:pt x="95313" y="93466"/>
                  <a:pt x="96233" y="81670"/>
                  <a:pt x="98071" y="69088"/>
                </a:cubicBezTo>
                <a:cubicBezTo>
                  <a:pt x="99910" y="56506"/>
                  <a:pt x="101750" y="46171"/>
                  <a:pt x="103588" y="38083"/>
                </a:cubicBezTo>
                <a:cubicBezTo>
                  <a:pt x="105427" y="29994"/>
                  <a:pt x="106448" y="25501"/>
                  <a:pt x="106653" y="24602"/>
                </a:cubicBezTo>
                <a:lnTo>
                  <a:pt x="76618" y="24602"/>
                </a:lnTo>
                <a:lnTo>
                  <a:pt x="76312" y="25950"/>
                </a:lnTo>
                <a:cubicBezTo>
                  <a:pt x="76312" y="26624"/>
                  <a:pt x="74371" y="35499"/>
                  <a:pt x="70489" y="52574"/>
                </a:cubicBezTo>
                <a:cubicBezTo>
                  <a:pt x="66607" y="69650"/>
                  <a:pt x="62214" y="87736"/>
                  <a:pt x="57310" y="106834"/>
                </a:cubicBezTo>
                <a:cubicBezTo>
                  <a:pt x="52407" y="125932"/>
                  <a:pt x="49240" y="136829"/>
                  <a:pt x="47810" y="139525"/>
                </a:cubicBezTo>
                <a:cubicBezTo>
                  <a:pt x="45562" y="145816"/>
                  <a:pt x="41170" y="148961"/>
                  <a:pt x="34631" y="14896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DB7EAFE-164F-4A67-956C-A5FEB8FB99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0ee91be7d4d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7595" y="2856300"/>
            <a:ext cx="158077" cy="158077"/>
          </a:xfrm>
          <a:prstGeom xmlns:a="http://schemas.openxmlformats.org/drawingml/2006/main" prst="rect">
            <a:avLst/>
          </a:prstGeom>
        </p:spPr>
      </p:pic>
      <p:sp>
        <p:nvSpPr>
          <p:cNvPr id="108" name="uniskill-source-component-18">
            <a:extLst xmlns:a="http://schemas.openxmlformats.org/drawingml/2006/main">
              <a:ext uri="{FF2B5EF4-FFF2-40B4-BE49-F238E27FC236}">
                <a16:creationId xmlns:a16="http://schemas.microsoft.com/office/drawing/2014/main" id="{B5B298C0-D881-4722-AAF2-BCEC49E9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7595" y="2856300"/>
            <a:ext cx="158077" cy="158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pdf-path-95">
            <a:extLst xmlns:a="http://schemas.openxmlformats.org/drawingml/2006/main">
              <a:ext uri="{FF2B5EF4-FFF2-40B4-BE49-F238E27FC236}">
                <a16:creationId xmlns:a16="http://schemas.microsoft.com/office/drawing/2014/main" id="{66C22CD6-1C7B-4876-9C89-A86FCB05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087" y="3291011"/>
            <a:ext cx="1099952" cy="512258"/>
          </a:xfrm>
          <a:custGeom xmlns:a="http://schemas.openxmlformats.org/drawingml/2006/main">
            <a:pathLst>
              <a:path w="1099952" h="512258">
                <a:moveTo>
                  <a:pt x="6587" y="474231"/>
                </a:moveTo>
                <a:lnTo>
                  <a:pt x="0" y="474231"/>
                </a:lnTo>
                <a:lnTo>
                  <a:pt x="0" y="480817"/>
                </a:lnTo>
                <a:lnTo>
                  <a:pt x="6587" y="480817"/>
                </a:lnTo>
                <a:lnTo>
                  <a:pt x="6587" y="474231"/>
                </a:lnTo>
                <a:moveTo>
                  <a:pt x="1099952" y="474231"/>
                </a:moveTo>
                <a:lnTo>
                  <a:pt x="1034087" y="436203"/>
                </a:lnTo>
                <a:lnTo>
                  <a:pt x="1034087" y="512258"/>
                </a:lnTo>
                <a:lnTo>
                  <a:pt x="1099952" y="474231"/>
                </a:lnTo>
                <a:moveTo>
                  <a:pt x="6587" y="0"/>
                </a:moveTo>
                <a:lnTo>
                  <a:pt x="0" y="0"/>
                </a:lnTo>
                <a:lnTo>
                  <a:pt x="0" y="474231"/>
                </a:lnTo>
                <a:lnTo>
                  <a:pt x="6587" y="474231"/>
                </a:lnTo>
                <a:lnTo>
                  <a:pt x="13173" y="474231"/>
                </a:lnTo>
                <a:lnTo>
                  <a:pt x="13173" y="0"/>
                </a:lnTo>
                <a:lnTo>
                  <a:pt x="6587" y="0"/>
                </a:lnTo>
                <a:moveTo>
                  <a:pt x="6587" y="474231"/>
                </a:moveTo>
                <a:lnTo>
                  <a:pt x="6587" y="480817"/>
                </a:lnTo>
                <a:lnTo>
                  <a:pt x="1040673" y="480817"/>
                </a:lnTo>
                <a:lnTo>
                  <a:pt x="1040673" y="474231"/>
                </a:lnTo>
                <a:lnTo>
                  <a:pt x="1040673" y="467644"/>
                </a:lnTo>
                <a:lnTo>
                  <a:pt x="6587" y="467644"/>
                </a:lnTo>
                <a:lnTo>
                  <a:pt x="6587" y="474231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df-path-96">
            <a:extLst xmlns:a="http://schemas.openxmlformats.org/drawingml/2006/main">
              <a:ext uri="{FF2B5EF4-FFF2-40B4-BE49-F238E27FC236}">
                <a16:creationId xmlns:a16="http://schemas.microsoft.com/office/drawing/2014/main" id="{07696C65-2F5B-4D00-B08C-CD08CD3D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404" y="3383223"/>
            <a:ext cx="1106538" cy="790385"/>
          </a:xfrm>
          <a:custGeom xmlns:a="http://schemas.openxmlformats.org/drawingml/2006/main">
            <a:pathLst>
              <a:path w="1106538" h="790385">
                <a:moveTo>
                  <a:pt x="0" y="197596"/>
                </a:moveTo>
                <a:cubicBezTo>
                  <a:pt x="0" y="88467"/>
                  <a:pt x="88467" y="0"/>
                  <a:pt x="197596" y="0"/>
                </a:cubicBezTo>
                <a:lnTo>
                  <a:pt x="908942" y="0"/>
                </a:lnTo>
                <a:cubicBezTo>
                  <a:pt x="1018071" y="0"/>
                  <a:pt x="1106538" y="88467"/>
                  <a:pt x="1106538" y="197596"/>
                </a:cubicBezTo>
                <a:lnTo>
                  <a:pt x="1106538" y="592789"/>
                </a:lnTo>
                <a:cubicBezTo>
                  <a:pt x="1106538" y="701918"/>
                  <a:pt x="1018071" y="790385"/>
                  <a:pt x="908942" y="790385"/>
                </a:cubicBezTo>
                <a:lnTo>
                  <a:pt x="197596" y="790385"/>
                </a:lnTo>
                <a:cubicBezTo>
                  <a:pt x="88467" y="790385"/>
                  <a:pt x="0" y="701918"/>
                  <a:pt x="0" y="592789"/>
                </a:cubicBezTo>
                <a:lnTo>
                  <a:pt x="0" y="197596"/>
                </a:lnTo>
              </a:path>
            </a:pathLst>
          </a:custGeom>
          <a:solidFill xmlns:a="http://schemas.openxmlformats.org/drawingml/2006/main">
            <a:srgbClr val="D9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df-path-97">
            <a:extLst xmlns:a="http://schemas.openxmlformats.org/drawingml/2006/main">
              <a:ext uri="{FF2B5EF4-FFF2-40B4-BE49-F238E27FC236}">
                <a16:creationId xmlns:a16="http://schemas.microsoft.com/office/drawing/2014/main" id="{FA4E791A-F1CE-4EA2-86A5-BA93703F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44" y="3363463"/>
            <a:ext cx="1146058" cy="829904"/>
          </a:xfrm>
          <a:custGeom xmlns:a="http://schemas.openxmlformats.org/drawingml/2006/main">
            <a:pathLst>
              <a:path w="1146058" h="829904">
                <a:moveTo>
                  <a:pt x="217356" y="19760"/>
                </a:moveTo>
                <a:lnTo>
                  <a:pt x="217356" y="39519"/>
                </a:lnTo>
                <a:lnTo>
                  <a:pt x="928702" y="39519"/>
                </a:lnTo>
                <a:lnTo>
                  <a:pt x="928702" y="19760"/>
                </a:lnTo>
                <a:close/>
                <a:moveTo>
                  <a:pt x="1126298" y="217356"/>
                </a:moveTo>
                <a:lnTo>
                  <a:pt x="1106538" y="217356"/>
                </a:lnTo>
                <a:lnTo>
                  <a:pt x="1106538" y="612548"/>
                </a:lnTo>
                <a:lnTo>
                  <a:pt x="1126298" y="612548"/>
                </a:lnTo>
                <a:close/>
                <a:moveTo>
                  <a:pt x="928702" y="810144"/>
                </a:moveTo>
                <a:lnTo>
                  <a:pt x="928702" y="790385"/>
                </a:lnTo>
                <a:lnTo>
                  <a:pt x="217356" y="790385"/>
                </a:lnTo>
                <a:lnTo>
                  <a:pt x="217356" y="810144"/>
                </a:lnTo>
                <a:lnTo>
                  <a:pt x="217356" y="810144"/>
                </a:lnTo>
                <a:lnTo>
                  <a:pt x="928702" y="810144"/>
                </a:lnTo>
                <a:lnTo>
                  <a:pt x="928702" y="810144"/>
                </a:lnTo>
                <a:close/>
                <a:moveTo>
                  <a:pt x="19760" y="612548"/>
                </a:moveTo>
                <a:lnTo>
                  <a:pt x="19760" y="612548"/>
                </a:lnTo>
                <a:lnTo>
                  <a:pt x="39519" y="612548"/>
                </a:lnTo>
                <a:lnTo>
                  <a:pt x="39519" y="217356"/>
                </a:lnTo>
                <a:lnTo>
                  <a:pt x="19760" y="217356"/>
                </a:lnTo>
                <a:close/>
                <a:moveTo>
                  <a:pt x="217356" y="810144"/>
                </a:moveTo>
                <a:lnTo>
                  <a:pt x="217356" y="790385"/>
                </a:lnTo>
                <a:lnTo>
                  <a:pt x="216269" y="790381"/>
                </a:lnTo>
                <a:lnTo>
                  <a:pt x="215184" y="790372"/>
                </a:lnTo>
                <a:lnTo>
                  <a:pt x="214101" y="790355"/>
                </a:lnTo>
                <a:lnTo>
                  <a:pt x="213019" y="790333"/>
                </a:lnTo>
                <a:lnTo>
                  <a:pt x="211939" y="790304"/>
                </a:lnTo>
                <a:lnTo>
                  <a:pt x="210860" y="790268"/>
                </a:lnTo>
                <a:lnTo>
                  <a:pt x="209783" y="790226"/>
                </a:lnTo>
                <a:lnTo>
                  <a:pt x="208708" y="790178"/>
                </a:lnTo>
                <a:lnTo>
                  <a:pt x="207634" y="790123"/>
                </a:lnTo>
                <a:lnTo>
                  <a:pt x="206562" y="790062"/>
                </a:lnTo>
                <a:lnTo>
                  <a:pt x="205492" y="789995"/>
                </a:lnTo>
                <a:lnTo>
                  <a:pt x="204423" y="789922"/>
                </a:lnTo>
                <a:lnTo>
                  <a:pt x="203356" y="789842"/>
                </a:lnTo>
                <a:lnTo>
                  <a:pt x="202291" y="789756"/>
                </a:lnTo>
                <a:lnTo>
                  <a:pt x="201228" y="789663"/>
                </a:lnTo>
                <a:lnTo>
                  <a:pt x="200166" y="789565"/>
                </a:lnTo>
                <a:lnTo>
                  <a:pt x="199107" y="789460"/>
                </a:lnTo>
                <a:lnTo>
                  <a:pt x="198049" y="789349"/>
                </a:lnTo>
                <a:lnTo>
                  <a:pt x="196993" y="789232"/>
                </a:lnTo>
                <a:lnTo>
                  <a:pt x="195939" y="789108"/>
                </a:lnTo>
                <a:lnTo>
                  <a:pt x="194886" y="788979"/>
                </a:lnTo>
                <a:lnTo>
                  <a:pt x="193836" y="788843"/>
                </a:lnTo>
                <a:lnTo>
                  <a:pt x="192788" y="788701"/>
                </a:lnTo>
                <a:lnTo>
                  <a:pt x="191741" y="788554"/>
                </a:lnTo>
                <a:lnTo>
                  <a:pt x="190697" y="788400"/>
                </a:lnTo>
                <a:lnTo>
                  <a:pt x="189654" y="788240"/>
                </a:lnTo>
                <a:lnTo>
                  <a:pt x="188614" y="788074"/>
                </a:lnTo>
                <a:lnTo>
                  <a:pt x="187575" y="787902"/>
                </a:lnTo>
                <a:lnTo>
                  <a:pt x="186539" y="787724"/>
                </a:lnTo>
                <a:lnTo>
                  <a:pt x="185504" y="787540"/>
                </a:lnTo>
                <a:lnTo>
                  <a:pt x="184472" y="787350"/>
                </a:lnTo>
                <a:lnTo>
                  <a:pt x="183441" y="787155"/>
                </a:lnTo>
                <a:lnTo>
                  <a:pt x="182413" y="786953"/>
                </a:lnTo>
                <a:lnTo>
                  <a:pt x="181387" y="786745"/>
                </a:lnTo>
                <a:lnTo>
                  <a:pt x="180363" y="786532"/>
                </a:lnTo>
                <a:lnTo>
                  <a:pt x="179342" y="786313"/>
                </a:lnTo>
                <a:lnTo>
                  <a:pt x="178322" y="786087"/>
                </a:lnTo>
                <a:lnTo>
                  <a:pt x="177305" y="785856"/>
                </a:lnTo>
                <a:lnTo>
                  <a:pt x="176290" y="785620"/>
                </a:lnTo>
                <a:lnTo>
                  <a:pt x="175277" y="785377"/>
                </a:lnTo>
                <a:lnTo>
                  <a:pt x="174266" y="785129"/>
                </a:lnTo>
                <a:lnTo>
                  <a:pt x="173258" y="784875"/>
                </a:lnTo>
                <a:lnTo>
                  <a:pt x="172252" y="784615"/>
                </a:lnTo>
                <a:lnTo>
                  <a:pt x="171248" y="784349"/>
                </a:lnTo>
                <a:lnTo>
                  <a:pt x="170246" y="784078"/>
                </a:lnTo>
                <a:lnTo>
                  <a:pt x="169247" y="783801"/>
                </a:lnTo>
                <a:lnTo>
                  <a:pt x="168251" y="783518"/>
                </a:lnTo>
                <a:lnTo>
                  <a:pt x="167256" y="783230"/>
                </a:lnTo>
                <a:lnTo>
                  <a:pt x="166264" y="782936"/>
                </a:lnTo>
                <a:lnTo>
                  <a:pt x="165275" y="782637"/>
                </a:lnTo>
                <a:lnTo>
                  <a:pt x="164288" y="782332"/>
                </a:lnTo>
                <a:lnTo>
                  <a:pt x="163303" y="782021"/>
                </a:lnTo>
                <a:lnTo>
                  <a:pt x="162321" y="781705"/>
                </a:lnTo>
                <a:lnTo>
                  <a:pt x="161341" y="781383"/>
                </a:lnTo>
                <a:lnTo>
                  <a:pt x="160364" y="781056"/>
                </a:lnTo>
                <a:lnTo>
                  <a:pt x="159389" y="780723"/>
                </a:lnTo>
                <a:lnTo>
                  <a:pt x="158417" y="780385"/>
                </a:lnTo>
                <a:lnTo>
                  <a:pt x="157448" y="780042"/>
                </a:lnTo>
                <a:lnTo>
                  <a:pt x="156481" y="779693"/>
                </a:lnTo>
                <a:lnTo>
                  <a:pt x="155517" y="779338"/>
                </a:lnTo>
                <a:lnTo>
                  <a:pt x="154555" y="778978"/>
                </a:lnTo>
                <a:lnTo>
                  <a:pt x="153596" y="778613"/>
                </a:lnTo>
                <a:lnTo>
                  <a:pt x="152640" y="778242"/>
                </a:lnTo>
                <a:lnTo>
                  <a:pt x="151686" y="777866"/>
                </a:lnTo>
                <a:lnTo>
                  <a:pt x="150735" y="777485"/>
                </a:lnTo>
                <a:lnTo>
                  <a:pt x="149787" y="777099"/>
                </a:lnTo>
                <a:lnTo>
                  <a:pt x="148841" y="776707"/>
                </a:lnTo>
                <a:lnTo>
                  <a:pt x="147898" y="776310"/>
                </a:lnTo>
                <a:lnTo>
                  <a:pt x="146958" y="775907"/>
                </a:lnTo>
                <a:lnTo>
                  <a:pt x="146021" y="775499"/>
                </a:lnTo>
                <a:lnTo>
                  <a:pt x="145086" y="775087"/>
                </a:lnTo>
                <a:lnTo>
                  <a:pt x="144155" y="774669"/>
                </a:lnTo>
                <a:lnTo>
                  <a:pt x="143226" y="774245"/>
                </a:lnTo>
                <a:lnTo>
                  <a:pt x="142300" y="773817"/>
                </a:lnTo>
                <a:lnTo>
                  <a:pt x="141377" y="773383"/>
                </a:lnTo>
                <a:lnTo>
                  <a:pt x="140457" y="772945"/>
                </a:lnTo>
                <a:lnTo>
                  <a:pt x="139540" y="772501"/>
                </a:lnTo>
                <a:lnTo>
                  <a:pt x="138626" y="772052"/>
                </a:lnTo>
                <a:lnTo>
                  <a:pt x="137714" y="771598"/>
                </a:lnTo>
                <a:lnTo>
                  <a:pt x="136806" y="771139"/>
                </a:lnTo>
                <a:lnTo>
                  <a:pt x="135901" y="770675"/>
                </a:lnTo>
                <a:lnTo>
                  <a:pt x="134998" y="770206"/>
                </a:lnTo>
                <a:lnTo>
                  <a:pt x="134099" y="769732"/>
                </a:lnTo>
                <a:lnTo>
                  <a:pt x="133203" y="769253"/>
                </a:lnTo>
                <a:lnTo>
                  <a:pt x="132309" y="768769"/>
                </a:lnTo>
                <a:lnTo>
                  <a:pt x="131419" y="768280"/>
                </a:lnTo>
                <a:lnTo>
                  <a:pt x="130532" y="767786"/>
                </a:lnTo>
                <a:lnTo>
                  <a:pt x="129648" y="767287"/>
                </a:lnTo>
                <a:lnTo>
                  <a:pt x="128768" y="766784"/>
                </a:lnTo>
                <a:lnTo>
                  <a:pt x="127890" y="766275"/>
                </a:lnTo>
                <a:lnTo>
                  <a:pt x="127016" y="765762"/>
                </a:lnTo>
                <a:lnTo>
                  <a:pt x="126144" y="765244"/>
                </a:lnTo>
                <a:lnTo>
                  <a:pt x="125276" y="764721"/>
                </a:lnTo>
                <a:lnTo>
                  <a:pt x="124411" y="764193"/>
                </a:lnTo>
                <a:lnTo>
                  <a:pt x="123550" y="763660"/>
                </a:lnTo>
                <a:lnTo>
                  <a:pt x="122692" y="763123"/>
                </a:lnTo>
                <a:lnTo>
                  <a:pt x="121837" y="762581"/>
                </a:lnTo>
                <a:lnTo>
                  <a:pt x="120985" y="762034"/>
                </a:lnTo>
                <a:lnTo>
                  <a:pt x="120137" y="761483"/>
                </a:lnTo>
                <a:lnTo>
                  <a:pt x="119292" y="760927"/>
                </a:lnTo>
                <a:lnTo>
                  <a:pt x="118450" y="760366"/>
                </a:lnTo>
                <a:lnTo>
                  <a:pt x="117612" y="759800"/>
                </a:lnTo>
                <a:lnTo>
                  <a:pt x="116777" y="759230"/>
                </a:lnTo>
                <a:lnTo>
                  <a:pt x="115945" y="758655"/>
                </a:lnTo>
                <a:lnTo>
                  <a:pt x="115117" y="758076"/>
                </a:lnTo>
                <a:lnTo>
                  <a:pt x="114293" y="757492"/>
                </a:lnTo>
                <a:lnTo>
                  <a:pt x="113471" y="756904"/>
                </a:lnTo>
                <a:lnTo>
                  <a:pt x="112654" y="756311"/>
                </a:lnTo>
                <a:lnTo>
                  <a:pt x="111840" y="755713"/>
                </a:lnTo>
                <a:lnTo>
                  <a:pt x="111029" y="755111"/>
                </a:lnTo>
                <a:lnTo>
                  <a:pt x="110222" y="754505"/>
                </a:lnTo>
                <a:lnTo>
                  <a:pt x="109418" y="753894"/>
                </a:lnTo>
                <a:lnTo>
                  <a:pt x="108618" y="753279"/>
                </a:lnTo>
                <a:lnTo>
                  <a:pt x="107822" y="752659"/>
                </a:lnTo>
                <a:lnTo>
                  <a:pt x="107029" y="752035"/>
                </a:lnTo>
                <a:lnTo>
                  <a:pt x="106240" y="751406"/>
                </a:lnTo>
                <a:lnTo>
                  <a:pt x="105455" y="750773"/>
                </a:lnTo>
                <a:lnTo>
                  <a:pt x="104673" y="750136"/>
                </a:lnTo>
                <a:lnTo>
                  <a:pt x="103895" y="749494"/>
                </a:lnTo>
                <a:lnTo>
                  <a:pt x="103121" y="748848"/>
                </a:lnTo>
                <a:lnTo>
                  <a:pt x="102350" y="748198"/>
                </a:lnTo>
                <a:lnTo>
                  <a:pt x="101583" y="747543"/>
                </a:lnTo>
                <a:lnTo>
                  <a:pt x="100820" y="746885"/>
                </a:lnTo>
                <a:lnTo>
                  <a:pt x="100061" y="746221"/>
                </a:lnTo>
                <a:lnTo>
                  <a:pt x="99305" y="745554"/>
                </a:lnTo>
                <a:lnTo>
                  <a:pt x="98554" y="744883"/>
                </a:lnTo>
                <a:lnTo>
                  <a:pt x="97806" y="744207"/>
                </a:lnTo>
                <a:lnTo>
                  <a:pt x="97062" y="743527"/>
                </a:lnTo>
                <a:lnTo>
                  <a:pt x="96321" y="742843"/>
                </a:lnTo>
                <a:lnTo>
                  <a:pt x="95585" y="742155"/>
                </a:lnTo>
                <a:lnTo>
                  <a:pt x="94853" y="741463"/>
                </a:lnTo>
                <a:lnTo>
                  <a:pt x="94124" y="740767"/>
                </a:lnTo>
                <a:lnTo>
                  <a:pt x="93400" y="740066"/>
                </a:lnTo>
                <a:lnTo>
                  <a:pt x="92679" y="739362"/>
                </a:lnTo>
                <a:lnTo>
                  <a:pt x="91963" y="738653"/>
                </a:lnTo>
                <a:lnTo>
                  <a:pt x="91250" y="737941"/>
                </a:lnTo>
                <a:lnTo>
                  <a:pt x="90542" y="737224"/>
                </a:lnTo>
                <a:lnTo>
                  <a:pt x="89837" y="736504"/>
                </a:lnTo>
                <a:lnTo>
                  <a:pt x="89137" y="735779"/>
                </a:lnTo>
                <a:lnTo>
                  <a:pt x="88441" y="735051"/>
                </a:lnTo>
                <a:lnTo>
                  <a:pt x="87749" y="734318"/>
                </a:lnTo>
                <a:lnTo>
                  <a:pt x="87060" y="733582"/>
                </a:lnTo>
                <a:lnTo>
                  <a:pt x="86376" y="732842"/>
                </a:lnTo>
                <a:lnTo>
                  <a:pt x="85697" y="732098"/>
                </a:lnTo>
                <a:lnTo>
                  <a:pt x="85021" y="731350"/>
                </a:lnTo>
                <a:lnTo>
                  <a:pt x="84349" y="730598"/>
                </a:lnTo>
                <a:lnTo>
                  <a:pt x="83682" y="729843"/>
                </a:lnTo>
                <a:lnTo>
                  <a:pt x="83019" y="729084"/>
                </a:lnTo>
                <a:lnTo>
                  <a:pt x="82360" y="728320"/>
                </a:lnTo>
                <a:lnTo>
                  <a:pt x="81706" y="727554"/>
                </a:lnTo>
                <a:lnTo>
                  <a:pt x="81056" y="726783"/>
                </a:lnTo>
                <a:lnTo>
                  <a:pt x="80410" y="726009"/>
                </a:lnTo>
                <a:lnTo>
                  <a:pt x="79768" y="725230"/>
                </a:lnTo>
                <a:lnTo>
                  <a:pt x="79131" y="724449"/>
                </a:lnTo>
                <a:lnTo>
                  <a:pt x="78498" y="723663"/>
                </a:lnTo>
                <a:lnTo>
                  <a:pt x="77869" y="722874"/>
                </a:lnTo>
                <a:lnTo>
                  <a:pt x="77245" y="722081"/>
                </a:lnTo>
                <a:lnTo>
                  <a:pt x="76625" y="721285"/>
                </a:lnTo>
                <a:lnTo>
                  <a:pt x="76010" y="720485"/>
                </a:lnTo>
                <a:lnTo>
                  <a:pt x="75399" y="719682"/>
                </a:lnTo>
                <a:lnTo>
                  <a:pt x="74792" y="718875"/>
                </a:lnTo>
                <a:lnTo>
                  <a:pt x="74190" y="718064"/>
                </a:lnTo>
                <a:lnTo>
                  <a:pt x="73593" y="717250"/>
                </a:lnTo>
                <a:lnTo>
                  <a:pt x="73000" y="716432"/>
                </a:lnTo>
                <a:lnTo>
                  <a:pt x="72411" y="715611"/>
                </a:lnTo>
                <a:lnTo>
                  <a:pt x="71827" y="714787"/>
                </a:lnTo>
                <a:lnTo>
                  <a:pt x="71248" y="713958"/>
                </a:lnTo>
                <a:lnTo>
                  <a:pt x="70673" y="713127"/>
                </a:lnTo>
                <a:lnTo>
                  <a:pt x="70103" y="712292"/>
                </a:lnTo>
                <a:lnTo>
                  <a:pt x="69538" y="711454"/>
                </a:lnTo>
                <a:lnTo>
                  <a:pt x="68977" y="710612"/>
                </a:lnTo>
                <a:lnTo>
                  <a:pt x="68421" y="709767"/>
                </a:lnTo>
                <a:lnTo>
                  <a:pt x="67869" y="708919"/>
                </a:lnTo>
                <a:lnTo>
                  <a:pt x="67323" y="708067"/>
                </a:lnTo>
                <a:lnTo>
                  <a:pt x="66781" y="707212"/>
                </a:lnTo>
                <a:lnTo>
                  <a:pt x="66243" y="706354"/>
                </a:lnTo>
                <a:lnTo>
                  <a:pt x="65711" y="705492"/>
                </a:lnTo>
                <a:lnTo>
                  <a:pt x="65183" y="704627"/>
                </a:lnTo>
                <a:lnTo>
                  <a:pt x="64660" y="703759"/>
                </a:lnTo>
                <a:lnTo>
                  <a:pt x="64142" y="702888"/>
                </a:lnTo>
                <a:lnTo>
                  <a:pt x="63628" y="702014"/>
                </a:lnTo>
                <a:lnTo>
                  <a:pt x="63120" y="701136"/>
                </a:lnTo>
                <a:lnTo>
                  <a:pt x="62616" y="700255"/>
                </a:lnTo>
                <a:lnTo>
                  <a:pt x="62118" y="699371"/>
                </a:lnTo>
                <a:lnTo>
                  <a:pt x="61624" y="698484"/>
                </a:lnTo>
                <a:lnTo>
                  <a:pt x="61135" y="697594"/>
                </a:lnTo>
                <a:lnTo>
                  <a:pt x="60651" y="696701"/>
                </a:lnTo>
                <a:lnTo>
                  <a:pt x="60172" y="695805"/>
                </a:lnTo>
                <a:lnTo>
                  <a:pt x="59698" y="694906"/>
                </a:lnTo>
                <a:lnTo>
                  <a:pt x="59229" y="694003"/>
                </a:lnTo>
                <a:lnTo>
                  <a:pt x="58765" y="693098"/>
                </a:lnTo>
                <a:lnTo>
                  <a:pt x="58306" y="692189"/>
                </a:lnTo>
                <a:lnTo>
                  <a:pt x="57852" y="691278"/>
                </a:lnTo>
                <a:lnTo>
                  <a:pt x="57403" y="690364"/>
                </a:lnTo>
                <a:lnTo>
                  <a:pt x="56959" y="689447"/>
                </a:lnTo>
                <a:lnTo>
                  <a:pt x="56520" y="688527"/>
                </a:lnTo>
                <a:lnTo>
                  <a:pt x="56087" y="687604"/>
                </a:lnTo>
                <a:lnTo>
                  <a:pt x="55658" y="686678"/>
                </a:lnTo>
                <a:lnTo>
                  <a:pt x="55235" y="685749"/>
                </a:lnTo>
                <a:lnTo>
                  <a:pt x="54817" y="684817"/>
                </a:lnTo>
                <a:lnTo>
                  <a:pt x="54404" y="683883"/>
                </a:lnTo>
                <a:lnTo>
                  <a:pt x="53997" y="682946"/>
                </a:lnTo>
                <a:lnTo>
                  <a:pt x="53594" y="682006"/>
                </a:lnTo>
                <a:lnTo>
                  <a:pt x="53197" y="681063"/>
                </a:lnTo>
                <a:lnTo>
                  <a:pt x="52805" y="680117"/>
                </a:lnTo>
                <a:lnTo>
                  <a:pt x="52418" y="679169"/>
                </a:lnTo>
                <a:lnTo>
                  <a:pt x="52037" y="678218"/>
                </a:lnTo>
                <a:lnTo>
                  <a:pt x="51661" y="677264"/>
                </a:lnTo>
                <a:lnTo>
                  <a:pt x="51291" y="676308"/>
                </a:lnTo>
                <a:lnTo>
                  <a:pt x="50925" y="675349"/>
                </a:lnTo>
                <a:lnTo>
                  <a:pt x="50565" y="674387"/>
                </a:lnTo>
                <a:lnTo>
                  <a:pt x="50211" y="673423"/>
                </a:lnTo>
                <a:lnTo>
                  <a:pt x="49862" y="672456"/>
                </a:lnTo>
                <a:lnTo>
                  <a:pt x="49518" y="671486"/>
                </a:lnTo>
                <a:lnTo>
                  <a:pt x="49180" y="670514"/>
                </a:lnTo>
                <a:lnTo>
                  <a:pt x="48848" y="669540"/>
                </a:lnTo>
                <a:lnTo>
                  <a:pt x="48520" y="668563"/>
                </a:lnTo>
                <a:lnTo>
                  <a:pt x="48199" y="667583"/>
                </a:lnTo>
                <a:lnTo>
                  <a:pt x="47882" y="666601"/>
                </a:lnTo>
                <a:lnTo>
                  <a:pt x="47572" y="665616"/>
                </a:lnTo>
                <a:lnTo>
                  <a:pt x="47267" y="664629"/>
                </a:lnTo>
                <a:lnTo>
                  <a:pt x="46967" y="663640"/>
                </a:lnTo>
                <a:lnTo>
                  <a:pt x="46674" y="662648"/>
                </a:lnTo>
                <a:lnTo>
                  <a:pt x="46385" y="661653"/>
                </a:lnTo>
                <a:lnTo>
                  <a:pt x="46103" y="660657"/>
                </a:lnTo>
                <a:lnTo>
                  <a:pt x="45826" y="659657"/>
                </a:lnTo>
                <a:lnTo>
                  <a:pt x="45555" y="658656"/>
                </a:lnTo>
                <a:lnTo>
                  <a:pt x="45289" y="657652"/>
                </a:lnTo>
                <a:lnTo>
                  <a:pt x="45029" y="656646"/>
                </a:lnTo>
                <a:lnTo>
                  <a:pt x="44775" y="655638"/>
                </a:lnTo>
                <a:lnTo>
                  <a:pt x="44527" y="654627"/>
                </a:lnTo>
                <a:lnTo>
                  <a:pt x="44284" y="653614"/>
                </a:lnTo>
                <a:lnTo>
                  <a:pt x="44047" y="652599"/>
                </a:lnTo>
                <a:lnTo>
                  <a:pt x="43816" y="651582"/>
                </a:lnTo>
                <a:lnTo>
                  <a:pt x="43591" y="650562"/>
                </a:lnTo>
                <a:lnTo>
                  <a:pt x="43372" y="649540"/>
                </a:lnTo>
                <a:lnTo>
                  <a:pt x="43158" y="648517"/>
                </a:lnTo>
                <a:lnTo>
                  <a:pt x="42951" y="647490"/>
                </a:lnTo>
                <a:lnTo>
                  <a:pt x="42749" y="646462"/>
                </a:lnTo>
                <a:lnTo>
                  <a:pt x="42553" y="645432"/>
                </a:lnTo>
                <a:lnTo>
                  <a:pt x="42363" y="644400"/>
                </a:lnTo>
                <a:lnTo>
                  <a:pt x="42180" y="643365"/>
                </a:lnTo>
                <a:lnTo>
                  <a:pt x="42002" y="642329"/>
                </a:lnTo>
                <a:lnTo>
                  <a:pt x="41830" y="641290"/>
                </a:lnTo>
                <a:lnTo>
                  <a:pt x="41664" y="640250"/>
                </a:lnTo>
                <a:lnTo>
                  <a:pt x="41504" y="639207"/>
                </a:lnTo>
                <a:lnTo>
                  <a:pt x="41350" y="638163"/>
                </a:lnTo>
                <a:lnTo>
                  <a:pt x="41202" y="637116"/>
                </a:lnTo>
                <a:lnTo>
                  <a:pt x="41061" y="636068"/>
                </a:lnTo>
                <a:lnTo>
                  <a:pt x="40925" y="635017"/>
                </a:lnTo>
                <a:lnTo>
                  <a:pt x="40796" y="633965"/>
                </a:lnTo>
                <a:lnTo>
                  <a:pt x="40672" y="632911"/>
                </a:lnTo>
                <a:lnTo>
                  <a:pt x="40555" y="631855"/>
                </a:lnTo>
                <a:lnTo>
                  <a:pt x="40444" y="630797"/>
                </a:lnTo>
                <a:lnTo>
                  <a:pt x="40339" y="629737"/>
                </a:lnTo>
                <a:lnTo>
                  <a:pt x="40241" y="628676"/>
                </a:lnTo>
                <a:lnTo>
                  <a:pt x="40148" y="627613"/>
                </a:lnTo>
                <a:lnTo>
                  <a:pt x="40062" y="626548"/>
                </a:lnTo>
                <a:lnTo>
                  <a:pt x="39982" y="625481"/>
                </a:lnTo>
                <a:lnTo>
                  <a:pt x="39909" y="624412"/>
                </a:lnTo>
                <a:lnTo>
                  <a:pt x="39841" y="623342"/>
                </a:lnTo>
                <a:lnTo>
                  <a:pt x="39780" y="622270"/>
                </a:lnTo>
                <a:lnTo>
                  <a:pt x="39726" y="621196"/>
                </a:lnTo>
                <a:lnTo>
                  <a:pt x="39677" y="620121"/>
                </a:lnTo>
                <a:lnTo>
                  <a:pt x="39636" y="619044"/>
                </a:lnTo>
                <a:lnTo>
                  <a:pt x="39600" y="617965"/>
                </a:lnTo>
                <a:lnTo>
                  <a:pt x="39571" y="616885"/>
                </a:lnTo>
                <a:lnTo>
                  <a:pt x="39548" y="615803"/>
                </a:lnTo>
                <a:lnTo>
                  <a:pt x="39532" y="614720"/>
                </a:lnTo>
                <a:lnTo>
                  <a:pt x="39522" y="613635"/>
                </a:lnTo>
                <a:lnTo>
                  <a:pt x="39519" y="612548"/>
                </a:lnTo>
                <a:lnTo>
                  <a:pt x="19760" y="612548"/>
                </a:lnTo>
                <a:lnTo>
                  <a:pt x="19763" y="613751"/>
                </a:lnTo>
                <a:lnTo>
                  <a:pt x="19774" y="614952"/>
                </a:lnTo>
                <a:lnTo>
                  <a:pt x="19792" y="616151"/>
                </a:lnTo>
                <a:lnTo>
                  <a:pt x="19817" y="617349"/>
                </a:lnTo>
                <a:lnTo>
                  <a:pt x="19849" y="618545"/>
                </a:lnTo>
                <a:lnTo>
                  <a:pt x="19888" y="619739"/>
                </a:lnTo>
                <a:lnTo>
                  <a:pt x="19934" y="620931"/>
                </a:lnTo>
                <a:lnTo>
                  <a:pt x="19987" y="622122"/>
                </a:lnTo>
                <a:lnTo>
                  <a:pt x="20048" y="623310"/>
                </a:lnTo>
                <a:lnTo>
                  <a:pt x="20115" y="624497"/>
                </a:lnTo>
                <a:lnTo>
                  <a:pt x="20189" y="625682"/>
                </a:lnTo>
                <a:lnTo>
                  <a:pt x="20270" y="626865"/>
                </a:lnTo>
                <a:lnTo>
                  <a:pt x="20358" y="628046"/>
                </a:lnTo>
                <a:lnTo>
                  <a:pt x="20453" y="629225"/>
                </a:lnTo>
                <a:lnTo>
                  <a:pt x="20555" y="630403"/>
                </a:lnTo>
                <a:lnTo>
                  <a:pt x="20664" y="631578"/>
                </a:lnTo>
                <a:lnTo>
                  <a:pt x="20780" y="632751"/>
                </a:lnTo>
                <a:lnTo>
                  <a:pt x="20902" y="633922"/>
                </a:lnTo>
                <a:lnTo>
                  <a:pt x="21031" y="635092"/>
                </a:lnTo>
                <a:lnTo>
                  <a:pt x="21168" y="636259"/>
                </a:lnTo>
                <a:lnTo>
                  <a:pt x="21310" y="637424"/>
                </a:lnTo>
                <a:lnTo>
                  <a:pt x="21460" y="638587"/>
                </a:lnTo>
                <a:lnTo>
                  <a:pt x="21616" y="639747"/>
                </a:lnTo>
                <a:lnTo>
                  <a:pt x="21779" y="640906"/>
                </a:lnTo>
                <a:lnTo>
                  <a:pt x="21949" y="642063"/>
                </a:lnTo>
                <a:lnTo>
                  <a:pt x="22125" y="643217"/>
                </a:lnTo>
                <a:lnTo>
                  <a:pt x="22308" y="644369"/>
                </a:lnTo>
                <a:lnTo>
                  <a:pt x="22498" y="645519"/>
                </a:lnTo>
                <a:lnTo>
                  <a:pt x="22694" y="646667"/>
                </a:lnTo>
                <a:lnTo>
                  <a:pt x="22897" y="647812"/>
                </a:lnTo>
                <a:lnTo>
                  <a:pt x="23107" y="648955"/>
                </a:lnTo>
                <a:lnTo>
                  <a:pt x="23323" y="650096"/>
                </a:lnTo>
                <a:lnTo>
                  <a:pt x="23545" y="651234"/>
                </a:lnTo>
                <a:lnTo>
                  <a:pt x="23774" y="652371"/>
                </a:lnTo>
                <a:lnTo>
                  <a:pt x="24010" y="653504"/>
                </a:lnTo>
                <a:lnTo>
                  <a:pt x="24251" y="654636"/>
                </a:lnTo>
                <a:lnTo>
                  <a:pt x="24500" y="655765"/>
                </a:lnTo>
                <a:lnTo>
                  <a:pt x="24755" y="656891"/>
                </a:lnTo>
                <a:lnTo>
                  <a:pt x="25016" y="658015"/>
                </a:lnTo>
                <a:lnTo>
                  <a:pt x="25284" y="659137"/>
                </a:lnTo>
                <a:lnTo>
                  <a:pt x="25558" y="660256"/>
                </a:lnTo>
                <a:lnTo>
                  <a:pt x="25838" y="661373"/>
                </a:lnTo>
                <a:lnTo>
                  <a:pt x="26125" y="662487"/>
                </a:lnTo>
                <a:lnTo>
                  <a:pt x="26418" y="663599"/>
                </a:lnTo>
                <a:lnTo>
                  <a:pt x="26717" y="664708"/>
                </a:lnTo>
                <a:lnTo>
                  <a:pt x="27022" y="665814"/>
                </a:lnTo>
                <a:lnTo>
                  <a:pt x="27334" y="666918"/>
                </a:lnTo>
                <a:lnTo>
                  <a:pt x="27652" y="668019"/>
                </a:lnTo>
                <a:lnTo>
                  <a:pt x="27976" y="669118"/>
                </a:lnTo>
                <a:lnTo>
                  <a:pt x="28307" y="670214"/>
                </a:lnTo>
                <a:lnTo>
                  <a:pt x="28643" y="671307"/>
                </a:lnTo>
                <a:lnTo>
                  <a:pt x="28986" y="672398"/>
                </a:lnTo>
                <a:lnTo>
                  <a:pt x="29335" y="673485"/>
                </a:lnTo>
                <a:lnTo>
                  <a:pt x="29689" y="674570"/>
                </a:lnTo>
                <a:lnTo>
                  <a:pt x="30050" y="675653"/>
                </a:lnTo>
                <a:lnTo>
                  <a:pt x="30418" y="676732"/>
                </a:lnTo>
                <a:lnTo>
                  <a:pt x="30791" y="677809"/>
                </a:lnTo>
                <a:lnTo>
                  <a:pt x="31170" y="678883"/>
                </a:lnTo>
                <a:lnTo>
                  <a:pt x="31555" y="679954"/>
                </a:lnTo>
                <a:lnTo>
                  <a:pt x="31946" y="681022"/>
                </a:lnTo>
                <a:lnTo>
                  <a:pt x="32343" y="682087"/>
                </a:lnTo>
                <a:lnTo>
                  <a:pt x="32746" y="683150"/>
                </a:lnTo>
                <a:lnTo>
                  <a:pt x="33155" y="684209"/>
                </a:lnTo>
                <a:lnTo>
                  <a:pt x="33570" y="685265"/>
                </a:lnTo>
                <a:lnTo>
                  <a:pt x="33990" y="686319"/>
                </a:lnTo>
                <a:lnTo>
                  <a:pt x="34417" y="687369"/>
                </a:lnTo>
                <a:lnTo>
                  <a:pt x="34849" y="688417"/>
                </a:lnTo>
                <a:lnTo>
                  <a:pt x="35288" y="689461"/>
                </a:lnTo>
                <a:lnTo>
                  <a:pt x="35732" y="690503"/>
                </a:lnTo>
                <a:lnTo>
                  <a:pt x="36181" y="691541"/>
                </a:lnTo>
                <a:lnTo>
                  <a:pt x="36637" y="692576"/>
                </a:lnTo>
                <a:lnTo>
                  <a:pt x="37098" y="693609"/>
                </a:lnTo>
                <a:lnTo>
                  <a:pt x="37565" y="694638"/>
                </a:lnTo>
                <a:lnTo>
                  <a:pt x="38038" y="695663"/>
                </a:lnTo>
                <a:lnTo>
                  <a:pt x="38516" y="696686"/>
                </a:lnTo>
                <a:lnTo>
                  <a:pt x="39001" y="697706"/>
                </a:lnTo>
                <a:lnTo>
                  <a:pt x="39490" y="698722"/>
                </a:lnTo>
                <a:lnTo>
                  <a:pt x="39986" y="699735"/>
                </a:lnTo>
                <a:lnTo>
                  <a:pt x="40486" y="700745"/>
                </a:lnTo>
                <a:lnTo>
                  <a:pt x="40993" y="701751"/>
                </a:lnTo>
                <a:lnTo>
                  <a:pt x="41505" y="702755"/>
                </a:lnTo>
                <a:lnTo>
                  <a:pt x="42023" y="703754"/>
                </a:lnTo>
                <a:lnTo>
                  <a:pt x="42546" y="704751"/>
                </a:lnTo>
                <a:lnTo>
                  <a:pt x="43074" y="705744"/>
                </a:lnTo>
                <a:lnTo>
                  <a:pt x="43608" y="706734"/>
                </a:lnTo>
                <a:lnTo>
                  <a:pt x="44148" y="707721"/>
                </a:lnTo>
                <a:lnTo>
                  <a:pt x="44693" y="708704"/>
                </a:lnTo>
                <a:lnTo>
                  <a:pt x="45243" y="709683"/>
                </a:lnTo>
                <a:lnTo>
                  <a:pt x="45799" y="710659"/>
                </a:lnTo>
                <a:lnTo>
                  <a:pt x="46360" y="711632"/>
                </a:lnTo>
                <a:lnTo>
                  <a:pt x="46927" y="712601"/>
                </a:lnTo>
                <a:lnTo>
                  <a:pt x="47499" y="713567"/>
                </a:lnTo>
                <a:lnTo>
                  <a:pt x="48076" y="714529"/>
                </a:lnTo>
                <a:lnTo>
                  <a:pt x="48658" y="715488"/>
                </a:lnTo>
                <a:lnTo>
                  <a:pt x="49246" y="716443"/>
                </a:lnTo>
                <a:lnTo>
                  <a:pt x="49839" y="717394"/>
                </a:lnTo>
                <a:lnTo>
                  <a:pt x="50437" y="718342"/>
                </a:lnTo>
                <a:lnTo>
                  <a:pt x="51040" y="719286"/>
                </a:lnTo>
                <a:lnTo>
                  <a:pt x="51649" y="720227"/>
                </a:lnTo>
                <a:lnTo>
                  <a:pt x="52263" y="721163"/>
                </a:lnTo>
                <a:lnTo>
                  <a:pt x="52882" y="722097"/>
                </a:lnTo>
                <a:lnTo>
                  <a:pt x="53506" y="723026"/>
                </a:lnTo>
                <a:lnTo>
                  <a:pt x="54135" y="723952"/>
                </a:lnTo>
                <a:lnTo>
                  <a:pt x="54769" y="724874"/>
                </a:lnTo>
                <a:lnTo>
                  <a:pt x="55409" y="725792"/>
                </a:lnTo>
                <a:lnTo>
                  <a:pt x="56053" y="726706"/>
                </a:lnTo>
                <a:lnTo>
                  <a:pt x="56703" y="727617"/>
                </a:lnTo>
                <a:lnTo>
                  <a:pt x="57357" y="728523"/>
                </a:lnTo>
                <a:lnTo>
                  <a:pt x="58016" y="729426"/>
                </a:lnTo>
                <a:lnTo>
                  <a:pt x="58681" y="730325"/>
                </a:lnTo>
                <a:lnTo>
                  <a:pt x="59350" y="731220"/>
                </a:lnTo>
                <a:lnTo>
                  <a:pt x="60025" y="732111"/>
                </a:lnTo>
                <a:lnTo>
                  <a:pt x="60704" y="732998"/>
                </a:lnTo>
                <a:lnTo>
                  <a:pt x="61388" y="733882"/>
                </a:lnTo>
                <a:lnTo>
                  <a:pt x="62077" y="734761"/>
                </a:lnTo>
                <a:lnTo>
                  <a:pt x="62771" y="735636"/>
                </a:lnTo>
                <a:lnTo>
                  <a:pt x="63469" y="736507"/>
                </a:lnTo>
                <a:lnTo>
                  <a:pt x="64173" y="737374"/>
                </a:lnTo>
                <a:lnTo>
                  <a:pt x="64881" y="738238"/>
                </a:lnTo>
                <a:lnTo>
                  <a:pt x="65594" y="739097"/>
                </a:lnTo>
                <a:lnTo>
                  <a:pt x="66312" y="739952"/>
                </a:lnTo>
                <a:lnTo>
                  <a:pt x="67034" y="740802"/>
                </a:lnTo>
                <a:lnTo>
                  <a:pt x="67761" y="741649"/>
                </a:lnTo>
                <a:lnTo>
                  <a:pt x="68493" y="742492"/>
                </a:lnTo>
                <a:lnTo>
                  <a:pt x="69230" y="743330"/>
                </a:lnTo>
                <a:lnTo>
                  <a:pt x="69971" y="744164"/>
                </a:lnTo>
                <a:lnTo>
                  <a:pt x="70717" y="744994"/>
                </a:lnTo>
                <a:lnTo>
                  <a:pt x="71467" y="745820"/>
                </a:lnTo>
                <a:lnTo>
                  <a:pt x="72222" y="746641"/>
                </a:lnTo>
                <a:lnTo>
                  <a:pt x="72982" y="747458"/>
                </a:lnTo>
                <a:lnTo>
                  <a:pt x="73746" y="748271"/>
                </a:lnTo>
                <a:lnTo>
                  <a:pt x="74515" y="749079"/>
                </a:lnTo>
                <a:lnTo>
                  <a:pt x="75288" y="749883"/>
                </a:lnTo>
                <a:lnTo>
                  <a:pt x="76065" y="750683"/>
                </a:lnTo>
                <a:lnTo>
                  <a:pt x="76848" y="751479"/>
                </a:lnTo>
                <a:lnTo>
                  <a:pt x="77634" y="752270"/>
                </a:lnTo>
                <a:lnTo>
                  <a:pt x="78425" y="753056"/>
                </a:lnTo>
                <a:lnTo>
                  <a:pt x="79221" y="753838"/>
                </a:lnTo>
                <a:lnTo>
                  <a:pt x="80020" y="754616"/>
                </a:lnTo>
                <a:lnTo>
                  <a:pt x="80824" y="755389"/>
                </a:lnTo>
                <a:lnTo>
                  <a:pt x="81633" y="756158"/>
                </a:lnTo>
                <a:lnTo>
                  <a:pt x="82446" y="756922"/>
                </a:lnTo>
                <a:lnTo>
                  <a:pt x="83263" y="757681"/>
                </a:lnTo>
                <a:lnTo>
                  <a:pt x="84084" y="758437"/>
                </a:lnTo>
                <a:lnTo>
                  <a:pt x="84910" y="759187"/>
                </a:lnTo>
                <a:lnTo>
                  <a:pt x="85740" y="759933"/>
                </a:lnTo>
                <a:lnTo>
                  <a:pt x="86574" y="760674"/>
                </a:lnTo>
                <a:lnTo>
                  <a:pt x="87412" y="761411"/>
                </a:lnTo>
                <a:lnTo>
                  <a:pt x="88255" y="762142"/>
                </a:lnTo>
                <a:lnTo>
                  <a:pt x="89101" y="762870"/>
                </a:lnTo>
                <a:lnTo>
                  <a:pt x="89952" y="763592"/>
                </a:lnTo>
                <a:lnTo>
                  <a:pt x="90807" y="764310"/>
                </a:lnTo>
                <a:lnTo>
                  <a:pt x="91666" y="765023"/>
                </a:lnTo>
                <a:lnTo>
                  <a:pt x="92529" y="765731"/>
                </a:lnTo>
                <a:lnTo>
                  <a:pt x="93397" y="766435"/>
                </a:lnTo>
                <a:lnTo>
                  <a:pt x="94268" y="767133"/>
                </a:lnTo>
                <a:lnTo>
                  <a:pt x="95143" y="767827"/>
                </a:lnTo>
                <a:lnTo>
                  <a:pt x="96022" y="768516"/>
                </a:lnTo>
                <a:lnTo>
                  <a:pt x="96905" y="769200"/>
                </a:lnTo>
                <a:lnTo>
                  <a:pt x="97793" y="769879"/>
                </a:lnTo>
                <a:lnTo>
                  <a:pt x="98684" y="770554"/>
                </a:lnTo>
                <a:lnTo>
                  <a:pt x="99579" y="771223"/>
                </a:lnTo>
                <a:lnTo>
                  <a:pt x="100478" y="771887"/>
                </a:lnTo>
                <a:lnTo>
                  <a:pt x="101381" y="772547"/>
                </a:lnTo>
                <a:lnTo>
                  <a:pt x="102287" y="773201"/>
                </a:lnTo>
                <a:lnTo>
                  <a:pt x="103198" y="773851"/>
                </a:lnTo>
                <a:lnTo>
                  <a:pt x="104112" y="774495"/>
                </a:lnTo>
                <a:lnTo>
                  <a:pt x="105030" y="775134"/>
                </a:lnTo>
                <a:lnTo>
                  <a:pt x="105952" y="775769"/>
                </a:lnTo>
                <a:lnTo>
                  <a:pt x="106878" y="776398"/>
                </a:lnTo>
                <a:lnTo>
                  <a:pt x="107807" y="777022"/>
                </a:lnTo>
                <a:lnTo>
                  <a:pt x="108740" y="777641"/>
                </a:lnTo>
                <a:lnTo>
                  <a:pt x="109677" y="778255"/>
                </a:lnTo>
                <a:lnTo>
                  <a:pt x="110618" y="778863"/>
                </a:lnTo>
                <a:lnTo>
                  <a:pt x="111562" y="779467"/>
                </a:lnTo>
                <a:lnTo>
                  <a:pt x="112510" y="780065"/>
                </a:lnTo>
                <a:lnTo>
                  <a:pt x="113461" y="780658"/>
                </a:lnTo>
                <a:lnTo>
                  <a:pt x="114416" y="781246"/>
                </a:lnTo>
                <a:lnTo>
                  <a:pt x="115375" y="781828"/>
                </a:lnTo>
                <a:lnTo>
                  <a:pt x="116337" y="782405"/>
                </a:lnTo>
                <a:lnTo>
                  <a:pt x="117302" y="782977"/>
                </a:lnTo>
                <a:lnTo>
                  <a:pt x="118272" y="783544"/>
                </a:lnTo>
                <a:lnTo>
                  <a:pt x="119244" y="784105"/>
                </a:lnTo>
                <a:lnTo>
                  <a:pt x="120221" y="784661"/>
                </a:lnTo>
                <a:lnTo>
                  <a:pt x="121200" y="785211"/>
                </a:lnTo>
                <a:lnTo>
                  <a:pt x="122183" y="785756"/>
                </a:lnTo>
                <a:lnTo>
                  <a:pt x="123170" y="786295"/>
                </a:lnTo>
                <a:lnTo>
                  <a:pt x="124160" y="786829"/>
                </a:lnTo>
                <a:lnTo>
                  <a:pt x="125153" y="787358"/>
                </a:lnTo>
                <a:lnTo>
                  <a:pt x="126149" y="787881"/>
                </a:lnTo>
                <a:lnTo>
                  <a:pt x="127149" y="788399"/>
                </a:lnTo>
                <a:lnTo>
                  <a:pt x="128152" y="788911"/>
                </a:lnTo>
                <a:lnTo>
                  <a:pt x="129159" y="789417"/>
                </a:lnTo>
                <a:lnTo>
                  <a:pt x="130169" y="789918"/>
                </a:lnTo>
                <a:lnTo>
                  <a:pt x="131182" y="790414"/>
                </a:lnTo>
                <a:lnTo>
                  <a:pt x="132198" y="790903"/>
                </a:lnTo>
                <a:lnTo>
                  <a:pt x="133218" y="791387"/>
                </a:lnTo>
                <a:lnTo>
                  <a:pt x="134240" y="791866"/>
                </a:lnTo>
                <a:lnTo>
                  <a:pt x="135266" y="792338"/>
                </a:lnTo>
                <a:lnTo>
                  <a:pt x="136295" y="792805"/>
                </a:lnTo>
                <a:lnTo>
                  <a:pt x="137327" y="793267"/>
                </a:lnTo>
                <a:lnTo>
                  <a:pt x="138363" y="793722"/>
                </a:lnTo>
                <a:lnTo>
                  <a:pt x="139401" y="794172"/>
                </a:lnTo>
                <a:lnTo>
                  <a:pt x="140442" y="794616"/>
                </a:lnTo>
                <a:lnTo>
                  <a:pt x="141487" y="795054"/>
                </a:lnTo>
                <a:lnTo>
                  <a:pt x="142534" y="795487"/>
                </a:lnTo>
                <a:lnTo>
                  <a:pt x="143585" y="795913"/>
                </a:lnTo>
                <a:lnTo>
                  <a:pt x="144638" y="796334"/>
                </a:lnTo>
                <a:lnTo>
                  <a:pt x="145695" y="796749"/>
                </a:lnTo>
                <a:lnTo>
                  <a:pt x="146754" y="797158"/>
                </a:lnTo>
                <a:lnTo>
                  <a:pt x="147817" y="797561"/>
                </a:lnTo>
                <a:lnTo>
                  <a:pt x="148882" y="797958"/>
                </a:lnTo>
                <a:lnTo>
                  <a:pt x="149950" y="798349"/>
                </a:lnTo>
                <a:lnTo>
                  <a:pt x="151021" y="798734"/>
                </a:lnTo>
                <a:lnTo>
                  <a:pt x="152095" y="799113"/>
                </a:lnTo>
                <a:lnTo>
                  <a:pt x="153172" y="799486"/>
                </a:lnTo>
                <a:lnTo>
                  <a:pt x="154251" y="799853"/>
                </a:lnTo>
                <a:lnTo>
                  <a:pt x="155333" y="800214"/>
                </a:lnTo>
                <a:lnTo>
                  <a:pt x="156418" y="800569"/>
                </a:lnTo>
                <a:lnTo>
                  <a:pt x="157506" y="800918"/>
                </a:lnTo>
                <a:lnTo>
                  <a:pt x="158597" y="801261"/>
                </a:lnTo>
                <a:lnTo>
                  <a:pt x="159690" y="801597"/>
                </a:lnTo>
                <a:lnTo>
                  <a:pt x="160786" y="801928"/>
                </a:lnTo>
                <a:lnTo>
                  <a:pt x="161884" y="802252"/>
                </a:lnTo>
                <a:lnTo>
                  <a:pt x="162986" y="802570"/>
                </a:lnTo>
                <a:lnTo>
                  <a:pt x="164089" y="802881"/>
                </a:lnTo>
                <a:lnTo>
                  <a:pt x="165196" y="803187"/>
                </a:lnTo>
                <a:lnTo>
                  <a:pt x="166305" y="803486"/>
                </a:lnTo>
                <a:lnTo>
                  <a:pt x="167417" y="803779"/>
                </a:lnTo>
                <a:lnTo>
                  <a:pt x="168531" y="804066"/>
                </a:lnTo>
                <a:lnTo>
                  <a:pt x="169647" y="804346"/>
                </a:lnTo>
                <a:lnTo>
                  <a:pt x="170767" y="804620"/>
                </a:lnTo>
                <a:lnTo>
                  <a:pt x="171888" y="804888"/>
                </a:lnTo>
                <a:lnTo>
                  <a:pt x="173012" y="805149"/>
                </a:lnTo>
                <a:lnTo>
                  <a:pt x="174139" y="805404"/>
                </a:lnTo>
                <a:lnTo>
                  <a:pt x="175268" y="805652"/>
                </a:lnTo>
                <a:lnTo>
                  <a:pt x="176399" y="805894"/>
                </a:lnTo>
                <a:lnTo>
                  <a:pt x="177533" y="806130"/>
                </a:lnTo>
                <a:lnTo>
                  <a:pt x="178669" y="806359"/>
                </a:lnTo>
                <a:lnTo>
                  <a:pt x="179808" y="806581"/>
                </a:lnTo>
                <a:lnTo>
                  <a:pt x="180949" y="806797"/>
                </a:lnTo>
                <a:lnTo>
                  <a:pt x="182092" y="807007"/>
                </a:lnTo>
                <a:lnTo>
                  <a:pt x="183237" y="807209"/>
                </a:lnTo>
                <a:lnTo>
                  <a:pt x="184385" y="807406"/>
                </a:lnTo>
                <a:lnTo>
                  <a:pt x="185535" y="807595"/>
                </a:lnTo>
                <a:lnTo>
                  <a:pt x="186687" y="807778"/>
                </a:lnTo>
                <a:lnTo>
                  <a:pt x="187841" y="807955"/>
                </a:lnTo>
                <a:lnTo>
                  <a:pt x="188998" y="808125"/>
                </a:lnTo>
                <a:lnTo>
                  <a:pt x="190156" y="808288"/>
                </a:lnTo>
                <a:lnTo>
                  <a:pt x="191317" y="808444"/>
                </a:lnTo>
                <a:lnTo>
                  <a:pt x="192480" y="808593"/>
                </a:lnTo>
                <a:lnTo>
                  <a:pt x="193645" y="808736"/>
                </a:lnTo>
                <a:lnTo>
                  <a:pt x="194812" y="808872"/>
                </a:lnTo>
                <a:lnTo>
                  <a:pt x="195981" y="809002"/>
                </a:lnTo>
                <a:lnTo>
                  <a:pt x="197153" y="809124"/>
                </a:lnTo>
                <a:lnTo>
                  <a:pt x="198326" y="809240"/>
                </a:lnTo>
                <a:lnTo>
                  <a:pt x="199501" y="809348"/>
                </a:lnTo>
                <a:lnTo>
                  <a:pt x="200678" y="809450"/>
                </a:lnTo>
                <a:lnTo>
                  <a:pt x="201857" y="809545"/>
                </a:lnTo>
                <a:lnTo>
                  <a:pt x="203039" y="809633"/>
                </a:lnTo>
                <a:lnTo>
                  <a:pt x="204222" y="809715"/>
                </a:lnTo>
                <a:lnTo>
                  <a:pt x="205407" y="809789"/>
                </a:lnTo>
                <a:lnTo>
                  <a:pt x="206593" y="809856"/>
                </a:lnTo>
                <a:lnTo>
                  <a:pt x="207782" y="809916"/>
                </a:lnTo>
                <a:lnTo>
                  <a:pt x="208972" y="809970"/>
                </a:lnTo>
                <a:lnTo>
                  <a:pt x="210165" y="810016"/>
                </a:lnTo>
                <a:lnTo>
                  <a:pt x="211359" y="810055"/>
                </a:lnTo>
                <a:lnTo>
                  <a:pt x="212555" y="810087"/>
                </a:lnTo>
                <a:lnTo>
                  <a:pt x="213752" y="810112"/>
                </a:lnTo>
                <a:lnTo>
                  <a:pt x="214952" y="810130"/>
                </a:lnTo>
                <a:lnTo>
                  <a:pt x="216153" y="810141"/>
                </a:lnTo>
                <a:lnTo>
                  <a:pt x="217356" y="810144"/>
                </a:lnTo>
                <a:lnTo>
                  <a:pt x="217356" y="810144"/>
                </a:lnTo>
                <a:lnTo>
                  <a:pt x="217356" y="810144"/>
                </a:lnTo>
                <a:close/>
                <a:moveTo>
                  <a:pt x="928702" y="810144"/>
                </a:moveTo>
                <a:lnTo>
                  <a:pt x="929905" y="810141"/>
                </a:lnTo>
                <a:lnTo>
                  <a:pt x="931106" y="810130"/>
                </a:lnTo>
                <a:lnTo>
                  <a:pt x="932305" y="810112"/>
                </a:lnTo>
                <a:lnTo>
                  <a:pt x="933503" y="810087"/>
                </a:lnTo>
                <a:lnTo>
                  <a:pt x="934699" y="810055"/>
                </a:lnTo>
                <a:lnTo>
                  <a:pt x="935893" y="810016"/>
                </a:lnTo>
                <a:lnTo>
                  <a:pt x="937085" y="809970"/>
                </a:lnTo>
                <a:lnTo>
                  <a:pt x="938275" y="809916"/>
                </a:lnTo>
                <a:lnTo>
                  <a:pt x="939464" y="809856"/>
                </a:lnTo>
                <a:lnTo>
                  <a:pt x="940651" y="809789"/>
                </a:lnTo>
                <a:lnTo>
                  <a:pt x="941836" y="809715"/>
                </a:lnTo>
                <a:lnTo>
                  <a:pt x="943019" y="809633"/>
                </a:lnTo>
                <a:lnTo>
                  <a:pt x="944200" y="809545"/>
                </a:lnTo>
                <a:lnTo>
                  <a:pt x="945379" y="809450"/>
                </a:lnTo>
                <a:lnTo>
                  <a:pt x="946556" y="809348"/>
                </a:lnTo>
                <a:lnTo>
                  <a:pt x="947732" y="809240"/>
                </a:lnTo>
                <a:lnTo>
                  <a:pt x="948905" y="809124"/>
                </a:lnTo>
                <a:lnTo>
                  <a:pt x="950076" y="809002"/>
                </a:lnTo>
                <a:lnTo>
                  <a:pt x="951245" y="808872"/>
                </a:lnTo>
                <a:lnTo>
                  <a:pt x="952412" y="808736"/>
                </a:lnTo>
                <a:lnTo>
                  <a:pt x="953577" y="808593"/>
                </a:lnTo>
                <a:lnTo>
                  <a:pt x="954740" y="808444"/>
                </a:lnTo>
                <a:lnTo>
                  <a:pt x="955901" y="808288"/>
                </a:lnTo>
                <a:lnTo>
                  <a:pt x="957060" y="808125"/>
                </a:lnTo>
                <a:lnTo>
                  <a:pt x="958216" y="807955"/>
                </a:lnTo>
                <a:lnTo>
                  <a:pt x="959371" y="807778"/>
                </a:lnTo>
                <a:lnTo>
                  <a:pt x="960523" y="807595"/>
                </a:lnTo>
                <a:lnTo>
                  <a:pt x="961673" y="807406"/>
                </a:lnTo>
                <a:lnTo>
                  <a:pt x="962820" y="807209"/>
                </a:lnTo>
                <a:lnTo>
                  <a:pt x="963966" y="807007"/>
                </a:lnTo>
                <a:lnTo>
                  <a:pt x="965109" y="806797"/>
                </a:lnTo>
                <a:lnTo>
                  <a:pt x="966250" y="806581"/>
                </a:lnTo>
                <a:lnTo>
                  <a:pt x="967388" y="806359"/>
                </a:lnTo>
                <a:lnTo>
                  <a:pt x="968524" y="806130"/>
                </a:lnTo>
                <a:lnTo>
                  <a:pt x="969658" y="805894"/>
                </a:lnTo>
                <a:lnTo>
                  <a:pt x="970789" y="805652"/>
                </a:lnTo>
                <a:lnTo>
                  <a:pt x="971918" y="805404"/>
                </a:lnTo>
                <a:lnTo>
                  <a:pt x="973045" y="805149"/>
                </a:lnTo>
                <a:lnTo>
                  <a:pt x="974169" y="804888"/>
                </a:lnTo>
                <a:lnTo>
                  <a:pt x="975291" y="804620"/>
                </a:lnTo>
                <a:lnTo>
                  <a:pt x="976410" y="804346"/>
                </a:lnTo>
                <a:lnTo>
                  <a:pt x="977527" y="804066"/>
                </a:lnTo>
                <a:lnTo>
                  <a:pt x="978641" y="803779"/>
                </a:lnTo>
                <a:lnTo>
                  <a:pt x="979752" y="803486"/>
                </a:lnTo>
                <a:lnTo>
                  <a:pt x="980862" y="803187"/>
                </a:lnTo>
                <a:lnTo>
                  <a:pt x="981968" y="802881"/>
                </a:lnTo>
                <a:lnTo>
                  <a:pt x="983072" y="802570"/>
                </a:lnTo>
                <a:lnTo>
                  <a:pt x="984173" y="802252"/>
                </a:lnTo>
                <a:lnTo>
                  <a:pt x="985272" y="801928"/>
                </a:lnTo>
                <a:lnTo>
                  <a:pt x="986368" y="801597"/>
                </a:lnTo>
                <a:lnTo>
                  <a:pt x="987461" y="801261"/>
                </a:lnTo>
                <a:lnTo>
                  <a:pt x="988551" y="800918"/>
                </a:lnTo>
                <a:lnTo>
                  <a:pt x="989639" y="800569"/>
                </a:lnTo>
                <a:lnTo>
                  <a:pt x="990724" y="800214"/>
                </a:lnTo>
                <a:lnTo>
                  <a:pt x="991806" y="799853"/>
                </a:lnTo>
                <a:lnTo>
                  <a:pt x="992886" y="799486"/>
                </a:lnTo>
                <a:lnTo>
                  <a:pt x="993963" y="799113"/>
                </a:lnTo>
                <a:lnTo>
                  <a:pt x="995036" y="798734"/>
                </a:lnTo>
                <a:lnTo>
                  <a:pt x="996107" y="798349"/>
                </a:lnTo>
                <a:lnTo>
                  <a:pt x="997176" y="797958"/>
                </a:lnTo>
                <a:lnTo>
                  <a:pt x="998241" y="797561"/>
                </a:lnTo>
                <a:lnTo>
                  <a:pt x="999303" y="797158"/>
                </a:lnTo>
                <a:lnTo>
                  <a:pt x="1000363" y="796749"/>
                </a:lnTo>
                <a:lnTo>
                  <a:pt x="1001419" y="796334"/>
                </a:lnTo>
                <a:lnTo>
                  <a:pt x="1002473" y="795913"/>
                </a:lnTo>
                <a:lnTo>
                  <a:pt x="1003523" y="795487"/>
                </a:lnTo>
                <a:lnTo>
                  <a:pt x="1004571" y="795054"/>
                </a:lnTo>
                <a:lnTo>
                  <a:pt x="1005615" y="794616"/>
                </a:lnTo>
                <a:lnTo>
                  <a:pt x="1006656" y="794172"/>
                </a:lnTo>
                <a:lnTo>
                  <a:pt x="1007695" y="793722"/>
                </a:lnTo>
                <a:lnTo>
                  <a:pt x="1008730" y="793267"/>
                </a:lnTo>
                <a:lnTo>
                  <a:pt x="1009762" y="792805"/>
                </a:lnTo>
                <a:lnTo>
                  <a:pt x="1010791" y="792338"/>
                </a:lnTo>
                <a:lnTo>
                  <a:pt x="1011817" y="791866"/>
                </a:lnTo>
                <a:lnTo>
                  <a:pt x="1012840" y="791387"/>
                </a:lnTo>
                <a:lnTo>
                  <a:pt x="1013859" y="790903"/>
                </a:lnTo>
                <a:lnTo>
                  <a:pt x="1014876" y="790414"/>
                </a:lnTo>
                <a:lnTo>
                  <a:pt x="1015889" y="789918"/>
                </a:lnTo>
                <a:lnTo>
                  <a:pt x="1016898" y="789417"/>
                </a:lnTo>
                <a:lnTo>
                  <a:pt x="1017905" y="788911"/>
                </a:lnTo>
                <a:lnTo>
                  <a:pt x="1018908" y="788399"/>
                </a:lnTo>
                <a:lnTo>
                  <a:pt x="1019908" y="787881"/>
                </a:lnTo>
                <a:lnTo>
                  <a:pt x="1020905" y="787358"/>
                </a:lnTo>
                <a:lnTo>
                  <a:pt x="1021898" y="786829"/>
                </a:lnTo>
                <a:lnTo>
                  <a:pt x="1022888" y="786295"/>
                </a:lnTo>
                <a:lnTo>
                  <a:pt x="1023874" y="785756"/>
                </a:lnTo>
                <a:lnTo>
                  <a:pt x="1024857" y="785211"/>
                </a:lnTo>
                <a:lnTo>
                  <a:pt x="1025837" y="784661"/>
                </a:lnTo>
                <a:lnTo>
                  <a:pt x="1026813" y="784105"/>
                </a:lnTo>
                <a:lnTo>
                  <a:pt x="1027786" y="783544"/>
                </a:lnTo>
                <a:lnTo>
                  <a:pt x="1028755" y="782977"/>
                </a:lnTo>
                <a:lnTo>
                  <a:pt x="1029721" y="782405"/>
                </a:lnTo>
                <a:lnTo>
                  <a:pt x="1030683" y="781828"/>
                </a:lnTo>
                <a:lnTo>
                  <a:pt x="1031641" y="781246"/>
                </a:lnTo>
                <a:lnTo>
                  <a:pt x="1032596" y="780658"/>
                </a:lnTo>
                <a:lnTo>
                  <a:pt x="1033548" y="780065"/>
                </a:lnTo>
                <a:lnTo>
                  <a:pt x="1034496" y="779467"/>
                </a:lnTo>
                <a:lnTo>
                  <a:pt x="1035440" y="778863"/>
                </a:lnTo>
                <a:lnTo>
                  <a:pt x="1036380" y="778255"/>
                </a:lnTo>
                <a:lnTo>
                  <a:pt x="1037317" y="777641"/>
                </a:lnTo>
                <a:lnTo>
                  <a:pt x="1038250" y="777022"/>
                </a:lnTo>
                <a:lnTo>
                  <a:pt x="1039180" y="776398"/>
                </a:lnTo>
                <a:lnTo>
                  <a:pt x="1040105" y="775769"/>
                </a:lnTo>
                <a:lnTo>
                  <a:pt x="1041027" y="775134"/>
                </a:lnTo>
                <a:lnTo>
                  <a:pt x="1041945" y="774495"/>
                </a:lnTo>
                <a:lnTo>
                  <a:pt x="1042860" y="773851"/>
                </a:lnTo>
                <a:lnTo>
                  <a:pt x="1043770" y="773201"/>
                </a:lnTo>
                <a:lnTo>
                  <a:pt x="1044677" y="772547"/>
                </a:lnTo>
                <a:lnTo>
                  <a:pt x="1045580" y="771887"/>
                </a:lnTo>
                <a:lnTo>
                  <a:pt x="1046479" y="771223"/>
                </a:lnTo>
                <a:lnTo>
                  <a:pt x="1047374" y="770554"/>
                </a:lnTo>
                <a:lnTo>
                  <a:pt x="1048265" y="769879"/>
                </a:lnTo>
                <a:lnTo>
                  <a:pt x="1049152" y="769200"/>
                </a:lnTo>
                <a:lnTo>
                  <a:pt x="1050035" y="768516"/>
                </a:lnTo>
                <a:lnTo>
                  <a:pt x="1050914" y="767827"/>
                </a:lnTo>
                <a:lnTo>
                  <a:pt x="1051790" y="767133"/>
                </a:lnTo>
                <a:lnTo>
                  <a:pt x="1052661" y="766435"/>
                </a:lnTo>
                <a:lnTo>
                  <a:pt x="1053528" y="765731"/>
                </a:lnTo>
                <a:lnTo>
                  <a:pt x="1054391" y="765023"/>
                </a:lnTo>
                <a:lnTo>
                  <a:pt x="1055250" y="764310"/>
                </a:lnTo>
                <a:lnTo>
                  <a:pt x="1056105" y="763592"/>
                </a:lnTo>
                <a:lnTo>
                  <a:pt x="1056956" y="762870"/>
                </a:lnTo>
                <a:lnTo>
                  <a:pt x="1057803" y="762142"/>
                </a:lnTo>
                <a:lnTo>
                  <a:pt x="1058645" y="761411"/>
                </a:lnTo>
                <a:lnTo>
                  <a:pt x="1059484" y="760674"/>
                </a:lnTo>
                <a:lnTo>
                  <a:pt x="1060318" y="759933"/>
                </a:lnTo>
                <a:lnTo>
                  <a:pt x="1061148" y="759187"/>
                </a:lnTo>
                <a:lnTo>
                  <a:pt x="1061973" y="758437"/>
                </a:lnTo>
                <a:lnTo>
                  <a:pt x="1062795" y="757681"/>
                </a:lnTo>
                <a:lnTo>
                  <a:pt x="1063612" y="756922"/>
                </a:lnTo>
                <a:lnTo>
                  <a:pt x="1064425" y="756158"/>
                </a:lnTo>
                <a:lnTo>
                  <a:pt x="1065233" y="755389"/>
                </a:lnTo>
                <a:lnTo>
                  <a:pt x="1066037" y="754616"/>
                </a:lnTo>
                <a:lnTo>
                  <a:pt x="1066837" y="753838"/>
                </a:lnTo>
                <a:lnTo>
                  <a:pt x="1067632" y="753056"/>
                </a:lnTo>
                <a:lnTo>
                  <a:pt x="1068423" y="752270"/>
                </a:lnTo>
                <a:lnTo>
                  <a:pt x="1069210" y="751479"/>
                </a:lnTo>
                <a:lnTo>
                  <a:pt x="1069992" y="750683"/>
                </a:lnTo>
                <a:lnTo>
                  <a:pt x="1070770" y="749883"/>
                </a:lnTo>
                <a:lnTo>
                  <a:pt x="1071543" y="749079"/>
                </a:lnTo>
                <a:lnTo>
                  <a:pt x="1072311" y="748271"/>
                </a:lnTo>
                <a:lnTo>
                  <a:pt x="1073076" y="747458"/>
                </a:lnTo>
                <a:lnTo>
                  <a:pt x="1073835" y="746641"/>
                </a:lnTo>
                <a:lnTo>
                  <a:pt x="1074590" y="745820"/>
                </a:lnTo>
                <a:lnTo>
                  <a:pt x="1075341" y="744994"/>
                </a:lnTo>
                <a:lnTo>
                  <a:pt x="1076086" y="744164"/>
                </a:lnTo>
                <a:lnTo>
                  <a:pt x="1076828" y="743330"/>
                </a:lnTo>
                <a:lnTo>
                  <a:pt x="1077564" y="742492"/>
                </a:lnTo>
                <a:lnTo>
                  <a:pt x="1078296" y="741649"/>
                </a:lnTo>
                <a:lnTo>
                  <a:pt x="1079023" y="740802"/>
                </a:lnTo>
                <a:lnTo>
                  <a:pt x="1079746" y="739952"/>
                </a:lnTo>
                <a:lnTo>
                  <a:pt x="1080464" y="739097"/>
                </a:lnTo>
                <a:lnTo>
                  <a:pt x="1081177" y="738238"/>
                </a:lnTo>
                <a:lnTo>
                  <a:pt x="1081885" y="737374"/>
                </a:lnTo>
                <a:lnTo>
                  <a:pt x="1082588" y="736507"/>
                </a:lnTo>
                <a:lnTo>
                  <a:pt x="1083287" y="735636"/>
                </a:lnTo>
                <a:lnTo>
                  <a:pt x="1083981" y="734761"/>
                </a:lnTo>
                <a:lnTo>
                  <a:pt x="1084670" y="733882"/>
                </a:lnTo>
                <a:lnTo>
                  <a:pt x="1085354" y="732998"/>
                </a:lnTo>
                <a:lnTo>
                  <a:pt x="1086033" y="732111"/>
                </a:lnTo>
                <a:lnTo>
                  <a:pt x="1086707" y="731220"/>
                </a:lnTo>
                <a:lnTo>
                  <a:pt x="1087377" y="730325"/>
                </a:lnTo>
                <a:lnTo>
                  <a:pt x="1088041" y="729426"/>
                </a:lnTo>
                <a:lnTo>
                  <a:pt x="1088700" y="728523"/>
                </a:lnTo>
                <a:lnTo>
                  <a:pt x="1089355" y="727617"/>
                </a:lnTo>
                <a:lnTo>
                  <a:pt x="1090004" y="726706"/>
                </a:lnTo>
                <a:lnTo>
                  <a:pt x="1090649" y="725792"/>
                </a:lnTo>
                <a:lnTo>
                  <a:pt x="1091288" y="724874"/>
                </a:lnTo>
                <a:lnTo>
                  <a:pt x="1091922" y="723952"/>
                </a:lnTo>
                <a:lnTo>
                  <a:pt x="1092552" y="723026"/>
                </a:lnTo>
                <a:lnTo>
                  <a:pt x="1093176" y="722097"/>
                </a:lnTo>
                <a:lnTo>
                  <a:pt x="1093795" y="721163"/>
                </a:lnTo>
                <a:lnTo>
                  <a:pt x="1094408" y="720227"/>
                </a:lnTo>
                <a:lnTo>
                  <a:pt x="1095017" y="719286"/>
                </a:lnTo>
                <a:lnTo>
                  <a:pt x="1095620" y="718342"/>
                </a:lnTo>
                <a:lnTo>
                  <a:pt x="1096219" y="717394"/>
                </a:lnTo>
                <a:lnTo>
                  <a:pt x="1096812" y="716443"/>
                </a:lnTo>
                <a:lnTo>
                  <a:pt x="1097399" y="715488"/>
                </a:lnTo>
                <a:lnTo>
                  <a:pt x="1097982" y="714529"/>
                </a:lnTo>
                <a:lnTo>
                  <a:pt x="1098559" y="713567"/>
                </a:lnTo>
                <a:lnTo>
                  <a:pt x="1099131" y="712601"/>
                </a:lnTo>
                <a:lnTo>
                  <a:pt x="1099697" y="711632"/>
                </a:lnTo>
                <a:lnTo>
                  <a:pt x="1100258" y="710659"/>
                </a:lnTo>
                <a:lnTo>
                  <a:pt x="1100814" y="709683"/>
                </a:lnTo>
                <a:lnTo>
                  <a:pt x="1101365" y="708704"/>
                </a:lnTo>
                <a:lnTo>
                  <a:pt x="1101910" y="707721"/>
                </a:lnTo>
                <a:lnTo>
                  <a:pt x="1102449" y="706734"/>
                </a:lnTo>
                <a:lnTo>
                  <a:pt x="1102983" y="705744"/>
                </a:lnTo>
                <a:lnTo>
                  <a:pt x="1103512" y="704751"/>
                </a:lnTo>
                <a:lnTo>
                  <a:pt x="1104035" y="703754"/>
                </a:lnTo>
                <a:lnTo>
                  <a:pt x="1104552" y="702755"/>
                </a:lnTo>
                <a:lnTo>
                  <a:pt x="1105064" y="701751"/>
                </a:lnTo>
                <a:lnTo>
                  <a:pt x="1105571" y="700745"/>
                </a:lnTo>
                <a:lnTo>
                  <a:pt x="1106072" y="699735"/>
                </a:lnTo>
                <a:lnTo>
                  <a:pt x="1106567" y="698722"/>
                </a:lnTo>
                <a:lnTo>
                  <a:pt x="1107057" y="697706"/>
                </a:lnTo>
                <a:lnTo>
                  <a:pt x="1107541" y="696686"/>
                </a:lnTo>
                <a:lnTo>
                  <a:pt x="1108019" y="695663"/>
                </a:lnTo>
                <a:lnTo>
                  <a:pt x="1108492" y="694638"/>
                </a:lnTo>
                <a:lnTo>
                  <a:pt x="1108959" y="693609"/>
                </a:lnTo>
                <a:lnTo>
                  <a:pt x="1109420" y="692576"/>
                </a:lnTo>
                <a:lnTo>
                  <a:pt x="1109876" y="691541"/>
                </a:lnTo>
                <a:lnTo>
                  <a:pt x="1110326" y="690503"/>
                </a:lnTo>
                <a:lnTo>
                  <a:pt x="1110770" y="689461"/>
                </a:lnTo>
                <a:lnTo>
                  <a:pt x="1111208" y="688417"/>
                </a:lnTo>
                <a:lnTo>
                  <a:pt x="1111640" y="687369"/>
                </a:lnTo>
                <a:lnTo>
                  <a:pt x="1112067" y="686319"/>
                </a:lnTo>
                <a:lnTo>
                  <a:pt x="1112488" y="685265"/>
                </a:lnTo>
                <a:lnTo>
                  <a:pt x="1112903" y="684209"/>
                </a:lnTo>
                <a:lnTo>
                  <a:pt x="1113311" y="683150"/>
                </a:lnTo>
                <a:lnTo>
                  <a:pt x="1113714" y="682087"/>
                </a:lnTo>
                <a:lnTo>
                  <a:pt x="1114111" y="681022"/>
                </a:lnTo>
                <a:lnTo>
                  <a:pt x="1114503" y="679954"/>
                </a:lnTo>
                <a:lnTo>
                  <a:pt x="1114888" y="678883"/>
                </a:lnTo>
                <a:lnTo>
                  <a:pt x="1115267" y="677809"/>
                </a:lnTo>
                <a:lnTo>
                  <a:pt x="1115640" y="676732"/>
                </a:lnTo>
                <a:lnTo>
                  <a:pt x="1116007" y="675653"/>
                </a:lnTo>
                <a:lnTo>
                  <a:pt x="1116368" y="674570"/>
                </a:lnTo>
                <a:lnTo>
                  <a:pt x="1116723" y="673485"/>
                </a:lnTo>
                <a:lnTo>
                  <a:pt x="1117072" y="672398"/>
                </a:lnTo>
                <a:lnTo>
                  <a:pt x="1117414" y="671307"/>
                </a:lnTo>
                <a:lnTo>
                  <a:pt x="1117751" y="670214"/>
                </a:lnTo>
                <a:lnTo>
                  <a:pt x="1118081" y="669118"/>
                </a:lnTo>
                <a:lnTo>
                  <a:pt x="1118405" y="668019"/>
                </a:lnTo>
                <a:lnTo>
                  <a:pt x="1118723" y="666918"/>
                </a:lnTo>
                <a:lnTo>
                  <a:pt x="1119035" y="665814"/>
                </a:lnTo>
                <a:lnTo>
                  <a:pt x="1119341" y="664708"/>
                </a:lnTo>
                <a:lnTo>
                  <a:pt x="1119640" y="663599"/>
                </a:lnTo>
                <a:lnTo>
                  <a:pt x="1119933" y="662487"/>
                </a:lnTo>
                <a:lnTo>
                  <a:pt x="1120220" y="661373"/>
                </a:lnTo>
                <a:lnTo>
                  <a:pt x="1120500" y="660256"/>
                </a:lnTo>
                <a:lnTo>
                  <a:pt x="1120774" y="659137"/>
                </a:lnTo>
                <a:lnTo>
                  <a:pt x="1121042" y="658015"/>
                </a:lnTo>
                <a:lnTo>
                  <a:pt x="1121303" y="656891"/>
                </a:lnTo>
                <a:lnTo>
                  <a:pt x="1121558" y="655765"/>
                </a:lnTo>
                <a:lnTo>
                  <a:pt x="1121806" y="654636"/>
                </a:lnTo>
                <a:lnTo>
                  <a:pt x="1122048" y="653504"/>
                </a:lnTo>
                <a:lnTo>
                  <a:pt x="1122283" y="652371"/>
                </a:lnTo>
                <a:lnTo>
                  <a:pt x="1122512" y="651234"/>
                </a:lnTo>
                <a:lnTo>
                  <a:pt x="1122735" y="650096"/>
                </a:lnTo>
                <a:lnTo>
                  <a:pt x="1122951" y="648955"/>
                </a:lnTo>
                <a:lnTo>
                  <a:pt x="1123160" y="647812"/>
                </a:lnTo>
                <a:lnTo>
                  <a:pt x="1123363" y="646667"/>
                </a:lnTo>
                <a:lnTo>
                  <a:pt x="1123559" y="645519"/>
                </a:lnTo>
                <a:lnTo>
                  <a:pt x="1123749" y="644369"/>
                </a:lnTo>
                <a:lnTo>
                  <a:pt x="1123932" y="643217"/>
                </a:lnTo>
                <a:lnTo>
                  <a:pt x="1124108" y="642063"/>
                </a:lnTo>
                <a:lnTo>
                  <a:pt x="1124278" y="640906"/>
                </a:lnTo>
                <a:lnTo>
                  <a:pt x="1124441" y="639747"/>
                </a:lnTo>
                <a:lnTo>
                  <a:pt x="1124598" y="638587"/>
                </a:lnTo>
                <a:lnTo>
                  <a:pt x="1124747" y="637424"/>
                </a:lnTo>
                <a:lnTo>
                  <a:pt x="1124890" y="636259"/>
                </a:lnTo>
                <a:lnTo>
                  <a:pt x="1125026" y="635092"/>
                </a:lnTo>
                <a:lnTo>
                  <a:pt x="1125155" y="633922"/>
                </a:lnTo>
                <a:lnTo>
                  <a:pt x="1125278" y="632751"/>
                </a:lnTo>
                <a:lnTo>
                  <a:pt x="1125393" y="631578"/>
                </a:lnTo>
                <a:lnTo>
                  <a:pt x="1125502" y="630403"/>
                </a:lnTo>
                <a:lnTo>
                  <a:pt x="1125604" y="629225"/>
                </a:lnTo>
                <a:lnTo>
                  <a:pt x="1125699" y="628046"/>
                </a:lnTo>
                <a:lnTo>
                  <a:pt x="1125787" y="626865"/>
                </a:lnTo>
                <a:lnTo>
                  <a:pt x="1125868" y="625682"/>
                </a:lnTo>
                <a:lnTo>
                  <a:pt x="1125943" y="624497"/>
                </a:lnTo>
                <a:lnTo>
                  <a:pt x="1126010" y="623310"/>
                </a:lnTo>
                <a:lnTo>
                  <a:pt x="1126070" y="622122"/>
                </a:lnTo>
                <a:lnTo>
                  <a:pt x="1126123" y="620931"/>
                </a:lnTo>
                <a:lnTo>
                  <a:pt x="1126169" y="619739"/>
                </a:lnTo>
                <a:lnTo>
                  <a:pt x="1126209" y="618545"/>
                </a:lnTo>
                <a:lnTo>
                  <a:pt x="1126241" y="617349"/>
                </a:lnTo>
                <a:lnTo>
                  <a:pt x="1126266" y="616151"/>
                </a:lnTo>
                <a:lnTo>
                  <a:pt x="1126284" y="614952"/>
                </a:lnTo>
                <a:lnTo>
                  <a:pt x="1126294" y="613751"/>
                </a:lnTo>
                <a:lnTo>
                  <a:pt x="1126298" y="612548"/>
                </a:lnTo>
                <a:lnTo>
                  <a:pt x="1126298" y="612548"/>
                </a:lnTo>
                <a:lnTo>
                  <a:pt x="1106538" y="612548"/>
                </a:lnTo>
                <a:lnTo>
                  <a:pt x="1106535" y="613635"/>
                </a:lnTo>
                <a:lnTo>
                  <a:pt x="1106526" y="614720"/>
                </a:lnTo>
                <a:lnTo>
                  <a:pt x="1106509" y="615803"/>
                </a:lnTo>
                <a:lnTo>
                  <a:pt x="1106487" y="616885"/>
                </a:lnTo>
                <a:lnTo>
                  <a:pt x="1106458" y="617965"/>
                </a:lnTo>
                <a:lnTo>
                  <a:pt x="1106422" y="619044"/>
                </a:lnTo>
                <a:lnTo>
                  <a:pt x="1106380" y="620121"/>
                </a:lnTo>
                <a:lnTo>
                  <a:pt x="1106332" y="621196"/>
                </a:lnTo>
                <a:lnTo>
                  <a:pt x="1106277" y="622270"/>
                </a:lnTo>
                <a:lnTo>
                  <a:pt x="1106216" y="623342"/>
                </a:lnTo>
                <a:lnTo>
                  <a:pt x="1106149" y="624412"/>
                </a:lnTo>
                <a:lnTo>
                  <a:pt x="1106075" y="625481"/>
                </a:lnTo>
                <a:lnTo>
                  <a:pt x="1105996" y="626548"/>
                </a:lnTo>
                <a:lnTo>
                  <a:pt x="1105909" y="627613"/>
                </a:lnTo>
                <a:lnTo>
                  <a:pt x="1105817" y="628676"/>
                </a:lnTo>
                <a:lnTo>
                  <a:pt x="1105718" y="629737"/>
                </a:lnTo>
                <a:lnTo>
                  <a:pt x="1105614" y="630797"/>
                </a:lnTo>
                <a:lnTo>
                  <a:pt x="1105503" y="631855"/>
                </a:lnTo>
                <a:lnTo>
                  <a:pt x="1105385" y="632911"/>
                </a:lnTo>
                <a:lnTo>
                  <a:pt x="1105262" y="633965"/>
                </a:lnTo>
                <a:lnTo>
                  <a:pt x="1105133" y="635017"/>
                </a:lnTo>
                <a:lnTo>
                  <a:pt x="1104997" y="636068"/>
                </a:lnTo>
                <a:lnTo>
                  <a:pt x="1104855" y="637116"/>
                </a:lnTo>
                <a:lnTo>
                  <a:pt x="1104707" y="638163"/>
                </a:lnTo>
                <a:lnTo>
                  <a:pt x="1104554" y="639207"/>
                </a:lnTo>
                <a:lnTo>
                  <a:pt x="1104394" y="640250"/>
                </a:lnTo>
                <a:lnTo>
                  <a:pt x="1104228" y="641290"/>
                </a:lnTo>
                <a:lnTo>
                  <a:pt x="1104056" y="642329"/>
                </a:lnTo>
                <a:lnTo>
                  <a:pt x="1103878" y="643365"/>
                </a:lnTo>
                <a:lnTo>
                  <a:pt x="1103694" y="644400"/>
                </a:lnTo>
                <a:lnTo>
                  <a:pt x="1103504" y="645432"/>
                </a:lnTo>
                <a:lnTo>
                  <a:pt x="1103308" y="646462"/>
                </a:lnTo>
                <a:lnTo>
                  <a:pt x="1103107" y="647490"/>
                </a:lnTo>
                <a:lnTo>
                  <a:pt x="1102899" y="648517"/>
                </a:lnTo>
                <a:lnTo>
                  <a:pt x="1102686" y="649540"/>
                </a:lnTo>
                <a:lnTo>
                  <a:pt x="1102466" y="650562"/>
                </a:lnTo>
                <a:lnTo>
                  <a:pt x="1102241" y="651582"/>
                </a:lnTo>
                <a:lnTo>
                  <a:pt x="1102010" y="652599"/>
                </a:lnTo>
                <a:lnTo>
                  <a:pt x="1101773" y="653614"/>
                </a:lnTo>
                <a:lnTo>
                  <a:pt x="1101531" y="654627"/>
                </a:lnTo>
                <a:lnTo>
                  <a:pt x="1101282" y="655638"/>
                </a:lnTo>
                <a:lnTo>
                  <a:pt x="1101028" y="656646"/>
                </a:lnTo>
                <a:lnTo>
                  <a:pt x="1100769" y="657652"/>
                </a:lnTo>
                <a:lnTo>
                  <a:pt x="1100503" y="658656"/>
                </a:lnTo>
                <a:lnTo>
                  <a:pt x="1100232" y="659657"/>
                </a:lnTo>
                <a:lnTo>
                  <a:pt x="1099955" y="660657"/>
                </a:lnTo>
                <a:lnTo>
                  <a:pt x="1099672" y="661653"/>
                </a:lnTo>
                <a:lnTo>
                  <a:pt x="1099384" y="662648"/>
                </a:lnTo>
                <a:lnTo>
                  <a:pt x="1099090" y="663640"/>
                </a:lnTo>
                <a:lnTo>
                  <a:pt x="1098791" y="664629"/>
                </a:lnTo>
                <a:lnTo>
                  <a:pt x="1098486" y="665616"/>
                </a:lnTo>
                <a:lnTo>
                  <a:pt x="1098175" y="666601"/>
                </a:lnTo>
                <a:lnTo>
                  <a:pt x="1097859" y="667583"/>
                </a:lnTo>
                <a:lnTo>
                  <a:pt x="1097537" y="668563"/>
                </a:lnTo>
                <a:lnTo>
                  <a:pt x="1097210" y="669540"/>
                </a:lnTo>
                <a:lnTo>
                  <a:pt x="1096877" y="670514"/>
                </a:lnTo>
                <a:lnTo>
                  <a:pt x="1096539" y="671486"/>
                </a:lnTo>
                <a:lnTo>
                  <a:pt x="1096196" y="672456"/>
                </a:lnTo>
                <a:lnTo>
                  <a:pt x="1095847" y="673423"/>
                </a:lnTo>
                <a:lnTo>
                  <a:pt x="1095492" y="674387"/>
                </a:lnTo>
                <a:lnTo>
                  <a:pt x="1095132" y="675349"/>
                </a:lnTo>
                <a:lnTo>
                  <a:pt x="1094767" y="676308"/>
                </a:lnTo>
                <a:lnTo>
                  <a:pt x="1094396" y="677264"/>
                </a:lnTo>
                <a:lnTo>
                  <a:pt x="1094020" y="678218"/>
                </a:lnTo>
                <a:lnTo>
                  <a:pt x="1093639" y="679169"/>
                </a:lnTo>
                <a:lnTo>
                  <a:pt x="1093252" y="680117"/>
                </a:lnTo>
                <a:lnTo>
                  <a:pt x="1092861" y="681063"/>
                </a:lnTo>
                <a:lnTo>
                  <a:pt x="1092463" y="682006"/>
                </a:lnTo>
                <a:lnTo>
                  <a:pt x="1092061" y="682946"/>
                </a:lnTo>
                <a:lnTo>
                  <a:pt x="1091653" y="683883"/>
                </a:lnTo>
                <a:lnTo>
                  <a:pt x="1091240" y="684817"/>
                </a:lnTo>
                <a:lnTo>
                  <a:pt x="1090822" y="685749"/>
                </a:lnTo>
                <a:lnTo>
                  <a:pt x="1090399" y="686678"/>
                </a:lnTo>
                <a:lnTo>
                  <a:pt x="1089971" y="687604"/>
                </a:lnTo>
                <a:lnTo>
                  <a:pt x="1089537" y="688527"/>
                </a:lnTo>
                <a:lnTo>
                  <a:pt x="1089098" y="689447"/>
                </a:lnTo>
                <a:lnTo>
                  <a:pt x="1088655" y="690364"/>
                </a:lnTo>
                <a:lnTo>
                  <a:pt x="1088206" y="691278"/>
                </a:lnTo>
                <a:lnTo>
                  <a:pt x="1087752" y="692189"/>
                </a:lnTo>
                <a:lnTo>
                  <a:pt x="1087293" y="693098"/>
                </a:lnTo>
                <a:lnTo>
                  <a:pt x="1086829" y="694003"/>
                </a:lnTo>
                <a:lnTo>
                  <a:pt x="1086360" y="694906"/>
                </a:lnTo>
                <a:lnTo>
                  <a:pt x="1085886" y="695805"/>
                </a:lnTo>
                <a:lnTo>
                  <a:pt x="1085407" y="696701"/>
                </a:lnTo>
                <a:lnTo>
                  <a:pt x="1084923" y="697594"/>
                </a:lnTo>
                <a:lnTo>
                  <a:pt x="1084434" y="698484"/>
                </a:lnTo>
                <a:lnTo>
                  <a:pt x="1083940" y="699371"/>
                </a:lnTo>
                <a:lnTo>
                  <a:pt x="1083441" y="700255"/>
                </a:lnTo>
                <a:lnTo>
                  <a:pt x="1082938" y="701136"/>
                </a:lnTo>
                <a:lnTo>
                  <a:pt x="1082429" y="702014"/>
                </a:lnTo>
                <a:lnTo>
                  <a:pt x="1081916" y="702888"/>
                </a:lnTo>
                <a:lnTo>
                  <a:pt x="1081398" y="703759"/>
                </a:lnTo>
                <a:lnTo>
                  <a:pt x="1080875" y="704627"/>
                </a:lnTo>
                <a:lnTo>
                  <a:pt x="1080347" y="705492"/>
                </a:lnTo>
                <a:lnTo>
                  <a:pt x="1079814" y="706354"/>
                </a:lnTo>
                <a:lnTo>
                  <a:pt x="1079277" y="707212"/>
                </a:lnTo>
                <a:lnTo>
                  <a:pt x="1078735" y="708067"/>
                </a:lnTo>
                <a:lnTo>
                  <a:pt x="1078188" y="708919"/>
                </a:lnTo>
                <a:lnTo>
                  <a:pt x="1077637" y="709767"/>
                </a:lnTo>
                <a:lnTo>
                  <a:pt x="1077080" y="710612"/>
                </a:lnTo>
                <a:lnTo>
                  <a:pt x="1076520" y="711454"/>
                </a:lnTo>
                <a:lnTo>
                  <a:pt x="1075954" y="712292"/>
                </a:lnTo>
                <a:lnTo>
                  <a:pt x="1075384" y="713127"/>
                </a:lnTo>
                <a:lnTo>
                  <a:pt x="1074809" y="713958"/>
                </a:lnTo>
                <a:lnTo>
                  <a:pt x="1074230" y="714787"/>
                </a:lnTo>
                <a:lnTo>
                  <a:pt x="1073646" y="715611"/>
                </a:lnTo>
                <a:lnTo>
                  <a:pt x="1073058" y="716432"/>
                </a:lnTo>
                <a:lnTo>
                  <a:pt x="1072465" y="717250"/>
                </a:lnTo>
                <a:lnTo>
                  <a:pt x="1071867" y="718064"/>
                </a:lnTo>
                <a:lnTo>
                  <a:pt x="1071265" y="718875"/>
                </a:lnTo>
                <a:lnTo>
                  <a:pt x="1070659" y="719682"/>
                </a:lnTo>
                <a:lnTo>
                  <a:pt x="1070048" y="720485"/>
                </a:lnTo>
                <a:lnTo>
                  <a:pt x="1069432" y="721285"/>
                </a:lnTo>
                <a:lnTo>
                  <a:pt x="1068813" y="722081"/>
                </a:lnTo>
                <a:lnTo>
                  <a:pt x="1068188" y="722874"/>
                </a:lnTo>
                <a:lnTo>
                  <a:pt x="1067560" y="723663"/>
                </a:lnTo>
                <a:lnTo>
                  <a:pt x="1066927" y="724449"/>
                </a:lnTo>
                <a:lnTo>
                  <a:pt x="1066290" y="725230"/>
                </a:lnTo>
                <a:lnTo>
                  <a:pt x="1065648" y="726009"/>
                </a:lnTo>
                <a:lnTo>
                  <a:pt x="1065002" y="726783"/>
                </a:lnTo>
                <a:lnTo>
                  <a:pt x="1064352" y="727554"/>
                </a:lnTo>
                <a:lnTo>
                  <a:pt x="1063697" y="728320"/>
                </a:lnTo>
                <a:lnTo>
                  <a:pt x="1063038" y="729084"/>
                </a:lnTo>
                <a:lnTo>
                  <a:pt x="1062375" y="729843"/>
                </a:lnTo>
                <a:lnTo>
                  <a:pt x="1061708" y="730598"/>
                </a:lnTo>
                <a:lnTo>
                  <a:pt x="1061037" y="731350"/>
                </a:lnTo>
                <a:lnTo>
                  <a:pt x="1060361" y="732098"/>
                </a:lnTo>
                <a:lnTo>
                  <a:pt x="1059681" y="732842"/>
                </a:lnTo>
                <a:lnTo>
                  <a:pt x="1058997" y="733582"/>
                </a:lnTo>
                <a:lnTo>
                  <a:pt x="1058309" y="734318"/>
                </a:lnTo>
                <a:lnTo>
                  <a:pt x="1057617" y="735051"/>
                </a:lnTo>
                <a:lnTo>
                  <a:pt x="1056920" y="735779"/>
                </a:lnTo>
                <a:lnTo>
                  <a:pt x="1056220" y="736504"/>
                </a:lnTo>
                <a:lnTo>
                  <a:pt x="1055516" y="737224"/>
                </a:lnTo>
                <a:lnTo>
                  <a:pt x="1054807" y="737941"/>
                </a:lnTo>
                <a:lnTo>
                  <a:pt x="1054095" y="738653"/>
                </a:lnTo>
                <a:lnTo>
                  <a:pt x="1053378" y="739362"/>
                </a:lnTo>
                <a:lnTo>
                  <a:pt x="1052657" y="740066"/>
                </a:lnTo>
                <a:lnTo>
                  <a:pt x="1051933" y="740767"/>
                </a:lnTo>
                <a:lnTo>
                  <a:pt x="1051205" y="741463"/>
                </a:lnTo>
                <a:lnTo>
                  <a:pt x="1050472" y="742155"/>
                </a:lnTo>
                <a:lnTo>
                  <a:pt x="1049736" y="742843"/>
                </a:lnTo>
                <a:lnTo>
                  <a:pt x="1048996" y="743527"/>
                </a:lnTo>
                <a:lnTo>
                  <a:pt x="1048252" y="744207"/>
                </a:lnTo>
                <a:lnTo>
                  <a:pt x="1047504" y="744883"/>
                </a:lnTo>
                <a:lnTo>
                  <a:pt x="1046752" y="745554"/>
                </a:lnTo>
                <a:lnTo>
                  <a:pt x="1045997" y="746221"/>
                </a:lnTo>
                <a:lnTo>
                  <a:pt x="1045237" y="746885"/>
                </a:lnTo>
                <a:lnTo>
                  <a:pt x="1044474" y="747543"/>
                </a:lnTo>
                <a:lnTo>
                  <a:pt x="1043707" y="748198"/>
                </a:lnTo>
                <a:lnTo>
                  <a:pt x="1042937" y="748848"/>
                </a:lnTo>
                <a:lnTo>
                  <a:pt x="1042162" y="749494"/>
                </a:lnTo>
                <a:lnTo>
                  <a:pt x="1041384" y="750136"/>
                </a:lnTo>
                <a:lnTo>
                  <a:pt x="1040603" y="750773"/>
                </a:lnTo>
                <a:lnTo>
                  <a:pt x="1039817" y="751406"/>
                </a:lnTo>
                <a:lnTo>
                  <a:pt x="1039028" y="752035"/>
                </a:lnTo>
                <a:lnTo>
                  <a:pt x="1038235" y="752659"/>
                </a:lnTo>
                <a:lnTo>
                  <a:pt x="1037439" y="753279"/>
                </a:lnTo>
                <a:lnTo>
                  <a:pt x="1036639" y="753894"/>
                </a:lnTo>
                <a:lnTo>
                  <a:pt x="1035836" y="754505"/>
                </a:lnTo>
                <a:lnTo>
                  <a:pt x="1035028" y="755111"/>
                </a:lnTo>
                <a:lnTo>
                  <a:pt x="1034218" y="755713"/>
                </a:lnTo>
                <a:lnTo>
                  <a:pt x="1033404" y="756311"/>
                </a:lnTo>
                <a:lnTo>
                  <a:pt x="1032586" y="756904"/>
                </a:lnTo>
                <a:lnTo>
                  <a:pt x="1031765" y="757492"/>
                </a:lnTo>
                <a:lnTo>
                  <a:pt x="1030940" y="758076"/>
                </a:lnTo>
                <a:lnTo>
                  <a:pt x="1030112" y="758655"/>
                </a:lnTo>
                <a:lnTo>
                  <a:pt x="1029281" y="759230"/>
                </a:lnTo>
                <a:lnTo>
                  <a:pt x="1028446" y="759800"/>
                </a:lnTo>
                <a:lnTo>
                  <a:pt x="1027608" y="760366"/>
                </a:lnTo>
                <a:lnTo>
                  <a:pt x="1026766" y="760927"/>
                </a:lnTo>
                <a:lnTo>
                  <a:pt x="1025921" y="761483"/>
                </a:lnTo>
                <a:lnTo>
                  <a:pt x="1025073" y="762034"/>
                </a:lnTo>
                <a:lnTo>
                  <a:pt x="1024221" y="762581"/>
                </a:lnTo>
                <a:lnTo>
                  <a:pt x="1023366" y="763123"/>
                </a:lnTo>
                <a:lnTo>
                  <a:pt x="1022508" y="763660"/>
                </a:lnTo>
                <a:lnTo>
                  <a:pt x="1021646" y="764193"/>
                </a:lnTo>
                <a:lnTo>
                  <a:pt x="1020781" y="764721"/>
                </a:lnTo>
                <a:lnTo>
                  <a:pt x="1019913" y="765244"/>
                </a:lnTo>
                <a:lnTo>
                  <a:pt x="1019042" y="765762"/>
                </a:lnTo>
                <a:lnTo>
                  <a:pt x="1018167" y="766275"/>
                </a:lnTo>
                <a:lnTo>
                  <a:pt x="1017290" y="766784"/>
                </a:lnTo>
                <a:lnTo>
                  <a:pt x="1016409" y="767287"/>
                </a:lnTo>
                <a:lnTo>
                  <a:pt x="1015525" y="767786"/>
                </a:lnTo>
                <a:lnTo>
                  <a:pt x="1014638" y="768280"/>
                </a:lnTo>
                <a:lnTo>
                  <a:pt x="1013748" y="768769"/>
                </a:lnTo>
                <a:lnTo>
                  <a:pt x="1012855" y="769253"/>
                </a:lnTo>
                <a:lnTo>
                  <a:pt x="1011959" y="769732"/>
                </a:lnTo>
                <a:lnTo>
                  <a:pt x="1011059" y="770206"/>
                </a:lnTo>
                <a:lnTo>
                  <a:pt x="1010157" y="770675"/>
                </a:lnTo>
                <a:lnTo>
                  <a:pt x="1009252" y="771139"/>
                </a:lnTo>
                <a:lnTo>
                  <a:pt x="1008343" y="771598"/>
                </a:lnTo>
                <a:lnTo>
                  <a:pt x="1007432" y="772052"/>
                </a:lnTo>
                <a:lnTo>
                  <a:pt x="1006518" y="772501"/>
                </a:lnTo>
                <a:lnTo>
                  <a:pt x="1005600" y="772945"/>
                </a:lnTo>
                <a:lnTo>
                  <a:pt x="1004680" y="773383"/>
                </a:lnTo>
                <a:lnTo>
                  <a:pt x="1003757" y="773817"/>
                </a:lnTo>
                <a:lnTo>
                  <a:pt x="1002831" y="774245"/>
                </a:lnTo>
                <a:lnTo>
                  <a:pt x="1001903" y="774669"/>
                </a:lnTo>
                <a:lnTo>
                  <a:pt x="1000971" y="775087"/>
                </a:lnTo>
                <a:lnTo>
                  <a:pt x="1000036" y="775499"/>
                </a:lnTo>
                <a:lnTo>
                  <a:pt x="999099" y="775907"/>
                </a:lnTo>
                <a:lnTo>
                  <a:pt x="998159" y="776310"/>
                </a:lnTo>
                <a:lnTo>
                  <a:pt x="997216" y="776707"/>
                </a:lnTo>
                <a:lnTo>
                  <a:pt x="996271" y="777099"/>
                </a:lnTo>
                <a:lnTo>
                  <a:pt x="995323" y="777485"/>
                </a:lnTo>
                <a:lnTo>
                  <a:pt x="994372" y="777866"/>
                </a:lnTo>
                <a:lnTo>
                  <a:pt x="993418" y="778242"/>
                </a:lnTo>
                <a:lnTo>
                  <a:pt x="992461" y="778613"/>
                </a:lnTo>
                <a:lnTo>
                  <a:pt x="991502" y="778978"/>
                </a:lnTo>
                <a:lnTo>
                  <a:pt x="990541" y="779338"/>
                </a:lnTo>
                <a:lnTo>
                  <a:pt x="989576" y="779693"/>
                </a:lnTo>
                <a:lnTo>
                  <a:pt x="988610" y="780042"/>
                </a:lnTo>
                <a:lnTo>
                  <a:pt x="987640" y="780385"/>
                </a:lnTo>
                <a:lnTo>
                  <a:pt x="986668" y="780723"/>
                </a:lnTo>
                <a:lnTo>
                  <a:pt x="985693" y="781056"/>
                </a:lnTo>
                <a:lnTo>
                  <a:pt x="984716" y="781383"/>
                </a:lnTo>
                <a:lnTo>
                  <a:pt x="983737" y="781705"/>
                </a:lnTo>
                <a:lnTo>
                  <a:pt x="982754" y="782021"/>
                </a:lnTo>
                <a:lnTo>
                  <a:pt x="981770" y="782332"/>
                </a:lnTo>
                <a:lnTo>
                  <a:pt x="980783" y="782637"/>
                </a:lnTo>
                <a:lnTo>
                  <a:pt x="979793" y="782936"/>
                </a:lnTo>
                <a:lnTo>
                  <a:pt x="978801" y="783230"/>
                </a:lnTo>
                <a:lnTo>
                  <a:pt x="977807" y="783518"/>
                </a:lnTo>
                <a:lnTo>
                  <a:pt x="976810" y="783801"/>
                </a:lnTo>
                <a:lnTo>
                  <a:pt x="975811" y="784078"/>
                </a:lnTo>
                <a:lnTo>
                  <a:pt x="974810" y="784349"/>
                </a:lnTo>
                <a:lnTo>
                  <a:pt x="973806" y="784615"/>
                </a:lnTo>
                <a:lnTo>
                  <a:pt x="972800" y="784875"/>
                </a:lnTo>
                <a:lnTo>
                  <a:pt x="971791" y="785129"/>
                </a:lnTo>
                <a:lnTo>
                  <a:pt x="970781" y="785377"/>
                </a:lnTo>
                <a:lnTo>
                  <a:pt x="969768" y="785620"/>
                </a:lnTo>
                <a:lnTo>
                  <a:pt x="968753" y="785856"/>
                </a:lnTo>
                <a:lnTo>
                  <a:pt x="967735" y="786087"/>
                </a:lnTo>
                <a:lnTo>
                  <a:pt x="966716" y="786313"/>
                </a:lnTo>
                <a:lnTo>
                  <a:pt x="965694" y="786532"/>
                </a:lnTo>
                <a:lnTo>
                  <a:pt x="964670" y="786745"/>
                </a:lnTo>
                <a:lnTo>
                  <a:pt x="963644" y="786953"/>
                </a:lnTo>
                <a:lnTo>
                  <a:pt x="962616" y="787155"/>
                </a:lnTo>
                <a:lnTo>
                  <a:pt x="961586" y="787350"/>
                </a:lnTo>
                <a:lnTo>
                  <a:pt x="960553" y="787540"/>
                </a:lnTo>
                <a:lnTo>
                  <a:pt x="959519" y="787724"/>
                </a:lnTo>
                <a:lnTo>
                  <a:pt x="958482" y="787902"/>
                </a:lnTo>
                <a:lnTo>
                  <a:pt x="957444" y="788074"/>
                </a:lnTo>
                <a:lnTo>
                  <a:pt x="956403" y="788240"/>
                </a:lnTo>
                <a:lnTo>
                  <a:pt x="955361" y="788400"/>
                </a:lnTo>
                <a:lnTo>
                  <a:pt x="954316" y="788554"/>
                </a:lnTo>
                <a:lnTo>
                  <a:pt x="953270" y="788701"/>
                </a:lnTo>
                <a:lnTo>
                  <a:pt x="952221" y="788843"/>
                </a:lnTo>
                <a:lnTo>
                  <a:pt x="951171" y="788979"/>
                </a:lnTo>
                <a:lnTo>
                  <a:pt x="950119" y="789108"/>
                </a:lnTo>
                <a:lnTo>
                  <a:pt x="949064" y="789232"/>
                </a:lnTo>
                <a:lnTo>
                  <a:pt x="948008" y="789349"/>
                </a:lnTo>
                <a:lnTo>
                  <a:pt x="946951" y="789460"/>
                </a:lnTo>
                <a:lnTo>
                  <a:pt x="945891" y="789565"/>
                </a:lnTo>
                <a:lnTo>
                  <a:pt x="944829" y="789663"/>
                </a:lnTo>
                <a:lnTo>
                  <a:pt x="943766" y="789756"/>
                </a:lnTo>
                <a:lnTo>
                  <a:pt x="942701" y="789842"/>
                </a:lnTo>
                <a:lnTo>
                  <a:pt x="941634" y="789922"/>
                </a:lnTo>
                <a:lnTo>
                  <a:pt x="940566" y="789995"/>
                </a:lnTo>
                <a:lnTo>
                  <a:pt x="939495" y="790062"/>
                </a:lnTo>
                <a:lnTo>
                  <a:pt x="938423" y="790123"/>
                </a:lnTo>
                <a:lnTo>
                  <a:pt x="937350" y="790178"/>
                </a:lnTo>
                <a:lnTo>
                  <a:pt x="936274" y="790226"/>
                </a:lnTo>
                <a:lnTo>
                  <a:pt x="935197" y="790268"/>
                </a:lnTo>
                <a:lnTo>
                  <a:pt x="934119" y="790304"/>
                </a:lnTo>
                <a:lnTo>
                  <a:pt x="933038" y="790333"/>
                </a:lnTo>
                <a:lnTo>
                  <a:pt x="931957" y="790355"/>
                </a:lnTo>
                <a:lnTo>
                  <a:pt x="930873" y="790372"/>
                </a:lnTo>
                <a:lnTo>
                  <a:pt x="929788" y="790381"/>
                </a:lnTo>
                <a:lnTo>
                  <a:pt x="928702" y="790385"/>
                </a:lnTo>
                <a:lnTo>
                  <a:pt x="928702" y="810144"/>
                </a:lnTo>
                <a:lnTo>
                  <a:pt x="928702" y="810144"/>
                </a:lnTo>
                <a:close/>
                <a:moveTo>
                  <a:pt x="1126298" y="217356"/>
                </a:moveTo>
                <a:lnTo>
                  <a:pt x="1126294" y="216153"/>
                </a:lnTo>
                <a:lnTo>
                  <a:pt x="1126284" y="214952"/>
                </a:lnTo>
                <a:lnTo>
                  <a:pt x="1126266" y="213753"/>
                </a:lnTo>
                <a:lnTo>
                  <a:pt x="1126241" y="212555"/>
                </a:lnTo>
                <a:lnTo>
                  <a:pt x="1126209" y="211359"/>
                </a:lnTo>
                <a:lnTo>
                  <a:pt x="1126169" y="210165"/>
                </a:lnTo>
                <a:lnTo>
                  <a:pt x="1126123" y="208973"/>
                </a:lnTo>
                <a:lnTo>
                  <a:pt x="1126070" y="207782"/>
                </a:lnTo>
                <a:lnTo>
                  <a:pt x="1126010" y="206593"/>
                </a:lnTo>
                <a:lnTo>
                  <a:pt x="1125943" y="205407"/>
                </a:lnTo>
                <a:lnTo>
                  <a:pt x="1125868" y="204222"/>
                </a:lnTo>
                <a:lnTo>
                  <a:pt x="1125787" y="203039"/>
                </a:lnTo>
                <a:lnTo>
                  <a:pt x="1125699" y="201858"/>
                </a:lnTo>
                <a:lnTo>
                  <a:pt x="1125604" y="200678"/>
                </a:lnTo>
                <a:lnTo>
                  <a:pt x="1125502" y="199501"/>
                </a:lnTo>
                <a:lnTo>
                  <a:pt x="1125393" y="198326"/>
                </a:lnTo>
                <a:lnTo>
                  <a:pt x="1125278" y="197153"/>
                </a:lnTo>
                <a:lnTo>
                  <a:pt x="1125155" y="195982"/>
                </a:lnTo>
                <a:lnTo>
                  <a:pt x="1125026" y="194812"/>
                </a:lnTo>
                <a:lnTo>
                  <a:pt x="1124890" y="193645"/>
                </a:lnTo>
                <a:lnTo>
                  <a:pt x="1124747" y="192480"/>
                </a:lnTo>
                <a:lnTo>
                  <a:pt x="1124598" y="191317"/>
                </a:lnTo>
                <a:lnTo>
                  <a:pt x="1124441" y="190156"/>
                </a:lnTo>
                <a:lnTo>
                  <a:pt x="1124278" y="188998"/>
                </a:lnTo>
                <a:lnTo>
                  <a:pt x="1124108" y="187841"/>
                </a:lnTo>
                <a:lnTo>
                  <a:pt x="1123932" y="186687"/>
                </a:lnTo>
                <a:lnTo>
                  <a:pt x="1123749" y="185535"/>
                </a:lnTo>
                <a:lnTo>
                  <a:pt x="1123559" y="184385"/>
                </a:lnTo>
                <a:lnTo>
                  <a:pt x="1123363" y="183237"/>
                </a:lnTo>
                <a:lnTo>
                  <a:pt x="1123160" y="182092"/>
                </a:lnTo>
                <a:lnTo>
                  <a:pt x="1122951" y="180949"/>
                </a:lnTo>
                <a:lnTo>
                  <a:pt x="1122735" y="179808"/>
                </a:lnTo>
                <a:lnTo>
                  <a:pt x="1122512" y="178669"/>
                </a:lnTo>
                <a:lnTo>
                  <a:pt x="1122283" y="177533"/>
                </a:lnTo>
                <a:lnTo>
                  <a:pt x="1122048" y="176400"/>
                </a:lnTo>
                <a:lnTo>
                  <a:pt x="1121806" y="175268"/>
                </a:lnTo>
                <a:lnTo>
                  <a:pt x="1121558" y="174139"/>
                </a:lnTo>
                <a:lnTo>
                  <a:pt x="1121303" y="173013"/>
                </a:lnTo>
                <a:lnTo>
                  <a:pt x="1121042" y="171888"/>
                </a:lnTo>
                <a:lnTo>
                  <a:pt x="1120774" y="170767"/>
                </a:lnTo>
                <a:lnTo>
                  <a:pt x="1120500" y="169648"/>
                </a:lnTo>
                <a:lnTo>
                  <a:pt x="1120220" y="168531"/>
                </a:lnTo>
                <a:lnTo>
                  <a:pt x="1119933" y="167417"/>
                </a:lnTo>
                <a:lnTo>
                  <a:pt x="1119640" y="166305"/>
                </a:lnTo>
                <a:lnTo>
                  <a:pt x="1119341" y="165196"/>
                </a:lnTo>
                <a:lnTo>
                  <a:pt x="1119035" y="164090"/>
                </a:lnTo>
                <a:lnTo>
                  <a:pt x="1118723" y="162986"/>
                </a:lnTo>
                <a:lnTo>
                  <a:pt x="1118405" y="161885"/>
                </a:lnTo>
                <a:lnTo>
                  <a:pt x="1118081" y="160786"/>
                </a:lnTo>
                <a:lnTo>
                  <a:pt x="1117751" y="159690"/>
                </a:lnTo>
                <a:lnTo>
                  <a:pt x="1117414" y="158597"/>
                </a:lnTo>
                <a:lnTo>
                  <a:pt x="1117072" y="157506"/>
                </a:lnTo>
                <a:lnTo>
                  <a:pt x="1116723" y="156418"/>
                </a:lnTo>
                <a:lnTo>
                  <a:pt x="1116368" y="155333"/>
                </a:lnTo>
                <a:lnTo>
                  <a:pt x="1116007" y="154251"/>
                </a:lnTo>
                <a:lnTo>
                  <a:pt x="1115640" y="153172"/>
                </a:lnTo>
                <a:lnTo>
                  <a:pt x="1115267" y="152095"/>
                </a:lnTo>
                <a:lnTo>
                  <a:pt x="1114888" y="151021"/>
                </a:lnTo>
                <a:lnTo>
                  <a:pt x="1114503" y="149950"/>
                </a:lnTo>
                <a:lnTo>
                  <a:pt x="1114111" y="148882"/>
                </a:lnTo>
                <a:lnTo>
                  <a:pt x="1113714" y="147817"/>
                </a:lnTo>
                <a:lnTo>
                  <a:pt x="1113311" y="146754"/>
                </a:lnTo>
                <a:lnTo>
                  <a:pt x="1112903" y="145695"/>
                </a:lnTo>
                <a:lnTo>
                  <a:pt x="1112488" y="144638"/>
                </a:lnTo>
                <a:lnTo>
                  <a:pt x="1112067" y="143585"/>
                </a:lnTo>
                <a:lnTo>
                  <a:pt x="1111640" y="142534"/>
                </a:lnTo>
                <a:lnTo>
                  <a:pt x="1111208" y="141487"/>
                </a:lnTo>
                <a:lnTo>
                  <a:pt x="1110770" y="140442"/>
                </a:lnTo>
                <a:lnTo>
                  <a:pt x="1110326" y="139401"/>
                </a:lnTo>
                <a:lnTo>
                  <a:pt x="1109876" y="138363"/>
                </a:lnTo>
                <a:lnTo>
                  <a:pt x="1109420" y="137327"/>
                </a:lnTo>
                <a:lnTo>
                  <a:pt x="1108959" y="136295"/>
                </a:lnTo>
                <a:lnTo>
                  <a:pt x="1108492" y="135266"/>
                </a:lnTo>
                <a:lnTo>
                  <a:pt x="1108019" y="134240"/>
                </a:lnTo>
                <a:lnTo>
                  <a:pt x="1107541" y="133218"/>
                </a:lnTo>
                <a:lnTo>
                  <a:pt x="1107057" y="132198"/>
                </a:lnTo>
                <a:lnTo>
                  <a:pt x="1106567" y="131182"/>
                </a:lnTo>
                <a:lnTo>
                  <a:pt x="1106072" y="130169"/>
                </a:lnTo>
                <a:lnTo>
                  <a:pt x="1105571" y="129159"/>
                </a:lnTo>
                <a:lnTo>
                  <a:pt x="1105064" y="128153"/>
                </a:lnTo>
                <a:lnTo>
                  <a:pt x="1104552" y="127149"/>
                </a:lnTo>
                <a:lnTo>
                  <a:pt x="1104035" y="126149"/>
                </a:lnTo>
                <a:lnTo>
                  <a:pt x="1103512" y="125153"/>
                </a:lnTo>
                <a:lnTo>
                  <a:pt x="1102983" y="124160"/>
                </a:lnTo>
                <a:lnTo>
                  <a:pt x="1102449" y="123170"/>
                </a:lnTo>
                <a:lnTo>
                  <a:pt x="1101910" y="122183"/>
                </a:lnTo>
                <a:lnTo>
                  <a:pt x="1101365" y="121200"/>
                </a:lnTo>
                <a:lnTo>
                  <a:pt x="1100814" y="120221"/>
                </a:lnTo>
                <a:lnTo>
                  <a:pt x="1100258" y="119244"/>
                </a:lnTo>
                <a:lnTo>
                  <a:pt x="1099697" y="118272"/>
                </a:lnTo>
                <a:lnTo>
                  <a:pt x="1099131" y="117303"/>
                </a:lnTo>
                <a:lnTo>
                  <a:pt x="1098559" y="116337"/>
                </a:lnTo>
                <a:lnTo>
                  <a:pt x="1097982" y="115375"/>
                </a:lnTo>
                <a:lnTo>
                  <a:pt x="1097399" y="114416"/>
                </a:lnTo>
                <a:lnTo>
                  <a:pt x="1096812" y="113461"/>
                </a:lnTo>
                <a:lnTo>
                  <a:pt x="1096219" y="112510"/>
                </a:lnTo>
                <a:lnTo>
                  <a:pt x="1095620" y="111562"/>
                </a:lnTo>
                <a:lnTo>
                  <a:pt x="1095017" y="110618"/>
                </a:lnTo>
                <a:lnTo>
                  <a:pt x="1094408" y="109677"/>
                </a:lnTo>
                <a:lnTo>
                  <a:pt x="1093795" y="108740"/>
                </a:lnTo>
                <a:lnTo>
                  <a:pt x="1093176" y="107807"/>
                </a:lnTo>
                <a:lnTo>
                  <a:pt x="1092552" y="106878"/>
                </a:lnTo>
                <a:lnTo>
                  <a:pt x="1091922" y="105952"/>
                </a:lnTo>
                <a:lnTo>
                  <a:pt x="1091288" y="105030"/>
                </a:lnTo>
                <a:lnTo>
                  <a:pt x="1090649" y="104112"/>
                </a:lnTo>
                <a:lnTo>
                  <a:pt x="1090004" y="103198"/>
                </a:lnTo>
                <a:lnTo>
                  <a:pt x="1089355" y="102287"/>
                </a:lnTo>
                <a:lnTo>
                  <a:pt x="1088700" y="101381"/>
                </a:lnTo>
                <a:lnTo>
                  <a:pt x="1088041" y="100478"/>
                </a:lnTo>
                <a:lnTo>
                  <a:pt x="1087377" y="99579"/>
                </a:lnTo>
                <a:lnTo>
                  <a:pt x="1086707" y="98684"/>
                </a:lnTo>
                <a:lnTo>
                  <a:pt x="1086033" y="97793"/>
                </a:lnTo>
                <a:lnTo>
                  <a:pt x="1085354" y="96906"/>
                </a:lnTo>
                <a:lnTo>
                  <a:pt x="1084670" y="96022"/>
                </a:lnTo>
                <a:lnTo>
                  <a:pt x="1083981" y="95143"/>
                </a:lnTo>
                <a:lnTo>
                  <a:pt x="1083287" y="94268"/>
                </a:lnTo>
                <a:lnTo>
                  <a:pt x="1082588" y="93397"/>
                </a:lnTo>
                <a:lnTo>
                  <a:pt x="1081885" y="92529"/>
                </a:lnTo>
                <a:lnTo>
                  <a:pt x="1081177" y="91666"/>
                </a:lnTo>
                <a:lnTo>
                  <a:pt x="1080464" y="90807"/>
                </a:lnTo>
                <a:lnTo>
                  <a:pt x="1079746" y="89952"/>
                </a:lnTo>
                <a:lnTo>
                  <a:pt x="1079023" y="89102"/>
                </a:lnTo>
                <a:lnTo>
                  <a:pt x="1078296" y="88255"/>
                </a:lnTo>
                <a:lnTo>
                  <a:pt x="1077564" y="87412"/>
                </a:lnTo>
                <a:lnTo>
                  <a:pt x="1076828" y="86574"/>
                </a:lnTo>
                <a:lnTo>
                  <a:pt x="1076086" y="85740"/>
                </a:lnTo>
                <a:lnTo>
                  <a:pt x="1075341" y="84910"/>
                </a:lnTo>
                <a:lnTo>
                  <a:pt x="1074590" y="84084"/>
                </a:lnTo>
                <a:lnTo>
                  <a:pt x="1073835" y="83263"/>
                </a:lnTo>
                <a:lnTo>
                  <a:pt x="1073076" y="82446"/>
                </a:lnTo>
                <a:lnTo>
                  <a:pt x="1072311" y="81633"/>
                </a:lnTo>
                <a:lnTo>
                  <a:pt x="1071543" y="80825"/>
                </a:lnTo>
                <a:lnTo>
                  <a:pt x="1070770" y="80020"/>
                </a:lnTo>
                <a:lnTo>
                  <a:pt x="1069992" y="79221"/>
                </a:lnTo>
                <a:lnTo>
                  <a:pt x="1069210" y="78425"/>
                </a:lnTo>
                <a:lnTo>
                  <a:pt x="1068423" y="77634"/>
                </a:lnTo>
                <a:lnTo>
                  <a:pt x="1067632" y="76848"/>
                </a:lnTo>
                <a:lnTo>
                  <a:pt x="1066837" y="76066"/>
                </a:lnTo>
                <a:lnTo>
                  <a:pt x="1066037" y="75288"/>
                </a:lnTo>
                <a:lnTo>
                  <a:pt x="1065233" y="74515"/>
                </a:lnTo>
                <a:lnTo>
                  <a:pt x="1064425" y="73746"/>
                </a:lnTo>
                <a:lnTo>
                  <a:pt x="1063612" y="72982"/>
                </a:lnTo>
                <a:lnTo>
                  <a:pt x="1062795" y="72222"/>
                </a:lnTo>
                <a:lnTo>
                  <a:pt x="1061973" y="71467"/>
                </a:lnTo>
                <a:lnTo>
                  <a:pt x="1061148" y="70717"/>
                </a:lnTo>
                <a:lnTo>
                  <a:pt x="1060318" y="69971"/>
                </a:lnTo>
                <a:lnTo>
                  <a:pt x="1059484" y="69230"/>
                </a:lnTo>
                <a:lnTo>
                  <a:pt x="1058645" y="68493"/>
                </a:lnTo>
                <a:lnTo>
                  <a:pt x="1057803" y="67761"/>
                </a:lnTo>
                <a:lnTo>
                  <a:pt x="1056956" y="67034"/>
                </a:lnTo>
                <a:lnTo>
                  <a:pt x="1056105" y="66312"/>
                </a:lnTo>
                <a:lnTo>
                  <a:pt x="1055250" y="65594"/>
                </a:lnTo>
                <a:lnTo>
                  <a:pt x="1054391" y="64881"/>
                </a:lnTo>
                <a:lnTo>
                  <a:pt x="1053528" y="64173"/>
                </a:lnTo>
                <a:lnTo>
                  <a:pt x="1052661" y="63469"/>
                </a:lnTo>
                <a:lnTo>
                  <a:pt x="1051790" y="62771"/>
                </a:lnTo>
                <a:lnTo>
                  <a:pt x="1050914" y="62077"/>
                </a:lnTo>
                <a:lnTo>
                  <a:pt x="1050035" y="61388"/>
                </a:lnTo>
                <a:lnTo>
                  <a:pt x="1049152" y="60704"/>
                </a:lnTo>
                <a:lnTo>
                  <a:pt x="1048265" y="60025"/>
                </a:lnTo>
                <a:lnTo>
                  <a:pt x="1047374" y="59350"/>
                </a:lnTo>
                <a:lnTo>
                  <a:pt x="1046479" y="58681"/>
                </a:lnTo>
                <a:lnTo>
                  <a:pt x="1045580" y="58017"/>
                </a:lnTo>
                <a:lnTo>
                  <a:pt x="1044677" y="57357"/>
                </a:lnTo>
                <a:lnTo>
                  <a:pt x="1043770" y="56703"/>
                </a:lnTo>
                <a:lnTo>
                  <a:pt x="1042860" y="56053"/>
                </a:lnTo>
                <a:lnTo>
                  <a:pt x="1041945" y="55409"/>
                </a:lnTo>
                <a:lnTo>
                  <a:pt x="1041027" y="54769"/>
                </a:lnTo>
                <a:lnTo>
                  <a:pt x="1040105" y="54135"/>
                </a:lnTo>
                <a:lnTo>
                  <a:pt x="1039180" y="53506"/>
                </a:lnTo>
                <a:lnTo>
                  <a:pt x="1038250" y="52882"/>
                </a:lnTo>
                <a:lnTo>
                  <a:pt x="1037317" y="52263"/>
                </a:lnTo>
                <a:lnTo>
                  <a:pt x="1036380" y="51649"/>
                </a:lnTo>
                <a:lnTo>
                  <a:pt x="1035440" y="51041"/>
                </a:lnTo>
                <a:lnTo>
                  <a:pt x="1034496" y="50437"/>
                </a:lnTo>
                <a:lnTo>
                  <a:pt x="1033548" y="49839"/>
                </a:lnTo>
                <a:lnTo>
                  <a:pt x="1032596" y="49246"/>
                </a:lnTo>
                <a:lnTo>
                  <a:pt x="1031641" y="48658"/>
                </a:lnTo>
                <a:lnTo>
                  <a:pt x="1030683" y="48076"/>
                </a:lnTo>
                <a:lnTo>
                  <a:pt x="1029721" y="47499"/>
                </a:lnTo>
                <a:lnTo>
                  <a:pt x="1028755" y="46927"/>
                </a:lnTo>
                <a:lnTo>
                  <a:pt x="1027786" y="46360"/>
                </a:lnTo>
                <a:lnTo>
                  <a:pt x="1026813" y="45799"/>
                </a:lnTo>
                <a:lnTo>
                  <a:pt x="1025837" y="45243"/>
                </a:lnTo>
                <a:lnTo>
                  <a:pt x="1024857" y="44693"/>
                </a:lnTo>
                <a:lnTo>
                  <a:pt x="1023874" y="44148"/>
                </a:lnTo>
                <a:lnTo>
                  <a:pt x="1022888" y="43608"/>
                </a:lnTo>
                <a:lnTo>
                  <a:pt x="1021898" y="43074"/>
                </a:lnTo>
                <a:lnTo>
                  <a:pt x="1020905" y="42546"/>
                </a:lnTo>
                <a:lnTo>
                  <a:pt x="1019908" y="42023"/>
                </a:lnTo>
                <a:lnTo>
                  <a:pt x="1018908" y="41505"/>
                </a:lnTo>
                <a:lnTo>
                  <a:pt x="1017905" y="40993"/>
                </a:lnTo>
                <a:lnTo>
                  <a:pt x="1016898" y="40487"/>
                </a:lnTo>
                <a:lnTo>
                  <a:pt x="1015889" y="39986"/>
                </a:lnTo>
                <a:lnTo>
                  <a:pt x="1014876" y="39490"/>
                </a:lnTo>
                <a:lnTo>
                  <a:pt x="1013859" y="39001"/>
                </a:lnTo>
                <a:lnTo>
                  <a:pt x="1012840" y="38517"/>
                </a:lnTo>
                <a:lnTo>
                  <a:pt x="1011817" y="38038"/>
                </a:lnTo>
                <a:lnTo>
                  <a:pt x="1010791" y="37565"/>
                </a:lnTo>
                <a:lnTo>
                  <a:pt x="1009762" y="37098"/>
                </a:lnTo>
                <a:lnTo>
                  <a:pt x="1008730" y="36637"/>
                </a:lnTo>
                <a:lnTo>
                  <a:pt x="1007695" y="36182"/>
                </a:lnTo>
                <a:lnTo>
                  <a:pt x="1006656" y="35732"/>
                </a:lnTo>
                <a:lnTo>
                  <a:pt x="1005615" y="35288"/>
                </a:lnTo>
                <a:lnTo>
                  <a:pt x="1004571" y="34850"/>
                </a:lnTo>
                <a:lnTo>
                  <a:pt x="1003523" y="34417"/>
                </a:lnTo>
                <a:lnTo>
                  <a:pt x="1002473" y="33991"/>
                </a:lnTo>
                <a:lnTo>
                  <a:pt x="1001419" y="33570"/>
                </a:lnTo>
                <a:lnTo>
                  <a:pt x="1000363" y="33155"/>
                </a:lnTo>
                <a:lnTo>
                  <a:pt x="999303" y="32746"/>
                </a:lnTo>
                <a:lnTo>
                  <a:pt x="998241" y="32343"/>
                </a:lnTo>
                <a:lnTo>
                  <a:pt x="997176" y="31946"/>
                </a:lnTo>
                <a:lnTo>
                  <a:pt x="996107" y="31555"/>
                </a:lnTo>
                <a:lnTo>
                  <a:pt x="995036" y="31170"/>
                </a:lnTo>
                <a:lnTo>
                  <a:pt x="993963" y="30791"/>
                </a:lnTo>
                <a:lnTo>
                  <a:pt x="992886" y="30418"/>
                </a:lnTo>
                <a:lnTo>
                  <a:pt x="991806" y="30051"/>
                </a:lnTo>
                <a:lnTo>
                  <a:pt x="990724" y="29690"/>
                </a:lnTo>
                <a:lnTo>
                  <a:pt x="989639" y="29335"/>
                </a:lnTo>
                <a:lnTo>
                  <a:pt x="988551" y="28986"/>
                </a:lnTo>
                <a:lnTo>
                  <a:pt x="987461" y="28643"/>
                </a:lnTo>
                <a:lnTo>
                  <a:pt x="986368" y="28307"/>
                </a:lnTo>
                <a:lnTo>
                  <a:pt x="985272" y="27976"/>
                </a:lnTo>
                <a:lnTo>
                  <a:pt x="984173" y="27652"/>
                </a:lnTo>
                <a:lnTo>
                  <a:pt x="983072" y="27334"/>
                </a:lnTo>
                <a:lnTo>
                  <a:pt x="981968" y="27022"/>
                </a:lnTo>
                <a:lnTo>
                  <a:pt x="980862" y="26717"/>
                </a:lnTo>
                <a:lnTo>
                  <a:pt x="979752" y="26418"/>
                </a:lnTo>
                <a:lnTo>
                  <a:pt x="978641" y="26125"/>
                </a:lnTo>
                <a:lnTo>
                  <a:pt x="977527" y="25838"/>
                </a:lnTo>
                <a:lnTo>
                  <a:pt x="976410" y="25558"/>
                </a:lnTo>
                <a:lnTo>
                  <a:pt x="975291" y="25284"/>
                </a:lnTo>
                <a:lnTo>
                  <a:pt x="974169" y="25016"/>
                </a:lnTo>
                <a:lnTo>
                  <a:pt x="973045" y="24755"/>
                </a:lnTo>
                <a:lnTo>
                  <a:pt x="971918" y="24500"/>
                </a:lnTo>
                <a:lnTo>
                  <a:pt x="970789" y="24252"/>
                </a:lnTo>
                <a:lnTo>
                  <a:pt x="969658" y="24010"/>
                </a:lnTo>
                <a:lnTo>
                  <a:pt x="968524" y="23774"/>
                </a:lnTo>
                <a:lnTo>
                  <a:pt x="967388" y="23545"/>
                </a:lnTo>
                <a:lnTo>
                  <a:pt x="966250" y="23323"/>
                </a:lnTo>
                <a:lnTo>
                  <a:pt x="965109" y="23107"/>
                </a:lnTo>
                <a:lnTo>
                  <a:pt x="963966" y="22897"/>
                </a:lnTo>
                <a:lnTo>
                  <a:pt x="962820" y="22694"/>
                </a:lnTo>
                <a:lnTo>
                  <a:pt x="961673" y="22498"/>
                </a:lnTo>
                <a:lnTo>
                  <a:pt x="960523" y="22308"/>
                </a:lnTo>
                <a:lnTo>
                  <a:pt x="959371" y="22125"/>
                </a:lnTo>
                <a:lnTo>
                  <a:pt x="958216" y="21949"/>
                </a:lnTo>
                <a:lnTo>
                  <a:pt x="957060" y="21779"/>
                </a:lnTo>
                <a:lnTo>
                  <a:pt x="955901" y="21616"/>
                </a:lnTo>
                <a:lnTo>
                  <a:pt x="954740" y="21460"/>
                </a:lnTo>
                <a:lnTo>
                  <a:pt x="953577" y="21310"/>
                </a:lnTo>
                <a:lnTo>
                  <a:pt x="952412" y="21168"/>
                </a:lnTo>
                <a:lnTo>
                  <a:pt x="951245" y="21032"/>
                </a:lnTo>
                <a:lnTo>
                  <a:pt x="950076" y="20902"/>
                </a:lnTo>
                <a:lnTo>
                  <a:pt x="948905" y="20780"/>
                </a:lnTo>
                <a:lnTo>
                  <a:pt x="947732" y="20664"/>
                </a:lnTo>
                <a:lnTo>
                  <a:pt x="946556" y="20555"/>
                </a:lnTo>
                <a:lnTo>
                  <a:pt x="945379" y="20454"/>
                </a:lnTo>
                <a:lnTo>
                  <a:pt x="944200" y="20359"/>
                </a:lnTo>
                <a:lnTo>
                  <a:pt x="943019" y="20270"/>
                </a:lnTo>
                <a:lnTo>
                  <a:pt x="941836" y="20189"/>
                </a:lnTo>
                <a:lnTo>
                  <a:pt x="940651" y="20115"/>
                </a:lnTo>
                <a:lnTo>
                  <a:pt x="939464" y="20048"/>
                </a:lnTo>
                <a:lnTo>
                  <a:pt x="938275" y="19988"/>
                </a:lnTo>
                <a:lnTo>
                  <a:pt x="937085" y="19934"/>
                </a:lnTo>
                <a:lnTo>
                  <a:pt x="935893" y="19888"/>
                </a:lnTo>
                <a:lnTo>
                  <a:pt x="934699" y="19849"/>
                </a:lnTo>
                <a:lnTo>
                  <a:pt x="933503" y="19817"/>
                </a:lnTo>
                <a:lnTo>
                  <a:pt x="932305" y="19792"/>
                </a:lnTo>
                <a:lnTo>
                  <a:pt x="931106" y="19774"/>
                </a:lnTo>
                <a:lnTo>
                  <a:pt x="929905" y="19763"/>
                </a:lnTo>
                <a:lnTo>
                  <a:pt x="928702" y="19760"/>
                </a:lnTo>
                <a:lnTo>
                  <a:pt x="928702" y="19760"/>
                </a:lnTo>
                <a:lnTo>
                  <a:pt x="928702" y="39519"/>
                </a:lnTo>
                <a:lnTo>
                  <a:pt x="929788" y="39522"/>
                </a:lnTo>
                <a:lnTo>
                  <a:pt x="930873" y="39532"/>
                </a:lnTo>
                <a:lnTo>
                  <a:pt x="931957" y="39548"/>
                </a:lnTo>
                <a:lnTo>
                  <a:pt x="933038" y="39571"/>
                </a:lnTo>
                <a:lnTo>
                  <a:pt x="934119" y="39600"/>
                </a:lnTo>
                <a:lnTo>
                  <a:pt x="935197" y="39636"/>
                </a:lnTo>
                <a:lnTo>
                  <a:pt x="936274" y="39677"/>
                </a:lnTo>
                <a:lnTo>
                  <a:pt x="937350" y="39726"/>
                </a:lnTo>
                <a:lnTo>
                  <a:pt x="938423" y="39780"/>
                </a:lnTo>
                <a:lnTo>
                  <a:pt x="939495" y="39841"/>
                </a:lnTo>
                <a:lnTo>
                  <a:pt x="940566" y="39909"/>
                </a:lnTo>
                <a:lnTo>
                  <a:pt x="941634" y="39982"/>
                </a:lnTo>
                <a:lnTo>
                  <a:pt x="942701" y="40062"/>
                </a:lnTo>
                <a:lnTo>
                  <a:pt x="943766" y="40148"/>
                </a:lnTo>
                <a:lnTo>
                  <a:pt x="944829" y="40241"/>
                </a:lnTo>
                <a:lnTo>
                  <a:pt x="945891" y="40339"/>
                </a:lnTo>
                <a:lnTo>
                  <a:pt x="946951" y="40444"/>
                </a:lnTo>
                <a:lnTo>
                  <a:pt x="948008" y="40555"/>
                </a:lnTo>
                <a:lnTo>
                  <a:pt x="949064" y="40672"/>
                </a:lnTo>
                <a:lnTo>
                  <a:pt x="950119" y="40796"/>
                </a:lnTo>
                <a:lnTo>
                  <a:pt x="951171" y="40925"/>
                </a:lnTo>
                <a:lnTo>
                  <a:pt x="952221" y="41061"/>
                </a:lnTo>
                <a:lnTo>
                  <a:pt x="953270" y="41202"/>
                </a:lnTo>
                <a:lnTo>
                  <a:pt x="954316" y="41350"/>
                </a:lnTo>
                <a:lnTo>
                  <a:pt x="955361" y="41504"/>
                </a:lnTo>
                <a:lnTo>
                  <a:pt x="956403" y="41664"/>
                </a:lnTo>
                <a:lnTo>
                  <a:pt x="957444" y="41830"/>
                </a:lnTo>
                <a:lnTo>
                  <a:pt x="958482" y="42002"/>
                </a:lnTo>
                <a:lnTo>
                  <a:pt x="959519" y="42180"/>
                </a:lnTo>
                <a:lnTo>
                  <a:pt x="960553" y="42363"/>
                </a:lnTo>
                <a:lnTo>
                  <a:pt x="961586" y="42553"/>
                </a:lnTo>
                <a:lnTo>
                  <a:pt x="962616" y="42749"/>
                </a:lnTo>
                <a:lnTo>
                  <a:pt x="963644" y="42951"/>
                </a:lnTo>
                <a:lnTo>
                  <a:pt x="964670" y="43158"/>
                </a:lnTo>
                <a:lnTo>
                  <a:pt x="965694" y="43372"/>
                </a:lnTo>
                <a:lnTo>
                  <a:pt x="966716" y="43591"/>
                </a:lnTo>
                <a:lnTo>
                  <a:pt x="967735" y="43816"/>
                </a:lnTo>
                <a:lnTo>
                  <a:pt x="968753" y="44047"/>
                </a:lnTo>
                <a:lnTo>
                  <a:pt x="969768" y="44284"/>
                </a:lnTo>
                <a:lnTo>
                  <a:pt x="970781" y="44527"/>
                </a:lnTo>
                <a:lnTo>
                  <a:pt x="971791" y="44775"/>
                </a:lnTo>
                <a:lnTo>
                  <a:pt x="972800" y="45029"/>
                </a:lnTo>
                <a:lnTo>
                  <a:pt x="973806" y="45289"/>
                </a:lnTo>
                <a:lnTo>
                  <a:pt x="974810" y="45555"/>
                </a:lnTo>
                <a:lnTo>
                  <a:pt x="975811" y="45826"/>
                </a:lnTo>
                <a:lnTo>
                  <a:pt x="976810" y="46103"/>
                </a:lnTo>
                <a:lnTo>
                  <a:pt x="977807" y="46385"/>
                </a:lnTo>
                <a:lnTo>
                  <a:pt x="978801" y="46674"/>
                </a:lnTo>
                <a:lnTo>
                  <a:pt x="979793" y="46967"/>
                </a:lnTo>
                <a:lnTo>
                  <a:pt x="980783" y="47267"/>
                </a:lnTo>
                <a:lnTo>
                  <a:pt x="981770" y="47572"/>
                </a:lnTo>
                <a:lnTo>
                  <a:pt x="982754" y="47883"/>
                </a:lnTo>
                <a:lnTo>
                  <a:pt x="983737" y="48199"/>
                </a:lnTo>
                <a:lnTo>
                  <a:pt x="984716" y="48520"/>
                </a:lnTo>
                <a:lnTo>
                  <a:pt x="985693" y="48848"/>
                </a:lnTo>
                <a:lnTo>
                  <a:pt x="986668" y="49180"/>
                </a:lnTo>
                <a:lnTo>
                  <a:pt x="987640" y="49518"/>
                </a:lnTo>
                <a:lnTo>
                  <a:pt x="988610" y="49862"/>
                </a:lnTo>
                <a:lnTo>
                  <a:pt x="989576" y="50211"/>
                </a:lnTo>
                <a:lnTo>
                  <a:pt x="990541" y="50566"/>
                </a:lnTo>
                <a:lnTo>
                  <a:pt x="991502" y="50925"/>
                </a:lnTo>
                <a:lnTo>
                  <a:pt x="992461" y="51291"/>
                </a:lnTo>
                <a:lnTo>
                  <a:pt x="993418" y="51661"/>
                </a:lnTo>
                <a:lnTo>
                  <a:pt x="994372" y="52037"/>
                </a:lnTo>
                <a:lnTo>
                  <a:pt x="995323" y="52419"/>
                </a:lnTo>
                <a:lnTo>
                  <a:pt x="996271" y="52805"/>
                </a:lnTo>
                <a:lnTo>
                  <a:pt x="997216" y="53197"/>
                </a:lnTo>
                <a:lnTo>
                  <a:pt x="998159" y="53594"/>
                </a:lnTo>
                <a:lnTo>
                  <a:pt x="999099" y="53997"/>
                </a:lnTo>
                <a:lnTo>
                  <a:pt x="1000036" y="54404"/>
                </a:lnTo>
                <a:lnTo>
                  <a:pt x="1000971" y="54817"/>
                </a:lnTo>
                <a:lnTo>
                  <a:pt x="1001903" y="55235"/>
                </a:lnTo>
                <a:lnTo>
                  <a:pt x="1002831" y="55658"/>
                </a:lnTo>
                <a:lnTo>
                  <a:pt x="1003757" y="56087"/>
                </a:lnTo>
                <a:lnTo>
                  <a:pt x="1004680" y="56520"/>
                </a:lnTo>
                <a:lnTo>
                  <a:pt x="1005600" y="56959"/>
                </a:lnTo>
                <a:lnTo>
                  <a:pt x="1006518" y="57403"/>
                </a:lnTo>
                <a:lnTo>
                  <a:pt x="1007432" y="57852"/>
                </a:lnTo>
                <a:lnTo>
                  <a:pt x="1008343" y="58306"/>
                </a:lnTo>
                <a:lnTo>
                  <a:pt x="1009252" y="58765"/>
                </a:lnTo>
                <a:lnTo>
                  <a:pt x="1010157" y="59229"/>
                </a:lnTo>
                <a:lnTo>
                  <a:pt x="1011059" y="59698"/>
                </a:lnTo>
                <a:lnTo>
                  <a:pt x="1011959" y="60172"/>
                </a:lnTo>
                <a:lnTo>
                  <a:pt x="1012855" y="60651"/>
                </a:lnTo>
                <a:lnTo>
                  <a:pt x="1013748" y="61135"/>
                </a:lnTo>
                <a:lnTo>
                  <a:pt x="1014638" y="61624"/>
                </a:lnTo>
                <a:lnTo>
                  <a:pt x="1015525" y="62118"/>
                </a:lnTo>
                <a:lnTo>
                  <a:pt x="1016409" y="62616"/>
                </a:lnTo>
                <a:lnTo>
                  <a:pt x="1017290" y="63120"/>
                </a:lnTo>
                <a:lnTo>
                  <a:pt x="1018167" y="63628"/>
                </a:lnTo>
                <a:lnTo>
                  <a:pt x="1019042" y="64142"/>
                </a:lnTo>
                <a:lnTo>
                  <a:pt x="1019913" y="64660"/>
                </a:lnTo>
                <a:lnTo>
                  <a:pt x="1020781" y="65183"/>
                </a:lnTo>
                <a:lnTo>
                  <a:pt x="1021646" y="65711"/>
                </a:lnTo>
                <a:lnTo>
                  <a:pt x="1022508" y="66243"/>
                </a:lnTo>
                <a:lnTo>
                  <a:pt x="1023366" y="66781"/>
                </a:lnTo>
                <a:lnTo>
                  <a:pt x="1024221" y="67323"/>
                </a:lnTo>
                <a:lnTo>
                  <a:pt x="1025073" y="67869"/>
                </a:lnTo>
                <a:lnTo>
                  <a:pt x="1025921" y="68421"/>
                </a:lnTo>
                <a:lnTo>
                  <a:pt x="1026766" y="68977"/>
                </a:lnTo>
                <a:lnTo>
                  <a:pt x="1027608" y="69538"/>
                </a:lnTo>
                <a:lnTo>
                  <a:pt x="1028446" y="70103"/>
                </a:lnTo>
                <a:lnTo>
                  <a:pt x="1029281" y="70674"/>
                </a:lnTo>
                <a:lnTo>
                  <a:pt x="1030112" y="71248"/>
                </a:lnTo>
                <a:lnTo>
                  <a:pt x="1030940" y="71828"/>
                </a:lnTo>
                <a:lnTo>
                  <a:pt x="1031765" y="72411"/>
                </a:lnTo>
                <a:lnTo>
                  <a:pt x="1032586" y="73000"/>
                </a:lnTo>
                <a:lnTo>
                  <a:pt x="1033404" y="73593"/>
                </a:lnTo>
                <a:lnTo>
                  <a:pt x="1034218" y="74190"/>
                </a:lnTo>
                <a:lnTo>
                  <a:pt x="1035028" y="74792"/>
                </a:lnTo>
                <a:lnTo>
                  <a:pt x="1035836" y="75399"/>
                </a:lnTo>
                <a:lnTo>
                  <a:pt x="1036639" y="76010"/>
                </a:lnTo>
                <a:lnTo>
                  <a:pt x="1037439" y="76625"/>
                </a:lnTo>
                <a:lnTo>
                  <a:pt x="1038235" y="77245"/>
                </a:lnTo>
                <a:lnTo>
                  <a:pt x="1039028" y="77869"/>
                </a:lnTo>
                <a:lnTo>
                  <a:pt x="1039817" y="78498"/>
                </a:lnTo>
                <a:lnTo>
                  <a:pt x="1040603" y="79131"/>
                </a:lnTo>
                <a:lnTo>
                  <a:pt x="1041384" y="79768"/>
                </a:lnTo>
                <a:lnTo>
                  <a:pt x="1042162" y="80410"/>
                </a:lnTo>
                <a:lnTo>
                  <a:pt x="1042937" y="81056"/>
                </a:lnTo>
                <a:lnTo>
                  <a:pt x="1043707" y="81706"/>
                </a:lnTo>
                <a:lnTo>
                  <a:pt x="1044474" y="82360"/>
                </a:lnTo>
                <a:lnTo>
                  <a:pt x="1045237" y="83019"/>
                </a:lnTo>
                <a:lnTo>
                  <a:pt x="1045997" y="83682"/>
                </a:lnTo>
                <a:lnTo>
                  <a:pt x="1046752" y="84350"/>
                </a:lnTo>
                <a:lnTo>
                  <a:pt x="1047504" y="85021"/>
                </a:lnTo>
                <a:lnTo>
                  <a:pt x="1048252" y="85697"/>
                </a:lnTo>
                <a:lnTo>
                  <a:pt x="1048996" y="86377"/>
                </a:lnTo>
                <a:lnTo>
                  <a:pt x="1049736" y="87061"/>
                </a:lnTo>
                <a:lnTo>
                  <a:pt x="1050472" y="87749"/>
                </a:lnTo>
                <a:lnTo>
                  <a:pt x="1051205" y="88441"/>
                </a:lnTo>
                <a:lnTo>
                  <a:pt x="1051933" y="89137"/>
                </a:lnTo>
                <a:lnTo>
                  <a:pt x="1052657" y="89838"/>
                </a:lnTo>
                <a:lnTo>
                  <a:pt x="1053378" y="90542"/>
                </a:lnTo>
                <a:lnTo>
                  <a:pt x="1054095" y="91251"/>
                </a:lnTo>
                <a:lnTo>
                  <a:pt x="1054807" y="91963"/>
                </a:lnTo>
                <a:lnTo>
                  <a:pt x="1055516" y="92680"/>
                </a:lnTo>
                <a:lnTo>
                  <a:pt x="1056220" y="93400"/>
                </a:lnTo>
                <a:lnTo>
                  <a:pt x="1056920" y="94125"/>
                </a:lnTo>
                <a:lnTo>
                  <a:pt x="1057617" y="94853"/>
                </a:lnTo>
                <a:lnTo>
                  <a:pt x="1058309" y="95585"/>
                </a:lnTo>
                <a:lnTo>
                  <a:pt x="1058997" y="96322"/>
                </a:lnTo>
                <a:lnTo>
                  <a:pt x="1059681" y="97062"/>
                </a:lnTo>
                <a:lnTo>
                  <a:pt x="1060361" y="97806"/>
                </a:lnTo>
                <a:lnTo>
                  <a:pt x="1061037" y="98554"/>
                </a:lnTo>
                <a:lnTo>
                  <a:pt x="1061708" y="99305"/>
                </a:lnTo>
                <a:lnTo>
                  <a:pt x="1062375" y="100061"/>
                </a:lnTo>
                <a:lnTo>
                  <a:pt x="1063038" y="100820"/>
                </a:lnTo>
                <a:lnTo>
                  <a:pt x="1063697" y="101583"/>
                </a:lnTo>
                <a:lnTo>
                  <a:pt x="1064352" y="102350"/>
                </a:lnTo>
                <a:lnTo>
                  <a:pt x="1065002" y="103121"/>
                </a:lnTo>
                <a:lnTo>
                  <a:pt x="1065648" y="103895"/>
                </a:lnTo>
                <a:lnTo>
                  <a:pt x="1066290" y="104673"/>
                </a:lnTo>
                <a:lnTo>
                  <a:pt x="1066927" y="105455"/>
                </a:lnTo>
                <a:lnTo>
                  <a:pt x="1067560" y="106240"/>
                </a:lnTo>
                <a:lnTo>
                  <a:pt x="1068188" y="107030"/>
                </a:lnTo>
                <a:lnTo>
                  <a:pt x="1068813" y="107822"/>
                </a:lnTo>
                <a:lnTo>
                  <a:pt x="1069432" y="108619"/>
                </a:lnTo>
                <a:lnTo>
                  <a:pt x="1070048" y="109419"/>
                </a:lnTo>
                <a:lnTo>
                  <a:pt x="1070659" y="110222"/>
                </a:lnTo>
                <a:lnTo>
                  <a:pt x="1071265" y="111029"/>
                </a:lnTo>
                <a:lnTo>
                  <a:pt x="1071867" y="111840"/>
                </a:lnTo>
                <a:lnTo>
                  <a:pt x="1072465" y="112654"/>
                </a:lnTo>
                <a:lnTo>
                  <a:pt x="1073058" y="113472"/>
                </a:lnTo>
                <a:lnTo>
                  <a:pt x="1073646" y="114293"/>
                </a:lnTo>
                <a:lnTo>
                  <a:pt x="1074230" y="115117"/>
                </a:lnTo>
                <a:lnTo>
                  <a:pt x="1074809" y="115945"/>
                </a:lnTo>
                <a:lnTo>
                  <a:pt x="1075384" y="116777"/>
                </a:lnTo>
                <a:lnTo>
                  <a:pt x="1075954" y="117612"/>
                </a:lnTo>
                <a:lnTo>
                  <a:pt x="1076520" y="118450"/>
                </a:lnTo>
                <a:lnTo>
                  <a:pt x="1077080" y="119292"/>
                </a:lnTo>
                <a:lnTo>
                  <a:pt x="1077637" y="120137"/>
                </a:lnTo>
                <a:lnTo>
                  <a:pt x="1078188" y="120985"/>
                </a:lnTo>
                <a:lnTo>
                  <a:pt x="1078735" y="121837"/>
                </a:lnTo>
                <a:lnTo>
                  <a:pt x="1079277" y="122692"/>
                </a:lnTo>
                <a:lnTo>
                  <a:pt x="1079814" y="123550"/>
                </a:lnTo>
                <a:lnTo>
                  <a:pt x="1080347" y="124412"/>
                </a:lnTo>
                <a:lnTo>
                  <a:pt x="1080875" y="125276"/>
                </a:lnTo>
                <a:lnTo>
                  <a:pt x="1081398" y="126144"/>
                </a:lnTo>
                <a:lnTo>
                  <a:pt x="1081916" y="127016"/>
                </a:lnTo>
                <a:lnTo>
                  <a:pt x="1082429" y="127890"/>
                </a:lnTo>
                <a:lnTo>
                  <a:pt x="1082938" y="128768"/>
                </a:lnTo>
                <a:lnTo>
                  <a:pt x="1083441" y="129648"/>
                </a:lnTo>
                <a:lnTo>
                  <a:pt x="1083940" y="130532"/>
                </a:lnTo>
                <a:lnTo>
                  <a:pt x="1084434" y="131419"/>
                </a:lnTo>
                <a:lnTo>
                  <a:pt x="1084923" y="132310"/>
                </a:lnTo>
                <a:lnTo>
                  <a:pt x="1085407" y="133203"/>
                </a:lnTo>
                <a:lnTo>
                  <a:pt x="1085886" y="134099"/>
                </a:lnTo>
                <a:lnTo>
                  <a:pt x="1086360" y="134998"/>
                </a:lnTo>
                <a:lnTo>
                  <a:pt x="1086829" y="135901"/>
                </a:lnTo>
                <a:lnTo>
                  <a:pt x="1087293" y="136806"/>
                </a:lnTo>
                <a:lnTo>
                  <a:pt x="1087752" y="137714"/>
                </a:lnTo>
                <a:lnTo>
                  <a:pt x="1088206" y="138626"/>
                </a:lnTo>
                <a:lnTo>
                  <a:pt x="1088655" y="139540"/>
                </a:lnTo>
                <a:lnTo>
                  <a:pt x="1089098" y="140457"/>
                </a:lnTo>
                <a:lnTo>
                  <a:pt x="1089537" y="141377"/>
                </a:lnTo>
                <a:lnTo>
                  <a:pt x="1089971" y="142300"/>
                </a:lnTo>
                <a:lnTo>
                  <a:pt x="1090399" y="143226"/>
                </a:lnTo>
                <a:lnTo>
                  <a:pt x="1090822" y="144155"/>
                </a:lnTo>
                <a:lnTo>
                  <a:pt x="1091240" y="145087"/>
                </a:lnTo>
                <a:lnTo>
                  <a:pt x="1091653" y="146021"/>
                </a:lnTo>
                <a:lnTo>
                  <a:pt x="1092061" y="146958"/>
                </a:lnTo>
                <a:lnTo>
                  <a:pt x="1092463" y="147898"/>
                </a:lnTo>
                <a:lnTo>
                  <a:pt x="1092861" y="148841"/>
                </a:lnTo>
                <a:lnTo>
                  <a:pt x="1093252" y="149787"/>
                </a:lnTo>
                <a:lnTo>
                  <a:pt x="1093639" y="150735"/>
                </a:lnTo>
                <a:lnTo>
                  <a:pt x="1094020" y="151686"/>
                </a:lnTo>
                <a:lnTo>
                  <a:pt x="1094396" y="152640"/>
                </a:lnTo>
                <a:lnTo>
                  <a:pt x="1094767" y="153596"/>
                </a:lnTo>
                <a:lnTo>
                  <a:pt x="1095132" y="154555"/>
                </a:lnTo>
                <a:lnTo>
                  <a:pt x="1095492" y="155517"/>
                </a:lnTo>
                <a:lnTo>
                  <a:pt x="1095847" y="156481"/>
                </a:lnTo>
                <a:lnTo>
                  <a:pt x="1096196" y="157448"/>
                </a:lnTo>
                <a:lnTo>
                  <a:pt x="1096539" y="158418"/>
                </a:lnTo>
                <a:lnTo>
                  <a:pt x="1096877" y="159390"/>
                </a:lnTo>
                <a:lnTo>
                  <a:pt x="1097210" y="160364"/>
                </a:lnTo>
                <a:lnTo>
                  <a:pt x="1097537" y="161341"/>
                </a:lnTo>
                <a:lnTo>
                  <a:pt x="1097859" y="162321"/>
                </a:lnTo>
                <a:lnTo>
                  <a:pt x="1098175" y="163303"/>
                </a:lnTo>
                <a:lnTo>
                  <a:pt x="1098486" y="164288"/>
                </a:lnTo>
                <a:lnTo>
                  <a:pt x="1098791" y="165275"/>
                </a:lnTo>
                <a:lnTo>
                  <a:pt x="1099090" y="166264"/>
                </a:lnTo>
                <a:lnTo>
                  <a:pt x="1099384" y="167256"/>
                </a:lnTo>
                <a:lnTo>
                  <a:pt x="1099672" y="168251"/>
                </a:lnTo>
                <a:lnTo>
                  <a:pt x="1099955" y="169247"/>
                </a:lnTo>
                <a:lnTo>
                  <a:pt x="1100232" y="170247"/>
                </a:lnTo>
                <a:lnTo>
                  <a:pt x="1100503" y="171248"/>
                </a:lnTo>
                <a:lnTo>
                  <a:pt x="1100769" y="172252"/>
                </a:lnTo>
                <a:lnTo>
                  <a:pt x="1101028" y="173258"/>
                </a:lnTo>
                <a:lnTo>
                  <a:pt x="1101282" y="174266"/>
                </a:lnTo>
                <a:lnTo>
                  <a:pt x="1101531" y="175277"/>
                </a:lnTo>
                <a:lnTo>
                  <a:pt x="1101773" y="176290"/>
                </a:lnTo>
                <a:lnTo>
                  <a:pt x="1102010" y="177305"/>
                </a:lnTo>
                <a:lnTo>
                  <a:pt x="1102241" y="178322"/>
                </a:lnTo>
                <a:lnTo>
                  <a:pt x="1102466" y="179342"/>
                </a:lnTo>
                <a:lnTo>
                  <a:pt x="1102686" y="180364"/>
                </a:lnTo>
                <a:lnTo>
                  <a:pt x="1102899" y="181387"/>
                </a:lnTo>
                <a:lnTo>
                  <a:pt x="1103107" y="182414"/>
                </a:lnTo>
                <a:lnTo>
                  <a:pt x="1103308" y="183442"/>
                </a:lnTo>
                <a:lnTo>
                  <a:pt x="1103504" y="184472"/>
                </a:lnTo>
                <a:lnTo>
                  <a:pt x="1103694" y="185504"/>
                </a:lnTo>
                <a:lnTo>
                  <a:pt x="1103878" y="186539"/>
                </a:lnTo>
                <a:lnTo>
                  <a:pt x="1104056" y="187575"/>
                </a:lnTo>
                <a:lnTo>
                  <a:pt x="1104228" y="188614"/>
                </a:lnTo>
                <a:lnTo>
                  <a:pt x="1104394" y="189654"/>
                </a:lnTo>
                <a:lnTo>
                  <a:pt x="1104554" y="190697"/>
                </a:lnTo>
                <a:lnTo>
                  <a:pt x="1104707" y="191741"/>
                </a:lnTo>
                <a:lnTo>
                  <a:pt x="1104855" y="192788"/>
                </a:lnTo>
                <a:lnTo>
                  <a:pt x="1104997" y="193836"/>
                </a:lnTo>
                <a:lnTo>
                  <a:pt x="1105133" y="194887"/>
                </a:lnTo>
                <a:lnTo>
                  <a:pt x="1105262" y="195939"/>
                </a:lnTo>
                <a:lnTo>
                  <a:pt x="1105385" y="196993"/>
                </a:lnTo>
                <a:lnTo>
                  <a:pt x="1105503" y="198049"/>
                </a:lnTo>
                <a:lnTo>
                  <a:pt x="1105614" y="199107"/>
                </a:lnTo>
                <a:lnTo>
                  <a:pt x="1105718" y="200167"/>
                </a:lnTo>
                <a:lnTo>
                  <a:pt x="1105817" y="201228"/>
                </a:lnTo>
                <a:lnTo>
                  <a:pt x="1105909" y="202291"/>
                </a:lnTo>
                <a:lnTo>
                  <a:pt x="1105996" y="203357"/>
                </a:lnTo>
                <a:lnTo>
                  <a:pt x="1106075" y="204423"/>
                </a:lnTo>
                <a:lnTo>
                  <a:pt x="1106149" y="205492"/>
                </a:lnTo>
                <a:lnTo>
                  <a:pt x="1106216" y="206562"/>
                </a:lnTo>
                <a:lnTo>
                  <a:pt x="1106277" y="207634"/>
                </a:lnTo>
                <a:lnTo>
                  <a:pt x="1106332" y="208708"/>
                </a:lnTo>
                <a:lnTo>
                  <a:pt x="1106380" y="209783"/>
                </a:lnTo>
                <a:lnTo>
                  <a:pt x="1106422" y="210860"/>
                </a:lnTo>
                <a:lnTo>
                  <a:pt x="1106458" y="211939"/>
                </a:lnTo>
                <a:lnTo>
                  <a:pt x="1106487" y="213019"/>
                </a:lnTo>
                <a:lnTo>
                  <a:pt x="1106509" y="214101"/>
                </a:lnTo>
                <a:lnTo>
                  <a:pt x="1106526" y="215184"/>
                </a:lnTo>
                <a:lnTo>
                  <a:pt x="1106535" y="216269"/>
                </a:lnTo>
                <a:lnTo>
                  <a:pt x="1106538" y="217356"/>
                </a:lnTo>
                <a:lnTo>
                  <a:pt x="1126298" y="217356"/>
                </a:lnTo>
                <a:close/>
                <a:moveTo>
                  <a:pt x="217356" y="19760"/>
                </a:moveTo>
                <a:lnTo>
                  <a:pt x="216153" y="19763"/>
                </a:lnTo>
                <a:lnTo>
                  <a:pt x="214952" y="19774"/>
                </a:lnTo>
                <a:lnTo>
                  <a:pt x="213752" y="19792"/>
                </a:lnTo>
                <a:lnTo>
                  <a:pt x="212555" y="19817"/>
                </a:lnTo>
                <a:lnTo>
                  <a:pt x="211359" y="19849"/>
                </a:lnTo>
                <a:lnTo>
                  <a:pt x="210165" y="19888"/>
                </a:lnTo>
                <a:lnTo>
                  <a:pt x="208972" y="19934"/>
                </a:lnTo>
                <a:lnTo>
                  <a:pt x="207782" y="19988"/>
                </a:lnTo>
                <a:lnTo>
                  <a:pt x="206593" y="20048"/>
                </a:lnTo>
                <a:lnTo>
                  <a:pt x="205407" y="20115"/>
                </a:lnTo>
                <a:lnTo>
                  <a:pt x="204222" y="20189"/>
                </a:lnTo>
                <a:lnTo>
                  <a:pt x="203039" y="20270"/>
                </a:lnTo>
                <a:lnTo>
                  <a:pt x="201857" y="20359"/>
                </a:lnTo>
                <a:lnTo>
                  <a:pt x="200678" y="20454"/>
                </a:lnTo>
                <a:lnTo>
                  <a:pt x="199501" y="20555"/>
                </a:lnTo>
                <a:lnTo>
                  <a:pt x="198326" y="20664"/>
                </a:lnTo>
                <a:lnTo>
                  <a:pt x="197153" y="20780"/>
                </a:lnTo>
                <a:lnTo>
                  <a:pt x="195981" y="20902"/>
                </a:lnTo>
                <a:lnTo>
                  <a:pt x="194812" y="21032"/>
                </a:lnTo>
                <a:lnTo>
                  <a:pt x="193645" y="21168"/>
                </a:lnTo>
                <a:lnTo>
                  <a:pt x="192480" y="21310"/>
                </a:lnTo>
                <a:lnTo>
                  <a:pt x="191317" y="21460"/>
                </a:lnTo>
                <a:lnTo>
                  <a:pt x="190156" y="21616"/>
                </a:lnTo>
                <a:lnTo>
                  <a:pt x="188998" y="21779"/>
                </a:lnTo>
                <a:lnTo>
                  <a:pt x="187841" y="21949"/>
                </a:lnTo>
                <a:lnTo>
                  <a:pt x="186687" y="22125"/>
                </a:lnTo>
                <a:lnTo>
                  <a:pt x="185535" y="22308"/>
                </a:lnTo>
                <a:lnTo>
                  <a:pt x="184385" y="22498"/>
                </a:lnTo>
                <a:lnTo>
                  <a:pt x="183237" y="22694"/>
                </a:lnTo>
                <a:lnTo>
                  <a:pt x="182092" y="22897"/>
                </a:lnTo>
                <a:lnTo>
                  <a:pt x="180949" y="23107"/>
                </a:lnTo>
                <a:lnTo>
                  <a:pt x="179808" y="23323"/>
                </a:lnTo>
                <a:lnTo>
                  <a:pt x="178669" y="23545"/>
                </a:lnTo>
                <a:lnTo>
                  <a:pt x="177533" y="23774"/>
                </a:lnTo>
                <a:lnTo>
                  <a:pt x="176399" y="24010"/>
                </a:lnTo>
                <a:lnTo>
                  <a:pt x="175268" y="24252"/>
                </a:lnTo>
                <a:lnTo>
                  <a:pt x="174139" y="24500"/>
                </a:lnTo>
                <a:lnTo>
                  <a:pt x="173012" y="24755"/>
                </a:lnTo>
                <a:lnTo>
                  <a:pt x="171888" y="25016"/>
                </a:lnTo>
                <a:lnTo>
                  <a:pt x="170767" y="25284"/>
                </a:lnTo>
                <a:lnTo>
                  <a:pt x="169647" y="25558"/>
                </a:lnTo>
                <a:lnTo>
                  <a:pt x="168531" y="25838"/>
                </a:lnTo>
                <a:lnTo>
                  <a:pt x="167417" y="26125"/>
                </a:lnTo>
                <a:lnTo>
                  <a:pt x="166305" y="26418"/>
                </a:lnTo>
                <a:lnTo>
                  <a:pt x="165196" y="26717"/>
                </a:lnTo>
                <a:lnTo>
                  <a:pt x="164089" y="27022"/>
                </a:lnTo>
                <a:lnTo>
                  <a:pt x="162986" y="27334"/>
                </a:lnTo>
                <a:lnTo>
                  <a:pt x="161884" y="27652"/>
                </a:lnTo>
                <a:lnTo>
                  <a:pt x="160786" y="27976"/>
                </a:lnTo>
                <a:lnTo>
                  <a:pt x="159690" y="28307"/>
                </a:lnTo>
                <a:lnTo>
                  <a:pt x="158597" y="28643"/>
                </a:lnTo>
                <a:lnTo>
                  <a:pt x="157506" y="28986"/>
                </a:lnTo>
                <a:lnTo>
                  <a:pt x="156418" y="29335"/>
                </a:lnTo>
                <a:lnTo>
                  <a:pt x="155333" y="29690"/>
                </a:lnTo>
                <a:lnTo>
                  <a:pt x="154251" y="30051"/>
                </a:lnTo>
                <a:lnTo>
                  <a:pt x="153172" y="30418"/>
                </a:lnTo>
                <a:lnTo>
                  <a:pt x="152095" y="30791"/>
                </a:lnTo>
                <a:lnTo>
                  <a:pt x="151021" y="31170"/>
                </a:lnTo>
                <a:lnTo>
                  <a:pt x="149950" y="31555"/>
                </a:lnTo>
                <a:lnTo>
                  <a:pt x="148882" y="31946"/>
                </a:lnTo>
                <a:lnTo>
                  <a:pt x="147817" y="32343"/>
                </a:lnTo>
                <a:lnTo>
                  <a:pt x="146754" y="32746"/>
                </a:lnTo>
                <a:lnTo>
                  <a:pt x="145695" y="33155"/>
                </a:lnTo>
                <a:lnTo>
                  <a:pt x="144638" y="33570"/>
                </a:lnTo>
                <a:lnTo>
                  <a:pt x="143585" y="33991"/>
                </a:lnTo>
                <a:lnTo>
                  <a:pt x="142534" y="34417"/>
                </a:lnTo>
                <a:lnTo>
                  <a:pt x="141487" y="34850"/>
                </a:lnTo>
                <a:lnTo>
                  <a:pt x="140442" y="35288"/>
                </a:lnTo>
                <a:lnTo>
                  <a:pt x="139401" y="35732"/>
                </a:lnTo>
                <a:lnTo>
                  <a:pt x="138363" y="36182"/>
                </a:lnTo>
                <a:lnTo>
                  <a:pt x="137327" y="36637"/>
                </a:lnTo>
                <a:lnTo>
                  <a:pt x="136295" y="37098"/>
                </a:lnTo>
                <a:lnTo>
                  <a:pt x="135266" y="37565"/>
                </a:lnTo>
                <a:lnTo>
                  <a:pt x="134240" y="38038"/>
                </a:lnTo>
                <a:lnTo>
                  <a:pt x="133218" y="38517"/>
                </a:lnTo>
                <a:lnTo>
                  <a:pt x="132198" y="39001"/>
                </a:lnTo>
                <a:lnTo>
                  <a:pt x="131182" y="39490"/>
                </a:lnTo>
                <a:lnTo>
                  <a:pt x="130169" y="39986"/>
                </a:lnTo>
                <a:lnTo>
                  <a:pt x="129159" y="40487"/>
                </a:lnTo>
                <a:lnTo>
                  <a:pt x="128152" y="40993"/>
                </a:lnTo>
                <a:lnTo>
                  <a:pt x="127149" y="41505"/>
                </a:lnTo>
                <a:lnTo>
                  <a:pt x="126149" y="42023"/>
                </a:lnTo>
                <a:lnTo>
                  <a:pt x="125153" y="42546"/>
                </a:lnTo>
                <a:lnTo>
                  <a:pt x="124160" y="43074"/>
                </a:lnTo>
                <a:lnTo>
                  <a:pt x="123170" y="43608"/>
                </a:lnTo>
                <a:lnTo>
                  <a:pt x="122183" y="44148"/>
                </a:lnTo>
                <a:lnTo>
                  <a:pt x="121200" y="44693"/>
                </a:lnTo>
                <a:lnTo>
                  <a:pt x="120221" y="45243"/>
                </a:lnTo>
                <a:lnTo>
                  <a:pt x="119244" y="45799"/>
                </a:lnTo>
                <a:lnTo>
                  <a:pt x="118272" y="46360"/>
                </a:lnTo>
                <a:lnTo>
                  <a:pt x="117302" y="46927"/>
                </a:lnTo>
                <a:lnTo>
                  <a:pt x="116337" y="47499"/>
                </a:lnTo>
                <a:lnTo>
                  <a:pt x="115375" y="48076"/>
                </a:lnTo>
                <a:lnTo>
                  <a:pt x="114416" y="48658"/>
                </a:lnTo>
                <a:lnTo>
                  <a:pt x="113461" y="49246"/>
                </a:lnTo>
                <a:lnTo>
                  <a:pt x="112510" y="49839"/>
                </a:lnTo>
                <a:lnTo>
                  <a:pt x="111562" y="50437"/>
                </a:lnTo>
                <a:lnTo>
                  <a:pt x="110618" y="51041"/>
                </a:lnTo>
                <a:lnTo>
                  <a:pt x="109677" y="51649"/>
                </a:lnTo>
                <a:lnTo>
                  <a:pt x="108740" y="52263"/>
                </a:lnTo>
                <a:lnTo>
                  <a:pt x="107807" y="52882"/>
                </a:lnTo>
                <a:lnTo>
                  <a:pt x="106878" y="53506"/>
                </a:lnTo>
                <a:lnTo>
                  <a:pt x="105952" y="54135"/>
                </a:lnTo>
                <a:lnTo>
                  <a:pt x="105030" y="54769"/>
                </a:lnTo>
                <a:lnTo>
                  <a:pt x="104112" y="55409"/>
                </a:lnTo>
                <a:lnTo>
                  <a:pt x="103198" y="56053"/>
                </a:lnTo>
                <a:lnTo>
                  <a:pt x="102287" y="56703"/>
                </a:lnTo>
                <a:lnTo>
                  <a:pt x="101381" y="57357"/>
                </a:lnTo>
                <a:lnTo>
                  <a:pt x="100478" y="58017"/>
                </a:lnTo>
                <a:lnTo>
                  <a:pt x="99579" y="58681"/>
                </a:lnTo>
                <a:lnTo>
                  <a:pt x="98684" y="59350"/>
                </a:lnTo>
                <a:lnTo>
                  <a:pt x="97793" y="60025"/>
                </a:lnTo>
                <a:lnTo>
                  <a:pt x="96905" y="60704"/>
                </a:lnTo>
                <a:lnTo>
                  <a:pt x="96022" y="61388"/>
                </a:lnTo>
                <a:lnTo>
                  <a:pt x="95143" y="62077"/>
                </a:lnTo>
                <a:lnTo>
                  <a:pt x="94268" y="62771"/>
                </a:lnTo>
                <a:lnTo>
                  <a:pt x="93397" y="63469"/>
                </a:lnTo>
                <a:lnTo>
                  <a:pt x="92529" y="64173"/>
                </a:lnTo>
                <a:lnTo>
                  <a:pt x="91666" y="64881"/>
                </a:lnTo>
                <a:lnTo>
                  <a:pt x="90807" y="65594"/>
                </a:lnTo>
                <a:lnTo>
                  <a:pt x="89952" y="66312"/>
                </a:lnTo>
                <a:lnTo>
                  <a:pt x="89101" y="67034"/>
                </a:lnTo>
                <a:lnTo>
                  <a:pt x="88255" y="67761"/>
                </a:lnTo>
                <a:lnTo>
                  <a:pt x="87412" y="68493"/>
                </a:lnTo>
                <a:lnTo>
                  <a:pt x="86574" y="69230"/>
                </a:lnTo>
                <a:lnTo>
                  <a:pt x="85740" y="69971"/>
                </a:lnTo>
                <a:lnTo>
                  <a:pt x="84910" y="70717"/>
                </a:lnTo>
                <a:lnTo>
                  <a:pt x="84084" y="71467"/>
                </a:lnTo>
                <a:lnTo>
                  <a:pt x="83263" y="72222"/>
                </a:lnTo>
                <a:lnTo>
                  <a:pt x="82446" y="72982"/>
                </a:lnTo>
                <a:lnTo>
                  <a:pt x="81633" y="73746"/>
                </a:lnTo>
                <a:lnTo>
                  <a:pt x="80824" y="74515"/>
                </a:lnTo>
                <a:lnTo>
                  <a:pt x="80020" y="75288"/>
                </a:lnTo>
                <a:lnTo>
                  <a:pt x="79221" y="76066"/>
                </a:lnTo>
                <a:lnTo>
                  <a:pt x="78425" y="76848"/>
                </a:lnTo>
                <a:lnTo>
                  <a:pt x="77634" y="77634"/>
                </a:lnTo>
                <a:lnTo>
                  <a:pt x="76848" y="78425"/>
                </a:lnTo>
                <a:lnTo>
                  <a:pt x="76065" y="79221"/>
                </a:lnTo>
                <a:lnTo>
                  <a:pt x="75288" y="80020"/>
                </a:lnTo>
                <a:lnTo>
                  <a:pt x="74515" y="80825"/>
                </a:lnTo>
                <a:lnTo>
                  <a:pt x="73746" y="81633"/>
                </a:lnTo>
                <a:lnTo>
                  <a:pt x="72982" y="82446"/>
                </a:lnTo>
                <a:lnTo>
                  <a:pt x="72222" y="83263"/>
                </a:lnTo>
                <a:lnTo>
                  <a:pt x="71467" y="84084"/>
                </a:lnTo>
                <a:lnTo>
                  <a:pt x="70717" y="84910"/>
                </a:lnTo>
                <a:lnTo>
                  <a:pt x="69971" y="85740"/>
                </a:lnTo>
                <a:lnTo>
                  <a:pt x="69230" y="86574"/>
                </a:lnTo>
                <a:lnTo>
                  <a:pt x="68493" y="87412"/>
                </a:lnTo>
                <a:lnTo>
                  <a:pt x="67761" y="88255"/>
                </a:lnTo>
                <a:lnTo>
                  <a:pt x="67034" y="89102"/>
                </a:lnTo>
                <a:lnTo>
                  <a:pt x="66312" y="89952"/>
                </a:lnTo>
                <a:lnTo>
                  <a:pt x="65594" y="90807"/>
                </a:lnTo>
                <a:lnTo>
                  <a:pt x="64881" y="91666"/>
                </a:lnTo>
                <a:lnTo>
                  <a:pt x="64173" y="92529"/>
                </a:lnTo>
                <a:lnTo>
                  <a:pt x="63469" y="93397"/>
                </a:lnTo>
                <a:lnTo>
                  <a:pt x="62771" y="94268"/>
                </a:lnTo>
                <a:lnTo>
                  <a:pt x="62077" y="95143"/>
                </a:lnTo>
                <a:lnTo>
                  <a:pt x="61388" y="96022"/>
                </a:lnTo>
                <a:lnTo>
                  <a:pt x="60704" y="96906"/>
                </a:lnTo>
                <a:lnTo>
                  <a:pt x="60025" y="97793"/>
                </a:lnTo>
                <a:lnTo>
                  <a:pt x="59350" y="98684"/>
                </a:lnTo>
                <a:lnTo>
                  <a:pt x="58681" y="99579"/>
                </a:lnTo>
                <a:lnTo>
                  <a:pt x="58016" y="100478"/>
                </a:lnTo>
                <a:lnTo>
                  <a:pt x="57357" y="101381"/>
                </a:lnTo>
                <a:lnTo>
                  <a:pt x="56703" y="102287"/>
                </a:lnTo>
                <a:lnTo>
                  <a:pt x="56053" y="103198"/>
                </a:lnTo>
                <a:lnTo>
                  <a:pt x="55409" y="104112"/>
                </a:lnTo>
                <a:lnTo>
                  <a:pt x="54769" y="105030"/>
                </a:lnTo>
                <a:lnTo>
                  <a:pt x="54135" y="105952"/>
                </a:lnTo>
                <a:lnTo>
                  <a:pt x="53506" y="106878"/>
                </a:lnTo>
                <a:lnTo>
                  <a:pt x="52882" y="107807"/>
                </a:lnTo>
                <a:lnTo>
                  <a:pt x="52263" y="108740"/>
                </a:lnTo>
                <a:lnTo>
                  <a:pt x="51649" y="109677"/>
                </a:lnTo>
                <a:lnTo>
                  <a:pt x="51040" y="110618"/>
                </a:lnTo>
                <a:lnTo>
                  <a:pt x="50437" y="111562"/>
                </a:lnTo>
                <a:lnTo>
                  <a:pt x="49839" y="112510"/>
                </a:lnTo>
                <a:lnTo>
                  <a:pt x="49246" y="113461"/>
                </a:lnTo>
                <a:lnTo>
                  <a:pt x="48658" y="114416"/>
                </a:lnTo>
                <a:lnTo>
                  <a:pt x="48076" y="115375"/>
                </a:lnTo>
                <a:lnTo>
                  <a:pt x="47499" y="116337"/>
                </a:lnTo>
                <a:lnTo>
                  <a:pt x="46927" y="117303"/>
                </a:lnTo>
                <a:lnTo>
                  <a:pt x="46360" y="118272"/>
                </a:lnTo>
                <a:lnTo>
                  <a:pt x="45799" y="119244"/>
                </a:lnTo>
                <a:lnTo>
                  <a:pt x="45243" y="120221"/>
                </a:lnTo>
                <a:lnTo>
                  <a:pt x="44693" y="121200"/>
                </a:lnTo>
                <a:lnTo>
                  <a:pt x="44148" y="122183"/>
                </a:lnTo>
                <a:lnTo>
                  <a:pt x="43608" y="123170"/>
                </a:lnTo>
                <a:lnTo>
                  <a:pt x="43074" y="124160"/>
                </a:lnTo>
                <a:lnTo>
                  <a:pt x="42546" y="125153"/>
                </a:lnTo>
                <a:lnTo>
                  <a:pt x="42023" y="126149"/>
                </a:lnTo>
                <a:lnTo>
                  <a:pt x="41505" y="127149"/>
                </a:lnTo>
                <a:lnTo>
                  <a:pt x="40993" y="128153"/>
                </a:lnTo>
                <a:lnTo>
                  <a:pt x="40486" y="129159"/>
                </a:lnTo>
                <a:lnTo>
                  <a:pt x="39986" y="130169"/>
                </a:lnTo>
                <a:lnTo>
                  <a:pt x="39490" y="131182"/>
                </a:lnTo>
                <a:lnTo>
                  <a:pt x="39001" y="132198"/>
                </a:lnTo>
                <a:lnTo>
                  <a:pt x="38516" y="133218"/>
                </a:lnTo>
                <a:lnTo>
                  <a:pt x="38038" y="134240"/>
                </a:lnTo>
                <a:lnTo>
                  <a:pt x="37565" y="135266"/>
                </a:lnTo>
                <a:lnTo>
                  <a:pt x="37098" y="136295"/>
                </a:lnTo>
                <a:lnTo>
                  <a:pt x="36637" y="137327"/>
                </a:lnTo>
                <a:lnTo>
                  <a:pt x="36181" y="138363"/>
                </a:lnTo>
                <a:lnTo>
                  <a:pt x="35732" y="139401"/>
                </a:lnTo>
                <a:lnTo>
                  <a:pt x="35288" y="140442"/>
                </a:lnTo>
                <a:lnTo>
                  <a:pt x="34849" y="141487"/>
                </a:lnTo>
                <a:lnTo>
                  <a:pt x="34417" y="142534"/>
                </a:lnTo>
                <a:lnTo>
                  <a:pt x="33990" y="143585"/>
                </a:lnTo>
                <a:lnTo>
                  <a:pt x="33570" y="144638"/>
                </a:lnTo>
                <a:lnTo>
                  <a:pt x="33155" y="145695"/>
                </a:lnTo>
                <a:lnTo>
                  <a:pt x="32746" y="146754"/>
                </a:lnTo>
                <a:lnTo>
                  <a:pt x="32343" y="147817"/>
                </a:lnTo>
                <a:lnTo>
                  <a:pt x="31946" y="148882"/>
                </a:lnTo>
                <a:lnTo>
                  <a:pt x="31555" y="149950"/>
                </a:lnTo>
                <a:lnTo>
                  <a:pt x="31170" y="151021"/>
                </a:lnTo>
                <a:lnTo>
                  <a:pt x="30791" y="152095"/>
                </a:lnTo>
                <a:lnTo>
                  <a:pt x="30418" y="153172"/>
                </a:lnTo>
                <a:lnTo>
                  <a:pt x="30050" y="154251"/>
                </a:lnTo>
                <a:lnTo>
                  <a:pt x="29689" y="155333"/>
                </a:lnTo>
                <a:lnTo>
                  <a:pt x="29335" y="156418"/>
                </a:lnTo>
                <a:lnTo>
                  <a:pt x="28986" y="157506"/>
                </a:lnTo>
                <a:lnTo>
                  <a:pt x="28643" y="158597"/>
                </a:lnTo>
                <a:lnTo>
                  <a:pt x="28307" y="159690"/>
                </a:lnTo>
                <a:lnTo>
                  <a:pt x="27976" y="160786"/>
                </a:lnTo>
                <a:lnTo>
                  <a:pt x="27652" y="161885"/>
                </a:lnTo>
                <a:lnTo>
                  <a:pt x="27334" y="162986"/>
                </a:lnTo>
                <a:lnTo>
                  <a:pt x="27022" y="164090"/>
                </a:lnTo>
                <a:lnTo>
                  <a:pt x="26717" y="165196"/>
                </a:lnTo>
                <a:lnTo>
                  <a:pt x="26418" y="166305"/>
                </a:lnTo>
                <a:lnTo>
                  <a:pt x="26125" y="167417"/>
                </a:lnTo>
                <a:lnTo>
                  <a:pt x="25838" y="168531"/>
                </a:lnTo>
                <a:lnTo>
                  <a:pt x="25558" y="169648"/>
                </a:lnTo>
                <a:lnTo>
                  <a:pt x="25284" y="170767"/>
                </a:lnTo>
                <a:lnTo>
                  <a:pt x="25016" y="171888"/>
                </a:lnTo>
                <a:lnTo>
                  <a:pt x="24755" y="173013"/>
                </a:lnTo>
                <a:lnTo>
                  <a:pt x="24500" y="174139"/>
                </a:lnTo>
                <a:lnTo>
                  <a:pt x="24251" y="175268"/>
                </a:lnTo>
                <a:lnTo>
                  <a:pt x="24010" y="176400"/>
                </a:lnTo>
                <a:lnTo>
                  <a:pt x="23774" y="177533"/>
                </a:lnTo>
                <a:lnTo>
                  <a:pt x="23545" y="178669"/>
                </a:lnTo>
                <a:lnTo>
                  <a:pt x="23323" y="179808"/>
                </a:lnTo>
                <a:lnTo>
                  <a:pt x="23107" y="180949"/>
                </a:lnTo>
                <a:lnTo>
                  <a:pt x="22897" y="182092"/>
                </a:lnTo>
                <a:lnTo>
                  <a:pt x="22694" y="183237"/>
                </a:lnTo>
                <a:lnTo>
                  <a:pt x="22498" y="184385"/>
                </a:lnTo>
                <a:lnTo>
                  <a:pt x="22308" y="185535"/>
                </a:lnTo>
                <a:lnTo>
                  <a:pt x="22125" y="186687"/>
                </a:lnTo>
                <a:lnTo>
                  <a:pt x="21949" y="187841"/>
                </a:lnTo>
                <a:lnTo>
                  <a:pt x="21779" y="188998"/>
                </a:lnTo>
                <a:lnTo>
                  <a:pt x="21616" y="190156"/>
                </a:lnTo>
                <a:lnTo>
                  <a:pt x="21460" y="191317"/>
                </a:lnTo>
                <a:lnTo>
                  <a:pt x="21310" y="192480"/>
                </a:lnTo>
                <a:lnTo>
                  <a:pt x="21168" y="193645"/>
                </a:lnTo>
                <a:lnTo>
                  <a:pt x="21031" y="194812"/>
                </a:lnTo>
                <a:lnTo>
                  <a:pt x="20902" y="195982"/>
                </a:lnTo>
                <a:lnTo>
                  <a:pt x="20780" y="197153"/>
                </a:lnTo>
                <a:lnTo>
                  <a:pt x="20664" y="198326"/>
                </a:lnTo>
                <a:lnTo>
                  <a:pt x="20555" y="199501"/>
                </a:lnTo>
                <a:lnTo>
                  <a:pt x="20453" y="200678"/>
                </a:lnTo>
                <a:lnTo>
                  <a:pt x="20358" y="201858"/>
                </a:lnTo>
                <a:lnTo>
                  <a:pt x="20270" y="203039"/>
                </a:lnTo>
                <a:lnTo>
                  <a:pt x="20189" y="204222"/>
                </a:lnTo>
                <a:lnTo>
                  <a:pt x="20115" y="205407"/>
                </a:lnTo>
                <a:lnTo>
                  <a:pt x="20048" y="206593"/>
                </a:lnTo>
                <a:lnTo>
                  <a:pt x="19987" y="207782"/>
                </a:lnTo>
                <a:lnTo>
                  <a:pt x="19934" y="208973"/>
                </a:lnTo>
                <a:lnTo>
                  <a:pt x="19888" y="210165"/>
                </a:lnTo>
                <a:lnTo>
                  <a:pt x="19849" y="211359"/>
                </a:lnTo>
                <a:lnTo>
                  <a:pt x="19817" y="212555"/>
                </a:lnTo>
                <a:lnTo>
                  <a:pt x="19792" y="213753"/>
                </a:lnTo>
                <a:lnTo>
                  <a:pt x="19774" y="214952"/>
                </a:lnTo>
                <a:lnTo>
                  <a:pt x="19763" y="216153"/>
                </a:lnTo>
                <a:lnTo>
                  <a:pt x="19760" y="217356"/>
                </a:lnTo>
                <a:lnTo>
                  <a:pt x="19760" y="217356"/>
                </a:lnTo>
                <a:lnTo>
                  <a:pt x="39519" y="217356"/>
                </a:lnTo>
                <a:lnTo>
                  <a:pt x="39522" y="216269"/>
                </a:lnTo>
                <a:lnTo>
                  <a:pt x="39532" y="215184"/>
                </a:lnTo>
                <a:lnTo>
                  <a:pt x="39548" y="214101"/>
                </a:lnTo>
                <a:lnTo>
                  <a:pt x="39571" y="213019"/>
                </a:lnTo>
                <a:lnTo>
                  <a:pt x="39600" y="211939"/>
                </a:lnTo>
                <a:lnTo>
                  <a:pt x="39636" y="210860"/>
                </a:lnTo>
                <a:lnTo>
                  <a:pt x="39677" y="209783"/>
                </a:lnTo>
                <a:lnTo>
                  <a:pt x="39726" y="208708"/>
                </a:lnTo>
                <a:lnTo>
                  <a:pt x="39780" y="207634"/>
                </a:lnTo>
                <a:lnTo>
                  <a:pt x="39841" y="206562"/>
                </a:lnTo>
                <a:lnTo>
                  <a:pt x="39909" y="205492"/>
                </a:lnTo>
                <a:lnTo>
                  <a:pt x="39982" y="204423"/>
                </a:lnTo>
                <a:lnTo>
                  <a:pt x="40062" y="203357"/>
                </a:lnTo>
                <a:lnTo>
                  <a:pt x="40148" y="202291"/>
                </a:lnTo>
                <a:lnTo>
                  <a:pt x="40241" y="201228"/>
                </a:lnTo>
                <a:lnTo>
                  <a:pt x="40339" y="200167"/>
                </a:lnTo>
                <a:lnTo>
                  <a:pt x="40444" y="199107"/>
                </a:lnTo>
                <a:lnTo>
                  <a:pt x="40555" y="198049"/>
                </a:lnTo>
                <a:lnTo>
                  <a:pt x="40672" y="196993"/>
                </a:lnTo>
                <a:lnTo>
                  <a:pt x="40796" y="195939"/>
                </a:lnTo>
                <a:lnTo>
                  <a:pt x="40925" y="194887"/>
                </a:lnTo>
                <a:lnTo>
                  <a:pt x="41061" y="193836"/>
                </a:lnTo>
                <a:lnTo>
                  <a:pt x="41202" y="192788"/>
                </a:lnTo>
                <a:lnTo>
                  <a:pt x="41350" y="191741"/>
                </a:lnTo>
                <a:lnTo>
                  <a:pt x="41504" y="190697"/>
                </a:lnTo>
                <a:lnTo>
                  <a:pt x="41664" y="189654"/>
                </a:lnTo>
                <a:lnTo>
                  <a:pt x="41830" y="188614"/>
                </a:lnTo>
                <a:lnTo>
                  <a:pt x="42002" y="187575"/>
                </a:lnTo>
                <a:lnTo>
                  <a:pt x="42180" y="186539"/>
                </a:lnTo>
                <a:lnTo>
                  <a:pt x="42363" y="185504"/>
                </a:lnTo>
                <a:lnTo>
                  <a:pt x="42553" y="184472"/>
                </a:lnTo>
                <a:lnTo>
                  <a:pt x="42749" y="183442"/>
                </a:lnTo>
                <a:lnTo>
                  <a:pt x="42951" y="182414"/>
                </a:lnTo>
                <a:lnTo>
                  <a:pt x="43158" y="181387"/>
                </a:lnTo>
                <a:lnTo>
                  <a:pt x="43372" y="180364"/>
                </a:lnTo>
                <a:lnTo>
                  <a:pt x="43591" y="179342"/>
                </a:lnTo>
                <a:lnTo>
                  <a:pt x="43816" y="178322"/>
                </a:lnTo>
                <a:lnTo>
                  <a:pt x="44047" y="177305"/>
                </a:lnTo>
                <a:lnTo>
                  <a:pt x="44284" y="176290"/>
                </a:lnTo>
                <a:lnTo>
                  <a:pt x="44527" y="175277"/>
                </a:lnTo>
                <a:lnTo>
                  <a:pt x="44775" y="174266"/>
                </a:lnTo>
                <a:lnTo>
                  <a:pt x="45029" y="173258"/>
                </a:lnTo>
                <a:lnTo>
                  <a:pt x="45289" y="172252"/>
                </a:lnTo>
                <a:lnTo>
                  <a:pt x="45555" y="171248"/>
                </a:lnTo>
                <a:lnTo>
                  <a:pt x="45826" y="170247"/>
                </a:lnTo>
                <a:lnTo>
                  <a:pt x="46103" y="169247"/>
                </a:lnTo>
                <a:lnTo>
                  <a:pt x="46385" y="168251"/>
                </a:lnTo>
                <a:lnTo>
                  <a:pt x="46674" y="167256"/>
                </a:lnTo>
                <a:lnTo>
                  <a:pt x="46967" y="166264"/>
                </a:lnTo>
                <a:lnTo>
                  <a:pt x="47267" y="165275"/>
                </a:lnTo>
                <a:lnTo>
                  <a:pt x="47572" y="164288"/>
                </a:lnTo>
                <a:lnTo>
                  <a:pt x="47882" y="163303"/>
                </a:lnTo>
                <a:lnTo>
                  <a:pt x="48199" y="162321"/>
                </a:lnTo>
                <a:lnTo>
                  <a:pt x="48520" y="161341"/>
                </a:lnTo>
                <a:lnTo>
                  <a:pt x="48848" y="160364"/>
                </a:lnTo>
                <a:lnTo>
                  <a:pt x="49180" y="159390"/>
                </a:lnTo>
                <a:lnTo>
                  <a:pt x="49518" y="158418"/>
                </a:lnTo>
                <a:lnTo>
                  <a:pt x="49862" y="157448"/>
                </a:lnTo>
                <a:lnTo>
                  <a:pt x="50211" y="156481"/>
                </a:lnTo>
                <a:lnTo>
                  <a:pt x="50565" y="155517"/>
                </a:lnTo>
                <a:lnTo>
                  <a:pt x="50925" y="154555"/>
                </a:lnTo>
                <a:lnTo>
                  <a:pt x="51291" y="153596"/>
                </a:lnTo>
                <a:lnTo>
                  <a:pt x="51661" y="152640"/>
                </a:lnTo>
                <a:lnTo>
                  <a:pt x="52037" y="151686"/>
                </a:lnTo>
                <a:lnTo>
                  <a:pt x="52418" y="150735"/>
                </a:lnTo>
                <a:lnTo>
                  <a:pt x="52805" y="149787"/>
                </a:lnTo>
                <a:lnTo>
                  <a:pt x="53197" y="148841"/>
                </a:lnTo>
                <a:lnTo>
                  <a:pt x="53594" y="147898"/>
                </a:lnTo>
                <a:lnTo>
                  <a:pt x="53997" y="146958"/>
                </a:lnTo>
                <a:lnTo>
                  <a:pt x="54404" y="146021"/>
                </a:lnTo>
                <a:lnTo>
                  <a:pt x="54817" y="145087"/>
                </a:lnTo>
                <a:lnTo>
                  <a:pt x="55235" y="144155"/>
                </a:lnTo>
                <a:lnTo>
                  <a:pt x="55658" y="143226"/>
                </a:lnTo>
                <a:lnTo>
                  <a:pt x="56087" y="142300"/>
                </a:lnTo>
                <a:lnTo>
                  <a:pt x="56520" y="141377"/>
                </a:lnTo>
                <a:lnTo>
                  <a:pt x="56959" y="140457"/>
                </a:lnTo>
                <a:lnTo>
                  <a:pt x="57403" y="139540"/>
                </a:lnTo>
                <a:lnTo>
                  <a:pt x="57852" y="138626"/>
                </a:lnTo>
                <a:lnTo>
                  <a:pt x="58306" y="137714"/>
                </a:lnTo>
                <a:lnTo>
                  <a:pt x="58765" y="136806"/>
                </a:lnTo>
                <a:lnTo>
                  <a:pt x="59229" y="135901"/>
                </a:lnTo>
                <a:lnTo>
                  <a:pt x="59698" y="134998"/>
                </a:lnTo>
                <a:lnTo>
                  <a:pt x="60172" y="134099"/>
                </a:lnTo>
                <a:lnTo>
                  <a:pt x="60651" y="133203"/>
                </a:lnTo>
                <a:lnTo>
                  <a:pt x="61135" y="132310"/>
                </a:lnTo>
                <a:lnTo>
                  <a:pt x="61624" y="131419"/>
                </a:lnTo>
                <a:lnTo>
                  <a:pt x="62118" y="130532"/>
                </a:lnTo>
                <a:lnTo>
                  <a:pt x="62616" y="129648"/>
                </a:lnTo>
                <a:lnTo>
                  <a:pt x="63120" y="128768"/>
                </a:lnTo>
                <a:lnTo>
                  <a:pt x="63628" y="127890"/>
                </a:lnTo>
                <a:lnTo>
                  <a:pt x="64142" y="127016"/>
                </a:lnTo>
                <a:lnTo>
                  <a:pt x="64660" y="126144"/>
                </a:lnTo>
                <a:lnTo>
                  <a:pt x="65183" y="125276"/>
                </a:lnTo>
                <a:lnTo>
                  <a:pt x="65711" y="124412"/>
                </a:lnTo>
                <a:lnTo>
                  <a:pt x="66243" y="123550"/>
                </a:lnTo>
                <a:lnTo>
                  <a:pt x="66781" y="122692"/>
                </a:lnTo>
                <a:lnTo>
                  <a:pt x="67323" y="121837"/>
                </a:lnTo>
                <a:lnTo>
                  <a:pt x="67869" y="120985"/>
                </a:lnTo>
                <a:lnTo>
                  <a:pt x="68421" y="120137"/>
                </a:lnTo>
                <a:lnTo>
                  <a:pt x="68977" y="119292"/>
                </a:lnTo>
                <a:lnTo>
                  <a:pt x="69538" y="118450"/>
                </a:lnTo>
                <a:lnTo>
                  <a:pt x="70103" y="117612"/>
                </a:lnTo>
                <a:lnTo>
                  <a:pt x="70673" y="116777"/>
                </a:lnTo>
                <a:lnTo>
                  <a:pt x="71248" y="115945"/>
                </a:lnTo>
                <a:lnTo>
                  <a:pt x="71827" y="115117"/>
                </a:lnTo>
                <a:lnTo>
                  <a:pt x="72411" y="114293"/>
                </a:lnTo>
                <a:lnTo>
                  <a:pt x="73000" y="113472"/>
                </a:lnTo>
                <a:lnTo>
                  <a:pt x="73593" y="112654"/>
                </a:lnTo>
                <a:lnTo>
                  <a:pt x="74190" y="111840"/>
                </a:lnTo>
                <a:lnTo>
                  <a:pt x="74792" y="111029"/>
                </a:lnTo>
                <a:lnTo>
                  <a:pt x="75399" y="110222"/>
                </a:lnTo>
                <a:lnTo>
                  <a:pt x="76010" y="109419"/>
                </a:lnTo>
                <a:lnTo>
                  <a:pt x="76625" y="108619"/>
                </a:lnTo>
                <a:lnTo>
                  <a:pt x="77245" y="107822"/>
                </a:lnTo>
                <a:lnTo>
                  <a:pt x="77869" y="107030"/>
                </a:lnTo>
                <a:lnTo>
                  <a:pt x="78498" y="106240"/>
                </a:lnTo>
                <a:lnTo>
                  <a:pt x="79131" y="105455"/>
                </a:lnTo>
                <a:lnTo>
                  <a:pt x="79768" y="104673"/>
                </a:lnTo>
                <a:lnTo>
                  <a:pt x="80410" y="103895"/>
                </a:lnTo>
                <a:lnTo>
                  <a:pt x="81056" y="103121"/>
                </a:lnTo>
                <a:lnTo>
                  <a:pt x="81706" y="102350"/>
                </a:lnTo>
                <a:lnTo>
                  <a:pt x="82360" y="101583"/>
                </a:lnTo>
                <a:lnTo>
                  <a:pt x="83019" y="100820"/>
                </a:lnTo>
                <a:lnTo>
                  <a:pt x="83682" y="100061"/>
                </a:lnTo>
                <a:lnTo>
                  <a:pt x="84349" y="99305"/>
                </a:lnTo>
                <a:lnTo>
                  <a:pt x="85021" y="98554"/>
                </a:lnTo>
                <a:lnTo>
                  <a:pt x="85697" y="97806"/>
                </a:lnTo>
                <a:lnTo>
                  <a:pt x="86376" y="97062"/>
                </a:lnTo>
                <a:lnTo>
                  <a:pt x="87060" y="96322"/>
                </a:lnTo>
                <a:lnTo>
                  <a:pt x="87749" y="95585"/>
                </a:lnTo>
                <a:lnTo>
                  <a:pt x="88441" y="94853"/>
                </a:lnTo>
                <a:lnTo>
                  <a:pt x="89137" y="94125"/>
                </a:lnTo>
                <a:lnTo>
                  <a:pt x="89837" y="93400"/>
                </a:lnTo>
                <a:lnTo>
                  <a:pt x="90542" y="92680"/>
                </a:lnTo>
                <a:lnTo>
                  <a:pt x="91250" y="91963"/>
                </a:lnTo>
                <a:lnTo>
                  <a:pt x="91963" y="91251"/>
                </a:lnTo>
                <a:lnTo>
                  <a:pt x="92679" y="90542"/>
                </a:lnTo>
                <a:lnTo>
                  <a:pt x="93400" y="89838"/>
                </a:lnTo>
                <a:lnTo>
                  <a:pt x="94124" y="89137"/>
                </a:lnTo>
                <a:lnTo>
                  <a:pt x="94853" y="88441"/>
                </a:lnTo>
                <a:lnTo>
                  <a:pt x="95585" y="87749"/>
                </a:lnTo>
                <a:lnTo>
                  <a:pt x="96321" y="87061"/>
                </a:lnTo>
                <a:lnTo>
                  <a:pt x="97062" y="86377"/>
                </a:lnTo>
                <a:lnTo>
                  <a:pt x="97806" y="85697"/>
                </a:lnTo>
                <a:lnTo>
                  <a:pt x="98554" y="85021"/>
                </a:lnTo>
                <a:lnTo>
                  <a:pt x="99305" y="84350"/>
                </a:lnTo>
                <a:lnTo>
                  <a:pt x="100061" y="83682"/>
                </a:lnTo>
                <a:lnTo>
                  <a:pt x="100820" y="83019"/>
                </a:lnTo>
                <a:lnTo>
                  <a:pt x="101583" y="82360"/>
                </a:lnTo>
                <a:lnTo>
                  <a:pt x="102350" y="81706"/>
                </a:lnTo>
                <a:lnTo>
                  <a:pt x="103121" y="81056"/>
                </a:lnTo>
                <a:lnTo>
                  <a:pt x="103895" y="80410"/>
                </a:lnTo>
                <a:lnTo>
                  <a:pt x="104673" y="79768"/>
                </a:lnTo>
                <a:lnTo>
                  <a:pt x="105455" y="79131"/>
                </a:lnTo>
                <a:lnTo>
                  <a:pt x="106240" y="78498"/>
                </a:lnTo>
                <a:lnTo>
                  <a:pt x="107029" y="77869"/>
                </a:lnTo>
                <a:lnTo>
                  <a:pt x="107822" y="77245"/>
                </a:lnTo>
                <a:lnTo>
                  <a:pt x="108618" y="76625"/>
                </a:lnTo>
                <a:lnTo>
                  <a:pt x="109418" y="76010"/>
                </a:lnTo>
                <a:lnTo>
                  <a:pt x="110222" y="75399"/>
                </a:lnTo>
                <a:lnTo>
                  <a:pt x="111029" y="74792"/>
                </a:lnTo>
                <a:lnTo>
                  <a:pt x="111840" y="74190"/>
                </a:lnTo>
                <a:lnTo>
                  <a:pt x="112654" y="73593"/>
                </a:lnTo>
                <a:lnTo>
                  <a:pt x="113471" y="73000"/>
                </a:lnTo>
                <a:lnTo>
                  <a:pt x="114293" y="72411"/>
                </a:lnTo>
                <a:lnTo>
                  <a:pt x="115117" y="71828"/>
                </a:lnTo>
                <a:lnTo>
                  <a:pt x="115945" y="71248"/>
                </a:lnTo>
                <a:lnTo>
                  <a:pt x="116777" y="70674"/>
                </a:lnTo>
                <a:lnTo>
                  <a:pt x="117612" y="70103"/>
                </a:lnTo>
                <a:lnTo>
                  <a:pt x="118450" y="69538"/>
                </a:lnTo>
                <a:lnTo>
                  <a:pt x="119292" y="68977"/>
                </a:lnTo>
                <a:lnTo>
                  <a:pt x="120137" y="68421"/>
                </a:lnTo>
                <a:lnTo>
                  <a:pt x="120985" y="67869"/>
                </a:lnTo>
                <a:lnTo>
                  <a:pt x="121837" y="67323"/>
                </a:lnTo>
                <a:lnTo>
                  <a:pt x="122692" y="66781"/>
                </a:lnTo>
                <a:lnTo>
                  <a:pt x="123550" y="66243"/>
                </a:lnTo>
                <a:lnTo>
                  <a:pt x="124411" y="65711"/>
                </a:lnTo>
                <a:lnTo>
                  <a:pt x="125276" y="65183"/>
                </a:lnTo>
                <a:lnTo>
                  <a:pt x="126144" y="64660"/>
                </a:lnTo>
                <a:lnTo>
                  <a:pt x="127016" y="64142"/>
                </a:lnTo>
                <a:lnTo>
                  <a:pt x="127890" y="63628"/>
                </a:lnTo>
                <a:lnTo>
                  <a:pt x="128768" y="63120"/>
                </a:lnTo>
                <a:lnTo>
                  <a:pt x="129648" y="62616"/>
                </a:lnTo>
                <a:lnTo>
                  <a:pt x="130532" y="62118"/>
                </a:lnTo>
                <a:lnTo>
                  <a:pt x="131419" y="61624"/>
                </a:lnTo>
                <a:lnTo>
                  <a:pt x="132309" y="61135"/>
                </a:lnTo>
                <a:lnTo>
                  <a:pt x="133203" y="60651"/>
                </a:lnTo>
                <a:lnTo>
                  <a:pt x="134099" y="60172"/>
                </a:lnTo>
                <a:lnTo>
                  <a:pt x="134998" y="59698"/>
                </a:lnTo>
                <a:lnTo>
                  <a:pt x="135901" y="59229"/>
                </a:lnTo>
                <a:lnTo>
                  <a:pt x="136806" y="58765"/>
                </a:lnTo>
                <a:lnTo>
                  <a:pt x="137714" y="58306"/>
                </a:lnTo>
                <a:lnTo>
                  <a:pt x="138626" y="57852"/>
                </a:lnTo>
                <a:lnTo>
                  <a:pt x="139540" y="57403"/>
                </a:lnTo>
                <a:lnTo>
                  <a:pt x="140457" y="56959"/>
                </a:lnTo>
                <a:lnTo>
                  <a:pt x="141377" y="56520"/>
                </a:lnTo>
                <a:lnTo>
                  <a:pt x="142300" y="56087"/>
                </a:lnTo>
                <a:lnTo>
                  <a:pt x="143226" y="55658"/>
                </a:lnTo>
                <a:lnTo>
                  <a:pt x="144155" y="55235"/>
                </a:lnTo>
                <a:lnTo>
                  <a:pt x="145086" y="54817"/>
                </a:lnTo>
                <a:lnTo>
                  <a:pt x="146021" y="54404"/>
                </a:lnTo>
                <a:lnTo>
                  <a:pt x="146958" y="53997"/>
                </a:lnTo>
                <a:lnTo>
                  <a:pt x="147898" y="53594"/>
                </a:lnTo>
                <a:lnTo>
                  <a:pt x="148841" y="53197"/>
                </a:lnTo>
                <a:lnTo>
                  <a:pt x="149787" y="52805"/>
                </a:lnTo>
                <a:lnTo>
                  <a:pt x="150735" y="52419"/>
                </a:lnTo>
                <a:lnTo>
                  <a:pt x="151686" y="52037"/>
                </a:lnTo>
                <a:lnTo>
                  <a:pt x="152640" y="51661"/>
                </a:lnTo>
                <a:lnTo>
                  <a:pt x="153596" y="51291"/>
                </a:lnTo>
                <a:lnTo>
                  <a:pt x="154555" y="50925"/>
                </a:lnTo>
                <a:lnTo>
                  <a:pt x="155517" y="50566"/>
                </a:lnTo>
                <a:lnTo>
                  <a:pt x="156481" y="50211"/>
                </a:lnTo>
                <a:lnTo>
                  <a:pt x="157448" y="49862"/>
                </a:lnTo>
                <a:lnTo>
                  <a:pt x="158417" y="49518"/>
                </a:lnTo>
                <a:lnTo>
                  <a:pt x="159389" y="49180"/>
                </a:lnTo>
                <a:lnTo>
                  <a:pt x="160364" y="48848"/>
                </a:lnTo>
                <a:lnTo>
                  <a:pt x="161341" y="48520"/>
                </a:lnTo>
                <a:lnTo>
                  <a:pt x="162321" y="48199"/>
                </a:lnTo>
                <a:lnTo>
                  <a:pt x="163303" y="47883"/>
                </a:lnTo>
                <a:lnTo>
                  <a:pt x="164288" y="47572"/>
                </a:lnTo>
                <a:lnTo>
                  <a:pt x="165275" y="47267"/>
                </a:lnTo>
                <a:lnTo>
                  <a:pt x="166264" y="46967"/>
                </a:lnTo>
                <a:lnTo>
                  <a:pt x="167256" y="46674"/>
                </a:lnTo>
                <a:lnTo>
                  <a:pt x="168251" y="46385"/>
                </a:lnTo>
                <a:lnTo>
                  <a:pt x="169247" y="46103"/>
                </a:lnTo>
                <a:lnTo>
                  <a:pt x="170246" y="45826"/>
                </a:lnTo>
                <a:lnTo>
                  <a:pt x="171248" y="45555"/>
                </a:lnTo>
                <a:lnTo>
                  <a:pt x="172252" y="45289"/>
                </a:lnTo>
                <a:lnTo>
                  <a:pt x="173258" y="45029"/>
                </a:lnTo>
                <a:lnTo>
                  <a:pt x="174266" y="44775"/>
                </a:lnTo>
                <a:lnTo>
                  <a:pt x="175277" y="44527"/>
                </a:lnTo>
                <a:lnTo>
                  <a:pt x="176290" y="44284"/>
                </a:lnTo>
                <a:lnTo>
                  <a:pt x="177305" y="44047"/>
                </a:lnTo>
                <a:lnTo>
                  <a:pt x="178322" y="43816"/>
                </a:lnTo>
                <a:lnTo>
                  <a:pt x="179342" y="43591"/>
                </a:lnTo>
                <a:lnTo>
                  <a:pt x="180363" y="43372"/>
                </a:lnTo>
                <a:lnTo>
                  <a:pt x="181387" y="43158"/>
                </a:lnTo>
                <a:lnTo>
                  <a:pt x="182413" y="42951"/>
                </a:lnTo>
                <a:lnTo>
                  <a:pt x="183441" y="42749"/>
                </a:lnTo>
                <a:lnTo>
                  <a:pt x="184472" y="42553"/>
                </a:lnTo>
                <a:lnTo>
                  <a:pt x="185504" y="42363"/>
                </a:lnTo>
                <a:lnTo>
                  <a:pt x="186539" y="42180"/>
                </a:lnTo>
                <a:lnTo>
                  <a:pt x="187575" y="42002"/>
                </a:lnTo>
                <a:lnTo>
                  <a:pt x="188614" y="41830"/>
                </a:lnTo>
                <a:lnTo>
                  <a:pt x="189654" y="41664"/>
                </a:lnTo>
                <a:lnTo>
                  <a:pt x="190697" y="41504"/>
                </a:lnTo>
                <a:lnTo>
                  <a:pt x="191741" y="41350"/>
                </a:lnTo>
                <a:lnTo>
                  <a:pt x="192788" y="41202"/>
                </a:lnTo>
                <a:lnTo>
                  <a:pt x="193836" y="41061"/>
                </a:lnTo>
                <a:lnTo>
                  <a:pt x="194886" y="40925"/>
                </a:lnTo>
                <a:lnTo>
                  <a:pt x="195939" y="40796"/>
                </a:lnTo>
                <a:lnTo>
                  <a:pt x="196993" y="40672"/>
                </a:lnTo>
                <a:lnTo>
                  <a:pt x="198049" y="40555"/>
                </a:lnTo>
                <a:lnTo>
                  <a:pt x="199107" y="40444"/>
                </a:lnTo>
                <a:lnTo>
                  <a:pt x="200166" y="40339"/>
                </a:lnTo>
                <a:lnTo>
                  <a:pt x="201228" y="40241"/>
                </a:lnTo>
                <a:lnTo>
                  <a:pt x="202291" y="40148"/>
                </a:lnTo>
                <a:lnTo>
                  <a:pt x="203356" y="40062"/>
                </a:lnTo>
                <a:lnTo>
                  <a:pt x="204423" y="39982"/>
                </a:lnTo>
                <a:lnTo>
                  <a:pt x="205492" y="39909"/>
                </a:lnTo>
                <a:lnTo>
                  <a:pt x="206562" y="39841"/>
                </a:lnTo>
                <a:lnTo>
                  <a:pt x="207634" y="39780"/>
                </a:lnTo>
                <a:lnTo>
                  <a:pt x="208708" y="39726"/>
                </a:lnTo>
                <a:lnTo>
                  <a:pt x="209783" y="39677"/>
                </a:lnTo>
                <a:lnTo>
                  <a:pt x="210860" y="39636"/>
                </a:lnTo>
                <a:lnTo>
                  <a:pt x="211939" y="39600"/>
                </a:lnTo>
                <a:lnTo>
                  <a:pt x="213019" y="39571"/>
                </a:lnTo>
                <a:lnTo>
                  <a:pt x="214101" y="39548"/>
                </a:lnTo>
                <a:lnTo>
                  <a:pt x="215184" y="39532"/>
                </a:lnTo>
                <a:lnTo>
                  <a:pt x="216269" y="39522"/>
                </a:lnTo>
                <a:lnTo>
                  <a:pt x="217356" y="39519"/>
                </a:lnTo>
                <a:lnTo>
                  <a:pt x="217356" y="1976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A71AE2D5-4531-49EA-A839-9E1ED504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112" y="3600579"/>
            <a:ext cx="443442" cy="131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Inverse</a:t>
            </a:r>
          </a:p>
        </p:txBody>
      </p:sp>
      <p:sp>
        <p:nvSpPr>
          <p:cNvPr id="113" name="pdf-text-13-1">
            <a:extLst xmlns:a="http://schemas.openxmlformats.org/drawingml/2006/main">
              <a:ext uri="{FF2B5EF4-FFF2-40B4-BE49-F238E27FC236}">
                <a16:creationId xmlns:a16="http://schemas.microsoft.com/office/drawing/2014/main" id="{0E326012-FCC3-4868-8F19-68012F8E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24" y="3771828"/>
            <a:ext cx="889672" cy="131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Dynamics</a:t>
            </a:r>
          </a:p>
        </p:txBody>
      </p:sp>
      <p:sp>
        <p:nvSpPr>
          <p:cNvPr id="114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7AB834E5-910C-48B9-A3A6-085C29A9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9903" y="3106589"/>
            <a:ext cx="289808" cy="342500"/>
          </a:xfrm>
          <a:custGeom xmlns:a="http://schemas.openxmlformats.org/drawingml/2006/main">
            <a:pathLst>
              <a:path w="289808" h="342500">
                <a:moveTo>
                  <a:pt x="285428" y="253051"/>
                </a:moveTo>
                <a:lnTo>
                  <a:pt x="140525" y="342500"/>
                </a:lnTo>
                <a:lnTo>
                  <a:pt x="0" y="260698"/>
                </a:lnTo>
                <a:lnTo>
                  <a:pt x="4379" y="89449"/>
                </a:lnTo>
                <a:lnTo>
                  <a:pt x="149283" y="0"/>
                </a:lnTo>
                <a:lnTo>
                  <a:pt x="289808" y="81801"/>
                </a:lnTo>
                <a:lnTo>
                  <a:pt x="285428" y="253051"/>
                </a:lnTo>
              </a:path>
            </a:pathLst>
          </a:custGeom>
          <a:solidFill xmlns:a="http://schemas.openxmlformats.org/drawingml/2006/main">
            <a:srgbClr val="B2C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D26862E3-A9B4-4CB1-831F-133FC165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6535" y="3091230"/>
            <a:ext cx="316544" cy="373216"/>
          </a:xfrm>
          <a:custGeom xmlns:a="http://schemas.openxmlformats.org/drawingml/2006/main">
            <a:pathLst>
              <a:path w="316544" h="373216">
                <a:moveTo>
                  <a:pt x="298797" y="268409"/>
                </a:moveTo>
                <a:lnTo>
                  <a:pt x="298797" y="268410"/>
                </a:lnTo>
                <a:lnTo>
                  <a:pt x="298797" y="268410"/>
                </a:lnTo>
                <a:lnTo>
                  <a:pt x="298797" y="268409"/>
                </a:lnTo>
                <a:lnTo>
                  <a:pt x="298797" y="268409"/>
                </a:lnTo>
                <a:close/>
                <a:moveTo>
                  <a:pt x="17748" y="104807"/>
                </a:moveTo>
                <a:lnTo>
                  <a:pt x="17748" y="104807"/>
                </a:lnTo>
                <a:lnTo>
                  <a:pt x="17748" y="104807"/>
                </a:lnTo>
                <a:lnTo>
                  <a:pt x="17748" y="104807"/>
                </a:lnTo>
                <a:lnTo>
                  <a:pt x="17748" y="104807"/>
                </a:lnTo>
                <a:close/>
                <a:moveTo>
                  <a:pt x="162651" y="15358"/>
                </a:moveTo>
                <a:lnTo>
                  <a:pt x="162651" y="15358"/>
                </a:lnTo>
                <a:lnTo>
                  <a:pt x="162651" y="15358"/>
                </a:lnTo>
                <a:lnTo>
                  <a:pt x="162651" y="15358"/>
                </a:lnTo>
                <a:close/>
                <a:moveTo>
                  <a:pt x="303176" y="97160"/>
                </a:moveTo>
                <a:lnTo>
                  <a:pt x="303176" y="97160"/>
                </a:lnTo>
                <a:lnTo>
                  <a:pt x="303176" y="97160"/>
                </a:lnTo>
                <a:lnTo>
                  <a:pt x="303176" y="97160"/>
                </a:lnTo>
                <a:close/>
                <a:moveTo>
                  <a:pt x="298797" y="268409"/>
                </a:moveTo>
                <a:lnTo>
                  <a:pt x="291878" y="257200"/>
                </a:lnTo>
                <a:lnTo>
                  <a:pt x="146974" y="346649"/>
                </a:lnTo>
                <a:lnTo>
                  <a:pt x="153893" y="357858"/>
                </a:lnTo>
                <a:lnTo>
                  <a:pt x="153893" y="357858"/>
                </a:lnTo>
                <a:lnTo>
                  <a:pt x="298797" y="268410"/>
                </a:lnTo>
                <a:lnTo>
                  <a:pt x="298797" y="268409"/>
                </a:lnTo>
                <a:close/>
                <a:moveTo>
                  <a:pt x="153893" y="357858"/>
                </a:moveTo>
                <a:lnTo>
                  <a:pt x="153893" y="357858"/>
                </a:lnTo>
                <a:lnTo>
                  <a:pt x="160521" y="346474"/>
                </a:lnTo>
                <a:lnTo>
                  <a:pt x="19996" y="264672"/>
                </a:lnTo>
                <a:lnTo>
                  <a:pt x="13369" y="276057"/>
                </a:lnTo>
                <a:close/>
                <a:moveTo>
                  <a:pt x="13368" y="276057"/>
                </a:moveTo>
                <a:lnTo>
                  <a:pt x="13369" y="276057"/>
                </a:lnTo>
                <a:lnTo>
                  <a:pt x="26537" y="276393"/>
                </a:lnTo>
                <a:lnTo>
                  <a:pt x="30916" y="105144"/>
                </a:lnTo>
                <a:lnTo>
                  <a:pt x="17748" y="104807"/>
                </a:lnTo>
                <a:lnTo>
                  <a:pt x="17748" y="104807"/>
                </a:lnTo>
                <a:close/>
                <a:moveTo>
                  <a:pt x="17748" y="104807"/>
                </a:moveTo>
                <a:lnTo>
                  <a:pt x="24667" y="116016"/>
                </a:lnTo>
                <a:lnTo>
                  <a:pt x="169571" y="26568"/>
                </a:lnTo>
                <a:lnTo>
                  <a:pt x="162651" y="15358"/>
                </a:lnTo>
                <a:lnTo>
                  <a:pt x="162651" y="15358"/>
                </a:lnTo>
                <a:lnTo>
                  <a:pt x="17748" y="104807"/>
                </a:lnTo>
                <a:lnTo>
                  <a:pt x="17748" y="104807"/>
                </a:lnTo>
                <a:close/>
                <a:moveTo>
                  <a:pt x="162651" y="15358"/>
                </a:moveTo>
                <a:lnTo>
                  <a:pt x="156024" y="26743"/>
                </a:lnTo>
                <a:lnTo>
                  <a:pt x="296548" y="108544"/>
                </a:lnTo>
                <a:lnTo>
                  <a:pt x="303176" y="97160"/>
                </a:lnTo>
                <a:lnTo>
                  <a:pt x="303176" y="97160"/>
                </a:lnTo>
                <a:lnTo>
                  <a:pt x="303176" y="97159"/>
                </a:lnTo>
                <a:lnTo>
                  <a:pt x="162651" y="15358"/>
                </a:lnTo>
                <a:lnTo>
                  <a:pt x="162651" y="15358"/>
                </a:lnTo>
                <a:lnTo>
                  <a:pt x="162651" y="15358"/>
                </a:lnTo>
                <a:close/>
                <a:moveTo>
                  <a:pt x="303176" y="97160"/>
                </a:moveTo>
                <a:lnTo>
                  <a:pt x="290007" y="96823"/>
                </a:lnTo>
                <a:lnTo>
                  <a:pt x="285628" y="268073"/>
                </a:lnTo>
                <a:lnTo>
                  <a:pt x="298797" y="268409"/>
                </a:lnTo>
                <a:lnTo>
                  <a:pt x="298797" y="268409"/>
                </a:lnTo>
                <a:lnTo>
                  <a:pt x="303176" y="97160"/>
                </a:lnTo>
                <a:lnTo>
                  <a:pt x="303176" y="9716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D3D944C-E1AB-4C06-8410-4AE4FB3AF3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c2162e6ab48bc"/>
          <a:srcRect xmlns:a="http://schemas.openxmlformats.org/drawingml/2006/main" l="131" t="0" r="1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6431" y="3409569"/>
            <a:ext cx="1219269" cy="764039"/>
          </a:xfrm>
          <a:prstGeom xmlns:a="http://schemas.openxmlformats.org/drawingml/2006/main" prst="rect">
            <a:avLst/>
          </a:prstGeom>
        </p:spPr>
      </p:pic>
      <p:sp>
        <p:nvSpPr>
          <p:cNvPr id="117" name="uniskill-source-component-19">
            <a:extLst xmlns:a="http://schemas.openxmlformats.org/drawingml/2006/main">
              <a:ext uri="{FF2B5EF4-FFF2-40B4-BE49-F238E27FC236}">
                <a16:creationId xmlns:a16="http://schemas.microsoft.com/office/drawing/2014/main" id="{3FD54899-FF6B-4FF2-88CA-17792A36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431" y="3409569"/>
            <a:ext cx="1219269" cy="764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097C40A4-0080-45FC-9BCD-79A4E559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0383" y="3396396"/>
            <a:ext cx="790385" cy="790385"/>
          </a:xfrm>
          <a:custGeom xmlns:a="http://schemas.openxmlformats.org/drawingml/2006/main">
            <a:pathLst>
              <a:path w="790385" h="790385">
                <a:moveTo>
                  <a:pt x="13173" y="13173"/>
                </a:moveTo>
                <a:lnTo>
                  <a:pt x="13173" y="13173"/>
                </a:lnTo>
                <a:lnTo>
                  <a:pt x="13173" y="13173"/>
                </a:lnTo>
                <a:lnTo>
                  <a:pt x="13173" y="13173"/>
                </a:lnTo>
                <a:lnTo>
                  <a:pt x="13173" y="13173"/>
                </a:lnTo>
                <a:close/>
                <a:moveTo>
                  <a:pt x="13173" y="777212"/>
                </a:moveTo>
                <a:lnTo>
                  <a:pt x="13173" y="777212"/>
                </a:lnTo>
                <a:lnTo>
                  <a:pt x="13173" y="777212"/>
                </a:lnTo>
                <a:lnTo>
                  <a:pt x="13173" y="777212"/>
                </a:lnTo>
                <a:lnTo>
                  <a:pt x="13173" y="777212"/>
                </a:lnTo>
                <a:close/>
                <a:moveTo>
                  <a:pt x="13173" y="13173"/>
                </a:moveTo>
                <a:lnTo>
                  <a:pt x="13173" y="26347"/>
                </a:lnTo>
                <a:lnTo>
                  <a:pt x="777211" y="26347"/>
                </a:lnTo>
                <a:lnTo>
                  <a:pt x="777211" y="13173"/>
                </a:lnTo>
                <a:lnTo>
                  <a:pt x="13173" y="13173"/>
                </a:lnTo>
                <a:lnTo>
                  <a:pt x="13173" y="13173"/>
                </a:lnTo>
                <a:close/>
                <a:moveTo>
                  <a:pt x="777211" y="13173"/>
                </a:moveTo>
                <a:lnTo>
                  <a:pt x="764039" y="13173"/>
                </a:lnTo>
                <a:lnTo>
                  <a:pt x="764039" y="777212"/>
                </a:lnTo>
                <a:lnTo>
                  <a:pt x="777211" y="777212"/>
                </a:lnTo>
                <a:close/>
                <a:moveTo>
                  <a:pt x="777211" y="777212"/>
                </a:moveTo>
                <a:lnTo>
                  <a:pt x="777211" y="764039"/>
                </a:lnTo>
                <a:lnTo>
                  <a:pt x="13173" y="764039"/>
                </a:lnTo>
                <a:lnTo>
                  <a:pt x="13173" y="777212"/>
                </a:lnTo>
                <a:lnTo>
                  <a:pt x="13173" y="777212"/>
                </a:lnTo>
                <a:close/>
                <a:moveTo>
                  <a:pt x="13173" y="777212"/>
                </a:moveTo>
                <a:lnTo>
                  <a:pt x="26346" y="777212"/>
                </a:lnTo>
                <a:lnTo>
                  <a:pt x="26346" y="13173"/>
                </a:lnTo>
                <a:lnTo>
                  <a:pt x="13173" y="13173"/>
                </a:lnTo>
                <a:lnTo>
                  <a:pt x="13173" y="13173"/>
                </a:lnTo>
                <a:lnTo>
                  <a:pt x="13173" y="777212"/>
                </a:lnTo>
                <a:lnTo>
                  <a:pt x="13173" y="77721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AE41FE5-64BC-4E86-90E6-3509BC6CE4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6c3162ca14537"/>
          <a:srcRect xmlns:a="http://schemas.openxmlformats.org/drawingml/2006/main" l="272" t="0" r="2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52777" y="3409569"/>
            <a:ext cx="1358290" cy="764039"/>
          </a:xfrm>
          <a:prstGeom xmlns:a="http://schemas.openxmlformats.org/drawingml/2006/main" prst="rect">
            <a:avLst/>
          </a:prstGeom>
        </p:spPr>
      </p:pic>
      <p:sp>
        <p:nvSpPr>
          <p:cNvPr id="120" name="uniskill-source-component-20">
            <a:extLst xmlns:a="http://schemas.openxmlformats.org/drawingml/2006/main">
              <a:ext uri="{FF2B5EF4-FFF2-40B4-BE49-F238E27FC236}">
                <a16:creationId xmlns:a16="http://schemas.microsoft.com/office/drawing/2014/main" id="{822C90A7-91F3-4655-B2A8-9ACA6AFE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2777" y="3409569"/>
            <a:ext cx="1358290" cy="764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22252F82-B8C5-40B8-ABD3-514424C2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6730" y="3396396"/>
            <a:ext cx="790385" cy="790385"/>
          </a:xfrm>
          <a:custGeom xmlns:a="http://schemas.openxmlformats.org/drawingml/2006/main">
            <a:pathLst>
              <a:path w="790385" h="790385">
                <a:moveTo>
                  <a:pt x="13173" y="13173"/>
                </a:moveTo>
                <a:lnTo>
                  <a:pt x="13173" y="13173"/>
                </a:lnTo>
                <a:lnTo>
                  <a:pt x="13173" y="13173"/>
                </a:lnTo>
                <a:lnTo>
                  <a:pt x="13173" y="13173"/>
                </a:lnTo>
                <a:lnTo>
                  <a:pt x="13173" y="13173"/>
                </a:lnTo>
                <a:close/>
                <a:moveTo>
                  <a:pt x="13173" y="777212"/>
                </a:moveTo>
                <a:lnTo>
                  <a:pt x="13173" y="777212"/>
                </a:lnTo>
                <a:lnTo>
                  <a:pt x="13173" y="777212"/>
                </a:lnTo>
                <a:lnTo>
                  <a:pt x="13173" y="777212"/>
                </a:lnTo>
                <a:lnTo>
                  <a:pt x="13173" y="777212"/>
                </a:lnTo>
                <a:close/>
                <a:moveTo>
                  <a:pt x="13173" y="13173"/>
                </a:moveTo>
                <a:lnTo>
                  <a:pt x="13173" y="26347"/>
                </a:lnTo>
                <a:lnTo>
                  <a:pt x="777211" y="26347"/>
                </a:lnTo>
                <a:lnTo>
                  <a:pt x="777211" y="13173"/>
                </a:lnTo>
                <a:lnTo>
                  <a:pt x="13173" y="13173"/>
                </a:lnTo>
                <a:lnTo>
                  <a:pt x="13173" y="13173"/>
                </a:lnTo>
                <a:close/>
                <a:moveTo>
                  <a:pt x="777211" y="13173"/>
                </a:moveTo>
                <a:lnTo>
                  <a:pt x="764039" y="13173"/>
                </a:lnTo>
                <a:lnTo>
                  <a:pt x="764039" y="777212"/>
                </a:lnTo>
                <a:lnTo>
                  <a:pt x="777211" y="777212"/>
                </a:lnTo>
                <a:close/>
                <a:moveTo>
                  <a:pt x="777211" y="777212"/>
                </a:moveTo>
                <a:lnTo>
                  <a:pt x="777211" y="764039"/>
                </a:lnTo>
                <a:lnTo>
                  <a:pt x="13173" y="764039"/>
                </a:lnTo>
                <a:lnTo>
                  <a:pt x="13173" y="777212"/>
                </a:lnTo>
                <a:lnTo>
                  <a:pt x="13173" y="777212"/>
                </a:lnTo>
                <a:close/>
                <a:moveTo>
                  <a:pt x="13173" y="777212"/>
                </a:moveTo>
                <a:lnTo>
                  <a:pt x="26346" y="777212"/>
                </a:lnTo>
                <a:lnTo>
                  <a:pt x="26346" y="13173"/>
                </a:lnTo>
                <a:lnTo>
                  <a:pt x="13173" y="13173"/>
                </a:lnTo>
                <a:lnTo>
                  <a:pt x="13173" y="13173"/>
                </a:lnTo>
                <a:lnTo>
                  <a:pt x="13173" y="777212"/>
                </a:lnTo>
                <a:lnTo>
                  <a:pt x="13173" y="77721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17B75EA-3CD2-4FA3-BF06-29F000B6F5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2989ecaca47f5"/>
          <a:srcRect xmlns:a="http://schemas.openxmlformats.org/drawingml/2006/main" l="272" t="0" r="2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9123" y="3409569"/>
            <a:ext cx="1358290" cy="764039"/>
          </a:xfrm>
          <a:prstGeom xmlns:a="http://schemas.openxmlformats.org/drawingml/2006/main" prst="rect">
            <a:avLst/>
          </a:prstGeom>
        </p:spPr>
      </p:pic>
      <p:sp>
        <p:nvSpPr>
          <p:cNvPr id="123" name="uniskill-source-component-21">
            <a:extLst xmlns:a="http://schemas.openxmlformats.org/drawingml/2006/main">
              <a:ext uri="{FF2B5EF4-FFF2-40B4-BE49-F238E27FC236}">
                <a16:creationId xmlns:a16="http://schemas.microsoft.com/office/drawing/2014/main" id="{2F23CE26-1457-48AC-AFC0-86153E8F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9123" y="3409569"/>
            <a:ext cx="1358290" cy="764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B7C26806-E66D-4BE6-97A2-8AEE7664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3076" y="3396396"/>
            <a:ext cx="790385" cy="790385"/>
          </a:xfrm>
          <a:custGeom xmlns:a="http://schemas.openxmlformats.org/drawingml/2006/main">
            <a:pathLst>
              <a:path w="790385" h="790385">
                <a:moveTo>
                  <a:pt x="13173" y="26347"/>
                </a:moveTo>
                <a:lnTo>
                  <a:pt x="777211" y="26347"/>
                </a:lnTo>
                <a:lnTo>
                  <a:pt x="777211" y="13173"/>
                </a:lnTo>
                <a:lnTo>
                  <a:pt x="13173" y="13173"/>
                </a:lnTo>
                <a:close/>
                <a:moveTo>
                  <a:pt x="777211" y="13173"/>
                </a:moveTo>
                <a:lnTo>
                  <a:pt x="764039" y="13173"/>
                </a:lnTo>
                <a:lnTo>
                  <a:pt x="764039" y="777212"/>
                </a:lnTo>
                <a:lnTo>
                  <a:pt x="777211" y="777212"/>
                </a:lnTo>
                <a:close/>
                <a:moveTo>
                  <a:pt x="13173" y="777212"/>
                </a:moveTo>
                <a:lnTo>
                  <a:pt x="777211" y="777212"/>
                </a:lnTo>
                <a:lnTo>
                  <a:pt x="777211" y="764039"/>
                </a:lnTo>
                <a:lnTo>
                  <a:pt x="13173" y="764039"/>
                </a:lnTo>
                <a:close/>
                <a:moveTo>
                  <a:pt x="13173" y="777212"/>
                </a:moveTo>
                <a:lnTo>
                  <a:pt x="26346" y="777212"/>
                </a:lnTo>
                <a:lnTo>
                  <a:pt x="26346" y="13173"/>
                </a:lnTo>
                <a:lnTo>
                  <a:pt x="13173" y="1317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93EA9DEC-3D1B-4657-96CA-E139E2A4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2822" y="4282285"/>
            <a:ext cx="260805" cy="197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5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5343CBE-2916-46F6-AC54-055C8DF93E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395d83a634a62"/>
          <a:srcRect xmlns:a="http://schemas.openxmlformats.org/drawingml/2006/main" l="96" t="0" r="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32224" y="906684"/>
            <a:ext cx="1039011" cy="764038"/>
          </a:xfrm>
          <a:prstGeom xmlns:a="http://schemas.openxmlformats.org/drawingml/2006/main" prst="rect">
            <a:avLst/>
          </a:prstGeom>
        </p:spPr>
      </p:pic>
      <p:sp>
        <p:nvSpPr>
          <p:cNvPr id="127" name="uniskill-source-component-22">
            <a:extLst xmlns:a="http://schemas.openxmlformats.org/drawingml/2006/main">
              <a:ext uri="{FF2B5EF4-FFF2-40B4-BE49-F238E27FC236}">
                <a16:creationId xmlns:a16="http://schemas.microsoft.com/office/drawing/2014/main" id="{93A3E6EE-7891-4F28-8709-195712BF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2224" y="906684"/>
            <a:ext cx="1039011" cy="76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B56207C-61B3-4100-A7EA-575BF0FDBF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1649d26704458"/>
          <a:srcRect xmlns:a="http://schemas.openxmlformats.org/drawingml/2006/main" l="272" t="0" r="2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04315" y="906684"/>
            <a:ext cx="1358290" cy="764038"/>
          </a:xfrm>
          <a:prstGeom xmlns:a="http://schemas.openxmlformats.org/drawingml/2006/main" prst="rect">
            <a:avLst/>
          </a:prstGeom>
        </p:spPr>
      </p:pic>
      <p:sp>
        <p:nvSpPr>
          <p:cNvPr id="129" name="uniskill-source-component-23">
            <a:extLst xmlns:a="http://schemas.openxmlformats.org/drawingml/2006/main">
              <a:ext uri="{FF2B5EF4-FFF2-40B4-BE49-F238E27FC236}">
                <a16:creationId xmlns:a16="http://schemas.microsoft.com/office/drawing/2014/main" id="{FF37BDB2-E058-4731-A2C0-EEACA6E9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4315" y="906684"/>
            <a:ext cx="1358290" cy="76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126B85B-0A97-4FA3-809E-6A9E7B607B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276b081694ba5"/>
          <a:srcRect xmlns:a="http://schemas.openxmlformats.org/drawingml/2006/main" l="56" t="0" r="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0451" y="906684"/>
            <a:ext cx="1326017" cy="764038"/>
          </a:xfrm>
          <a:prstGeom xmlns:a="http://schemas.openxmlformats.org/drawingml/2006/main" prst="rect">
            <a:avLst/>
          </a:prstGeom>
        </p:spPr>
      </p:pic>
      <p:sp>
        <p:nvSpPr>
          <p:cNvPr id="131" name="uniskill-source-component-24">
            <a:extLst xmlns:a="http://schemas.openxmlformats.org/drawingml/2006/main">
              <a:ext uri="{FF2B5EF4-FFF2-40B4-BE49-F238E27FC236}">
                <a16:creationId xmlns:a16="http://schemas.microsoft.com/office/drawing/2014/main" id="{069030F4-B908-4423-AC92-A2797E0F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0451" y="906684"/>
            <a:ext cx="1326017" cy="76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2" name="pdf-path-113">
            <a:extLst xmlns:a="http://schemas.openxmlformats.org/drawingml/2006/main">
              <a:ext uri="{FF2B5EF4-FFF2-40B4-BE49-F238E27FC236}">
                <a16:creationId xmlns:a16="http://schemas.microsoft.com/office/drawing/2014/main" id="{8F1A48F0-C453-4AD8-BBB6-92B5BD28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8268" y="893511"/>
            <a:ext cx="790385" cy="790384"/>
          </a:xfrm>
          <a:custGeom xmlns:a="http://schemas.openxmlformats.org/drawingml/2006/main">
            <a:pathLst>
              <a:path w="790385" h="790384">
                <a:moveTo>
                  <a:pt x="777212" y="777211"/>
                </a:moveTo>
                <a:lnTo>
                  <a:pt x="777212" y="777212"/>
                </a:lnTo>
                <a:lnTo>
                  <a:pt x="777212" y="777212"/>
                </a:lnTo>
                <a:lnTo>
                  <a:pt x="777212" y="777211"/>
                </a:lnTo>
                <a:lnTo>
                  <a:pt x="777212" y="777211"/>
                </a:lnTo>
                <a:close/>
                <a:moveTo>
                  <a:pt x="13173" y="13173"/>
                </a:moveTo>
                <a:lnTo>
                  <a:pt x="13173" y="26346"/>
                </a:lnTo>
                <a:lnTo>
                  <a:pt x="777212" y="26346"/>
                </a:lnTo>
                <a:lnTo>
                  <a:pt x="777212" y="13173"/>
                </a:lnTo>
                <a:close/>
                <a:moveTo>
                  <a:pt x="777212" y="13173"/>
                </a:moveTo>
                <a:lnTo>
                  <a:pt x="764039" y="13173"/>
                </a:lnTo>
                <a:lnTo>
                  <a:pt x="764039" y="777211"/>
                </a:lnTo>
                <a:lnTo>
                  <a:pt x="777212" y="777211"/>
                </a:lnTo>
                <a:lnTo>
                  <a:pt x="777212" y="777211"/>
                </a:lnTo>
                <a:close/>
                <a:moveTo>
                  <a:pt x="777212" y="777211"/>
                </a:moveTo>
                <a:lnTo>
                  <a:pt x="777212" y="764038"/>
                </a:lnTo>
                <a:lnTo>
                  <a:pt x="13173" y="764038"/>
                </a:lnTo>
                <a:lnTo>
                  <a:pt x="13173" y="777212"/>
                </a:lnTo>
                <a:lnTo>
                  <a:pt x="777212" y="777212"/>
                </a:lnTo>
                <a:lnTo>
                  <a:pt x="777212" y="777211"/>
                </a:lnTo>
                <a:close/>
                <a:moveTo>
                  <a:pt x="13173" y="777211"/>
                </a:moveTo>
                <a:lnTo>
                  <a:pt x="26346" y="777211"/>
                </a:lnTo>
                <a:lnTo>
                  <a:pt x="26346" y="13173"/>
                </a:lnTo>
                <a:lnTo>
                  <a:pt x="13173" y="13173"/>
                </a:lnTo>
                <a:close/>
              </a:path>
            </a:pathLst>
          </a:custGeom>
          <a:solidFill xmlns:a="http://schemas.openxmlformats.org/drawingml/2006/main">
            <a:srgbClr val="262626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61B116F-8882-43E8-8D89-F9B94017EB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de8d1e8ae47b7"/>
          <a:srcRect xmlns:a="http://schemas.openxmlformats.org/drawingml/2006/main" l="96" t="0" r="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7128" y="788127"/>
            <a:ext cx="1039011" cy="764038"/>
          </a:xfrm>
          <a:prstGeom xmlns:a="http://schemas.openxmlformats.org/drawingml/2006/main" prst="rect">
            <a:avLst/>
          </a:prstGeom>
        </p:spPr>
      </p:pic>
      <p:sp>
        <p:nvSpPr>
          <p:cNvPr id="134" name="uniskill-source-component-25">
            <a:extLst xmlns:a="http://schemas.openxmlformats.org/drawingml/2006/main">
              <a:ext uri="{FF2B5EF4-FFF2-40B4-BE49-F238E27FC236}">
                <a16:creationId xmlns:a16="http://schemas.microsoft.com/office/drawing/2014/main" id="{B01F5E3E-99A1-45EE-AD67-2E3B917E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7128" y="788127"/>
            <a:ext cx="1039011" cy="76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1B5C7F4-5D91-46EC-8CF0-3ED73E9F4E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6b96dc126486b"/>
          <a:srcRect xmlns:a="http://schemas.openxmlformats.org/drawingml/2006/main" l="272" t="0" r="2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9219" y="788127"/>
            <a:ext cx="1358290" cy="764038"/>
          </a:xfrm>
          <a:prstGeom xmlns:a="http://schemas.openxmlformats.org/drawingml/2006/main" prst="rect">
            <a:avLst/>
          </a:prstGeom>
        </p:spPr>
      </p:pic>
      <p:sp>
        <p:nvSpPr>
          <p:cNvPr id="136" name="uniskill-source-component-26">
            <a:extLst xmlns:a="http://schemas.openxmlformats.org/drawingml/2006/main">
              <a:ext uri="{FF2B5EF4-FFF2-40B4-BE49-F238E27FC236}">
                <a16:creationId xmlns:a16="http://schemas.microsoft.com/office/drawing/2014/main" id="{C07BEE01-D561-4572-A452-ECEEF2CA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9219" y="788127"/>
            <a:ext cx="1358290" cy="76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70B9547F-260C-413B-AC34-A7D1195F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3172" y="774954"/>
            <a:ext cx="790385" cy="790384"/>
          </a:xfrm>
          <a:custGeom xmlns:a="http://schemas.openxmlformats.org/drawingml/2006/main">
            <a:pathLst>
              <a:path w="790385" h="790384">
                <a:moveTo>
                  <a:pt x="777211" y="13173"/>
                </a:moveTo>
                <a:lnTo>
                  <a:pt x="13173" y="13173"/>
                </a:lnTo>
                <a:lnTo>
                  <a:pt x="13173" y="26346"/>
                </a:lnTo>
                <a:lnTo>
                  <a:pt x="777211" y="26346"/>
                </a:lnTo>
                <a:close/>
                <a:moveTo>
                  <a:pt x="777211" y="13173"/>
                </a:moveTo>
                <a:lnTo>
                  <a:pt x="764039" y="13173"/>
                </a:lnTo>
                <a:lnTo>
                  <a:pt x="764039" y="777211"/>
                </a:lnTo>
                <a:lnTo>
                  <a:pt x="777211" y="777211"/>
                </a:lnTo>
                <a:close/>
                <a:moveTo>
                  <a:pt x="13173" y="777212"/>
                </a:moveTo>
                <a:lnTo>
                  <a:pt x="777211" y="777212"/>
                </a:lnTo>
                <a:lnTo>
                  <a:pt x="777211" y="764038"/>
                </a:lnTo>
                <a:lnTo>
                  <a:pt x="13173" y="764038"/>
                </a:lnTo>
                <a:close/>
                <a:moveTo>
                  <a:pt x="13173" y="777211"/>
                </a:moveTo>
                <a:lnTo>
                  <a:pt x="26346" y="777211"/>
                </a:lnTo>
                <a:lnTo>
                  <a:pt x="26346" y="13173"/>
                </a:lnTo>
                <a:lnTo>
                  <a:pt x="13173" y="13173"/>
                </a:lnTo>
                <a:close/>
              </a:path>
            </a:pathLst>
          </a:custGeom>
          <a:solidFill xmlns:a="http://schemas.openxmlformats.org/drawingml/2006/main">
            <a:srgbClr val="26262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AE0C895-A8C8-424C-B593-7DDF807CB8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45e014f414d4b"/>
          <a:srcRect xmlns:a="http://schemas.openxmlformats.org/drawingml/2006/main" l="96" t="0" r="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0734" y="1025243"/>
            <a:ext cx="1039011" cy="764038"/>
          </a:xfrm>
          <a:prstGeom xmlns:a="http://schemas.openxmlformats.org/drawingml/2006/main" prst="rect">
            <a:avLst/>
          </a:prstGeom>
        </p:spPr>
      </p:pic>
      <p:sp>
        <p:nvSpPr>
          <p:cNvPr id="139" name="uniskill-source-component-27">
            <a:extLst xmlns:a="http://schemas.openxmlformats.org/drawingml/2006/main">
              <a:ext uri="{FF2B5EF4-FFF2-40B4-BE49-F238E27FC236}">
                <a16:creationId xmlns:a16="http://schemas.microsoft.com/office/drawing/2014/main" id="{A37FCFC2-7CCA-456C-A679-E0503670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0734" y="1025243"/>
            <a:ext cx="1039011" cy="76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71B91D9-CFAA-4056-984E-091D58E33E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9800fa4d94db5"/>
          <a:srcRect xmlns:a="http://schemas.openxmlformats.org/drawingml/2006/main" l="272" t="0" r="2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59412" y="1025243"/>
            <a:ext cx="1358290" cy="764038"/>
          </a:xfrm>
          <a:prstGeom xmlns:a="http://schemas.openxmlformats.org/drawingml/2006/main" prst="rect">
            <a:avLst/>
          </a:prstGeom>
        </p:spPr>
      </p:pic>
      <p:sp>
        <p:nvSpPr>
          <p:cNvPr id="141" name="uniskill-source-component-28">
            <a:extLst xmlns:a="http://schemas.openxmlformats.org/drawingml/2006/main">
              <a:ext uri="{FF2B5EF4-FFF2-40B4-BE49-F238E27FC236}">
                <a16:creationId xmlns:a16="http://schemas.microsoft.com/office/drawing/2014/main" id="{1AE5568B-7A22-4EBD-BE75-2417106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9412" y="1025243"/>
            <a:ext cx="1358290" cy="76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E31C923-3ACD-47C5-A4D3-9BF54C90C3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792810703484a"/>
          <a:srcRect xmlns:a="http://schemas.openxmlformats.org/drawingml/2006/main" l="56" t="0" r="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5548" y="1025243"/>
            <a:ext cx="1326017" cy="764038"/>
          </a:xfrm>
          <a:prstGeom xmlns:a="http://schemas.openxmlformats.org/drawingml/2006/main" prst="rect">
            <a:avLst/>
          </a:prstGeom>
        </p:spPr>
      </p:pic>
      <p:sp>
        <p:nvSpPr>
          <p:cNvPr id="143" name="uniskill-source-component-29">
            <a:extLst xmlns:a="http://schemas.openxmlformats.org/drawingml/2006/main">
              <a:ext uri="{FF2B5EF4-FFF2-40B4-BE49-F238E27FC236}">
                <a16:creationId xmlns:a16="http://schemas.microsoft.com/office/drawing/2014/main" id="{CB4092B4-18EB-4C5F-8BBF-F0397DA8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5548" y="1025243"/>
            <a:ext cx="1326017" cy="76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4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205B1B3C-FA14-4B9C-AC1F-4024F706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364" y="1012070"/>
            <a:ext cx="790385" cy="790384"/>
          </a:xfrm>
          <a:custGeom xmlns:a="http://schemas.openxmlformats.org/drawingml/2006/main">
            <a:pathLst>
              <a:path w="790385" h="790384">
                <a:moveTo>
                  <a:pt x="13173" y="13173"/>
                </a:moveTo>
                <a:lnTo>
                  <a:pt x="13173" y="13173"/>
                </a:lnTo>
                <a:lnTo>
                  <a:pt x="13173" y="13173"/>
                </a:lnTo>
                <a:lnTo>
                  <a:pt x="13173" y="13173"/>
                </a:lnTo>
                <a:lnTo>
                  <a:pt x="13173" y="13173"/>
                </a:lnTo>
                <a:close/>
                <a:moveTo>
                  <a:pt x="13173" y="13173"/>
                </a:moveTo>
                <a:lnTo>
                  <a:pt x="13173" y="26346"/>
                </a:lnTo>
                <a:lnTo>
                  <a:pt x="777211" y="26346"/>
                </a:lnTo>
                <a:lnTo>
                  <a:pt x="777211" y="13173"/>
                </a:lnTo>
                <a:lnTo>
                  <a:pt x="13173" y="13173"/>
                </a:lnTo>
                <a:lnTo>
                  <a:pt x="13173" y="13173"/>
                </a:lnTo>
                <a:close/>
                <a:moveTo>
                  <a:pt x="777211" y="777211"/>
                </a:moveTo>
                <a:lnTo>
                  <a:pt x="777211" y="13173"/>
                </a:lnTo>
                <a:lnTo>
                  <a:pt x="764039" y="13173"/>
                </a:lnTo>
                <a:lnTo>
                  <a:pt x="764039" y="777211"/>
                </a:lnTo>
                <a:close/>
                <a:moveTo>
                  <a:pt x="777211" y="777211"/>
                </a:moveTo>
                <a:lnTo>
                  <a:pt x="777211" y="764038"/>
                </a:lnTo>
                <a:lnTo>
                  <a:pt x="13173" y="764038"/>
                </a:lnTo>
                <a:lnTo>
                  <a:pt x="13173" y="777211"/>
                </a:lnTo>
                <a:close/>
                <a:moveTo>
                  <a:pt x="13173" y="777211"/>
                </a:moveTo>
                <a:lnTo>
                  <a:pt x="26346" y="777211"/>
                </a:lnTo>
                <a:lnTo>
                  <a:pt x="26346" y="13173"/>
                </a:lnTo>
                <a:lnTo>
                  <a:pt x="13173" y="13173"/>
                </a:lnTo>
                <a:lnTo>
                  <a:pt x="13173" y="13173"/>
                </a:lnTo>
                <a:close/>
              </a:path>
            </a:pathLst>
          </a:custGeom>
          <a:solidFill xmlns:a="http://schemas.openxmlformats.org/drawingml/2006/main">
            <a:srgbClr val="262626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261D796-743E-4238-9ACC-2275522943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a0c1aa213453a"/>
          <a:srcRect xmlns:a="http://schemas.openxmlformats.org/drawingml/2006/main" l="96" t="0" r="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5830" y="1143800"/>
            <a:ext cx="1039011" cy="764038"/>
          </a:xfrm>
          <a:prstGeom xmlns:a="http://schemas.openxmlformats.org/drawingml/2006/main" prst="rect">
            <a:avLst/>
          </a:prstGeom>
        </p:spPr>
      </p:pic>
      <p:sp>
        <p:nvSpPr>
          <p:cNvPr id="146" name="uniskill-source-component-30">
            <a:extLst xmlns:a="http://schemas.openxmlformats.org/drawingml/2006/main">
              <a:ext uri="{FF2B5EF4-FFF2-40B4-BE49-F238E27FC236}">
                <a16:creationId xmlns:a16="http://schemas.microsoft.com/office/drawing/2014/main" id="{6AA4C8B6-EF28-4CDF-AD60-0E7048C0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5830" y="1143800"/>
            <a:ext cx="1039011" cy="76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634B7A5-6409-4516-B326-DCF3D4F588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4ba7c97624c99"/>
          <a:srcRect xmlns:a="http://schemas.openxmlformats.org/drawingml/2006/main" l="56" t="0" r="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0644" y="1143800"/>
            <a:ext cx="1326017" cy="764038"/>
          </a:xfrm>
          <a:prstGeom xmlns:a="http://schemas.openxmlformats.org/drawingml/2006/main" prst="rect">
            <a:avLst/>
          </a:prstGeom>
        </p:spPr>
      </p:pic>
      <p:sp>
        <p:nvSpPr>
          <p:cNvPr id="148" name="uniskill-source-component-31">
            <a:extLst xmlns:a="http://schemas.openxmlformats.org/drawingml/2006/main">
              <a:ext uri="{FF2B5EF4-FFF2-40B4-BE49-F238E27FC236}">
                <a16:creationId xmlns:a16="http://schemas.microsoft.com/office/drawing/2014/main" id="{03D51317-DB6A-4614-A60C-48F4E816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0644" y="1143800"/>
            <a:ext cx="1326017" cy="76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9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F4AB4064-38EF-4C35-88F6-CA9640A8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8460" y="1130627"/>
            <a:ext cx="790385" cy="790384"/>
          </a:xfrm>
          <a:custGeom xmlns:a="http://schemas.openxmlformats.org/drawingml/2006/main">
            <a:pathLst>
              <a:path w="790385" h="790384">
                <a:moveTo>
                  <a:pt x="777212" y="777211"/>
                </a:moveTo>
                <a:lnTo>
                  <a:pt x="777212" y="777212"/>
                </a:lnTo>
                <a:lnTo>
                  <a:pt x="777212" y="777212"/>
                </a:lnTo>
                <a:lnTo>
                  <a:pt x="777212" y="777211"/>
                </a:lnTo>
                <a:lnTo>
                  <a:pt x="777212" y="777211"/>
                </a:lnTo>
                <a:close/>
                <a:moveTo>
                  <a:pt x="13173" y="13173"/>
                </a:moveTo>
                <a:lnTo>
                  <a:pt x="13173" y="26346"/>
                </a:lnTo>
                <a:lnTo>
                  <a:pt x="777212" y="26346"/>
                </a:lnTo>
                <a:lnTo>
                  <a:pt x="777212" y="13173"/>
                </a:lnTo>
                <a:close/>
                <a:moveTo>
                  <a:pt x="777212" y="13173"/>
                </a:moveTo>
                <a:lnTo>
                  <a:pt x="764039" y="13173"/>
                </a:lnTo>
                <a:lnTo>
                  <a:pt x="764039" y="777211"/>
                </a:lnTo>
                <a:lnTo>
                  <a:pt x="777212" y="777211"/>
                </a:lnTo>
                <a:lnTo>
                  <a:pt x="777212" y="777211"/>
                </a:lnTo>
                <a:close/>
                <a:moveTo>
                  <a:pt x="777212" y="777211"/>
                </a:moveTo>
                <a:lnTo>
                  <a:pt x="777212" y="764038"/>
                </a:lnTo>
                <a:lnTo>
                  <a:pt x="13173" y="764038"/>
                </a:lnTo>
                <a:lnTo>
                  <a:pt x="13173" y="777212"/>
                </a:lnTo>
                <a:lnTo>
                  <a:pt x="777212" y="777212"/>
                </a:lnTo>
                <a:lnTo>
                  <a:pt x="777212" y="777211"/>
                </a:lnTo>
                <a:close/>
                <a:moveTo>
                  <a:pt x="13173" y="777211"/>
                </a:moveTo>
                <a:lnTo>
                  <a:pt x="26346" y="777211"/>
                </a:lnTo>
                <a:lnTo>
                  <a:pt x="26346" y="13173"/>
                </a:lnTo>
                <a:lnTo>
                  <a:pt x="13173" y="1317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C52D7382-3308-4573-B228-DB3C9897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8364" y="788127"/>
            <a:ext cx="1106538" cy="790385"/>
          </a:xfrm>
          <a:custGeom xmlns:a="http://schemas.openxmlformats.org/drawingml/2006/main">
            <a:pathLst>
              <a:path w="1106538" h="790385">
                <a:moveTo>
                  <a:pt x="0" y="197596"/>
                </a:moveTo>
                <a:lnTo>
                  <a:pt x="3" y="196509"/>
                </a:lnTo>
                <a:lnTo>
                  <a:pt x="12" y="195424"/>
                </a:lnTo>
                <a:lnTo>
                  <a:pt x="26" y="194340"/>
                </a:lnTo>
                <a:lnTo>
                  <a:pt x="47" y="193257"/>
                </a:lnTo>
                <a:lnTo>
                  <a:pt x="73" y="192175"/>
                </a:lnTo>
                <a:lnTo>
                  <a:pt x="105" y="191096"/>
                </a:lnTo>
                <a:lnTo>
                  <a:pt x="143" y="190017"/>
                </a:lnTo>
                <a:lnTo>
                  <a:pt x="186" y="188940"/>
                </a:lnTo>
                <a:lnTo>
                  <a:pt x="235" y="187865"/>
                </a:lnTo>
                <a:lnTo>
                  <a:pt x="290" y="186791"/>
                </a:lnTo>
                <a:lnTo>
                  <a:pt x="351" y="185718"/>
                </a:lnTo>
                <a:lnTo>
                  <a:pt x="418" y="184647"/>
                </a:lnTo>
                <a:lnTo>
                  <a:pt x="490" y="183578"/>
                </a:lnTo>
                <a:lnTo>
                  <a:pt x="567" y="182510"/>
                </a:lnTo>
                <a:lnTo>
                  <a:pt x="651" y="181444"/>
                </a:lnTo>
                <a:lnTo>
                  <a:pt x="740" y="180379"/>
                </a:lnTo>
                <a:lnTo>
                  <a:pt x="834" y="179316"/>
                </a:lnTo>
                <a:lnTo>
                  <a:pt x="935" y="178255"/>
                </a:lnTo>
                <a:lnTo>
                  <a:pt x="1040" y="177195"/>
                </a:lnTo>
                <a:lnTo>
                  <a:pt x="1152" y="176137"/>
                </a:lnTo>
                <a:lnTo>
                  <a:pt x="1269" y="175080"/>
                </a:lnTo>
                <a:lnTo>
                  <a:pt x="1391" y="174025"/>
                </a:lnTo>
                <a:lnTo>
                  <a:pt x="1519" y="172972"/>
                </a:lnTo>
                <a:lnTo>
                  <a:pt x="1653" y="171921"/>
                </a:lnTo>
                <a:lnTo>
                  <a:pt x="1792" y="170871"/>
                </a:lnTo>
                <a:lnTo>
                  <a:pt x="1937" y="169823"/>
                </a:lnTo>
                <a:lnTo>
                  <a:pt x="2087" y="168777"/>
                </a:lnTo>
                <a:lnTo>
                  <a:pt x="2242" y="167733"/>
                </a:lnTo>
                <a:lnTo>
                  <a:pt x="2403" y="166690"/>
                </a:lnTo>
                <a:lnTo>
                  <a:pt x="2569" y="165649"/>
                </a:lnTo>
                <a:lnTo>
                  <a:pt x="2741" y="164610"/>
                </a:lnTo>
                <a:lnTo>
                  <a:pt x="2918" y="163573"/>
                </a:lnTo>
                <a:lnTo>
                  <a:pt x="3101" y="162538"/>
                </a:lnTo>
                <a:lnTo>
                  <a:pt x="3289" y="161504"/>
                </a:lnTo>
                <a:lnTo>
                  <a:pt x="3482" y="160473"/>
                </a:lnTo>
                <a:lnTo>
                  <a:pt x="3680" y="159443"/>
                </a:lnTo>
                <a:lnTo>
                  <a:pt x="3884" y="158415"/>
                </a:lnTo>
                <a:lnTo>
                  <a:pt x="4094" y="157389"/>
                </a:lnTo>
                <a:lnTo>
                  <a:pt x="4308" y="156365"/>
                </a:lnTo>
                <a:lnTo>
                  <a:pt x="4528" y="155343"/>
                </a:lnTo>
                <a:lnTo>
                  <a:pt x="4753" y="154323"/>
                </a:lnTo>
                <a:lnTo>
                  <a:pt x="4983" y="153305"/>
                </a:lnTo>
                <a:lnTo>
                  <a:pt x="5219" y="152289"/>
                </a:lnTo>
                <a:lnTo>
                  <a:pt x="5459" y="151275"/>
                </a:lnTo>
                <a:lnTo>
                  <a:pt x="5705" y="150263"/>
                </a:lnTo>
                <a:lnTo>
                  <a:pt x="5956" y="149253"/>
                </a:lnTo>
                <a:lnTo>
                  <a:pt x="6213" y="148245"/>
                </a:lnTo>
                <a:lnTo>
                  <a:pt x="6474" y="147240"/>
                </a:lnTo>
                <a:lnTo>
                  <a:pt x="6741" y="146236"/>
                </a:lnTo>
                <a:lnTo>
                  <a:pt x="7013" y="145234"/>
                </a:lnTo>
                <a:lnTo>
                  <a:pt x="7289" y="144235"/>
                </a:lnTo>
                <a:lnTo>
                  <a:pt x="7571" y="143237"/>
                </a:lnTo>
                <a:lnTo>
                  <a:pt x="7858" y="142242"/>
                </a:lnTo>
                <a:lnTo>
                  <a:pt x="8150" y="141249"/>
                </a:lnTo>
                <a:lnTo>
                  <a:pt x="8448" y="140258"/>
                </a:lnTo>
                <a:lnTo>
                  <a:pt x="8750" y="139269"/>
                </a:lnTo>
                <a:lnTo>
                  <a:pt x="9057" y="138283"/>
                </a:lnTo>
                <a:lnTo>
                  <a:pt x="9369" y="137298"/>
                </a:lnTo>
                <a:lnTo>
                  <a:pt x="9686" y="136316"/>
                </a:lnTo>
                <a:lnTo>
                  <a:pt x="10009" y="135336"/>
                </a:lnTo>
                <a:lnTo>
                  <a:pt x="10336" y="134359"/>
                </a:lnTo>
                <a:lnTo>
                  <a:pt x="10668" y="133383"/>
                </a:lnTo>
                <a:lnTo>
                  <a:pt x="11005" y="132410"/>
                </a:lnTo>
                <a:lnTo>
                  <a:pt x="11347" y="131440"/>
                </a:lnTo>
                <a:lnTo>
                  <a:pt x="11694" y="130471"/>
                </a:lnTo>
                <a:lnTo>
                  <a:pt x="12045" y="129505"/>
                </a:lnTo>
                <a:lnTo>
                  <a:pt x="12402" y="128542"/>
                </a:lnTo>
                <a:lnTo>
                  <a:pt x="12763" y="127580"/>
                </a:lnTo>
                <a:lnTo>
                  <a:pt x="13130" y="126621"/>
                </a:lnTo>
                <a:lnTo>
                  <a:pt x="13501" y="125665"/>
                </a:lnTo>
                <a:lnTo>
                  <a:pt x="13877" y="124711"/>
                </a:lnTo>
                <a:lnTo>
                  <a:pt x="14258" y="123759"/>
                </a:lnTo>
                <a:lnTo>
                  <a:pt x="14643" y="122810"/>
                </a:lnTo>
                <a:lnTo>
                  <a:pt x="15033" y="121863"/>
                </a:lnTo>
                <a:lnTo>
                  <a:pt x="15429" y="120919"/>
                </a:lnTo>
                <a:lnTo>
                  <a:pt x="15828" y="119977"/>
                </a:lnTo>
                <a:lnTo>
                  <a:pt x="16233" y="119037"/>
                </a:lnTo>
                <a:lnTo>
                  <a:pt x="16642" y="118101"/>
                </a:lnTo>
                <a:lnTo>
                  <a:pt x="17056" y="117166"/>
                </a:lnTo>
                <a:lnTo>
                  <a:pt x="17475" y="116235"/>
                </a:lnTo>
                <a:lnTo>
                  <a:pt x="17898" y="115305"/>
                </a:lnTo>
                <a:lnTo>
                  <a:pt x="18326" y="114379"/>
                </a:lnTo>
                <a:lnTo>
                  <a:pt x="18759" y="113455"/>
                </a:lnTo>
                <a:lnTo>
                  <a:pt x="19196" y="112533"/>
                </a:lnTo>
                <a:lnTo>
                  <a:pt x="19637" y="111615"/>
                </a:lnTo>
                <a:lnTo>
                  <a:pt x="20084" y="110698"/>
                </a:lnTo>
                <a:lnTo>
                  <a:pt x="20535" y="109785"/>
                </a:lnTo>
                <a:lnTo>
                  <a:pt x="20990" y="108874"/>
                </a:lnTo>
                <a:lnTo>
                  <a:pt x="21450" y="107966"/>
                </a:lnTo>
                <a:lnTo>
                  <a:pt x="21915" y="107061"/>
                </a:lnTo>
                <a:lnTo>
                  <a:pt x="22384" y="106158"/>
                </a:lnTo>
                <a:lnTo>
                  <a:pt x="22858" y="105258"/>
                </a:lnTo>
                <a:lnTo>
                  <a:pt x="23336" y="104361"/>
                </a:lnTo>
                <a:lnTo>
                  <a:pt x="23818" y="103466"/>
                </a:lnTo>
                <a:lnTo>
                  <a:pt x="24305" y="102574"/>
                </a:lnTo>
                <a:lnTo>
                  <a:pt x="24797" y="101685"/>
                </a:lnTo>
                <a:lnTo>
                  <a:pt x="25293" y="100799"/>
                </a:lnTo>
                <a:lnTo>
                  <a:pt x="25793" y="99916"/>
                </a:lnTo>
                <a:lnTo>
                  <a:pt x="26298" y="99035"/>
                </a:lnTo>
                <a:lnTo>
                  <a:pt x="26807" y="98158"/>
                </a:lnTo>
                <a:lnTo>
                  <a:pt x="27320" y="97283"/>
                </a:lnTo>
                <a:lnTo>
                  <a:pt x="27838" y="96411"/>
                </a:lnTo>
                <a:lnTo>
                  <a:pt x="28360" y="95542"/>
                </a:lnTo>
                <a:lnTo>
                  <a:pt x="28887" y="94676"/>
                </a:lnTo>
                <a:lnTo>
                  <a:pt x="29418" y="93812"/>
                </a:lnTo>
                <a:lnTo>
                  <a:pt x="29953" y="92952"/>
                </a:lnTo>
                <a:lnTo>
                  <a:pt x="30492" y="92095"/>
                </a:lnTo>
                <a:lnTo>
                  <a:pt x="31036" y="91240"/>
                </a:lnTo>
                <a:lnTo>
                  <a:pt x="31584" y="90389"/>
                </a:lnTo>
                <a:lnTo>
                  <a:pt x="32136" y="89541"/>
                </a:lnTo>
                <a:lnTo>
                  <a:pt x="32692" y="88695"/>
                </a:lnTo>
                <a:lnTo>
                  <a:pt x="33252" y="87853"/>
                </a:lnTo>
                <a:lnTo>
                  <a:pt x="33817" y="87014"/>
                </a:lnTo>
                <a:lnTo>
                  <a:pt x="34386" y="86177"/>
                </a:lnTo>
                <a:lnTo>
                  <a:pt x="34959" y="85344"/>
                </a:lnTo>
                <a:lnTo>
                  <a:pt x="35536" y="84514"/>
                </a:lnTo>
                <a:lnTo>
                  <a:pt x="36117" y="83687"/>
                </a:lnTo>
                <a:lnTo>
                  <a:pt x="36703" y="82863"/>
                </a:lnTo>
                <a:lnTo>
                  <a:pt x="37292" y="82042"/>
                </a:lnTo>
                <a:lnTo>
                  <a:pt x="37886" y="81225"/>
                </a:lnTo>
                <a:lnTo>
                  <a:pt x="38484" y="80410"/>
                </a:lnTo>
                <a:lnTo>
                  <a:pt x="39085" y="79599"/>
                </a:lnTo>
                <a:lnTo>
                  <a:pt x="39691" y="78791"/>
                </a:lnTo>
                <a:lnTo>
                  <a:pt x="40301" y="77986"/>
                </a:lnTo>
                <a:lnTo>
                  <a:pt x="40915" y="77184"/>
                </a:lnTo>
                <a:lnTo>
                  <a:pt x="41532" y="76386"/>
                </a:lnTo>
                <a:lnTo>
                  <a:pt x="42154" y="75591"/>
                </a:lnTo>
                <a:lnTo>
                  <a:pt x="42780" y="74799"/>
                </a:lnTo>
                <a:lnTo>
                  <a:pt x="43410" y="74010"/>
                </a:lnTo>
                <a:lnTo>
                  <a:pt x="44043" y="73225"/>
                </a:lnTo>
                <a:lnTo>
                  <a:pt x="44681" y="72442"/>
                </a:lnTo>
                <a:lnTo>
                  <a:pt x="45322" y="71664"/>
                </a:lnTo>
                <a:lnTo>
                  <a:pt x="45968" y="70888"/>
                </a:lnTo>
                <a:lnTo>
                  <a:pt x="46617" y="70116"/>
                </a:lnTo>
                <a:lnTo>
                  <a:pt x="47270" y="69348"/>
                </a:lnTo>
                <a:lnTo>
                  <a:pt x="47927" y="68582"/>
                </a:lnTo>
                <a:lnTo>
                  <a:pt x="48587" y="67820"/>
                </a:lnTo>
                <a:lnTo>
                  <a:pt x="49252" y="67062"/>
                </a:lnTo>
                <a:lnTo>
                  <a:pt x="49920" y="66307"/>
                </a:lnTo>
                <a:lnTo>
                  <a:pt x="50592" y="65555"/>
                </a:lnTo>
                <a:lnTo>
                  <a:pt x="51268" y="64807"/>
                </a:lnTo>
                <a:lnTo>
                  <a:pt x="51948" y="64062"/>
                </a:lnTo>
                <a:lnTo>
                  <a:pt x="52631" y="63321"/>
                </a:lnTo>
                <a:lnTo>
                  <a:pt x="53318" y="62583"/>
                </a:lnTo>
                <a:lnTo>
                  <a:pt x="54009" y="61849"/>
                </a:lnTo>
                <a:lnTo>
                  <a:pt x="54704" y="61119"/>
                </a:lnTo>
                <a:lnTo>
                  <a:pt x="55402" y="60391"/>
                </a:lnTo>
                <a:lnTo>
                  <a:pt x="56104" y="59668"/>
                </a:lnTo>
                <a:lnTo>
                  <a:pt x="56809" y="58948"/>
                </a:lnTo>
                <a:lnTo>
                  <a:pt x="57519" y="58231"/>
                </a:lnTo>
                <a:lnTo>
                  <a:pt x="58231" y="57519"/>
                </a:lnTo>
                <a:lnTo>
                  <a:pt x="58948" y="56810"/>
                </a:lnTo>
                <a:lnTo>
                  <a:pt x="59668" y="56104"/>
                </a:lnTo>
                <a:lnTo>
                  <a:pt x="60391" y="55402"/>
                </a:lnTo>
                <a:lnTo>
                  <a:pt x="61118" y="54704"/>
                </a:lnTo>
                <a:lnTo>
                  <a:pt x="61849" y="54009"/>
                </a:lnTo>
                <a:lnTo>
                  <a:pt x="62583" y="53319"/>
                </a:lnTo>
                <a:lnTo>
                  <a:pt x="63321" y="52631"/>
                </a:lnTo>
                <a:lnTo>
                  <a:pt x="64062" y="51948"/>
                </a:lnTo>
                <a:lnTo>
                  <a:pt x="64807" y="51268"/>
                </a:lnTo>
                <a:lnTo>
                  <a:pt x="65555" y="50592"/>
                </a:lnTo>
                <a:lnTo>
                  <a:pt x="66307" y="49920"/>
                </a:lnTo>
                <a:lnTo>
                  <a:pt x="67062" y="49252"/>
                </a:lnTo>
                <a:lnTo>
                  <a:pt x="67820" y="48587"/>
                </a:lnTo>
                <a:lnTo>
                  <a:pt x="68582" y="47927"/>
                </a:lnTo>
                <a:lnTo>
                  <a:pt x="69347" y="47270"/>
                </a:lnTo>
                <a:lnTo>
                  <a:pt x="70116" y="46617"/>
                </a:lnTo>
                <a:lnTo>
                  <a:pt x="70888" y="45968"/>
                </a:lnTo>
                <a:lnTo>
                  <a:pt x="71664" y="45322"/>
                </a:lnTo>
                <a:lnTo>
                  <a:pt x="72442" y="44681"/>
                </a:lnTo>
                <a:lnTo>
                  <a:pt x="73224" y="44043"/>
                </a:lnTo>
                <a:lnTo>
                  <a:pt x="74010" y="43410"/>
                </a:lnTo>
                <a:lnTo>
                  <a:pt x="74798" y="42780"/>
                </a:lnTo>
                <a:lnTo>
                  <a:pt x="75590" y="42154"/>
                </a:lnTo>
                <a:lnTo>
                  <a:pt x="76386" y="41533"/>
                </a:lnTo>
                <a:lnTo>
                  <a:pt x="77184" y="40915"/>
                </a:lnTo>
                <a:lnTo>
                  <a:pt x="77986" y="40301"/>
                </a:lnTo>
                <a:lnTo>
                  <a:pt x="78791" y="39691"/>
                </a:lnTo>
                <a:lnTo>
                  <a:pt x="79599" y="39085"/>
                </a:lnTo>
                <a:lnTo>
                  <a:pt x="80410" y="38484"/>
                </a:lnTo>
                <a:lnTo>
                  <a:pt x="81225" y="37886"/>
                </a:lnTo>
                <a:lnTo>
                  <a:pt x="82042" y="37292"/>
                </a:lnTo>
                <a:lnTo>
                  <a:pt x="82863" y="36703"/>
                </a:lnTo>
                <a:lnTo>
                  <a:pt x="83687" y="36118"/>
                </a:lnTo>
                <a:lnTo>
                  <a:pt x="84514" y="35536"/>
                </a:lnTo>
                <a:lnTo>
                  <a:pt x="85344" y="34959"/>
                </a:lnTo>
                <a:lnTo>
                  <a:pt x="86177" y="34386"/>
                </a:lnTo>
                <a:lnTo>
                  <a:pt x="87014" y="33817"/>
                </a:lnTo>
                <a:lnTo>
                  <a:pt x="87853" y="33252"/>
                </a:lnTo>
                <a:lnTo>
                  <a:pt x="88695" y="32692"/>
                </a:lnTo>
                <a:lnTo>
                  <a:pt x="89541" y="32136"/>
                </a:lnTo>
                <a:lnTo>
                  <a:pt x="90389" y="31584"/>
                </a:lnTo>
                <a:lnTo>
                  <a:pt x="91240" y="31036"/>
                </a:lnTo>
                <a:lnTo>
                  <a:pt x="92095" y="30492"/>
                </a:lnTo>
                <a:lnTo>
                  <a:pt x="92952" y="29953"/>
                </a:lnTo>
                <a:lnTo>
                  <a:pt x="93812" y="29418"/>
                </a:lnTo>
                <a:lnTo>
                  <a:pt x="94676" y="28887"/>
                </a:lnTo>
                <a:lnTo>
                  <a:pt x="95542" y="28360"/>
                </a:lnTo>
                <a:lnTo>
                  <a:pt x="96411" y="27838"/>
                </a:lnTo>
                <a:lnTo>
                  <a:pt x="97283" y="27320"/>
                </a:lnTo>
                <a:lnTo>
                  <a:pt x="98158" y="26807"/>
                </a:lnTo>
                <a:lnTo>
                  <a:pt x="99035" y="26298"/>
                </a:lnTo>
                <a:lnTo>
                  <a:pt x="99916" y="25793"/>
                </a:lnTo>
                <a:lnTo>
                  <a:pt x="100799" y="25293"/>
                </a:lnTo>
                <a:lnTo>
                  <a:pt x="101685" y="24797"/>
                </a:lnTo>
                <a:lnTo>
                  <a:pt x="102574" y="24306"/>
                </a:lnTo>
                <a:lnTo>
                  <a:pt x="103466" y="23819"/>
                </a:lnTo>
                <a:lnTo>
                  <a:pt x="104360" y="23336"/>
                </a:lnTo>
                <a:lnTo>
                  <a:pt x="105258" y="22858"/>
                </a:lnTo>
                <a:lnTo>
                  <a:pt x="106158" y="22384"/>
                </a:lnTo>
                <a:lnTo>
                  <a:pt x="107060" y="21915"/>
                </a:lnTo>
                <a:lnTo>
                  <a:pt x="107966" y="21450"/>
                </a:lnTo>
                <a:lnTo>
                  <a:pt x="108874" y="20990"/>
                </a:lnTo>
                <a:lnTo>
                  <a:pt x="109785" y="20535"/>
                </a:lnTo>
                <a:lnTo>
                  <a:pt x="110698" y="20084"/>
                </a:lnTo>
                <a:lnTo>
                  <a:pt x="111615" y="19638"/>
                </a:lnTo>
                <a:lnTo>
                  <a:pt x="112533" y="19196"/>
                </a:lnTo>
                <a:lnTo>
                  <a:pt x="113455" y="18759"/>
                </a:lnTo>
                <a:lnTo>
                  <a:pt x="114379" y="18326"/>
                </a:lnTo>
                <a:lnTo>
                  <a:pt x="115305" y="17898"/>
                </a:lnTo>
                <a:lnTo>
                  <a:pt x="116235" y="17475"/>
                </a:lnTo>
                <a:lnTo>
                  <a:pt x="117166" y="17056"/>
                </a:lnTo>
                <a:lnTo>
                  <a:pt x="118101" y="16642"/>
                </a:lnTo>
                <a:lnTo>
                  <a:pt x="119037" y="16233"/>
                </a:lnTo>
                <a:lnTo>
                  <a:pt x="119977" y="15828"/>
                </a:lnTo>
                <a:lnTo>
                  <a:pt x="120919" y="15429"/>
                </a:lnTo>
                <a:lnTo>
                  <a:pt x="121863" y="15034"/>
                </a:lnTo>
                <a:lnTo>
                  <a:pt x="122810" y="14643"/>
                </a:lnTo>
                <a:lnTo>
                  <a:pt x="123759" y="14258"/>
                </a:lnTo>
                <a:lnTo>
                  <a:pt x="124711" y="13877"/>
                </a:lnTo>
                <a:lnTo>
                  <a:pt x="125665" y="13501"/>
                </a:lnTo>
                <a:lnTo>
                  <a:pt x="126621" y="13130"/>
                </a:lnTo>
                <a:lnTo>
                  <a:pt x="127580" y="12763"/>
                </a:lnTo>
                <a:lnTo>
                  <a:pt x="128542" y="12402"/>
                </a:lnTo>
                <a:lnTo>
                  <a:pt x="129505" y="12045"/>
                </a:lnTo>
                <a:lnTo>
                  <a:pt x="130471" y="11694"/>
                </a:lnTo>
                <a:lnTo>
                  <a:pt x="131440" y="11347"/>
                </a:lnTo>
                <a:lnTo>
                  <a:pt x="132410" y="11005"/>
                </a:lnTo>
                <a:lnTo>
                  <a:pt x="133383" y="10668"/>
                </a:lnTo>
                <a:lnTo>
                  <a:pt x="134359" y="10336"/>
                </a:lnTo>
                <a:lnTo>
                  <a:pt x="135336" y="10009"/>
                </a:lnTo>
                <a:lnTo>
                  <a:pt x="136316" y="9686"/>
                </a:lnTo>
                <a:lnTo>
                  <a:pt x="137298" y="9369"/>
                </a:lnTo>
                <a:lnTo>
                  <a:pt x="138283" y="9057"/>
                </a:lnTo>
                <a:lnTo>
                  <a:pt x="139269" y="8750"/>
                </a:lnTo>
                <a:lnTo>
                  <a:pt x="140258" y="8448"/>
                </a:lnTo>
                <a:lnTo>
                  <a:pt x="141249" y="8150"/>
                </a:lnTo>
                <a:lnTo>
                  <a:pt x="142242" y="7858"/>
                </a:lnTo>
                <a:lnTo>
                  <a:pt x="143237" y="7571"/>
                </a:lnTo>
                <a:lnTo>
                  <a:pt x="144235" y="7289"/>
                </a:lnTo>
                <a:lnTo>
                  <a:pt x="145234" y="7013"/>
                </a:lnTo>
                <a:lnTo>
                  <a:pt x="146236" y="6741"/>
                </a:lnTo>
                <a:lnTo>
                  <a:pt x="147240" y="6474"/>
                </a:lnTo>
                <a:lnTo>
                  <a:pt x="148245" y="6213"/>
                </a:lnTo>
                <a:lnTo>
                  <a:pt x="149253" y="5956"/>
                </a:lnTo>
                <a:lnTo>
                  <a:pt x="150263" y="5705"/>
                </a:lnTo>
                <a:lnTo>
                  <a:pt x="151275" y="5459"/>
                </a:lnTo>
                <a:lnTo>
                  <a:pt x="152289" y="5219"/>
                </a:lnTo>
                <a:lnTo>
                  <a:pt x="153305" y="4983"/>
                </a:lnTo>
                <a:lnTo>
                  <a:pt x="154323" y="4753"/>
                </a:lnTo>
                <a:lnTo>
                  <a:pt x="155343" y="4528"/>
                </a:lnTo>
                <a:lnTo>
                  <a:pt x="156365" y="4308"/>
                </a:lnTo>
                <a:lnTo>
                  <a:pt x="157389" y="4094"/>
                </a:lnTo>
                <a:lnTo>
                  <a:pt x="158415" y="3884"/>
                </a:lnTo>
                <a:lnTo>
                  <a:pt x="159443" y="3680"/>
                </a:lnTo>
                <a:lnTo>
                  <a:pt x="160473" y="3482"/>
                </a:lnTo>
                <a:lnTo>
                  <a:pt x="161504" y="3289"/>
                </a:lnTo>
                <a:lnTo>
                  <a:pt x="162538" y="3101"/>
                </a:lnTo>
                <a:lnTo>
                  <a:pt x="163573" y="2918"/>
                </a:lnTo>
                <a:lnTo>
                  <a:pt x="164610" y="2741"/>
                </a:lnTo>
                <a:lnTo>
                  <a:pt x="165649" y="2569"/>
                </a:lnTo>
                <a:lnTo>
                  <a:pt x="166690" y="2403"/>
                </a:lnTo>
                <a:lnTo>
                  <a:pt x="167733" y="2242"/>
                </a:lnTo>
                <a:lnTo>
                  <a:pt x="168777" y="2087"/>
                </a:lnTo>
                <a:lnTo>
                  <a:pt x="169823" y="1937"/>
                </a:lnTo>
                <a:lnTo>
                  <a:pt x="170871" y="1792"/>
                </a:lnTo>
                <a:lnTo>
                  <a:pt x="171921" y="1653"/>
                </a:lnTo>
                <a:lnTo>
                  <a:pt x="172972" y="1519"/>
                </a:lnTo>
                <a:lnTo>
                  <a:pt x="174025" y="1391"/>
                </a:lnTo>
                <a:lnTo>
                  <a:pt x="175080" y="1269"/>
                </a:lnTo>
                <a:lnTo>
                  <a:pt x="176137" y="1152"/>
                </a:lnTo>
                <a:lnTo>
                  <a:pt x="177195" y="1040"/>
                </a:lnTo>
                <a:lnTo>
                  <a:pt x="178254" y="935"/>
                </a:lnTo>
                <a:lnTo>
                  <a:pt x="179316" y="834"/>
                </a:lnTo>
                <a:lnTo>
                  <a:pt x="180379" y="740"/>
                </a:lnTo>
                <a:lnTo>
                  <a:pt x="181444" y="651"/>
                </a:lnTo>
                <a:lnTo>
                  <a:pt x="182510" y="567"/>
                </a:lnTo>
                <a:lnTo>
                  <a:pt x="183578" y="490"/>
                </a:lnTo>
                <a:lnTo>
                  <a:pt x="184647" y="418"/>
                </a:lnTo>
                <a:lnTo>
                  <a:pt x="185718" y="351"/>
                </a:lnTo>
                <a:lnTo>
                  <a:pt x="186791" y="290"/>
                </a:lnTo>
                <a:lnTo>
                  <a:pt x="187865" y="235"/>
                </a:lnTo>
                <a:lnTo>
                  <a:pt x="188940" y="186"/>
                </a:lnTo>
                <a:lnTo>
                  <a:pt x="190017" y="143"/>
                </a:lnTo>
                <a:lnTo>
                  <a:pt x="191096" y="105"/>
                </a:lnTo>
                <a:lnTo>
                  <a:pt x="192175" y="73"/>
                </a:lnTo>
                <a:lnTo>
                  <a:pt x="193257" y="47"/>
                </a:lnTo>
                <a:lnTo>
                  <a:pt x="194340" y="26"/>
                </a:lnTo>
                <a:lnTo>
                  <a:pt x="195424" y="12"/>
                </a:lnTo>
                <a:lnTo>
                  <a:pt x="196509" y="3"/>
                </a:lnTo>
                <a:lnTo>
                  <a:pt x="197596" y="0"/>
                </a:lnTo>
                <a:lnTo>
                  <a:pt x="908942" y="0"/>
                </a:lnTo>
                <a:lnTo>
                  <a:pt x="910029" y="3"/>
                </a:lnTo>
                <a:lnTo>
                  <a:pt x="911114" y="12"/>
                </a:lnTo>
                <a:lnTo>
                  <a:pt x="912199" y="26"/>
                </a:lnTo>
                <a:lnTo>
                  <a:pt x="913281" y="47"/>
                </a:lnTo>
                <a:lnTo>
                  <a:pt x="914363" y="73"/>
                </a:lnTo>
                <a:lnTo>
                  <a:pt x="915443" y="105"/>
                </a:lnTo>
                <a:lnTo>
                  <a:pt x="916521" y="143"/>
                </a:lnTo>
                <a:lnTo>
                  <a:pt x="917598" y="186"/>
                </a:lnTo>
                <a:lnTo>
                  <a:pt x="918674" y="235"/>
                </a:lnTo>
                <a:lnTo>
                  <a:pt x="919748" y="290"/>
                </a:lnTo>
                <a:lnTo>
                  <a:pt x="920820" y="351"/>
                </a:lnTo>
                <a:lnTo>
                  <a:pt x="921891" y="418"/>
                </a:lnTo>
                <a:lnTo>
                  <a:pt x="922961" y="490"/>
                </a:lnTo>
                <a:lnTo>
                  <a:pt x="924028" y="567"/>
                </a:lnTo>
                <a:lnTo>
                  <a:pt x="925095" y="651"/>
                </a:lnTo>
                <a:lnTo>
                  <a:pt x="926159" y="740"/>
                </a:lnTo>
                <a:lnTo>
                  <a:pt x="927222" y="834"/>
                </a:lnTo>
                <a:lnTo>
                  <a:pt x="928284" y="935"/>
                </a:lnTo>
                <a:lnTo>
                  <a:pt x="929344" y="1040"/>
                </a:lnTo>
                <a:lnTo>
                  <a:pt x="930402" y="1152"/>
                </a:lnTo>
                <a:lnTo>
                  <a:pt x="931458" y="1269"/>
                </a:lnTo>
                <a:lnTo>
                  <a:pt x="932513" y="1391"/>
                </a:lnTo>
                <a:lnTo>
                  <a:pt x="933566" y="1519"/>
                </a:lnTo>
                <a:lnTo>
                  <a:pt x="934618" y="1653"/>
                </a:lnTo>
                <a:lnTo>
                  <a:pt x="935667" y="1792"/>
                </a:lnTo>
                <a:lnTo>
                  <a:pt x="936715" y="1937"/>
                </a:lnTo>
                <a:lnTo>
                  <a:pt x="937761" y="2087"/>
                </a:lnTo>
                <a:lnTo>
                  <a:pt x="938806" y="2242"/>
                </a:lnTo>
                <a:lnTo>
                  <a:pt x="939848" y="2403"/>
                </a:lnTo>
                <a:lnTo>
                  <a:pt x="940889" y="2569"/>
                </a:lnTo>
                <a:lnTo>
                  <a:pt x="941928" y="2741"/>
                </a:lnTo>
                <a:lnTo>
                  <a:pt x="942965" y="2918"/>
                </a:lnTo>
                <a:lnTo>
                  <a:pt x="944001" y="3101"/>
                </a:lnTo>
                <a:lnTo>
                  <a:pt x="945034" y="3289"/>
                </a:lnTo>
                <a:lnTo>
                  <a:pt x="946066" y="3482"/>
                </a:lnTo>
                <a:lnTo>
                  <a:pt x="947095" y="3680"/>
                </a:lnTo>
                <a:lnTo>
                  <a:pt x="948123" y="3884"/>
                </a:lnTo>
                <a:lnTo>
                  <a:pt x="949149" y="4094"/>
                </a:lnTo>
                <a:lnTo>
                  <a:pt x="950173" y="4308"/>
                </a:lnTo>
                <a:lnTo>
                  <a:pt x="951195" y="4528"/>
                </a:lnTo>
                <a:lnTo>
                  <a:pt x="952215" y="4753"/>
                </a:lnTo>
                <a:lnTo>
                  <a:pt x="953233" y="4983"/>
                </a:lnTo>
                <a:lnTo>
                  <a:pt x="954249" y="5219"/>
                </a:lnTo>
                <a:lnTo>
                  <a:pt x="955263" y="5459"/>
                </a:lnTo>
                <a:lnTo>
                  <a:pt x="956275" y="5705"/>
                </a:lnTo>
                <a:lnTo>
                  <a:pt x="957285" y="5956"/>
                </a:lnTo>
                <a:lnTo>
                  <a:pt x="958293" y="6213"/>
                </a:lnTo>
                <a:lnTo>
                  <a:pt x="959299" y="6474"/>
                </a:lnTo>
                <a:lnTo>
                  <a:pt x="960303" y="6741"/>
                </a:lnTo>
                <a:lnTo>
                  <a:pt x="961304" y="7013"/>
                </a:lnTo>
                <a:lnTo>
                  <a:pt x="962304" y="7289"/>
                </a:lnTo>
                <a:lnTo>
                  <a:pt x="963301" y="7571"/>
                </a:lnTo>
                <a:lnTo>
                  <a:pt x="964296" y="7858"/>
                </a:lnTo>
                <a:lnTo>
                  <a:pt x="965290" y="8150"/>
                </a:lnTo>
                <a:lnTo>
                  <a:pt x="966280" y="8448"/>
                </a:lnTo>
                <a:lnTo>
                  <a:pt x="967269" y="8750"/>
                </a:lnTo>
                <a:lnTo>
                  <a:pt x="968256" y="9057"/>
                </a:lnTo>
                <a:lnTo>
                  <a:pt x="969240" y="9369"/>
                </a:lnTo>
                <a:lnTo>
                  <a:pt x="970222" y="9686"/>
                </a:lnTo>
                <a:lnTo>
                  <a:pt x="971202" y="10009"/>
                </a:lnTo>
                <a:lnTo>
                  <a:pt x="972180" y="10336"/>
                </a:lnTo>
                <a:lnTo>
                  <a:pt x="973155" y="10668"/>
                </a:lnTo>
                <a:lnTo>
                  <a:pt x="974128" y="11005"/>
                </a:lnTo>
                <a:lnTo>
                  <a:pt x="975099" y="11347"/>
                </a:lnTo>
                <a:lnTo>
                  <a:pt x="976067" y="11694"/>
                </a:lnTo>
                <a:lnTo>
                  <a:pt x="977033" y="12045"/>
                </a:lnTo>
                <a:lnTo>
                  <a:pt x="977997" y="12402"/>
                </a:lnTo>
                <a:lnTo>
                  <a:pt x="978958" y="12763"/>
                </a:lnTo>
                <a:lnTo>
                  <a:pt x="979917" y="13130"/>
                </a:lnTo>
                <a:lnTo>
                  <a:pt x="980874" y="13501"/>
                </a:lnTo>
                <a:lnTo>
                  <a:pt x="981828" y="13877"/>
                </a:lnTo>
                <a:lnTo>
                  <a:pt x="982779" y="14258"/>
                </a:lnTo>
                <a:lnTo>
                  <a:pt x="983729" y="14643"/>
                </a:lnTo>
                <a:lnTo>
                  <a:pt x="984675" y="15034"/>
                </a:lnTo>
                <a:lnTo>
                  <a:pt x="985620" y="15429"/>
                </a:lnTo>
                <a:lnTo>
                  <a:pt x="986562" y="15828"/>
                </a:lnTo>
                <a:lnTo>
                  <a:pt x="987501" y="16233"/>
                </a:lnTo>
                <a:lnTo>
                  <a:pt x="988438" y="16642"/>
                </a:lnTo>
                <a:lnTo>
                  <a:pt x="989372" y="17056"/>
                </a:lnTo>
                <a:lnTo>
                  <a:pt x="990304" y="17475"/>
                </a:lnTo>
                <a:lnTo>
                  <a:pt x="991233" y="17898"/>
                </a:lnTo>
                <a:lnTo>
                  <a:pt x="992160" y="18326"/>
                </a:lnTo>
                <a:lnTo>
                  <a:pt x="993084" y="18759"/>
                </a:lnTo>
                <a:lnTo>
                  <a:pt x="994005" y="19196"/>
                </a:lnTo>
                <a:lnTo>
                  <a:pt x="994924" y="19638"/>
                </a:lnTo>
                <a:lnTo>
                  <a:pt x="995840" y="20084"/>
                </a:lnTo>
                <a:lnTo>
                  <a:pt x="996753" y="20535"/>
                </a:lnTo>
                <a:lnTo>
                  <a:pt x="997664" y="20990"/>
                </a:lnTo>
                <a:lnTo>
                  <a:pt x="998572" y="21450"/>
                </a:lnTo>
                <a:lnTo>
                  <a:pt x="999478" y="21915"/>
                </a:lnTo>
                <a:lnTo>
                  <a:pt x="1000381" y="22384"/>
                </a:lnTo>
                <a:lnTo>
                  <a:pt x="1001281" y="22858"/>
                </a:lnTo>
                <a:lnTo>
                  <a:pt x="1002178" y="23336"/>
                </a:lnTo>
                <a:lnTo>
                  <a:pt x="1003072" y="23819"/>
                </a:lnTo>
                <a:lnTo>
                  <a:pt x="1003964" y="24306"/>
                </a:lnTo>
                <a:lnTo>
                  <a:pt x="1004853" y="24797"/>
                </a:lnTo>
                <a:lnTo>
                  <a:pt x="1005739" y="25293"/>
                </a:lnTo>
                <a:lnTo>
                  <a:pt x="1006623" y="25793"/>
                </a:lnTo>
                <a:lnTo>
                  <a:pt x="1007503" y="26298"/>
                </a:lnTo>
                <a:lnTo>
                  <a:pt x="1008381" y="26807"/>
                </a:lnTo>
                <a:lnTo>
                  <a:pt x="1009256" y="27320"/>
                </a:lnTo>
                <a:lnTo>
                  <a:pt x="1010127" y="27838"/>
                </a:lnTo>
                <a:lnTo>
                  <a:pt x="1010997" y="28360"/>
                </a:lnTo>
                <a:lnTo>
                  <a:pt x="1011863" y="28887"/>
                </a:lnTo>
                <a:lnTo>
                  <a:pt x="1012726" y="29418"/>
                </a:lnTo>
                <a:lnTo>
                  <a:pt x="1013586" y="29953"/>
                </a:lnTo>
                <a:lnTo>
                  <a:pt x="1014444" y="30492"/>
                </a:lnTo>
                <a:lnTo>
                  <a:pt x="1015298" y="31036"/>
                </a:lnTo>
                <a:lnTo>
                  <a:pt x="1016149" y="31584"/>
                </a:lnTo>
                <a:lnTo>
                  <a:pt x="1016998" y="32136"/>
                </a:lnTo>
                <a:lnTo>
                  <a:pt x="1017843" y="32692"/>
                </a:lnTo>
                <a:lnTo>
                  <a:pt x="1018685" y="33252"/>
                </a:lnTo>
                <a:lnTo>
                  <a:pt x="1019525" y="33817"/>
                </a:lnTo>
                <a:lnTo>
                  <a:pt x="1020361" y="34386"/>
                </a:lnTo>
                <a:lnTo>
                  <a:pt x="1021194" y="34959"/>
                </a:lnTo>
                <a:lnTo>
                  <a:pt x="1022024" y="35536"/>
                </a:lnTo>
                <a:lnTo>
                  <a:pt x="1022851" y="36118"/>
                </a:lnTo>
                <a:lnTo>
                  <a:pt x="1023675" y="36703"/>
                </a:lnTo>
                <a:lnTo>
                  <a:pt x="1024496" y="37292"/>
                </a:lnTo>
                <a:lnTo>
                  <a:pt x="1025314" y="37886"/>
                </a:lnTo>
                <a:lnTo>
                  <a:pt x="1026128" y="38484"/>
                </a:lnTo>
                <a:lnTo>
                  <a:pt x="1026939" y="39085"/>
                </a:lnTo>
                <a:lnTo>
                  <a:pt x="1027748" y="39691"/>
                </a:lnTo>
                <a:lnTo>
                  <a:pt x="1028552" y="40301"/>
                </a:lnTo>
                <a:lnTo>
                  <a:pt x="1029354" y="40915"/>
                </a:lnTo>
                <a:lnTo>
                  <a:pt x="1030153" y="41533"/>
                </a:lnTo>
                <a:lnTo>
                  <a:pt x="1030948" y="42154"/>
                </a:lnTo>
                <a:lnTo>
                  <a:pt x="1031740" y="42780"/>
                </a:lnTo>
                <a:lnTo>
                  <a:pt x="1032528" y="43410"/>
                </a:lnTo>
                <a:lnTo>
                  <a:pt x="1033314" y="44043"/>
                </a:lnTo>
                <a:lnTo>
                  <a:pt x="1034096" y="44681"/>
                </a:lnTo>
                <a:lnTo>
                  <a:pt x="1034875" y="45322"/>
                </a:lnTo>
                <a:lnTo>
                  <a:pt x="1035650" y="45968"/>
                </a:lnTo>
                <a:lnTo>
                  <a:pt x="1036422" y="46617"/>
                </a:lnTo>
                <a:lnTo>
                  <a:pt x="1037191" y="47270"/>
                </a:lnTo>
                <a:lnTo>
                  <a:pt x="1037956" y="47927"/>
                </a:lnTo>
                <a:lnTo>
                  <a:pt x="1038718" y="48587"/>
                </a:lnTo>
                <a:lnTo>
                  <a:pt x="1039476" y="49252"/>
                </a:lnTo>
                <a:lnTo>
                  <a:pt x="1040232" y="49920"/>
                </a:lnTo>
                <a:lnTo>
                  <a:pt x="1040983" y="50592"/>
                </a:lnTo>
                <a:lnTo>
                  <a:pt x="1041731" y="51268"/>
                </a:lnTo>
                <a:lnTo>
                  <a:pt x="1042476" y="51948"/>
                </a:lnTo>
                <a:lnTo>
                  <a:pt x="1043217" y="52631"/>
                </a:lnTo>
                <a:lnTo>
                  <a:pt x="1043955" y="53319"/>
                </a:lnTo>
                <a:lnTo>
                  <a:pt x="1044689" y="54009"/>
                </a:lnTo>
                <a:lnTo>
                  <a:pt x="1045420" y="54704"/>
                </a:lnTo>
                <a:lnTo>
                  <a:pt x="1046147" y="55402"/>
                </a:lnTo>
                <a:lnTo>
                  <a:pt x="1046871" y="56104"/>
                </a:lnTo>
                <a:lnTo>
                  <a:pt x="1047590" y="56810"/>
                </a:lnTo>
                <a:lnTo>
                  <a:pt x="1048307" y="57519"/>
                </a:lnTo>
                <a:lnTo>
                  <a:pt x="1049020" y="58231"/>
                </a:lnTo>
                <a:lnTo>
                  <a:pt x="1049729" y="58948"/>
                </a:lnTo>
                <a:lnTo>
                  <a:pt x="1050434" y="59668"/>
                </a:lnTo>
                <a:lnTo>
                  <a:pt x="1051136" y="60391"/>
                </a:lnTo>
                <a:lnTo>
                  <a:pt x="1051834" y="61119"/>
                </a:lnTo>
                <a:lnTo>
                  <a:pt x="1052529" y="61849"/>
                </a:lnTo>
                <a:lnTo>
                  <a:pt x="1053220" y="62583"/>
                </a:lnTo>
                <a:lnTo>
                  <a:pt x="1053907" y="63321"/>
                </a:lnTo>
                <a:lnTo>
                  <a:pt x="1054590" y="64062"/>
                </a:lnTo>
                <a:lnTo>
                  <a:pt x="1055270" y="64807"/>
                </a:lnTo>
                <a:lnTo>
                  <a:pt x="1055946" y="65555"/>
                </a:lnTo>
                <a:lnTo>
                  <a:pt x="1056618" y="66307"/>
                </a:lnTo>
                <a:lnTo>
                  <a:pt x="1057286" y="67062"/>
                </a:lnTo>
                <a:lnTo>
                  <a:pt x="1057951" y="67820"/>
                </a:lnTo>
                <a:lnTo>
                  <a:pt x="1058612" y="68582"/>
                </a:lnTo>
                <a:lnTo>
                  <a:pt x="1059268" y="69348"/>
                </a:lnTo>
                <a:lnTo>
                  <a:pt x="1059922" y="70116"/>
                </a:lnTo>
                <a:lnTo>
                  <a:pt x="1060571" y="70888"/>
                </a:lnTo>
                <a:lnTo>
                  <a:pt x="1061216" y="71664"/>
                </a:lnTo>
                <a:lnTo>
                  <a:pt x="1061858" y="72442"/>
                </a:lnTo>
                <a:lnTo>
                  <a:pt x="1062495" y="73225"/>
                </a:lnTo>
                <a:lnTo>
                  <a:pt x="1063129" y="74010"/>
                </a:lnTo>
                <a:lnTo>
                  <a:pt x="1063758" y="74799"/>
                </a:lnTo>
                <a:lnTo>
                  <a:pt x="1064384" y="75591"/>
                </a:lnTo>
                <a:lnTo>
                  <a:pt x="1065006" y="76386"/>
                </a:lnTo>
                <a:lnTo>
                  <a:pt x="1065624" y="77184"/>
                </a:lnTo>
                <a:lnTo>
                  <a:pt x="1066237" y="77986"/>
                </a:lnTo>
                <a:lnTo>
                  <a:pt x="1066847" y="78791"/>
                </a:lnTo>
                <a:lnTo>
                  <a:pt x="1067453" y="79599"/>
                </a:lnTo>
                <a:lnTo>
                  <a:pt x="1068055" y="80410"/>
                </a:lnTo>
                <a:lnTo>
                  <a:pt x="1068652" y="81225"/>
                </a:lnTo>
                <a:lnTo>
                  <a:pt x="1069246" y="82042"/>
                </a:lnTo>
                <a:lnTo>
                  <a:pt x="1069835" y="82863"/>
                </a:lnTo>
                <a:lnTo>
                  <a:pt x="1070421" y="83687"/>
                </a:lnTo>
                <a:lnTo>
                  <a:pt x="1071002" y="84514"/>
                </a:lnTo>
                <a:lnTo>
                  <a:pt x="1071579" y="85344"/>
                </a:lnTo>
                <a:lnTo>
                  <a:pt x="1072152" y="86177"/>
                </a:lnTo>
                <a:lnTo>
                  <a:pt x="1072721" y="87014"/>
                </a:lnTo>
                <a:lnTo>
                  <a:pt x="1073286" y="87853"/>
                </a:lnTo>
                <a:lnTo>
                  <a:pt x="1073846" y="88695"/>
                </a:lnTo>
                <a:lnTo>
                  <a:pt x="1074403" y="89541"/>
                </a:lnTo>
                <a:lnTo>
                  <a:pt x="1074955" y="90389"/>
                </a:lnTo>
                <a:lnTo>
                  <a:pt x="1075503" y="91240"/>
                </a:lnTo>
                <a:lnTo>
                  <a:pt x="1076046" y="92095"/>
                </a:lnTo>
                <a:lnTo>
                  <a:pt x="1076586" y="92952"/>
                </a:lnTo>
                <a:lnTo>
                  <a:pt x="1077121" y="93812"/>
                </a:lnTo>
                <a:lnTo>
                  <a:pt x="1077651" y="94676"/>
                </a:lnTo>
                <a:lnTo>
                  <a:pt x="1078178" y="95542"/>
                </a:lnTo>
                <a:lnTo>
                  <a:pt x="1078700" y="96411"/>
                </a:lnTo>
                <a:lnTo>
                  <a:pt x="1079218" y="97283"/>
                </a:lnTo>
                <a:lnTo>
                  <a:pt x="1079731" y="98158"/>
                </a:lnTo>
                <a:lnTo>
                  <a:pt x="1080240" y="99035"/>
                </a:lnTo>
                <a:lnTo>
                  <a:pt x="1080745" y="99916"/>
                </a:lnTo>
                <a:lnTo>
                  <a:pt x="1081245" y="100799"/>
                </a:lnTo>
                <a:lnTo>
                  <a:pt x="1081741" y="101685"/>
                </a:lnTo>
                <a:lnTo>
                  <a:pt x="1082233" y="102574"/>
                </a:lnTo>
                <a:lnTo>
                  <a:pt x="1082720" y="103466"/>
                </a:lnTo>
                <a:lnTo>
                  <a:pt x="1083202" y="104361"/>
                </a:lnTo>
                <a:lnTo>
                  <a:pt x="1083680" y="105258"/>
                </a:lnTo>
                <a:lnTo>
                  <a:pt x="1084154" y="106158"/>
                </a:lnTo>
                <a:lnTo>
                  <a:pt x="1084623" y="107061"/>
                </a:lnTo>
                <a:lnTo>
                  <a:pt x="1085088" y="107966"/>
                </a:lnTo>
                <a:lnTo>
                  <a:pt x="1085548" y="108874"/>
                </a:lnTo>
                <a:lnTo>
                  <a:pt x="1086003" y="109785"/>
                </a:lnTo>
                <a:lnTo>
                  <a:pt x="1086454" y="110698"/>
                </a:lnTo>
                <a:lnTo>
                  <a:pt x="1086901" y="111615"/>
                </a:lnTo>
                <a:lnTo>
                  <a:pt x="1087343" y="112533"/>
                </a:lnTo>
                <a:lnTo>
                  <a:pt x="1087780" y="113455"/>
                </a:lnTo>
                <a:lnTo>
                  <a:pt x="1088212" y="114379"/>
                </a:lnTo>
                <a:lnTo>
                  <a:pt x="1088640" y="115305"/>
                </a:lnTo>
                <a:lnTo>
                  <a:pt x="1089064" y="116235"/>
                </a:lnTo>
                <a:lnTo>
                  <a:pt x="1089482" y="117166"/>
                </a:lnTo>
                <a:lnTo>
                  <a:pt x="1089896" y="118101"/>
                </a:lnTo>
                <a:lnTo>
                  <a:pt x="1090305" y="119037"/>
                </a:lnTo>
                <a:lnTo>
                  <a:pt x="1090710" y="119977"/>
                </a:lnTo>
                <a:lnTo>
                  <a:pt x="1091110" y="120919"/>
                </a:lnTo>
                <a:lnTo>
                  <a:pt x="1091505" y="121863"/>
                </a:lnTo>
                <a:lnTo>
                  <a:pt x="1091895" y="122810"/>
                </a:lnTo>
                <a:lnTo>
                  <a:pt x="1092281" y="123759"/>
                </a:lnTo>
                <a:lnTo>
                  <a:pt x="1092661" y="124711"/>
                </a:lnTo>
                <a:lnTo>
                  <a:pt x="1093037" y="125665"/>
                </a:lnTo>
                <a:lnTo>
                  <a:pt x="1093409" y="126621"/>
                </a:lnTo>
                <a:lnTo>
                  <a:pt x="1093775" y="127580"/>
                </a:lnTo>
                <a:lnTo>
                  <a:pt x="1094136" y="128542"/>
                </a:lnTo>
                <a:lnTo>
                  <a:pt x="1094493" y="129505"/>
                </a:lnTo>
                <a:lnTo>
                  <a:pt x="1094845" y="130471"/>
                </a:lnTo>
                <a:lnTo>
                  <a:pt x="1095192" y="131440"/>
                </a:lnTo>
                <a:lnTo>
                  <a:pt x="1095533" y="132410"/>
                </a:lnTo>
                <a:lnTo>
                  <a:pt x="1095870" y="133383"/>
                </a:lnTo>
                <a:lnTo>
                  <a:pt x="1096203" y="134359"/>
                </a:lnTo>
                <a:lnTo>
                  <a:pt x="1096530" y="135336"/>
                </a:lnTo>
                <a:lnTo>
                  <a:pt x="1096852" y="136316"/>
                </a:lnTo>
                <a:lnTo>
                  <a:pt x="1097169" y="137298"/>
                </a:lnTo>
                <a:lnTo>
                  <a:pt x="1097481" y="138283"/>
                </a:lnTo>
                <a:lnTo>
                  <a:pt x="1097789" y="139269"/>
                </a:lnTo>
                <a:lnTo>
                  <a:pt x="1098091" y="140258"/>
                </a:lnTo>
                <a:lnTo>
                  <a:pt x="1098388" y="141249"/>
                </a:lnTo>
                <a:lnTo>
                  <a:pt x="1098680" y="142242"/>
                </a:lnTo>
                <a:lnTo>
                  <a:pt x="1098967" y="143237"/>
                </a:lnTo>
                <a:lnTo>
                  <a:pt x="1099249" y="144235"/>
                </a:lnTo>
                <a:lnTo>
                  <a:pt x="1099526" y="145234"/>
                </a:lnTo>
                <a:lnTo>
                  <a:pt x="1099797" y="146236"/>
                </a:lnTo>
                <a:lnTo>
                  <a:pt x="1100064" y="147240"/>
                </a:lnTo>
                <a:lnTo>
                  <a:pt x="1100326" y="148245"/>
                </a:lnTo>
                <a:lnTo>
                  <a:pt x="1100582" y="149253"/>
                </a:lnTo>
                <a:lnTo>
                  <a:pt x="1100833" y="150263"/>
                </a:lnTo>
                <a:lnTo>
                  <a:pt x="1101079" y="151275"/>
                </a:lnTo>
                <a:lnTo>
                  <a:pt x="1101320" y="152289"/>
                </a:lnTo>
                <a:lnTo>
                  <a:pt x="1101555" y="153305"/>
                </a:lnTo>
                <a:lnTo>
                  <a:pt x="1101785" y="154323"/>
                </a:lnTo>
                <a:lnTo>
                  <a:pt x="1102010" y="155343"/>
                </a:lnTo>
                <a:lnTo>
                  <a:pt x="1102230" y="156365"/>
                </a:lnTo>
                <a:lnTo>
                  <a:pt x="1102445" y="157389"/>
                </a:lnTo>
                <a:lnTo>
                  <a:pt x="1102654" y="158415"/>
                </a:lnTo>
                <a:lnTo>
                  <a:pt x="1102858" y="159443"/>
                </a:lnTo>
                <a:lnTo>
                  <a:pt x="1103056" y="160473"/>
                </a:lnTo>
                <a:lnTo>
                  <a:pt x="1103250" y="161504"/>
                </a:lnTo>
                <a:lnTo>
                  <a:pt x="1103438" y="162538"/>
                </a:lnTo>
                <a:lnTo>
                  <a:pt x="1103620" y="163573"/>
                </a:lnTo>
                <a:lnTo>
                  <a:pt x="1103797" y="164610"/>
                </a:lnTo>
                <a:lnTo>
                  <a:pt x="1103969" y="165649"/>
                </a:lnTo>
                <a:lnTo>
                  <a:pt x="1104135" y="166690"/>
                </a:lnTo>
                <a:lnTo>
                  <a:pt x="1104296" y="167733"/>
                </a:lnTo>
                <a:lnTo>
                  <a:pt x="1104452" y="168777"/>
                </a:lnTo>
                <a:lnTo>
                  <a:pt x="1104602" y="169823"/>
                </a:lnTo>
                <a:lnTo>
                  <a:pt x="1104746" y="170871"/>
                </a:lnTo>
                <a:lnTo>
                  <a:pt x="1104885" y="171921"/>
                </a:lnTo>
                <a:lnTo>
                  <a:pt x="1105019" y="172972"/>
                </a:lnTo>
                <a:lnTo>
                  <a:pt x="1105147" y="174025"/>
                </a:lnTo>
                <a:lnTo>
                  <a:pt x="1105269" y="175080"/>
                </a:lnTo>
                <a:lnTo>
                  <a:pt x="1105386" y="176137"/>
                </a:lnTo>
                <a:lnTo>
                  <a:pt x="1105498" y="177195"/>
                </a:lnTo>
                <a:lnTo>
                  <a:pt x="1105604" y="178255"/>
                </a:lnTo>
                <a:lnTo>
                  <a:pt x="1105704" y="179316"/>
                </a:lnTo>
                <a:lnTo>
                  <a:pt x="1105799" y="180379"/>
                </a:lnTo>
                <a:lnTo>
                  <a:pt x="1105888" y="181444"/>
                </a:lnTo>
                <a:lnTo>
                  <a:pt x="1105971" y="182510"/>
                </a:lnTo>
                <a:lnTo>
                  <a:pt x="1106049" y="183578"/>
                </a:lnTo>
                <a:lnTo>
                  <a:pt x="1106121" y="184647"/>
                </a:lnTo>
                <a:lnTo>
                  <a:pt x="1106187" y="185718"/>
                </a:lnTo>
                <a:lnTo>
                  <a:pt x="1106248" y="186791"/>
                </a:lnTo>
                <a:lnTo>
                  <a:pt x="1106303" y="187865"/>
                </a:lnTo>
                <a:lnTo>
                  <a:pt x="1106352" y="188940"/>
                </a:lnTo>
                <a:lnTo>
                  <a:pt x="1106396" y="190017"/>
                </a:lnTo>
                <a:lnTo>
                  <a:pt x="1106433" y="191096"/>
                </a:lnTo>
                <a:lnTo>
                  <a:pt x="1106465" y="192175"/>
                </a:lnTo>
                <a:lnTo>
                  <a:pt x="1106492" y="193257"/>
                </a:lnTo>
                <a:lnTo>
                  <a:pt x="1106512" y="194340"/>
                </a:lnTo>
                <a:lnTo>
                  <a:pt x="1106527" y="195424"/>
                </a:lnTo>
                <a:lnTo>
                  <a:pt x="1106535" y="196509"/>
                </a:lnTo>
                <a:lnTo>
                  <a:pt x="1106538" y="197596"/>
                </a:lnTo>
                <a:lnTo>
                  <a:pt x="1106538" y="592788"/>
                </a:lnTo>
                <a:lnTo>
                  <a:pt x="1106535" y="593875"/>
                </a:lnTo>
                <a:lnTo>
                  <a:pt x="1106527" y="594961"/>
                </a:lnTo>
                <a:lnTo>
                  <a:pt x="1106512" y="596045"/>
                </a:lnTo>
                <a:lnTo>
                  <a:pt x="1106492" y="597128"/>
                </a:lnTo>
                <a:lnTo>
                  <a:pt x="1106465" y="598209"/>
                </a:lnTo>
                <a:lnTo>
                  <a:pt x="1106433" y="599289"/>
                </a:lnTo>
                <a:lnTo>
                  <a:pt x="1106396" y="600368"/>
                </a:lnTo>
                <a:lnTo>
                  <a:pt x="1106352" y="601445"/>
                </a:lnTo>
                <a:lnTo>
                  <a:pt x="1106303" y="602520"/>
                </a:lnTo>
                <a:lnTo>
                  <a:pt x="1106248" y="603594"/>
                </a:lnTo>
                <a:lnTo>
                  <a:pt x="1106187" y="604667"/>
                </a:lnTo>
                <a:lnTo>
                  <a:pt x="1106121" y="605738"/>
                </a:lnTo>
                <a:lnTo>
                  <a:pt x="1106049" y="606807"/>
                </a:lnTo>
                <a:lnTo>
                  <a:pt x="1105971" y="607875"/>
                </a:lnTo>
                <a:lnTo>
                  <a:pt x="1105888" y="608941"/>
                </a:lnTo>
                <a:lnTo>
                  <a:pt x="1105799" y="610006"/>
                </a:lnTo>
                <a:lnTo>
                  <a:pt x="1105704" y="611069"/>
                </a:lnTo>
                <a:lnTo>
                  <a:pt x="1105604" y="612130"/>
                </a:lnTo>
                <a:lnTo>
                  <a:pt x="1105498" y="613190"/>
                </a:lnTo>
                <a:lnTo>
                  <a:pt x="1105386" y="614248"/>
                </a:lnTo>
                <a:lnTo>
                  <a:pt x="1105269" y="615305"/>
                </a:lnTo>
                <a:lnTo>
                  <a:pt x="1105147" y="616360"/>
                </a:lnTo>
                <a:lnTo>
                  <a:pt x="1105019" y="617413"/>
                </a:lnTo>
                <a:lnTo>
                  <a:pt x="1104885" y="618464"/>
                </a:lnTo>
                <a:lnTo>
                  <a:pt x="1104746" y="619514"/>
                </a:lnTo>
                <a:lnTo>
                  <a:pt x="1104602" y="620562"/>
                </a:lnTo>
                <a:lnTo>
                  <a:pt x="1104452" y="621608"/>
                </a:lnTo>
                <a:lnTo>
                  <a:pt x="1104296" y="622652"/>
                </a:lnTo>
                <a:lnTo>
                  <a:pt x="1104135" y="623695"/>
                </a:lnTo>
                <a:lnTo>
                  <a:pt x="1103969" y="624736"/>
                </a:lnTo>
                <a:lnTo>
                  <a:pt x="1103797" y="625775"/>
                </a:lnTo>
                <a:lnTo>
                  <a:pt x="1103620" y="626812"/>
                </a:lnTo>
                <a:lnTo>
                  <a:pt x="1103438" y="627847"/>
                </a:lnTo>
                <a:lnTo>
                  <a:pt x="1103250" y="628881"/>
                </a:lnTo>
                <a:lnTo>
                  <a:pt x="1103056" y="629912"/>
                </a:lnTo>
                <a:lnTo>
                  <a:pt x="1102858" y="630942"/>
                </a:lnTo>
                <a:lnTo>
                  <a:pt x="1102654" y="631970"/>
                </a:lnTo>
                <a:lnTo>
                  <a:pt x="1102445" y="632995"/>
                </a:lnTo>
                <a:lnTo>
                  <a:pt x="1102230" y="634019"/>
                </a:lnTo>
                <a:lnTo>
                  <a:pt x="1102010" y="635041"/>
                </a:lnTo>
                <a:lnTo>
                  <a:pt x="1101785" y="636061"/>
                </a:lnTo>
                <a:lnTo>
                  <a:pt x="1101555" y="637079"/>
                </a:lnTo>
                <a:lnTo>
                  <a:pt x="1101320" y="638095"/>
                </a:lnTo>
                <a:lnTo>
                  <a:pt x="1101079" y="639110"/>
                </a:lnTo>
                <a:lnTo>
                  <a:pt x="1100833" y="640122"/>
                </a:lnTo>
                <a:lnTo>
                  <a:pt x="1100582" y="641131"/>
                </a:lnTo>
                <a:lnTo>
                  <a:pt x="1100326" y="642139"/>
                </a:lnTo>
                <a:lnTo>
                  <a:pt x="1100064" y="643145"/>
                </a:lnTo>
                <a:lnTo>
                  <a:pt x="1099797" y="644149"/>
                </a:lnTo>
                <a:lnTo>
                  <a:pt x="1099526" y="645151"/>
                </a:lnTo>
                <a:lnTo>
                  <a:pt x="1099249" y="646150"/>
                </a:lnTo>
                <a:lnTo>
                  <a:pt x="1098967" y="647148"/>
                </a:lnTo>
                <a:lnTo>
                  <a:pt x="1098680" y="648143"/>
                </a:lnTo>
                <a:lnTo>
                  <a:pt x="1098388" y="649136"/>
                </a:lnTo>
                <a:lnTo>
                  <a:pt x="1098091" y="650127"/>
                </a:lnTo>
                <a:lnTo>
                  <a:pt x="1097789" y="651116"/>
                </a:lnTo>
                <a:lnTo>
                  <a:pt x="1097481" y="652102"/>
                </a:lnTo>
                <a:lnTo>
                  <a:pt x="1097169" y="653087"/>
                </a:lnTo>
                <a:lnTo>
                  <a:pt x="1096852" y="654069"/>
                </a:lnTo>
                <a:lnTo>
                  <a:pt x="1096530" y="655048"/>
                </a:lnTo>
                <a:lnTo>
                  <a:pt x="1096203" y="656026"/>
                </a:lnTo>
                <a:lnTo>
                  <a:pt x="1095870" y="657001"/>
                </a:lnTo>
                <a:lnTo>
                  <a:pt x="1095533" y="657974"/>
                </a:lnTo>
                <a:lnTo>
                  <a:pt x="1095192" y="658945"/>
                </a:lnTo>
                <a:lnTo>
                  <a:pt x="1094845" y="659913"/>
                </a:lnTo>
                <a:lnTo>
                  <a:pt x="1094493" y="660879"/>
                </a:lnTo>
                <a:lnTo>
                  <a:pt x="1094136" y="661843"/>
                </a:lnTo>
                <a:lnTo>
                  <a:pt x="1093775" y="662804"/>
                </a:lnTo>
                <a:lnTo>
                  <a:pt x="1093409" y="663763"/>
                </a:lnTo>
                <a:lnTo>
                  <a:pt x="1093037" y="664720"/>
                </a:lnTo>
                <a:lnTo>
                  <a:pt x="1092661" y="665674"/>
                </a:lnTo>
                <a:lnTo>
                  <a:pt x="1092281" y="666626"/>
                </a:lnTo>
                <a:lnTo>
                  <a:pt x="1091895" y="667575"/>
                </a:lnTo>
                <a:lnTo>
                  <a:pt x="1091505" y="668522"/>
                </a:lnTo>
                <a:lnTo>
                  <a:pt x="1091110" y="669466"/>
                </a:lnTo>
                <a:lnTo>
                  <a:pt x="1090710" y="670408"/>
                </a:lnTo>
                <a:lnTo>
                  <a:pt x="1090305" y="671347"/>
                </a:lnTo>
                <a:lnTo>
                  <a:pt x="1089896" y="672284"/>
                </a:lnTo>
                <a:lnTo>
                  <a:pt x="1089482" y="673218"/>
                </a:lnTo>
                <a:lnTo>
                  <a:pt x="1089064" y="674150"/>
                </a:lnTo>
                <a:lnTo>
                  <a:pt x="1088640" y="675079"/>
                </a:lnTo>
                <a:lnTo>
                  <a:pt x="1088212" y="676006"/>
                </a:lnTo>
                <a:lnTo>
                  <a:pt x="1087780" y="676930"/>
                </a:lnTo>
                <a:lnTo>
                  <a:pt x="1087343" y="677851"/>
                </a:lnTo>
                <a:lnTo>
                  <a:pt x="1086901" y="678770"/>
                </a:lnTo>
                <a:lnTo>
                  <a:pt x="1086454" y="679686"/>
                </a:lnTo>
                <a:lnTo>
                  <a:pt x="1086003" y="680600"/>
                </a:lnTo>
                <a:lnTo>
                  <a:pt x="1085548" y="681511"/>
                </a:lnTo>
                <a:lnTo>
                  <a:pt x="1085088" y="682419"/>
                </a:lnTo>
                <a:lnTo>
                  <a:pt x="1084623" y="683324"/>
                </a:lnTo>
                <a:lnTo>
                  <a:pt x="1084154" y="684227"/>
                </a:lnTo>
                <a:lnTo>
                  <a:pt x="1083680" y="685127"/>
                </a:lnTo>
                <a:lnTo>
                  <a:pt x="1083202" y="686024"/>
                </a:lnTo>
                <a:lnTo>
                  <a:pt x="1082720" y="686919"/>
                </a:lnTo>
                <a:lnTo>
                  <a:pt x="1082233" y="687810"/>
                </a:lnTo>
                <a:lnTo>
                  <a:pt x="1081741" y="688699"/>
                </a:lnTo>
                <a:lnTo>
                  <a:pt x="1081245" y="689586"/>
                </a:lnTo>
                <a:lnTo>
                  <a:pt x="1080745" y="690469"/>
                </a:lnTo>
                <a:lnTo>
                  <a:pt x="1080240" y="691349"/>
                </a:lnTo>
                <a:lnTo>
                  <a:pt x="1079731" y="692227"/>
                </a:lnTo>
                <a:lnTo>
                  <a:pt x="1079218" y="693102"/>
                </a:lnTo>
                <a:lnTo>
                  <a:pt x="1078700" y="693974"/>
                </a:lnTo>
                <a:lnTo>
                  <a:pt x="1078178" y="694843"/>
                </a:lnTo>
                <a:lnTo>
                  <a:pt x="1077651" y="695709"/>
                </a:lnTo>
                <a:lnTo>
                  <a:pt x="1077121" y="696572"/>
                </a:lnTo>
                <a:lnTo>
                  <a:pt x="1076586" y="697433"/>
                </a:lnTo>
                <a:lnTo>
                  <a:pt x="1076046" y="698290"/>
                </a:lnTo>
                <a:lnTo>
                  <a:pt x="1075503" y="699144"/>
                </a:lnTo>
                <a:lnTo>
                  <a:pt x="1074955" y="699996"/>
                </a:lnTo>
                <a:lnTo>
                  <a:pt x="1074403" y="700844"/>
                </a:lnTo>
                <a:lnTo>
                  <a:pt x="1073846" y="701689"/>
                </a:lnTo>
                <a:lnTo>
                  <a:pt x="1073286" y="702532"/>
                </a:lnTo>
                <a:lnTo>
                  <a:pt x="1072721" y="703371"/>
                </a:lnTo>
                <a:lnTo>
                  <a:pt x="1072152" y="704207"/>
                </a:lnTo>
                <a:lnTo>
                  <a:pt x="1071579" y="705041"/>
                </a:lnTo>
                <a:lnTo>
                  <a:pt x="1071002" y="705871"/>
                </a:lnTo>
                <a:lnTo>
                  <a:pt x="1070421" y="706698"/>
                </a:lnTo>
                <a:lnTo>
                  <a:pt x="1069835" y="707522"/>
                </a:lnTo>
                <a:lnTo>
                  <a:pt x="1069246" y="708342"/>
                </a:lnTo>
                <a:lnTo>
                  <a:pt x="1068652" y="709160"/>
                </a:lnTo>
                <a:lnTo>
                  <a:pt x="1068055" y="709975"/>
                </a:lnTo>
                <a:lnTo>
                  <a:pt x="1067453" y="710786"/>
                </a:lnTo>
                <a:lnTo>
                  <a:pt x="1066847" y="711594"/>
                </a:lnTo>
                <a:lnTo>
                  <a:pt x="1066237" y="712399"/>
                </a:lnTo>
                <a:lnTo>
                  <a:pt x="1065624" y="713201"/>
                </a:lnTo>
                <a:lnTo>
                  <a:pt x="1065006" y="713999"/>
                </a:lnTo>
                <a:lnTo>
                  <a:pt x="1064384" y="714794"/>
                </a:lnTo>
                <a:lnTo>
                  <a:pt x="1063758" y="715586"/>
                </a:lnTo>
                <a:lnTo>
                  <a:pt x="1063129" y="716375"/>
                </a:lnTo>
                <a:lnTo>
                  <a:pt x="1062495" y="717160"/>
                </a:lnTo>
                <a:lnTo>
                  <a:pt x="1061858" y="717942"/>
                </a:lnTo>
                <a:lnTo>
                  <a:pt x="1061216" y="718721"/>
                </a:lnTo>
                <a:lnTo>
                  <a:pt x="1060571" y="719496"/>
                </a:lnTo>
                <a:lnTo>
                  <a:pt x="1059922" y="720268"/>
                </a:lnTo>
                <a:lnTo>
                  <a:pt x="1059268" y="721037"/>
                </a:lnTo>
                <a:lnTo>
                  <a:pt x="1058612" y="721802"/>
                </a:lnTo>
                <a:lnTo>
                  <a:pt x="1057951" y="722564"/>
                </a:lnTo>
                <a:lnTo>
                  <a:pt x="1057286" y="723323"/>
                </a:lnTo>
                <a:lnTo>
                  <a:pt x="1056618" y="724078"/>
                </a:lnTo>
                <a:lnTo>
                  <a:pt x="1055946" y="724830"/>
                </a:lnTo>
                <a:lnTo>
                  <a:pt x="1055270" y="725578"/>
                </a:lnTo>
                <a:lnTo>
                  <a:pt x="1054590" y="726322"/>
                </a:lnTo>
                <a:lnTo>
                  <a:pt x="1053907" y="727064"/>
                </a:lnTo>
                <a:lnTo>
                  <a:pt x="1053220" y="727801"/>
                </a:lnTo>
                <a:lnTo>
                  <a:pt x="1052529" y="728536"/>
                </a:lnTo>
                <a:lnTo>
                  <a:pt x="1051834" y="729266"/>
                </a:lnTo>
                <a:lnTo>
                  <a:pt x="1051136" y="729993"/>
                </a:lnTo>
                <a:lnTo>
                  <a:pt x="1050434" y="730717"/>
                </a:lnTo>
                <a:lnTo>
                  <a:pt x="1049729" y="731437"/>
                </a:lnTo>
                <a:lnTo>
                  <a:pt x="1049020" y="732153"/>
                </a:lnTo>
                <a:lnTo>
                  <a:pt x="1048307" y="732866"/>
                </a:lnTo>
                <a:lnTo>
                  <a:pt x="1047590" y="733575"/>
                </a:lnTo>
                <a:lnTo>
                  <a:pt x="1046871" y="734281"/>
                </a:lnTo>
                <a:lnTo>
                  <a:pt x="1046147" y="734983"/>
                </a:lnTo>
                <a:lnTo>
                  <a:pt x="1045420" y="735681"/>
                </a:lnTo>
                <a:lnTo>
                  <a:pt x="1044689" y="736375"/>
                </a:lnTo>
                <a:lnTo>
                  <a:pt x="1043955" y="737066"/>
                </a:lnTo>
                <a:lnTo>
                  <a:pt x="1043217" y="737753"/>
                </a:lnTo>
                <a:lnTo>
                  <a:pt x="1042476" y="738437"/>
                </a:lnTo>
                <a:lnTo>
                  <a:pt x="1041731" y="739116"/>
                </a:lnTo>
                <a:lnTo>
                  <a:pt x="1040983" y="739792"/>
                </a:lnTo>
                <a:lnTo>
                  <a:pt x="1040232" y="740464"/>
                </a:lnTo>
                <a:lnTo>
                  <a:pt x="1039476" y="741133"/>
                </a:lnTo>
                <a:lnTo>
                  <a:pt x="1038718" y="741797"/>
                </a:lnTo>
                <a:lnTo>
                  <a:pt x="1037956" y="742458"/>
                </a:lnTo>
                <a:lnTo>
                  <a:pt x="1037191" y="743115"/>
                </a:lnTo>
                <a:lnTo>
                  <a:pt x="1036422" y="743768"/>
                </a:lnTo>
                <a:lnTo>
                  <a:pt x="1035650" y="744417"/>
                </a:lnTo>
                <a:lnTo>
                  <a:pt x="1034875" y="745062"/>
                </a:lnTo>
                <a:lnTo>
                  <a:pt x="1034096" y="745704"/>
                </a:lnTo>
                <a:lnTo>
                  <a:pt x="1033314" y="746341"/>
                </a:lnTo>
                <a:lnTo>
                  <a:pt x="1032528" y="746975"/>
                </a:lnTo>
                <a:lnTo>
                  <a:pt x="1031740" y="747605"/>
                </a:lnTo>
                <a:lnTo>
                  <a:pt x="1030948" y="748230"/>
                </a:lnTo>
                <a:lnTo>
                  <a:pt x="1030153" y="748852"/>
                </a:lnTo>
                <a:lnTo>
                  <a:pt x="1029354" y="749470"/>
                </a:lnTo>
                <a:lnTo>
                  <a:pt x="1028552" y="750084"/>
                </a:lnTo>
                <a:lnTo>
                  <a:pt x="1027748" y="750693"/>
                </a:lnTo>
                <a:lnTo>
                  <a:pt x="1026939" y="751299"/>
                </a:lnTo>
                <a:lnTo>
                  <a:pt x="1026128" y="751901"/>
                </a:lnTo>
                <a:lnTo>
                  <a:pt x="1025314" y="752499"/>
                </a:lnTo>
                <a:lnTo>
                  <a:pt x="1024496" y="753092"/>
                </a:lnTo>
                <a:lnTo>
                  <a:pt x="1023675" y="753682"/>
                </a:lnTo>
                <a:lnTo>
                  <a:pt x="1022851" y="754267"/>
                </a:lnTo>
                <a:lnTo>
                  <a:pt x="1022024" y="754848"/>
                </a:lnTo>
                <a:lnTo>
                  <a:pt x="1021194" y="755426"/>
                </a:lnTo>
                <a:lnTo>
                  <a:pt x="1020361" y="755999"/>
                </a:lnTo>
                <a:lnTo>
                  <a:pt x="1019525" y="756568"/>
                </a:lnTo>
                <a:lnTo>
                  <a:pt x="1018685" y="757132"/>
                </a:lnTo>
                <a:lnTo>
                  <a:pt x="1017843" y="757693"/>
                </a:lnTo>
                <a:lnTo>
                  <a:pt x="1016998" y="758249"/>
                </a:lnTo>
                <a:lnTo>
                  <a:pt x="1016149" y="758801"/>
                </a:lnTo>
                <a:lnTo>
                  <a:pt x="1015298" y="759349"/>
                </a:lnTo>
                <a:lnTo>
                  <a:pt x="1014444" y="759893"/>
                </a:lnTo>
                <a:lnTo>
                  <a:pt x="1013586" y="760432"/>
                </a:lnTo>
                <a:lnTo>
                  <a:pt x="1012726" y="760967"/>
                </a:lnTo>
                <a:lnTo>
                  <a:pt x="1011863" y="761498"/>
                </a:lnTo>
                <a:lnTo>
                  <a:pt x="1010997" y="762024"/>
                </a:lnTo>
                <a:lnTo>
                  <a:pt x="1010127" y="762546"/>
                </a:lnTo>
                <a:lnTo>
                  <a:pt x="1009256" y="763064"/>
                </a:lnTo>
                <a:lnTo>
                  <a:pt x="1008381" y="763578"/>
                </a:lnTo>
                <a:lnTo>
                  <a:pt x="1007503" y="764087"/>
                </a:lnTo>
                <a:lnTo>
                  <a:pt x="1006623" y="764591"/>
                </a:lnTo>
                <a:lnTo>
                  <a:pt x="1005739" y="765092"/>
                </a:lnTo>
                <a:lnTo>
                  <a:pt x="1004853" y="765588"/>
                </a:lnTo>
                <a:lnTo>
                  <a:pt x="1003964" y="766079"/>
                </a:lnTo>
                <a:lnTo>
                  <a:pt x="1003072" y="766566"/>
                </a:lnTo>
                <a:lnTo>
                  <a:pt x="1002178" y="767049"/>
                </a:lnTo>
                <a:lnTo>
                  <a:pt x="1001281" y="767527"/>
                </a:lnTo>
                <a:lnTo>
                  <a:pt x="1000381" y="768000"/>
                </a:lnTo>
                <a:lnTo>
                  <a:pt x="999478" y="768470"/>
                </a:lnTo>
                <a:lnTo>
                  <a:pt x="998572" y="768934"/>
                </a:lnTo>
                <a:lnTo>
                  <a:pt x="997664" y="769394"/>
                </a:lnTo>
                <a:lnTo>
                  <a:pt x="996753" y="769850"/>
                </a:lnTo>
                <a:lnTo>
                  <a:pt x="995840" y="770301"/>
                </a:lnTo>
                <a:lnTo>
                  <a:pt x="994924" y="770747"/>
                </a:lnTo>
                <a:lnTo>
                  <a:pt x="994005" y="771189"/>
                </a:lnTo>
                <a:lnTo>
                  <a:pt x="993084" y="771626"/>
                </a:lnTo>
                <a:lnTo>
                  <a:pt x="992160" y="772059"/>
                </a:lnTo>
                <a:lnTo>
                  <a:pt x="991233" y="772487"/>
                </a:lnTo>
                <a:lnTo>
                  <a:pt x="990304" y="772910"/>
                </a:lnTo>
                <a:lnTo>
                  <a:pt x="989372" y="773329"/>
                </a:lnTo>
                <a:lnTo>
                  <a:pt x="988438" y="773742"/>
                </a:lnTo>
                <a:lnTo>
                  <a:pt x="987501" y="774152"/>
                </a:lnTo>
                <a:lnTo>
                  <a:pt x="986562" y="774556"/>
                </a:lnTo>
                <a:lnTo>
                  <a:pt x="985620" y="774956"/>
                </a:lnTo>
                <a:lnTo>
                  <a:pt x="984675" y="775351"/>
                </a:lnTo>
                <a:lnTo>
                  <a:pt x="983729" y="775741"/>
                </a:lnTo>
                <a:lnTo>
                  <a:pt x="982779" y="776127"/>
                </a:lnTo>
                <a:lnTo>
                  <a:pt x="981828" y="776508"/>
                </a:lnTo>
                <a:lnTo>
                  <a:pt x="980874" y="776884"/>
                </a:lnTo>
                <a:lnTo>
                  <a:pt x="979917" y="777255"/>
                </a:lnTo>
                <a:lnTo>
                  <a:pt x="978958" y="777621"/>
                </a:lnTo>
                <a:lnTo>
                  <a:pt x="977997" y="777983"/>
                </a:lnTo>
                <a:lnTo>
                  <a:pt x="977033" y="778339"/>
                </a:lnTo>
                <a:lnTo>
                  <a:pt x="976067" y="778691"/>
                </a:lnTo>
                <a:lnTo>
                  <a:pt x="975099" y="779038"/>
                </a:lnTo>
                <a:lnTo>
                  <a:pt x="974128" y="779380"/>
                </a:lnTo>
                <a:lnTo>
                  <a:pt x="973155" y="779717"/>
                </a:lnTo>
                <a:lnTo>
                  <a:pt x="972180" y="780049"/>
                </a:lnTo>
                <a:lnTo>
                  <a:pt x="971202" y="780376"/>
                </a:lnTo>
                <a:lnTo>
                  <a:pt x="970222" y="780698"/>
                </a:lnTo>
                <a:lnTo>
                  <a:pt x="969240" y="781015"/>
                </a:lnTo>
                <a:lnTo>
                  <a:pt x="968256" y="781328"/>
                </a:lnTo>
                <a:lnTo>
                  <a:pt x="967269" y="781635"/>
                </a:lnTo>
                <a:lnTo>
                  <a:pt x="966280" y="781937"/>
                </a:lnTo>
                <a:lnTo>
                  <a:pt x="965290" y="782234"/>
                </a:lnTo>
                <a:lnTo>
                  <a:pt x="964296" y="782526"/>
                </a:lnTo>
                <a:lnTo>
                  <a:pt x="963301" y="782813"/>
                </a:lnTo>
                <a:lnTo>
                  <a:pt x="962304" y="783095"/>
                </a:lnTo>
                <a:lnTo>
                  <a:pt x="961304" y="783372"/>
                </a:lnTo>
                <a:lnTo>
                  <a:pt x="960303" y="783644"/>
                </a:lnTo>
                <a:lnTo>
                  <a:pt x="959299" y="783910"/>
                </a:lnTo>
                <a:lnTo>
                  <a:pt x="958293" y="784172"/>
                </a:lnTo>
                <a:lnTo>
                  <a:pt x="957285" y="784428"/>
                </a:lnTo>
                <a:lnTo>
                  <a:pt x="956275" y="784679"/>
                </a:lnTo>
                <a:lnTo>
                  <a:pt x="955263" y="784925"/>
                </a:lnTo>
                <a:lnTo>
                  <a:pt x="954249" y="785166"/>
                </a:lnTo>
                <a:lnTo>
                  <a:pt x="953233" y="785401"/>
                </a:lnTo>
                <a:lnTo>
                  <a:pt x="952215" y="785632"/>
                </a:lnTo>
                <a:lnTo>
                  <a:pt x="951195" y="785857"/>
                </a:lnTo>
                <a:lnTo>
                  <a:pt x="950173" y="786077"/>
                </a:lnTo>
                <a:lnTo>
                  <a:pt x="949149" y="786291"/>
                </a:lnTo>
                <a:lnTo>
                  <a:pt x="948123" y="786500"/>
                </a:lnTo>
                <a:lnTo>
                  <a:pt x="947095" y="786704"/>
                </a:lnTo>
                <a:lnTo>
                  <a:pt x="946066" y="786903"/>
                </a:lnTo>
                <a:lnTo>
                  <a:pt x="945034" y="787096"/>
                </a:lnTo>
                <a:lnTo>
                  <a:pt x="944001" y="787284"/>
                </a:lnTo>
                <a:lnTo>
                  <a:pt x="942965" y="787466"/>
                </a:lnTo>
                <a:lnTo>
                  <a:pt x="941928" y="787644"/>
                </a:lnTo>
                <a:lnTo>
                  <a:pt x="940889" y="787815"/>
                </a:lnTo>
                <a:lnTo>
                  <a:pt x="939848" y="787982"/>
                </a:lnTo>
                <a:lnTo>
                  <a:pt x="938806" y="788143"/>
                </a:lnTo>
                <a:lnTo>
                  <a:pt x="937761" y="788298"/>
                </a:lnTo>
                <a:lnTo>
                  <a:pt x="936715" y="788448"/>
                </a:lnTo>
                <a:lnTo>
                  <a:pt x="935667" y="788593"/>
                </a:lnTo>
                <a:lnTo>
                  <a:pt x="934618" y="788732"/>
                </a:lnTo>
                <a:lnTo>
                  <a:pt x="933566" y="788865"/>
                </a:lnTo>
                <a:lnTo>
                  <a:pt x="932513" y="788993"/>
                </a:lnTo>
                <a:lnTo>
                  <a:pt x="931458" y="789116"/>
                </a:lnTo>
                <a:lnTo>
                  <a:pt x="930402" y="789233"/>
                </a:lnTo>
                <a:lnTo>
                  <a:pt x="929344" y="789344"/>
                </a:lnTo>
                <a:lnTo>
                  <a:pt x="928284" y="789450"/>
                </a:lnTo>
                <a:lnTo>
                  <a:pt x="927222" y="789550"/>
                </a:lnTo>
                <a:lnTo>
                  <a:pt x="926159" y="789645"/>
                </a:lnTo>
                <a:lnTo>
                  <a:pt x="925095" y="789734"/>
                </a:lnTo>
                <a:lnTo>
                  <a:pt x="924028" y="789817"/>
                </a:lnTo>
                <a:lnTo>
                  <a:pt x="922961" y="789895"/>
                </a:lnTo>
                <a:lnTo>
                  <a:pt x="921891" y="789967"/>
                </a:lnTo>
                <a:lnTo>
                  <a:pt x="920820" y="790033"/>
                </a:lnTo>
                <a:lnTo>
                  <a:pt x="919748" y="790094"/>
                </a:lnTo>
                <a:lnTo>
                  <a:pt x="918674" y="790149"/>
                </a:lnTo>
                <a:lnTo>
                  <a:pt x="917598" y="790198"/>
                </a:lnTo>
                <a:lnTo>
                  <a:pt x="916521" y="790242"/>
                </a:lnTo>
                <a:lnTo>
                  <a:pt x="915443" y="790280"/>
                </a:lnTo>
                <a:lnTo>
                  <a:pt x="914363" y="790312"/>
                </a:lnTo>
                <a:lnTo>
                  <a:pt x="913281" y="790338"/>
                </a:lnTo>
                <a:lnTo>
                  <a:pt x="912199" y="790358"/>
                </a:lnTo>
                <a:lnTo>
                  <a:pt x="911114" y="790373"/>
                </a:lnTo>
                <a:lnTo>
                  <a:pt x="910029" y="790382"/>
                </a:lnTo>
                <a:lnTo>
                  <a:pt x="908942" y="790385"/>
                </a:lnTo>
                <a:lnTo>
                  <a:pt x="197596" y="790385"/>
                </a:lnTo>
                <a:lnTo>
                  <a:pt x="196509" y="790382"/>
                </a:lnTo>
                <a:lnTo>
                  <a:pt x="195424" y="790373"/>
                </a:lnTo>
                <a:lnTo>
                  <a:pt x="194340" y="790358"/>
                </a:lnTo>
                <a:lnTo>
                  <a:pt x="193257" y="790338"/>
                </a:lnTo>
                <a:lnTo>
                  <a:pt x="192175" y="790312"/>
                </a:lnTo>
                <a:lnTo>
                  <a:pt x="191096" y="790280"/>
                </a:lnTo>
                <a:lnTo>
                  <a:pt x="190017" y="790242"/>
                </a:lnTo>
                <a:lnTo>
                  <a:pt x="188940" y="790198"/>
                </a:lnTo>
                <a:lnTo>
                  <a:pt x="187865" y="790149"/>
                </a:lnTo>
                <a:lnTo>
                  <a:pt x="186791" y="790094"/>
                </a:lnTo>
                <a:lnTo>
                  <a:pt x="185718" y="790033"/>
                </a:lnTo>
                <a:lnTo>
                  <a:pt x="184647" y="789967"/>
                </a:lnTo>
                <a:lnTo>
                  <a:pt x="183578" y="789895"/>
                </a:lnTo>
                <a:lnTo>
                  <a:pt x="182510" y="789817"/>
                </a:lnTo>
                <a:lnTo>
                  <a:pt x="181444" y="789734"/>
                </a:lnTo>
                <a:lnTo>
                  <a:pt x="180379" y="789645"/>
                </a:lnTo>
                <a:lnTo>
                  <a:pt x="179316" y="789550"/>
                </a:lnTo>
                <a:lnTo>
                  <a:pt x="178254" y="789450"/>
                </a:lnTo>
                <a:lnTo>
                  <a:pt x="177195" y="789344"/>
                </a:lnTo>
                <a:lnTo>
                  <a:pt x="176137" y="789233"/>
                </a:lnTo>
                <a:lnTo>
                  <a:pt x="175080" y="789116"/>
                </a:lnTo>
                <a:lnTo>
                  <a:pt x="174025" y="788993"/>
                </a:lnTo>
                <a:lnTo>
                  <a:pt x="172972" y="788865"/>
                </a:lnTo>
                <a:lnTo>
                  <a:pt x="171921" y="788732"/>
                </a:lnTo>
                <a:lnTo>
                  <a:pt x="170871" y="788593"/>
                </a:lnTo>
                <a:lnTo>
                  <a:pt x="169823" y="788448"/>
                </a:lnTo>
                <a:lnTo>
                  <a:pt x="168777" y="788298"/>
                </a:lnTo>
                <a:lnTo>
                  <a:pt x="167733" y="788143"/>
                </a:lnTo>
                <a:lnTo>
                  <a:pt x="166690" y="787982"/>
                </a:lnTo>
                <a:lnTo>
                  <a:pt x="165649" y="787815"/>
                </a:lnTo>
                <a:lnTo>
                  <a:pt x="164610" y="787644"/>
                </a:lnTo>
                <a:lnTo>
                  <a:pt x="163573" y="787466"/>
                </a:lnTo>
                <a:lnTo>
                  <a:pt x="162538" y="787284"/>
                </a:lnTo>
                <a:lnTo>
                  <a:pt x="161504" y="787096"/>
                </a:lnTo>
                <a:lnTo>
                  <a:pt x="160473" y="786903"/>
                </a:lnTo>
                <a:lnTo>
                  <a:pt x="159443" y="786704"/>
                </a:lnTo>
                <a:lnTo>
                  <a:pt x="158415" y="786500"/>
                </a:lnTo>
                <a:lnTo>
                  <a:pt x="157389" y="786291"/>
                </a:lnTo>
                <a:lnTo>
                  <a:pt x="156365" y="786077"/>
                </a:lnTo>
                <a:lnTo>
                  <a:pt x="155343" y="785857"/>
                </a:lnTo>
                <a:lnTo>
                  <a:pt x="154323" y="785632"/>
                </a:lnTo>
                <a:lnTo>
                  <a:pt x="153305" y="785401"/>
                </a:lnTo>
                <a:lnTo>
                  <a:pt x="152289" y="785166"/>
                </a:lnTo>
                <a:lnTo>
                  <a:pt x="151275" y="784925"/>
                </a:lnTo>
                <a:lnTo>
                  <a:pt x="150263" y="784679"/>
                </a:lnTo>
                <a:lnTo>
                  <a:pt x="149253" y="784428"/>
                </a:lnTo>
                <a:lnTo>
                  <a:pt x="148245" y="784172"/>
                </a:lnTo>
                <a:lnTo>
                  <a:pt x="147240" y="783910"/>
                </a:lnTo>
                <a:lnTo>
                  <a:pt x="146236" y="783644"/>
                </a:lnTo>
                <a:lnTo>
                  <a:pt x="145234" y="783372"/>
                </a:lnTo>
                <a:lnTo>
                  <a:pt x="144235" y="783095"/>
                </a:lnTo>
                <a:lnTo>
                  <a:pt x="143237" y="782813"/>
                </a:lnTo>
                <a:lnTo>
                  <a:pt x="142242" y="782526"/>
                </a:lnTo>
                <a:lnTo>
                  <a:pt x="141249" y="782234"/>
                </a:lnTo>
                <a:lnTo>
                  <a:pt x="140258" y="781937"/>
                </a:lnTo>
                <a:lnTo>
                  <a:pt x="139269" y="781635"/>
                </a:lnTo>
                <a:lnTo>
                  <a:pt x="138283" y="781328"/>
                </a:lnTo>
                <a:lnTo>
                  <a:pt x="137298" y="781015"/>
                </a:lnTo>
                <a:lnTo>
                  <a:pt x="136316" y="780698"/>
                </a:lnTo>
                <a:lnTo>
                  <a:pt x="135336" y="780376"/>
                </a:lnTo>
                <a:lnTo>
                  <a:pt x="134359" y="780049"/>
                </a:lnTo>
                <a:lnTo>
                  <a:pt x="133383" y="779717"/>
                </a:lnTo>
                <a:lnTo>
                  <a:pt x="132410" y="779380"/>
                </a:lnTo>
                <a:lnTo>
                  <a:pt x="131440" y="779038"/>
                </a:lnTo>
                <a:lnTo>
                  <a:pt x="130471" y="778691"/>
                </a:lnTo>
                <a:lnTo>
                  <a:pt x="129505" y="778339"/>
                </a:lnTo>
                <a:lnTo>
                  <a:pt x="128542" y="777983"/>
                </a:lnTo>
                <a:lnTo>
                  <a:pt x="127580" y="777621"/>
                </a:lnTo>
                <a:lnTo>
                  <a:pt x="126621" y="777255"/>
                </a:lnTo>
                <a:lnTo>
                  <a:pt x="125665" y="776884"/>
                </a:lnTo>
                <a:lnTo>
                  <a:pt x="124711" y="776508"/>
                </a:lnTo>
                <a:lnTo>
                  <a:pt x="123759" y="776127"/>
                </a:lnTo>
                <a:lnTo>
                  <a:pt x="122810" y="775741"/>
                </a:lnTo>
                <a:lnTo>
                  <a:pt x="121863" y="775351"/>
                </a:lnTo>
                <a:lnTo>
                  <a:pt x="120919" y="774956"/>
                </a:lnTo>
                <a:lnTo>
                  <a:pt x="119977" y="774556"/>
                </a:lnTo>
                <a:lnTo>
                  <a:pt x="119037" y="774152"/>
                </a:lnTo>
                <a:lnTo>
                  <a:pt x="118101" y="773742"/>
                </a:lnTo>
                <a:lnTo>
                  <a:pt x="117166" y="773329"/>
                </a:lnTo>
                <a:lnTo>
                  <a:pt x="116235" y="772910"/>
                </a:lnTo>
                <a:lnTo>
                  <a:pt x="115305" y="772487"/>
                </a:lnTo>
                <a:lnTo>
                  <a:pt x="114379" y="772059"/>
                </a:lnTo>
                <a:lnTo>
                  <a:pt x="113455" y="771626"/>
                </a:lnTo>
                <a:lnTo>
                  <a:pt x="112533" y="771189"/>
                </a:lnTo>
                <a:lnTo>
                  <a:pt x="111615" y="770747"/>
                </a:lnTo>
                <a:lnTo>
                  <a:pt x="110698" y="770301"/>
                </a:lnTo>
                <a:lnTo>
                  <a:pt x="109785" y="769850"/>
                </a:lnTo>
                <a:lnTo>
                  <a:pt x="108874" y="769394"/>
                </a:lnTo>
                <a:lnTo>
                  <a:pt x="107966" y="768934"/>
                </a:lnTo>
                <a:lnTo>
                  <a:pt x="107060" y="768470"/>
                </a:lnTo>
                <a:lnTo>
                  <a:pt x="106158" y="768000"/>
                </a:lnTo>
                <a:lnTo>
                  <a:pt x="105258" y="767527"/>
                </a:lnTo>
                <a:lnTo>
                  <a:pt x="104360" y="767049"/>
                </a:lnTo>
                <a:lnTo>
                  <a:pt x="103466" y="766566"/>
                </a:lnTo>
                <a:lnTo>
                  <a:pt x="102574" y="766079"/>
                </a:lnTo>
                <a:lnTo>
                  <a:pt x="101685" y="765588"/>
                </a:lnTo>
                <a:lnTo>
                  <a:pt x="100799" y="765092"/>
                </a:lnTo>
                <a:lnTo>
                  <a:pt x="99916" y="764591"/>
                </a:lnTo>
                <a:lnTo>
                  <a:pt x="99035" y="764087"/>
                </a:lnTo>
                <a:lnTo>
                  <a:pt x="98158" y="763578"/>
                </a:lnTo>
                <a:lnTo>
                  <a:pt x="97283" y="763064"/>
                </a:lnTo>
                <a:lnTo>
                  <a:pt x="96411" y="762546"/>
                </a:lnTo>
                <a:lnTo>
                  <a:pt x="95542" y="762024"/>
                </a:lnTo>
                <a:lnTo>
                  <a:pt x="94676" y="761498"/>
                </a:lnTo>
                <a:lnTo>
                  <a:pt x="93812" y="760967"/>
                </a:lnTo>
                <a:lnTo>
                  <a:pt x="92952" y="760432"/>
                </a:lnTo>
                <a:lnTo>
                  <a:pt x="92095" y="759893"/>
                </a:lnTo>
                <a:lnTo>
                  <a:pt x="91240" y="759349"/>
                </a:lnTo>
                <a:lnTo>
                  <a:pt x="90389" y="758801"/>
                </a:lnTo>
                <a:lnTo>
                  <a:pt x="89541" y="758249"/>
                </a:lnTo>
                <a:lnTo>
                  <a:pt x="88695" y="757693"/>
                </a:lnTo>
                <a:lnTo>
                  <a:pt x="87853" y="757132"/>
                </a:lnTo>
                <a:lnTo>
                  <a:pt x="87014" y="756568"/>
                </a:lnTo>
                <a:lnTo>
                  <a:pt x="86177" y="755999"/>
                </a:lnTo>
                <a:lnTo>
                  <a:pt x="85344" y="755426"/>
                </a:lnTo>
                <a:lnTo>
                  <a:pt x="84514" y="754848"/>
                </a:lnTo>
                <a:lnTo>
                  <a:pt x="83687" y="754267"/>
                </a:lnTo>
                <a:lnTo>
                  <a:pt x="82863" y="753682"/>
                </a:lnTo>
                <a:lnTo>
                  <a:pt x="82042" y="753092"/>
                </a:lnTo>
                <a:lnTo>
                  <a:pt x="81225" y="752499"/>
                </a:lnTo>
                <a:lnTo>
                  <a:pt x="80410" y="751901"/>
                </a:lnTo>
                <a:lnTo>
                  <a:pt x="79599" y="751299"/>
                </a:lnTo>
                <a:lnTo>
                  <a:pt x="78791" y="750693"/>
                </a:lnTo>
                <a:lnTo>
                  <a:pt x="77986" y="750084"/>
                </a:lnTo>
                <a:lnTo>
                  <a:pt x="77184" y="749470"/>
                </a:lnTo>
                <a:lnTo>
                  <a:pt x="76386" y="748852"/>
                </a:lnTo>
                <a:lnTo>
                  <a:pt x="75590" y="748230"/>
                </a:lnTo>
                <a:lnTo>
                  <a:pt x="74798" y="747605"/>
                </a:lnTo>
                <a:lnTo>
                  <a:pt x="74010" y="746975"/>
                </a:lnTo>
                <a:lnTo>
                  <a:pt x="73224" y="746341"/>
                </a:lnTo>
                <a:lnTo>
                  <a:pt x="72442" y="745704"/>
                </a:lnTo>
                <a:lnTo>
                  <a:pt x="71664" y="745062"/>
                </a:lnTo>
                <a:lnTo>
                  <a:pt x="70888" y="744417"/>
                </a:lnTo>
                <a:lnTo>
                  <a:pt x="70116" y="743768"/>
                </a:lnTo>
                <a:lnTo>
                  <a:pt x="69347" y="743115"/>
                </a:lnTo>
                <a:lnTo>
                  <a:pt x="68582" y="742458"/>
                </a:lnTo>
                <a:lnTo>
                  <a:pt x="67820" y="741797"/>
                </a:lnTo>
                <a:lnTo>
                  <a:pt x="67062" y="741133"/>
                </a:lnTo>
                <a:lnTo>
                  <a:pt x="66307" y="740464"/>
                </a:lnTo>
                <a:lnTo>
                  <a:pt x="65555" y="739792"/>
                </a:lnTo>
                <a:lnTo>
                  <a:pt x="64807" y="739116"/>
                </a:lnTo>
                <a:lnTo>
                  <a:pt x="64062" y="738437"/>
                </a:lnTo>
                <a:lnTo>
                  <a:pt x="63321" y="737753"/>
                </a:lnTo>
                <a:lnTo>
                  <a:pt x="62583" y="737066"/>
                </a:lnTo>
                <a:lnTo>
                  <a:pt x="61849" y="736375"/>
                </a:lnTo>
                <a:lnTo>
                  <a:pt x="61118" y="735681"/>
                </a:lnTo>
                <a:lnTo>
                  <a:pt x="60391" y="734983"/>
                </a:lnTo>
                <a:lnTo>
                  <a:pt x="59668" y="734281"/>
                </a:lnTo>
                <a:lnTo>
                  <a:pt x="58948" y="733575"/>
                </a:lnTo>
                <a:lnTo>
                  <a:pt x="58231" y="732866"/>
                </a:lnTo>
                <a:lnTo>
                  <a:pt x="57519" y="732153"/>
                </a:lnTo>
                <a:lnTo>
                  <a:pt x="56809" y="731437"/>
                </a:lnTo>
                <a:lnTo>
                  <a:pt x="56104" y="730717"/>
                </a:lnTo>
                <a:lnTo>
                  <a:pt x="55402" y="729993"/>
                </a:lnTo>
                <a:lnTo>
                  <a:pt x="54704" y="729266"/>
                </a:lnTo>
                <a:lnTo>
                  <a:pt x="54009" y="728536"/>
                </a:lnTo>
                <a:lnTo>
                  <a:pt x="53318" y="727801"/>
                </a:lnTo>
                <a:lnTo>
                  <a:pt x="52631" y="727064"/>
                </a:lnTo>
                <a:lnTo>
                  <a:pt x="51948" y="726322"/>
                </a:lnTo>
                <a:lnTo>
                  <a:pt x="51268" y="725578"/>
                </a:lnTo>
                <a:lnTo>
                  <a:pt x="50592" y="724830"/>
                </a:lnTo>
                <a:lnTo>
                  <a:pt x="49920" y="724078"/>
                </a:lnTo>
                <a:lnTo>
                  <a:pt x="49252" y="723323"/>
                </a:lnTo>
                <a:lnTo>
                  <a:pt x="48587" y="722564"/>
                </a:lnTo>
                <a:lnTo>
                  <a:pt x="47927" y="721802"/>
                </a:lnTo>
                <a:lnTo>
                  <a:pt x="47270" y="721037"/>
                </a:lnTo>
                <a:lnTo>
                  <a:pt x="46617" y="720268"/>
                </a:lnTo>
                <a:lnTo>
                  <a:pt x="45968" y="719496"/>
                </a:lnTo>
                <a:lnTo>
                  <a:pt x="45322" y="718721"/>
                </a:lnTo>
                <a:lnTo>
                  <a:pt x="44681" y="717942"/>
                </a:lnTo>
                <a:lnTo>
                  <a:pt x="44043" y="717160"/>
                </a:lnTo>
                <a:lnTo>
                  <a:pt x="43410" y="716375"/>
                </a:lnTo>
                <a:lnTo>
                  <a:pt x="42780" y="715586"/>
                </a:lnTo>
                <a:lnTo>
                  <a:pt x="42154" y="714794"/>
                </a:lnTo>
                <a:lnTo>
                  <a:pt x="41532" y="713999"/>
                </a:lnTo>
                <a:lnTo>
                  <a:pt x="40915" y="713201"/>
                </a:lnTo>
                <a:lnTo>
                  <a:pt x="40301" y="712399"/>
                </a:lnTo>
                <a:lnTo>
                  <a:pt x="39691" y="711594"/>
                </a:lnTo>
                <a:lnTo>
                  <a:pt x="39085" y="710786"/>
                </a:lnTo>
                <a:lnTo>
                  <a:pt x="38484" y="709975"/>
                </a:lnTo>
                <a:lnTo>
                  <a:pt x="37886" y="709160"/>
                </a:lnTo>
                <a:lnTo>
                  <a:pt x="37292" y="708342"/>
                </a:lnTo>
                <a:lnTo>
                  <a:pt x="36703" y="707522"/>
                </a:lnTo>
                <a:lnTo>
                  <a:pt x="36117" y="706698"/>
                </a:lnTo>
                <a:lnTo>
                  <a:pt x="35536" y="705871"/>
                </a:lnTo>
                <a:lnTo>
                  <a:pt x="34959" y="705041"/>
                </a:lnTo>
                <a:lnTo>
                  <a:pt x="34386" y="704207"/>
                </a:lnTo>
                <a:lnTo>
                  <a:pt x="33817" y="703371"/>
                </a:lnTo>
                <a:lnTo>
                  <a:pt x="33252" y="702532"/>
                </a:lnTo>
                <a:lnTo>
                  <a:pt x="32692" y="701689"/>
                </a:lnTo>
                <a:lnTo>
                  <a:pt x="32136" y="700844"/>
                </a:lnTo>
                <a:lnTo>
                  <a:pt x="31584" y="699996"/>
                </a:lnTo>
                <a:lnTo>
                  <a:pt x="31036" y="699144"/>
                </a:lnTo>
                <a:lnTo>
                  <a:pt x="30492" y="698290"/>
                </a:lnTo>
                <a:lnTo>
                  <a:pt x="29953" y="697433"/>
                </a:lnTo>
                <a:lnTo>
                  <a:pt x="29418" y="696572"/>
                </a:lnTo>
                <a:lnTo>
                  <a:pt x="28887" y="695709"/>
                </a:lnTo>
                <a:lnTo>
                  <a:pt x="28360" y="694843"/>
                </a:lnTo>
                <a:lnTo>
                  <a:pt x="27838" y="693974"/>
                </a:lnTo>
                <a:lnTo>
                  <a:pt x="27320" y="693102"/>
                </a:lnTo>
                <a:lnTo>
                  <a:pt x="26807" y="692227"/>
                </a:lnTo>
                <a:lnTo>
                  <a:pt x="26298" y="691349"/>
                </a:lnTo>
                <a:lnTo>
                  <a:pt x="25793" y="690469"/>
                </a:lnTo>
                <a:lnTo>
                  <a:pt x="25293" y="689586"/>
                </a:lnTo>
                <a:lnTo>
                  <a:pt x="24797" y="688699"/>
                </a:lnTo>
                <a:lnTo>
                  <a:pt x="24305" y="687810"/>
                </a:lnTo>
                <a:lnTo>
                  <a:pt x="23818" y="686919"/>
                </a:lnTo>
                <a:lnTo>
                  <a:pt x="23336" y="686024"/>
                </a:lnTo>
                <a:lnTo>
                  <a:pt x="22858" y="685127"/>
                </a:lnTo>
                <a:lnTo>
                  <a:pt x="22384" y="684227"/>
                </a:lnTo>
                <a:lnTo>
                  <a:pt x="21915" y="683324"/>
                </a:lnTo>
                <a:lnTo>
                  <a:pt x="21450" y="682419"/>
                </a:lnTo>
                <a:lnTo>
                  <a:pt x="20990" y="681511"/>
                </a:lnTo>
                <a:lnTo>
                  <a:pt x="20535" y="680600"/>
                </a:lnTo>
                <a:lnTo>
                  <a:pt x="20084" y="679686"/>
                </a:lnTo>
                <a:lnTo>
                  <a:pt x="19637" y="678770"/>
                </a:lnTo>
                <a:lnTo>
                  <a:pt x="19196" y="677851"/>
                </a:lnTo>
                <a:lnTo>
                  <a:pt x="18759" y="676930"/>
                </a:lnTo>
                <a:lnTo>
                  <a:pt x="18326" y="676006"/>
                </a:lnTo>
                <a:lnTo>
                  <a:pt x="17898" y="675079"/>
                </a:lnTo>
                <a:lnTo>
                  <a:pt x="17475" y="674150"/>
                </a:lnTo>
                <a:lnTo>
                  <a:pt x="17056" y="673218"/>
                </a:lnTo>
                <a:lnTo>
                  <a:pt x="16642" y="672284"/>
                </a:lnTo>
                <a:lnTo>
                  <a:pt x="16233" y="671347"/>
                </a:lnTo>
                <a:lnTo>
                  <a:pt x="15828" y="670408"/>
                </a:lnTo>
                <a:lnTo>
                  <a:pt x="15429" y="669466"/>
                </a:lnTo>
                <a:lnTo>
                  <a:pt x="15033" y="668522"/>
                </a:lnTo>
                <a:lnTo>
                  <a:pt x="14643" y="667575"/>
                </a:lnTo>
                <a:lnTo>
                  <a:pt x="14258" y="666626"/>
                </a:lnTo>
                <a:lnTo>
                  <a:pt x="13877" y="665674"/>
                </a:lnTo>
                <a:lnTo>
                  <a:pt x="13501" y="664720"/>
                </a:lnTo>
                <a:lnTo>
                  <a:pt x="13130" y="663763"/>
                </a:lnTo>
                <a:lnTo>
                  <a:pt x="12763" y="662804"/>
                </a:lnTo>
                <a:lnTo>
                  <a:pt x="12402" y="661843"/>
                </a:lnTo>
                <a:lnTo>
                  <a:pt x="12045" y="660879"/>
                </a:lnTo>
                <a:lnTo>
                  <a:pt x="11694" y="659913"/>
                </a:lnTo>
                <a:lnTo>
                  <a:pt x="11347" y="658945"/>
                </a:lnTo>
                <a:lnTo>
                  <a:pt x="11005" y="657974"/>
                </a:lnTo>
                <a:lnTo>
                  <a:pt x="10668" y="657001"/>
                </a:lnTo>
                <a:lnTo>
                  <a:pt x="10336" y="656026"/>
                </a:lnTo>
                <a:lnTo>
                  <a:pt x="10009" y="655048"/>
                </a:lnTo>
                <a:lnTo>
                  <a:pt x="9686" y="654069"/>
                </a:lnTo>
                <a:lnTo>
                  <a:pt x="9369" y="653087"/>
                </a:lnTo>
                <a:lnTo>
                  <a:pt x="9057" y="652102"/>
                </a:lnTo>
                <a:lnTo>
                  <a:pt x="8750" y="651116"/>
                </a:lnTo>
                <a:lnTo>
                  <a:pt x="8448" y="650127"/>
                </a:lnTo>
                <a:lnTo>
                  <a:pt x="8150" y="649136"/>
                </a:lnTo>
                <a:lnTo>
                  <a:pt x="7858" y="648143"/>
                </a:lnTo>
                <a:lnTo>
                  <a:pt x="7571" y="647148"/>
                </a:lnTo>
                <a:lnTo>
                  <a:pt x="7289" y="646150"/>
                </a:lnTo>
                <a:lnTo>
                  <a:pt x="7013" y="645151"/>
                </a:lnTo>
                <a:lnTo>
                  <a:pt x="6741" y="644149"/>
                </a:lnTo>
                <a:lnTo>
                  <a:pt x="6474" y="643145"/>
                </a:lnTo>
                <a:lnTo>
                  <a:pt x="6213" y="642139"/>
                </a:lnTo>
                <a:lnTo>
                  <a:pt x="5956" y="641131"/>
                </a:lnTo>
                <a:lnTo>
                  <a:pt x="5705" y="640122"/>
                </a:lnTo>
                <a:lnTo>
                  <a:pt x="5459" y="639110"/>
                </a:lnTo>
                <a:lnTo>
                  <a:pt x="5219" y="638095"/>
                </a:lnTo>
                <a:lnTo>
                  <a:pt x="4983" y="637079"/>
                </a:lnTo>
                <a:lnTo>
                  <a:pt x="4753" y="636061"/>
                </a:lnTo>
                <a:lnTo>
                  <a:pt x="4528" y="635041"/>
                </a:lnTo>
                <a:lnTo>
                  <a:pt x="4308" y="634019"/>
                </a:lnTo>
                <a:lnTo>
                  <a:pt x="4094" y="632995"/>
                </a:lnTo>
                <a:lnTo>
                  <a:pt x="3884" y="631970"/>
                </a:lnTo>
                <a:lnTo>
                  <a:pt x="3680" y="630942"/>
                </a:lnTo>
                <a:lnTo>
                  <a:pt x="3482" y="629912"/>
                </a:lnTo>
                <a:lnTo>
                  <a:pt x="3289" y="628881"/>
                </a:lnTo>
                <a:lnTo>
                  <a:pt x="3101" y="627847"/>
                </a:lnTo>
                <a:lnTo>
                  <a:pt x="2918" y="626812"/>
                </a:lnTo>
                <a:lnTo>
                  <a:pt x="2741" y="625775"/>
                </a:lnTo>
                <a:lnTo>
                  <a:pt x="2569" y="624736"/>
                </a:lnTo>
                <a:lnTo>
                  <a:pt x="2403" y="623695"/>
                </a:lnTo>
                <a:lnTo>
                  <a:pt x="2242" y="622652"/>
                </a:lnTo>
                <a:lnTo>
                  <a:pt x="2087" y="621608"/>
                </a:lnTo>
                <a:lnTo>
                  <a:pt x="1937" y="620562"/>
                </a:lnTo>
                <a:lnTo>
                  <a:pt x="1792" y="619514"/>
                </a:lnTo>
                <a:lnTo>
                  <a:pt x="1653" y="618464"/>
                </a:lnTo>
                <a:lnTo>
                  <a:pt x="1519" y="617413"/>
                </a:lnTo>
                <a:lnTo>
                  <a:pt x="1391" y="616360"/>
                </a:lnTo>
                <a:lnTo>
                  <a:pt x="1269" y="615305"/>
                </a:lnTo>
                <a:lnTo>
                  <a:pt x="1152" y="614248"/>
                </a:lnTo>
                <a:lnTo>
                  <a:pt x="1040" y="613190"/>
                </a:lnTo>
                <a:lnTo>
                  <a:pt x="935" y="612130"/>
                </a:lnTo>
                <a:lnTo>
                  <a:pt x="834" y="611069"/>
                </a:lnTo>
                <a:lnTo>
                  <a:pt x="740" y="610006"/>
                </a:lnTo>
                <a:lnTo>
                  <a:pt x="651" y="608941"/>
                </a:lnTo>
                <a:lnTo>
                  <a:pt x="567" y="607875"/>
                </a:lnTo>
                <a:lnTo>
                  <a:pt x="490" y="606807"/>
                </a:lnTo>
                <a:lnTo>
                  <a:pt x="418" y="605738"/>
                </a:lnTo>
                <a:lnTo>
                  <a:pt x="351" y="604667"/>
                </a:lnTo>
                <a:lnTo>
                  <a:pt x="290" y="603594"/>
                </a:lnTo>
                <a:lnTo>
                  <a:pt x="235" y="602520"/>
                </a:lnTo>
                <a:lnTo>
                  <a:pt x="186" y="601445"/>
                </a:lnTo>
                <a:lnTo>
                  <a:pt x="143" y="600368"/>
                </a:lnTo>
                <a:lnTo>
                  <a:pt x="105" y="599289"/>
                </a:lnTo>
                <a:lnTo>
                  <a:pt x="73" y="598209"/>
                </a:lnTo>
                <a:lnTo>
                  <a:pt x="47" y="597128"/>
                </a:lnTo>
                <a:lnTo>
                  <a:pt x="26" y="596045"/>
                </a:lnTo>
                <a:lnTo>
                  <a:pt x="12" y="594961"/>
                </a:lnTo>
                <a:lnTo>
                  <a:pt x="3" y="593875"/>
                </a:lnTo>
                <a:lnTo>
                  <a:pt x="0" y="592788"/>
                </a:lnTo>
                <a:lnTo>
                  <a:pt x="0" y="197596"/>
                </a:lnTo>
                <a:close/>
              </a:path>
            </a:pathLst>
          </a:custGeom>
          <a:solidFill xmlns:a="http://schemas.openxmlformats.org/drawingml/2006/main">
            <a:srgbClr val="D9EEF2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6E38FF4D-4253-411D-9089-979F0894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8604" y="768367"/>
            <a:ext cx="1146057" cy="829904"/>
          </a:xfrm>
          <a:custGeom xmlns:a="http://schemas.openxmlformats.org/drawingml/2006/main">
            <a:pathLst>
              <a:path w="1146057" h="829904">
                <a:moveTo>
                  <a:pt x="217356" y="19760"/>
                </a:moveTo>
                <a:lnTo>
                  <a:pt x="217356" y="19760"/>
                </a:lnTo>
                <a:lnTo>
                  <a:pt x="217356" y="39519"/>
                </a:lnTo>
                <a:lnTo>
                  <a:pt x="928701" y="39519"/>
                </a:lnTo>
                <a:lnTo>
                  <a:pt x="928701" y="19760"/>
                </a:lnTo>
                <a:close/>
                <a:moveTo>
                  <a:pt x="1126298" y="217356"/>
                </a:moveTo>
                <a:lnTo>
                  <a:pt x="1106538" y="217356"/>
                </a:lnTo>
                <a:lnTo>
                  <a:pt x="1106538" y="612548"/>
                </a:lnTo>
                <a:lnTo>
                  <a:pt x="1126298" y="612548"/>
                </a:lnTo>
                <a:lnTo>
                  <a:pt x="1126298" y="612548"/>
                </a:lnTo>
                <a:lnTo>
                  <a:pt x="1126298" y="217356"/>
                </a:lnTo>
                <a:lnTo>
                  <a:pt x="1126298" y="217356"/>
                </a:lnTo>
                <a:close/>
                <a:moveTo>
                  <a:pt x="928701" y="810144"/>
                </a:moveTo>
                <a:lnTo>
                  <a:pt x="928701" y="790385"/>
                </a:lnTo>
                <a:lnTo>
                  <a:pt x="217356" y="790385"/>
                </a:lnTo>
                <a:lnTo>
                  <a:pt x="217356" y="810144"/>
                </a:lnTo>
                <a:lnTo>
                  <a:pt x="217356" y="810144"/>
                </a:lnTo>
                <a:lnTo>
                  <a:pt x="928701" y="810144"/>
                </a:lnTo>
                <a:lnTo>
                  <a:pt x="928701" y="810144"/>
                </a:lnTo>
                <a:close/>
                <a:moveTo>
                  <a:pt x="19760" y="612548"/>
                </a:moveTo>
                <a:lnTo>
                  <a:pt x="39519" y="612548"/>
                </a:lnTo>
                <a:lnTo>
                  <a:pt x="39519" y="217356"/>
                </a:lnTo>
                <a:lnTo>
                  <a:pt x="19760" y="217356"/>
                </a:lnTo>
                <a:close/>
                <a:moveTo>
                  <a:pt x="217356" y="810144"/>
                </a:moveTo>
                <a:lnTo>
                  <a:pt x="217356" y="790385"/>
                </a:lnTo>
                <a:lnTo>
                  <a:pt x="216269" y="790381"/>
                </a:lnTo>
                <a:lnTo>
                  <a:pt x="215184" y="790372"/>
                </a:lnTo>
                <a:lnTo>
                  <a:pt x="214101" y="790355"/>
                </a:lnTo>
                <a:lnTo>
                  <a:pt x="213019" y="790333"/>
                </a:lnTo>
                <a:lnTo>
                  <a:pt x="211939" y="790304"/>
                </a:lnTo>
                <a:lnTo>
                  <a:pt x="210860" y="790268"/>
                </a:lnTo>
                <a:lnTo>
                  <a:pt x="209783" y="790226"/>
                </a:lnTo>
                <a:lnTo>
                  <a:pt x="208708" y="790178"/>
                </a:lnTo>
                <a:lnTo>
                  <a:pt x="207634" y="790123"/>
                </a:lnTo>
                <a:lnTo>
                  <a:pt x="206562" y="790062"/>
                </a:lnTo>
                <a:lnTo>
                  <a:pt x="205492" y="789995"/>
                </a:lnTo>
                <a:lnTo>
                  <a:pt x="204423" y="789922"/>
                </a:lnTo>
                <a:lnTo>
                  <a:pt x="203356" y="789842"/>
                </a:lnTo>
                <a:lnTo>
                  <a:pt x="202291" y="789756"/>
                </a:lnTo>
                <a:lnTo>
                  <a:pt x="201228" y="789663"/>
                </a:lnTo>
                <a:lnTo>
                  <a:pt x="200167" y="789565"/>
                </a:lnTo>
                <a:lnTo>
                  <a:pt x="199107" y="789460"/>
                </a:lnTo>
                <a:lnTo>
                  <a:pt x="198049" y="789349"/>
                </a:lnTo>
                <a:lnTo>
                  <a:pt x="196993" y="789232"/>
                </a:lnTo>
                <a:lnTo>
                  <a:pt x="195939" y="789108"/>
                </a:lnTo>
                <a:lnTo>
                  <a:pt x="194887" y="788979"/>
                </a:lnTo>
                <a:lnTo>
                  <a:pt x="193836" y="788843"/>
                </a:lnTo>
                <a:lnTo>
                  <a:pt x="192788" y="788701"/>
                </a:lnTo>
                <a:lnTo>
                  <a:pt x="191741" y="788554"/>
                </a:lnTo>
                <a:lnTo>
                  <a:pt x="190697" y="788400"/>
                </a:lnTo>
                <a:lnTo>
                  <a:pt x="189654" y="788240"/>
                </a:lnTo>
                <a:lnTo>
                  <a:pt x="188614" y="788074"/>
                </a:lnTo>
                <a:lnTo>
                  <a:pt x="187575" y="787902"/>
                </a:lnTo>
                <a:lnTo>
                  <a:pt x="186539" y="787724"/>
                </a:lnTo>
                <a:lnTo>
                  <a:pt x="185504" y="787540"/>
                </a:lnTo>
                <a:lnTo>
                  <a:pt x="184472" y="787350"/>
                </a:lnTo>
                <a:lnTo>
                  <a:pt x="183442" y="787155"/>
                </a:lnTo>
                <a:lnTo>
                  <a:pt x="182413" y="786953"/>
                </a:lnTo>
                <a:lnTo>
                  <a:pt x="181387" y="786745"/>
                </a:lnTo>
                <a:lnTo>
                  <a:pt x="180363" y="786532"/>
                </a:lnTo>
                <a:lnTo>
                  <a:pt x="179342" y="786313"/>
                </a:lnTo>
                <a:lnTo>
                  <a:pt x="178322" y="786087"/>
                </a:lnTo>
                <a:lnTo>
                  <a:pt x="177305" y="785856"/>
                </a:lnTo>
                <a:lnTo>
                  <a:pt x="176290" y="785620"/>
                </a:lnTo>
                <a:lnTo>
                  <a:pt x="175277" y="785377"/>
                </a:lnTo>
                <a:lnTo>
                  <a:pt x="174266" y="785129"/>
                </a:lnTo>
                <a:lnTo>
                  <a:pt x="173258" y="784875"/>
                </a:lnTo>
                <a:lnTo>
                  <a:pt x="172252" y="784615"/>
                </a:lnTo>
                <a:lnTo>
                  <a:pt x="171248" y="784349"/>
                </a:lnTo>
                <a:lnTo>
                  <a:pt x="170246" y="784078"/>
                </a:lnTo>
                <a:lnTo>
                  <a:pt x="169247" y="783801"/>
                </a:lnTo>
                <a:lnTo>
                  <a:pt x="168251" y="783518"/>
                </a:lnTo>
                <a:lnTo>
                  <a:pt x="167256" y="783230"/>
                </a:lnTo>
                <a:lnTo>
                  <a:pt x="166264" y="782936"/>
                </a:lnTo>
                <a:lnTo>
                  <a:pt x="165275" y="782637"/>
                </a:lnTo>
                <a:lnTo>
                  <a:pt x="164288" y="782332"/>
                </a:lnTo>
                <a:lnTo>
                  <a:pt x="163303" y="782021"/>
                </a:lnTo>
                <a:lnTo>
                  <a:pt x="162321" y="781705"/>
                </a:lnTo>
                <a:lnTo>
                  <a:pt x="161341" y="781383"/>
                </a:lnTo>
                <a:lnTo>
                  <a:pt x="160364" y="781056"/>
                </a:lnTo>
                <a:lnTo>
                  <a:pt x="159389" y="780724"/>
                </a:lnTo>
                <a:lnTo>
                  <a:pt x="158417" y="780385"/>
                </a:lnTo>
                <a:lnTo>
                  <a:pt x="157448" y="780042"/>
                </a:lnTo>
                <a:lnTo>
                  <a:pt x="156481" y="779693"/>
                </a:lnTo>
                <a:lnTo>
                  <a:pt x="155517" y="779338"/>
                </a:lnTo>
                <a:lnTo>
                  <a:pt x="154555" y="778978"/>
                </a:lnTo>
                <a:lnTo>
                  <a:pt x="153596" y="778613"/>
                </a:lnTo>
                <a:lnTo>
                  <a:pt x="152640" y="778242"/>
                </a:lnTo>
                <a:lnTo>
                  <a:pt x="151686" y="777867"/>
                </a:lnTo>
                <a:lnTo>
                  <a:pt x="150735" y="777485"/>
                </a:lnTo>
                <a:lnTo>
                  <a:pt x="149787" y="777099"/>
                </a:lnTo>
                <a:lnTo>
                  <a:pt x="148841" y="776707"/>
                </a:lnTo>
                <a:lnTo>
                  <a:pt x="147898" y="776310"/>
                </a:lnTo>
                <a:lnTo>
                  <a:pt x="146958" y="775907"/>
                </a:lnTo>
                <a:lnTo>
                  <a:pt x="146021" y="775499"/>
                </a:lnTo>
                <a:lnTo>
                  <a:pt x="145086" y="775087"/>
                </a:lnTo>
                <a:lnTo>
                  <a:pt x="144155" y="774669"/>
                </a:lnTo>
                <a:lnTo>
                  <a:pt x="143226" y="774245"/>
                </a:lnTo>
                <a:lnTo>
                  <a:pt x="142300" y="773817"/>
                </a:lnTo>
                <a:lnTo>
                  <a:pt x="141377" y="773383"/>
                </a:lnTo>
                <a:lnTo>
                  <a:pt x="140457" y="772945"/>
                </a:lnTo>
                <a:lnTo>
                  <a:pt x="139540" y="772501"/>
                </a:lnTo>
                <a:lnTo>
                  <a:pt x="138626" y="772052"/>
                </a:lnTo>
                <a:lnTo>
                  <a:pt x="137714" y="771598"/>
                </a:lnTo>
                <a:lnTo>
                  <a:pt x="136806" y="771139"/>
                </a:lnTo>
                <a:lnTo>
                  <a:pt x="135901" y="770675"/>
                </a:lnTo>
                <a:lnTo>
                  <a:pt x="134998" y="770206"/>
                </a:lnTo>
                <a:lnTo>
                  <a:pt x="134099" y="769732"/>
                </a:lnTo>
                <a:lnTo>
                  <a:pt x="133203" y="769253"/>
                </a:lnTo>
                <a:lnTo>
                  <a:pt x="132309" y="768769"/>
                </a:lnTo>
                <a:lnTo>
                  <a:pt x="131419" y="768280"/>
                </a:lnTo>
                <a:lnTo>
                  <a:pt x="130532" y="767786"/>
                </a:lnTo>
                <a:lnTo>
                  <a:pt x="129648" y="767287"/>
                </a:lnTo>
                <a:lnTo>
                  <a:pt x="128768" y="766784"/>
                </a:lnTo>
                <a:lnTo>
                  <a:pt x="127890" y="766275"/>
                </a:lnTo>
                <a:lnTo>
                  <a:pt x="127015" y="765762"/>
                </a:lnTo>
                <a:lnTo>
                  <a:pt x="126144" y="765244"/>
                </a:lnTo>
                <a:lnTo>
                  <a:pt x="125276" y="764721"/>
                </a:lnTo>
                <a:lnTo>
                  <a:pt x="124411" y="764193"/>
                </a:lnTo>
                <a:lnTo>
                  <a:pt x="123550" y="763660"/>
                </a:lnTo>
                <a:lnTo>
                  <a:pt x="122692" y="763123"/>
                </a:lnTo>
                <a:lnTo>
                  <a:pt x="121837" y="762581"/>
                </a:lnTo>
                <a:lnTo>
                  <a:pt x="120985" y="762034"/>
                </a:lnTo>
                <a:lnTo>
                  <a:pt x="120137" y="761483"/>
                </a:lnTo>
                <a:lnTo>
                  <a:pt x="119291" y="760927"/>
                </a:lnTo>
                <a:lnTo>
                  <a:pt x="118450" y="760366"/>
                </a:lnTo>
                <a:lnTo>
                  <a:pt x="117612" y="759800"/>
                </a:lnTo>
                <a:lnTo>
                  <a:pt x="116777" y="759230"/>
                </a:lnTo>
                <a:lnTo>
                  <a:pt x="115945" y="758656"/>
                </a:lnTo>
                <a:lnTo>
                  <a:pt x="115117" y="758076"/>
                </a:lnTo>
                <a:lnTo>
                  <a:pt x="114292" y="757492"/>
                </a:lnTo>
                <a:lnTo>
                  <a:pt x="113471" y="756904"/>
                </a:lnTo>
                <a:lnTo>
                  <a:pt x="112654" y="756311"/>
                </a:lnTo>
                <a:lnTo>
                  <a:pt x="111840" y="755713"/>
                </a:lnTo>
                <a:lnTo>
                  <a:pt x="111029" y="755111"/>
                </a:lnTo>
                <a:lnTo>
                  <a:pt x="110222" y="754505"/>
                </a:lnTo>
                <a:lnTo>
                  <a:pt x="109418" y="753894"/>
                </a:lnTo>
                <a:lnTo>
                  <a:pt x="108618" y="753279"/>
                </a:lnTo>
                <a:lnTo>
                  <a:pt x="107822" y="752659"/>
                </a:lnTo>
                <a:lnTo>
                  <a:pt x="107029" y="752035"/>
                </a:lnTo>
                <a:lnTo>
                  <a:pt x="106240" y="751406"/>
                </a:lnTo>
                <a:lnTo>
                  <a:pt x="105455" y="750773"/>
                </a:lnTo>
                <a:lnTo>
                  <a:pt x="104673" y="750136"/>
                </a:lnTo>
                <a:lnTo>
                  <a:pt x="103895" y="749494"/>
                </a:lnTo>
                <a:lnTo>
                  <a:pt x="103121" y="748848"/>
                </a:lnTo>
                <a:lnTo>
                  <a:pt x="102350" y="748198"/>
                </a:lnTo>
                <a:lnTo>
                  <a:pt x="101583" y="747543"/>
                </a:lnTo>
                <a:lnTo>
                  <a:pt x="100820" y="746885"/>
                </a:lnTo>
                <a:lnTo>
                  <a:pt x="100061" y="746222"/>
                </a:lnTo>
                <a:lnTo>
                  <a:pt x="99305" y="745554"/>
                </a:lnTo>
                <a:lnTo>
                  <a:pt x="98553" y="744883"/>
                </a:lnTo>
                <a:lnTo>
                  <a:pt x="97806" y="744207"/>
                </a:lnTo>
                <a:lnTo>
                  <a:pt x="97062" y="743527"/>
                </a:lnTo>
                <a:lnTo>
                  <a:pt x="96321" y="742843"/>
                </a:lnTo>
                <a:lnTo>
                  <a:pt x="95585" y="742155"/>
                </a:lnTo>
                <a:lnTo>
                  <a:pt x="94853" y="741463"/>
                </a:lnTo>
                <a:lnTo>
                  <a:pt x="94124" y="740767"/>
                </a:lnTo>
                <a:lnTo>
                  <a:pt x="93400" y="740066"/>
                </a:lnTo>
                <a:lnTo>
                  <a:pt x="92679" y="739362"/>
                </a:lnTo>
                <a:lnTo>
                  <a:pt x="91963" y="738653"/>
                </a:lnTo>
                <a:lnTo>
                  <a:pt x="91250" y="737941"/>
                </a:lnTo>
                <a:lnTo>
                  <a:pt x="90542" y="737224"/>
                </a:lnTo>
                <a:lnTo>
                  <a:pt x="89837" y="736504"/>
                </a:lnTo>
                <a:lnTo>
                  <a:pt x="89137" y="735779"/>
                </a:lnTo>
                <a:lnTo>
                  <a:pt x="88441" y="735051"/>
                </a:lnTo>
                <a:lnTo>
                  <a:pt x="87748" y="734318"/>
                </a:lnTo>
                <a:lnTo>
                  <a:pt x="87060" y="733582"/>
                </a:lnTo>
                <a:lnTo>
                  <a:pt x="86376" y="732842"/>
                </a:lnTo>
                <a:lnTo>
                  <a:pt x="85697" y="732098"/>
                </a:lnTo>
                <a:lnTo>
                  <a:pt x="85021" y="731350"/>
                </a:lnTo>
                <a:lnTo>
                  <a:pt x="84349" y="730598"/>
                </a:lnTo>
                <a:lnTo>
                  <a:pt x="83682" y="729843"/>
                </a:lnTo>
                <a:lnTo>
                  <a:pt x="83019" y="729084"/>
                </a:lnTo>
                <a:lnTo>
                  <a:pt x="82360" y="728320"/>
                </a:lnTo>
                <a:lnTo>
                  <a:pt x="81706" y="727554"/>
                </a:lnTo>
                <a:lnTo>
                  <a:pt x="81055" y="726783"/>
                </a:lnTo>
                <a:lnTo>
                  <a:pt x="80410" y="726009"/>
                </a:lnTo>
                <a:lnTo>
                  <a:pt x="79768" y="725231"/>
                </a:lnTo>
                <a:lnTo>
                  <a:pt x="79131" y="724449"/>
                </a:lnTo>
                <a:lnTo>
                  <a:pt x="78498" y="723663"/>
                </a:lnTo>
                <a:lnTo>
                  <a:pt x="77869" y="722874"/>
                </a:lnTo>
                <a:lnTo>
                  <a:pt x="77245" y="722082"/>
                </a:lnTo>
                <a:lnTo>
                  <a:pt x="76625" y="721285"/>
                </a:lnTo>
                <a:lnTo>
                  <a:pt x="76010" y="720485"/>
                </a:lnTo>
                <a:lnTo>
                  <a:pt x="75399" y="719682"/>
                </a:lnTo>
                <a:lnTo>
                  <a:pt x="74792" y="718875"/>
                </a:lnTo>
                <a:lnTo>
                  <a:pt x="74190" y="718064"/>
                </a:lnTo>
                <a:lnTo>
                  <a:pt x="73593" y="717250"/>
                </a:lnTo>
                <a:lnTo>
                  <a:pt x="73000" y="716432"/>
                </a:lnTo>
                <a:lnTo>
                  <a:pt x="72411" y="715611"/>
                </a:lnTo>
                <a:lnTo>
                  <a:pt x="71827" y="714787"/>
                </a:lnTo>
                <a:lnTo>
                  <a:pt x="71248" y="713959"/>
                </a:lnTo>
                <a:lnTo>
                  <a:pt x="70673" y="713127"/>
                </a:lnTo>
                <a:lnTo>
                  <a:pt x="70103" y="712292"/>
                </a:lnTo>
                <a:lnTo>
                  <a:pt x="69538" y="711454"/>
                </a:lnTo>
                <a:lnTo>
                  <a:pt x="68977" y="710612"/>
                </a:lnTo>
                <a:lnTo>
                  <a:pt x="68421" y="709767"/>
                </a:lnTo>
                <a:lnTo>
                  <a:pt x="67869" y="708919"/>
                </a:lnTo>
                <a:lnTo>
                  <a:pt x="67323" y="708067"/>
                </a:lnTo>
                <a:lnTo>
                  <a:pt x="66781" y="707212"/>
                </a:lnTo>
                <a:lnTo>
                  <a:pt x="66243" y="706354"/>
                </a:lnTo>
                <a:lnTo>
                  <a:pt x="65711" y="705492"/>
                </a:lnTo>
                <a:lnTo>
                  <a:pt x="65183" y="704627"/>
                </a:lnTo>
                <a:lnTo>
                  <a:pt x="64660" y="703759"/>
                </a:lnTo>
                <a:lnTo>
                  <a:pt x="64142" y="702888"/>
                </a:lnTo>
                <a:lnTo>
                  <a:pt x="63628" y="702014"/>
                </a:lnTo>
                <a:lnTo>
                  <a:pt x="63120" y="701136"/>
                </a:lnTo>
                <a:lnTo>
                  <a:pt x="62616" y="700255"/>
                </a:lnTo>
                <a:lnTo>
                  <a:pt x="62117" y="699371"/>
                </a:lnTo>
                <a:lnTo>
                  <a:pt x="61624" y="698484"/>
                </a:lnTo>
                <a:lnTo>
                  <a:pt x="61135" y="697594"/>
                </a:lnTo>
                <a:lnTo>
                  <a:pt x="60651" y="696701"/>
                </a:lnTo>
                <a:lnTo>
                  <a:pt x="60172" y="695805"/>
                </a:lnTo>
                <a:lnTo>
                  <a:pt x="59698" y="694906"/>
                </a:lnTo>
                <a:lnTo>
                  <a:pt x="59229" y="694003"/>
                </a:lnTo>
                <a:lnTo>
                  <a:pt x="58765" y="693098"/>
                </a:lnTo>
                <a:lnTo>
                  <a:pt x="58306" y="692189"/>
                </a:lnTo>
                <a:lnTo>
                  <a:pt x="57852" y="691278"/>
                </a:lnTo>
                <a:lnTo>
                  <a:pt x="57403" y="690364"/>
                </a:lnTo>
                <a:lnTo>
                  <a:pt x="56959" y="689447"/>
                </a:lnTo>
                <a:lnTo>
                  <a:pt x="56520" y="688527"/>
                </a:lnTo>
                <a:lnTo>
                  <a:pt x="56087" y="687604"/>
                </a:lnTo>
                <a:lnTo>
                  <a:pt x="55658" y="686678"/>
                </a:lnTo>
                <a:lnTo>
                  <a:pt x="55235" y="685749"/>
                </a:lnTo>
                <a:lnTo>
                  <a:pt x="54817" y="684817"/>
                </a:lnTo>
                <a:lnTo>
                  <a:pt x="54404" y="683883"/>
                </a:lnTo>
                <a:lnTo>
                  <a:pt x="53997" y="682946"/>
                </a:lnTo>
                <a:lnTo>
                  <a:pt x="53594" y="682006"/>
                </a:lnTo>
                <a:lnTo>
                  <a:pt x="53197" y="681063"/>
                </a:lnTo>
                <a:lnTo>
                  <a:pt x="52805" y="680117"/>
                </a:lnTo>
                <a:lnTo>
                  <a:pt x="52418" y="679169"/>
                </a:lnTo>
                <a:lnTo>
                  <a:pt x="52037" y="678218"/>
                </a:lnTo>
                <a:lnTo>
                  <a:pt x="51661" y="677264"/>
                </a:lnTo>
                <a:lnTo>
                  <a:pt x="51291" y="676308"/>
                </a:lnTo>
                <a:lnTo>
                  <a:pt x="50925" y="675349"/>
                </a:lnTo>
                <a:lnTo>
                  <a:pt x="50565" y="674387"/>
                </a:lnTo>
                <a:lnTo>
                  <a:pt x="50211" y="673423"/>
                </a:lnTo>
                <a:lnTo>
                  <a:pt x="49862" y="672456"/>
                </a:lnTo>
                <a:lnTo>
                  <a:pt x="49518" y="671486"/>
                </a:lnTo>
                <a:lnTo>
                  <a:pt x="49180" y="670514"/>
                </a:lnTo>
                <a:lnTo>
                  <a:pt x="48847" y="669540"/>
                </a:lnTo>
                <a:lnTo>
                  <a:pt x="48520" y="668563"/>
                </a:lnTo>
                <a:lnTo>
                  <a:pt x="48199" y="667583"/>
                </a:lnTo>
                <a:lnTo>
                  <a:pt x="47882" y="666601"/>
                </a:lnTo>
                <a:lnTo>
                  <a:pt x="47572" y="665616"/>
                </a:lnTo>
                <a:lnTo>
                  <a:pt x="47267" y="664629"/>
                </a:lnTo>
                <a:lnTo>
                  <a:pt x="46967" y="663639"/>
                </a:lnTo>
                <a:lnTo>
                  <a:pt x="46674" y="662648"/>
                </a:lnTo>
                <a:lnTo>
                  <a:pt x="46385" y="661653"/>
                </a:lnTo>
                <a:lnTo>
                  <a:pt x="46103" y="660656"/>
                </a:lnTo>
                <a:lnTo>
                  <a:pt x="45826" y="659657"/>
                </a:lnTo>
                <a:lnTo>
                  <a:pt x="45555" y="658656"/>
                </a:lnTo>
                <a:lnTo>
                  <a:pt x="45289" y="657652"/>
                </a:lnTo>
                <a:lnTo>
                  <a:pt x="45029" y="656646"/>
                </a:lnTo>
                <a:lnTo>
                  <a:pt x="44775" y="655638"/>
                </a:lnTo>
                <a:lnTo>
                  <a:pt x="44527" y="654627"/>
                </a:lnTo>
                <a:lnTo>
                  <a:pt x="44284" y="653614"/>
                </a:lnTo>
                <a:lnTo>
                  <a:pt x="44047" y="652599"/>
                </a:lnTo>
                <a:lnTo>
                  <a:pt x="43816" y="651582"/>
                </a:lnTo>
                <a:lnTo>
                  <a:pt x="43591" y="650562"/>
                </a:lnTo>
                <a:lnTo>
                  <a:pt x="43372" y="649540"/>
                </a:lnTo>
                <a:lnTo>
                  <a:pt x="43158" y="648516"/>
                </a:lnTo>
                <a:lnTo>
                  <a:pt x="42951" y="647490"/>
                </a:lnTo>
                <a:lnTo>
                  <a:pt x="42749" y="646462"/>
                </a:lnTo>
                <a:lnTo>
                  <a:pt x="42553" y="645432"/>
                </a:lnTo>
                <a:lnTo>
                  <a:pt x="42363" y="644400"/>
                </a:lnTo>
                <a:lnTo>
                  <a:pt x="42180" y="643365"/>
                </a:lnTo>
                <a:lnTo>
                  <a:pt x="42002" y="642329"/>
                </a:lnTo>
                <a:lnTo>
                  <a:pt x="41830" y="641290"/>
                </a:lnTo>
                <a:lnTo>
                  <a:pt x="41664" y="640250"/>
                </a:lnTo>
                <a:lnTo>
                  <a:pt x="41504" y="639207"/>
                </a:lnTo>
                <a:lnTo>
                  <a:pt x="41350" y="638162"/>
                </a:lnTo>
                <a:lnTo>
                  <a:pt x="41202" y="637116"/>
                </a:lnTo>
                <a:lnTo>
                  <a:pt x="41061" y="636068"/>
                </a:lnTo>
                <a:lnTo>
                  <a:pt x="40925" y="635017"/>
                </a:lnTo>
                <a:lnTo>
                  <a:pt x="40796" y="633965"/>
                </a:lnTo>
                <a:lnTo>
                  <a:pt x="40672" y="632911"/>
                </a:lnTo>
                <a:lnTo>
                  <a:pt x="40555" y="631855"/>
                </a:lnTo>
                <a:lnTo>
                  <a:pt x="40444" y="630797"/>
                </a:lnTo>
                <a:lnTo>
                  <a:pt x="40339" y="629737"/>
                </a:lnTo>
                <a:lnTo>
                  <a:pt x="40241" y="628676"/>
                </a:lnTo>
                <a:lnTo>
                  <a:pt x="40148" y="627612"/>
                </a:lnTo>
                <a:lnTo>
                  <a:pt x="40062" y="626547"/>
                </a:lnTo>
                <a:lnTo>
                  <a:pt x="39982" y="625481"/>
                </a:lnTo>
                <a:lnTo>
                  <a:pt x="39909" y="624412"/>
                </a:lnTo>
                <a:lnTo>
                  <a:pt x="39841" y="623342"/>
                </a:lnTo>
                <a:lnTo>
                  <a:pt x="39780" y="622270"/>
                </a:lnTo>
                <a:lnTo>
                  <a:pt x="39726" y="621196"/>
                </a:lnTo>
                <a:lnTo>
                  <a:pt x="39677" y="620121"/>
                </a:lnTo>
                <a:lnTo>
                  <a:pt x="39636" y="619044"/>
                </a:lnTo>
                <a:lnTo>
                  <a:pt x="39600" y="617965"/>
                </a:lnTo>
                <a:lnTo>
                  <a:pt x="39571" y="616885"/>
                </a:lnTo>
                <a:lnTo>
                  <a:pt x="39548" y="615803"/>
                </a:lnTo>
                <a:lnTo>
                  <a:pt x="39532" y="614719"/>
                </a:lnTo>
                <a:lnTo>
                  <a:pt x="39522" y="613635"/>
                </a:lnTo>
                <a:lnTo>
                  <a:pt x="39519" y="612548"/>
                </a:lnTo>
                <a:lnTo>
                  <a:pt x="19760" y="612548"/>
                </a:lnTo>
                <a:lnTo>
                  <a:pt x="19760" y="612548"/>
                </a:lnTo>
                <a:lnTo>
                  <a:pt x="19764" y="613751"/>
                </a:lnTo>
                <a:lnTo>
                  <a:pt x="19774" y="614952"/>
                </a:lnTo>
                <a:lnTo>
                  <a:pt x="19792" y="616151"/>
                </a:lnTo>
                <a:lnTo>
                  <a:pt x="19817" y="617349"/>
                </a:lnTo>
                <a:lnTo>
                  <a:pt x="19849" y="618545"/>
                </a:lnTo>
                <a:lnTo>
                  <a:pt x="19888" y="619739"/>
                </a:lnTo>
                <a:lnTo>
                  <a:pt x="19935" y="620931"/>
                </a:lnTo>
                <a:lnTo>
                  <a:pt x="19988" y="622122"/>
                </a:lnTo>
                <a:lnTo>
                  <a:pt x="20048" y="623310"/>
                </a:lnTo>
                <a:lnTo>
                  <a:pt x="20115" y="624497"/>
                </a:lnTo>
                <a:lnTo>
                  <a:pt x="20189" y="625682"/>
                </a:lnTo>
                <a:lnTo>
                  <a:pt x="20271" y="626865"/>
                </a:lnTo>
                <a:lnTo>
                  <a:pt x="20359" y="628046"/>
                </a:lnTo>
                <a:lnTo>
                  <a:pt x="20454" y="629225"/>
                </a:lnTo>
                <a:lnTo>
                  <a:pt x="20556" y="630403"/>
                </a:lnTo>
                <a:lnTo>
                  <a:pt x="20664" y="631578"/>
                </a:lnTo>
                <a:lnTo>
                  <a:pt x="20780" y="632751"/>
                </a:lnTo>
                <a:lnTo>
                  <a:pt x="20903" y="633922"/>
                </a:lnTo>
                <a:lnTo>
                  <a:pt x="21032" y="635092"/>
                </a:lnTo>
                <a:lnTo>
                  <a:pt x="21168" y="636259"/>
                </a:lnTo>
                <a:lnTo>
                  <a:pt x="21311" y="637424"/>
                </a:lnTo>
                <a:lnTo>
                  <a:pt x="21460" y="638587"/>
                </a:lnTo>
                <a:lnTo>
                  <a:pt x="21617" y="639747"/>
                </a:lnTo>
                <a:lnTo>
                  <a:pt x="21780" y="640906"/>
                </a:lnTo>
                <a:lnTo>
                  <a:pt x="21949" y="642063"/>
                </a:lnTo>
                <a:lnTo>
                  <a:pt x="22126" y="643217"/>
                </a:lnTo>
                <a:lnTo>
                  <a:pt x="22309" y="644369"/>
                </a:lnTo>
                <a:lnTo>
                  <a:pt x="22498" y="645519"/>
                </a:lnTo>
                <a:lnTo>
                  <a:pt x="22695" y="646667"/>
                </a:lnTo>
                <a:lnTo>
                  <a:pt x="22897" y="647812"/>
                </a:lnTo>
                <a:lnTo>
                  <a:pt x="23107" y="648955"/>
                </a:lnTo>
                <a:lnTo>
                  <a:pt x="23323" y="650096"/>
                </a:lnTo>
                <a:lnTo>
                  <a:pt x="23545" y="651234"/>
                </a:lnTo>
                <a:lnTo>
                  <a:pt x="23774" y="652371"/>
                </a:lnTo>
                <a:lnTo>
                  <a:pt x="24010" y="653504"/>
                </a:lnTo>
                <a:lnTo>
                  <a:pt x="24252" y="654636"/>
                </a:lnTo>
                <a:lnTo>
                  <a:pt x="24500" y="655765"/>
                </a:lnTo>
                <a:lnTo>
                  <a:pt x="24755" y="656891"/>
                </a:lnTo>
                <a:lnTo>
                  <a:pt x="25016" y="658016"/>
                </a:lnTo>
                <a:lnTo>
                  <a:pt x="25284" y="659137"/>
                </a:lnTo>
                <a:lnTo>
                  <a:pt x="25558" y="660256"/>
                </a:lnTo>
                <a:lnTo>
                  <a:pt x="25838" y="661373"/>
                </a:lnTo>
                <a:lnTo>
                  <a:pt x="26125" y="662487"/>
                </a:lnTo>
                <a:lnTo>
                  <a:pt x="26418" y="663599"/>
                </a:lnTo>
                <a:lnTo>
                  <a:pt x="26717" y="664708"/>
                </a:lnTo>
                <a:lnTo>
                  <a:pt x="27023" y="665814"/>
                </a:lnTo>
                <a:lnTo>
                  <a:pt x="27334" y="666918"/>
                </a:lnTo>
                <a:lnTo>
                  <a:pt x="27652" y="668019"/>
                </a:lnTo>
                <a:lnTo>
                  <a:pt x="27977" y="669118"/>
                </a:lnTo>
                <a:lnTo>
                  <a:pt x="28307" y="670214"/>
                </a:lnTo>
                <a:lnTo>
                  <a:pt x="28643" y="671307"/>
                </a:lnTo>
                <a:lnTo>
                  <a:pt x="28986" y="672398"/>
                </a:lnTo>
                <a:lnTo>
                  <a:pt x="29335" y="673485"/>
                </a:lnTo>
                <a:lnTo>
                  <a:pt x="29690" y="674571"/>
                </a:lnTo>
                <a:lnTo>
                  <a:pt x="30051" y="675653"/>
                </a:lnTo>
                <a:lnTo>
                  <a:pt x="30418" y="676732"/>
                </a:lnTo>
                <a:lnTo>
                  <a:pt x="30791" y="677809"/>
                </a:lnTo>
                <a:lnTo>
                  <a:pt x="31170" y="678883"/>
                </a:lnTo>
                <a:lnTo>
                  <a:pt x="31555" y="679954"/>
                </a:lnTo>
                <a:lnTo>
                  <a:pt x="31946" y="681022"/>
                </a:lnTo>
                <a:lnTo>
                  <a:pt x="32343" y="682087"/>
                </a:lnTo>
                <a:lnTo>
                  <a:pt x="32746" y="683150"/>
                </a:lnTo>
                <a:lnTo>
                  <a:pt x="33155" y="684209"/>
                </a:lnTo>
                <a:lnTo>
                  <a:pt x="33570" y="685265"/>
                </a:lnTo>
                <a:lnTo>
                  <a:pt x="33991" y="686319"/>
                </a:lnTo>
                <a:lnTo>
                  <a:pt x="34417" y="687369"/>
                </a:lnTo>
                <a:lnTo>
                  <a:pt x="34850" y="688417"/>
                </a:lnTo>
                <a:lnTo>
                  <a:pt x="35288" y="689461"/>
                </a:lnTo>
                <a:lnTo>
                  <a:pt x="35732" y="690503"/>
                </a:lnTo>
                <a:lnTo>
                  <a:pt x="36182" y="691541"/>
                </a:lnTo>
                <a:lnTo>
                  <a:pt x="36637" y="692576"/>
                </a:lnTo>
                <a:lnTo>
                  <a:pt x="37099" y="693609"/>
                </a:lnTo>
                <a:lnTo>
                  <a:pt x="37566" y="694638"/>
                </a:lnTo>
                <a:lnTo>
                  <a:pt x="38038" y="695663"/>
                </a:lnTo>
                <a:lnTo>
                  <a:pt x="38517" y="696686"/>
                </a:lnTo>
                <a:lnTo>
                  <a:pt x="39001" y="697706"/>
                </a:lnTo>
                <a:lnTo>
                  <a:pt x="39491" y="698722"/>
                </a:lnTo>
                <a:lnTo>
                  <a:pt x="39986" y="699735"/>
                </a:lnTo>
                <a:lnTo>
                  <a:pt x="40487" y="700745"/>
                </a:lnTo>
                <a:lnTo>
                  <a:pt x="40993" y="701751"/>
                </a:lnTo>
                <a:lnTo>
                  <a:pt x="41505" y="702755"/>
                </a:lnTo>
                <a:lnTo>
                  <a:pt x="42023" y="703754"/>
                </a:lnTo>
                <a:lnTo>
                  <a:pt x="42546" y="704751"/>
                </a:lnTo>
                <a:lnTo>
                  <a:pt x="43075" y="705744"/>
                </a:lnTo>
                <a:lnTo>
                  <a:pt x="43609" y="706734"/>
                </a:lnTo>
                <a:lnTo>
                  <a:pt x="44148" y="707721"/>
                </a:lnTo>
                <a:lnTo>
                  <a:pt x="44693" y="708704"/>
                </a:lnTo>
                <a:lnTo>
                  <a:pt x="45244" y="709683"/>
                </a:lnTo>
                <a:lnTo>
                  <a:pt x="45799" y="710659"/>
                </a:lnTo>
                <a:lnTo>
                  <a:pt x="46360" y="711632"/>
                </a:lnTo>
                <a:lnTo>
                  <a:pt x="46927" y="712601"/>
                </a:lnTo>
                <a:lnTo>
                  <a:pt x="47499" y="713567"/>
                </a:lnTo>
                <a:lnTo>
                  <a:pt x="48076" y="714529"/>
                </a:lnTo>
                <a:lnTo>
                  <a:pt x="48658" y="715488"/>
                </a:lnTo>
                <a:lnTo>
                  <a:pt x="49246" y="716443"/>
                </a:lnTo>
                <a:lnTo>
                  <a:pt x="49839" y="717394"/>
                </a:lnTo>
                <a:lnTo>
                  <a:pt x="50437" y="718342"/>
                </a:lnTo>
                <a:lnTo>
                  <a:pt x="51041" y="719286"/>
                </a:lnTo>
                <a:lnTo>
                  <a:pt x="51649" y="720227"/>
                </a:lnTo>
                <a:lnTo>
                  <a:pt x="52263" y="721163"/>
                </a:lnTo>
                <a:lnTo>
                  <a:pt x="52882" y="722097"/>
                </a:lnTo>
                <a:lnTo>
                  <a:pt x="53506" y="723026"/>
                </a:lnTo>
                <a:lnTo>
                  <a:pt x="54135" y="723952"/>
                </a:lnTo>
                <a:lnTo>
                  <a:pt x="54770" y="724874"/>
                </a:lnTo>
                <a:lnTo>
                  <a:pt x="55409" y="725792"/>
                </a:lnTo>
                <a:lnTo>
                  <a:pt x="56053" y="726706"/>
                </a:lnTo>
                <a:lnTo>
                  <a:pt x="56703" y="727617"/>
                </a:lnTo>
                <a:lnTo>
                  <a:pt x="57357" y="728523"/>
                </a:lnTo>
                <a:lnTo>
                  <a:pt x="58017" y="729426"/>
                </a:lnTo>
                <a:lnTo>
                  <a:pt x="58681" y="730325"/>
                </a:lnTo>
                <a:lnTo>
                  <a:pt x="59350" y="731220"/>
                </a:lnTo>
                <a:lnTo>
                  <a:pt x="60025" y="732111"/>
                </a:lnTo>
                <a:lnTo>
                  <a:pt x="60704" y="732998"/>
                </a:lnTo>
                <a:lnTo>
                  <a:pt x="61388" y="733882"/>
                </a:lnTo>
                <a:lnTo>
                  <a:pt x="62077" y="734761"/>
                </a:lnTo>
                <a:lnTo>
                  <a:pt x="62771" y="735636"/>
                </a:lnTo>
                <a:lnTo>
                  <a:pt x="63469" y="736507"/>
                </a:lnTo>
                <a:lnTo>
                  <a:pt x="64173" y="737374"/>
                </a:lnTo>
                <a:lnTo>
                  <a:pt x="64881" y="738238"/>
                </a:lnTo>
                <a:lnTo>
                  <a:pt x="65594" y="739097"/>
                </a:lnTo>
                <a:lnTo>
                  <a:pt x="66312" y="739952"/>
                </a:lnTo>
                <a:lnTo>
                  <a:pt x="67034" y="740802"/>
                </a:lnTo>
                <a:lnTo>
                  <a:pt x="67762" y="741649"/>
                </a:lnTo>
                <a:lnTo>
                  <a:pt x="68493" y="742492"/>
                </a:lnTo>
                <a:lnTo>
                  <a:pt x="69230" y="743330"/>
                </a:lnTo>
                <a:lnTo>
                  <a:pt x="69971" y="744164"/>
                </a:lnTo>
                <a:lnTo>
                  <a:pt x="70717" y="744994"/>
                </a:lnTo>
                <a:lnTo>
                  <a:pt x="71467" y="745820"/>
                </a:lnTo>
                <a:lnTo>
                  <a:pt x="72222" y="746641"/>
                </a:lnTo>
                <a:lnTo>
                  <a:pt x="72982" y="747458"/>
                </a:lnTo>
                <a:lnTo>
                  <a:pt x="73746" y="748271"/>
                </a:lnTo>
                <a:lnTo>
                  <a:pt x="74515" y="749079"/>
                </a:lnTo>
                <a:lnTo>
                  <a:pt x="75288" y="749884"/>
                </a:lnTo>
                <a:lnTo>
                  <a:pt x="76066" y="750683"/>
                </a:lnTo>
                <a:lnTo>
                  <a:pt x="76848" y="751479"/>
                </a:lnTo>
                <a:lnTo>
                  <a:pt x="77634" y="752270"/>
                </a:lnTo>
                <a:lnTo>
                  <a:pt x="78425" y="753056"/>
                </a:lnTo>
                <a:lnTo>
                  <a:pt x="79221" y="753838"/>
                </a:lnTo>
                <a:lnTo>
                  <a:pt x="80020" y="754616"/>
                </a:lnTo>
                <a:lnTo>
                  <a:pt x="80825" y="755389"/>
                </a:lnTo>
                <a:lnTo>
                  <a:pt x="81633" y="756158"/>
                </a:lnTo>
                <a:lnTo>
                  <a:pt x="82446" y="756922"/>
                </a:lnTo>
                <a:lnTo>
                  <a:pt x="83263" y="757682"/>
                </a:lnTo>
                <a:lnTo>
                  <a:pt x="84084" y="758437"/>
                </a:lnTo>
                <a:lnTo>
                  <a:pt x="84910" y="759187"/>
                </a:lnTo>
                <a:lnTo>
                  <a:pt x="85740" y="759933"/>
                </a:lnTo>
                <a:lnTo>
                  <a:pt x="86574" y="760674"/>
                </a:lnTo>
                <a:lnTo>
                  <a:pt x="87412" y="761411"/>
                </a:lnTo>
                <a:lnTo>
                  <a:pt x="88255" y="762142"/>
                </a:lnTo>
                <a:lnTo>
                  <a:pt x="89102" y="762870"/>
                </a:lnTo>
                <a:lnTo>
                  <a:pt x="89952" y="763592"/>
                </a:lnTo>
                <a:lnTo>
                  <a:pt x="90807" y="764310"/>
                </a:lnTo>
                <a:lnTo>
                  <a:pt x="91666" y="765023"/>
                </a:lnTo>
                <a:lnTo>
                  <a:pt x="92530" y="765731"/>
                </a:lnTo>
                <a:lnTo>
                  <a:pt x="93397" y="766435"/>
                </a:lnTo>
                <a:lnTo>
                  <a:pt x="94268" y="767133"/>
                </a:lnTo>
                <a:lnTo>
                  <a:pt x="95143" y="767827"/>
                </a:lnTo>
                <a:lnTo>
                  <a:pt x="96022" y="768516"/>
                </a:lnTo>
                <a:lnTo>
                  <a:pt x="96906" y="769200"/>
                </a:lnTo>
                <a:lnTo>
                  <a:pt x="97793" y="769879"/>
                </a:lnTo>
                <a:lnTo>
                  <a:pt x="98684" y="770554"/>
                </a:lnTo>
                <a:lnTo>
                  <a:pt x="99579" y="771223"/>
                </a:lnTo>
                <a:lnTo>
                  <a:pt x="100478" y="771887"/>
                </a:lnTo>
                <a:lnTo>
                  <a:pt x="101381" y="772547"/>
                </a:lnTo>
                <a:lnTo>
                  <a:pt x="102287" y="773201"/>
                </a:lnTo>
                <a:lnTo>
                  <a:pt x="103198" y="773851"/>
                </a:lnTo>
                <a:lnTo>
                  <a:pt x="104112" y="774495"/>
                </a:lnTo>
                <a:lnTo>
                  <a:pt x="105030" y="775134"/>
                </a:lnTo>
                <a:lnTo>
                  <a:pt x="105952" y="775769"/>
                </a:lnTo>
                <a:lnTo>
                  <a:pt x="106878" y="776398"/>
                </a:lnTo>
                <a:lnTo>
                  <a:pt x="107807" y="777022"/>
                </a:lnTo>
                <a:lnTo>
                  <a:pt x="108741" y="777641"/>
                </a:lnTo>
                <a:lnTo>
                  <a:pt x="109677" y="778255"/>
                </a:lnTo>
                <a:lnTo>
                  <a:pt x="110618" y="778863"/>
                </a:lnTo>
                <a:lnTo>
                  <a:pt x="111562" y="779467"/>
                </a:lnTo>
                <a:lnTo>
                  <a:pt x="112510" y="780065"/>
                </a:lnTo>
                <a:lnTo>
                  <a:pt x="113461" y="780658"/>
                </a:lnTo>
                <a:lnTo>
                  <a:pt x="114416" y="781246"/>
                </a:lnTo>
                <a:lnTo>
                  <a:pt x="115375" y="781828"/>
                </a:lnTo>
                <a:lnTo>
                  <a:pt x="116337" y="782405"/>
                </a:lnTo>
                <a:lnTo>
                  <a:pt x="117303" y="782977"/>
                </a:lnTo>
                <a:lnTo>
                  <a:pt x="118272" y="783544"/>
                </a:lnTo>
                <a:lnTo>
                  <a:pt x="119245" y="784105"/>
                </a:lnTo>
                <a:lnTo>
                  <a:pt x="120221" y="784661"/>
                </a:lnTo>
                <a:lnTo>
                  <a:pt x="121200" y="785211"/>
                </a:lnTo>
                <a:lnTo>
                  <a:pt x="122183" y="785756"/>
                </a:lnTo>
                <a:lnTo>
                  <a:pt x="123170" y="786295"/>
                </a:lnTo>
                <a:lnTo>
                  <a:pt x="124160" y="786830"/>
                </a:lnTo>
                <a:lnTo>
                  <a:pt x="125153" y="787358"/>
                </a:lnTo>
                <a:lnTo>
                  <a:pt x="126150" y="787881"/>
                </a:lnTo>
                <a:lnTo>
                  <a:pt x="127149" y="788399"/>
                </a:lnTo>
                <a:lnTo>
                  <a:pt x="128153" y="788911"/>
                </a:lnTo>
                <a:lnTo>
                  <a:pt x="129159" y="789417"/>
                </a:lnTo>
                <a:lnTo>
                  <a:pt x="130169" y="789918"/>
                </a:lnTo>
                <a:lnTo>
                  <a:pt x="131182" y="790414"/>
                </a:lnTo>
                <a:lnTo>
                  <a:pt x="132198" y="790903"/>
                </a:lnTo>
                <a:lnTo>
                  <a:pt x="133218" y="791387"/>
                </a:lnTo>
                <a:lnTo>
                  <a:pt x="134241" y="791866"/>
                </a:lnTo>
                <a:lnTo>
                  <a:pt x="135266" y="792338"/>
                </a:lnTo>
                <a:lnTo>
                  <a:pt x="136295" y="792805"/>
                </a:lnTo>
                <a:lnTo>
                  <a:pt x="137328" y="793267"/>
                </a:lnTo>
                <a:lnTo>
                  <a:pt x="138363" y="793722"/>
                </a:lnTo>
                <a:lnTo>
                  <a:pt x="139401" y="794172"/>
                </a:lnTo>
                <a:lnTo>
                  <a:pt x="140443" y="794616"/>
                </a:lnTo>
                <a:lnTo>
                  <a:pt x="141487" y="795054"/>
                </a:lnTo>
                <a:lnTo>
                  <a:pt x="142535" y="795487"/>
                </a:lnTo>
                <a:lnTo>
                  <a:pt x="143585" y="795913"/>
                </a:lnTo>
                <a:lnTo>
                  <a:pt x="144639" y="796334"/>
                </a:lnTo>
                <a:lnTo>
                  <a:pt x="145695" y="796749"/>
                </a:lnTo>
                <a:lnTo>
                  <a:pt x="146754" y="797158"/>
                </a:lnTo>
                <a:lnTo>
                  <a:pt x="147817" y="797561"/>
                </a:lnTo>
                <a:lnTo>
                  <a:pt x="148882" y="797958"/>
                </a:lnTo>
                <a:lnTo>
                  <a:pt x="149950" y="798349"/>
                </a:lnTo>
                <a:lnTo>
                  <a:pt x="151021" y="798734"/>
                </a:lnTo>
                <a:lnTo>
                  <a:pt x="152095" y="799113"/>
                </a:lnTo>
                <a:lnTo>
                  <a:pt x="153172" y="799486"/>
                </a:lnTo>
                <a:lnTo>
                  <a:pt x="154251" y="799853"/>
                </a:lnTo>
                <a:lnTo>
                  <a:pt x="155333" y="800214"/>
                </a:lnTo>
                <a:lnTo>
                  <a:pt x="156419" y="800569"/>
                </a:lnTo>
                <a:lnTo>
                  <a:pt x="157506" y="800918"/>
                </a:lnTo>
                <a:lnTo>
                  <a:pt x="158597" y="801261"/>
                </a:lnTo>
                <a:lnTo>
                  <a:pt x="159690" y="801597"/>
                </a:lnTo>
                <a:lnTo>
                  <a:pt x="160786" y="801928"/>
                </a:lnTo>
                <a:lnTo>
                  <a:pt x="161885" y="802252"/>
                </a:lnTo>
                <a:lnTo>
                  <a:pt x="162986" y="802570"/>
                </a:lnTo>
                <a:lnTo>
                  <a:pt x="164090" y="802882"/>
                </a:lnTo>
                <a:lnTo>
                  <a:pt x="165196" y="803187"/>
                </a:lnTo>
                <a:lnTo>
                  <a:pt x="166305" y="803486"/>
                </a:lnTo>
                <a:lnTo>
                  <a:pt x="167417" y="803779"/>
                </a:lnTo>
                <a:lnTo>
                  <a:pt x="168531" y="804066"/>
                </a:lnTo>
                <a:lnTo>
                  <a:pt x="169648" y="804346"/>
                </a:lnTo>
                <a:lnTo>
                  <a:pt x="170767" y="804620"/>
                </a:lnTo>
                <a:lnTo>
                  <a:pt x="171889" y="804888"/>
                </a:lnTo>
                <a:lnTo>
                  <a:pt x="173013" y="805149"/>
                </a:lnTo>
                <a:lnTo>
                  <a:pt x="174139" y="805404"/>
                </a:lnTo>
                <a:lnTo>
                  <a:pt x="175268" y="805652"/>
                </a:lnTo>
                <a:lnTo>
                  <a:pt x="176400" y="805894"/>
                </a:lnTo>
                <a:lnTo>
                  <a:pt x="177533" y="806130"/>
                </a:lnTo>
                <a:lnTo>
                  <a:pt x="178670" y="806359"/>
                </a:lnTo>
                <a:lnTo>
                  <a:pt x="179808" y="806581"/>
                </a:lnTo>
                <a:lnTo>
                  <a:pt x="180949" y="806797"/>
                </a:lnTo>
                <a:lnTo>
                  <a:pt x="182092" y="807007"/>
                </a:lnTo>
                <a:lnTo>
                  <a:pt x="183237" y="807210"/>
                </a:lnTo>
                <a:lnTo>
                  <a:pt x="184385" y="807406"/>
                </a:lnTo>
                <a:lnTo>
                  <a:pt x="185535" y="807595"/>
                </a:lnTo>
                <a:lnTo>
                  <a:pt x="186687" y="807778"/>
                </a:lnTo>
                <a:lnTo>
                  <a:pt x="187841" y="807955"/>
                </a:lnTo>
                <a:lnTo>
                  <a:pt x="188998" y="808125"/>
                </a:lnTo>
                <a:lnTo>
                  <a:pt x="190157" y="808288"/>
                </a:lnTo>
                <a:lnTo>
                  <a:pt x="191317" y="808444"/>
                </a:lnTo>
                <a:lnTo>
                  <a:pt x="192480" y="808593"/>
                </a:lnTo>
                <a:lnTo>
                  <a:pt x="193645" y="808736"/>
                </a:lnTo>
                <a:lnTo>
                  <a:pt x="194813" y="808872"/>
                </a:lnTo>
                <a:lnTo>
                  <a:pt x="195982" y="809002"/>
                </a:lnTo>
                <a:lnTo>
                  <a:pt x="197153" y="809124"/>
                </a:lnTo>
                <a:lnTo>
                  <a:pt x="198326" y="809240"/>
                </a:lnTo>
                <a:lnTo>
                  <a:pt x="199501" y="809348"/>
                </a:lnTo>
                <a:lnTo>
                  <a:pt x="200679" y="809450"/>
                </a:lnTo>
                <a:lnTo>
                  <a:pt x="201858" y="809545"/>
                </a:lnTo>
                <a:lnTo>
                  <a:pt x="203039" y="809633"/>
                </a:lnTo>
                <a:lnTo>
                  <a:pt x="204222" y="809715"/>
                </a:lnTo>
                <a:lnTo>
                  <a:pt x="205407" y="809789"/>
                </a:lnTo>
                <a:lnTo>
                  <a:pt x="206594" y="809856"/>
                </a:lnTo>
                <a:lnTo>
                  <a:pt x="207782" y="809916"/>
                </a:lnTo>
                <a:lnTo>
                  <a:pt x="208973" y="809970"/>
                </a:lnTo>
                <a:lnTo>
                  <a:pt x="210165" y="810016"/>
                </a:lnTo>
                <a:lnTo>
                  <a:pt x="211359" y="810055"/>
                </a:lnTo>
                <a:lnTo>
                  <a:pt x="212555" y="810087"/>
                </a:lnTo>
                <a:lnTo>
                  <a:pt x="213753" y="810112"/>
                </a:lnTo>
                <a:lnTo>
                  <a:pt x="214952" y="810130"/>
                </a:lnTo>
                <a:lnTo>
                  <a:pt x="216153" y="810141"/>
                </a:lnTo>
                <a:lnTo>
                  <a:pt x="217356" y="810144"/>
                </a:lnTo>
                <a:lnTo>
                  <a:pt x="217356" y="810144"/>
                </a:lnTo>
                <a:lnTo>
                  <a:pt x="217356" y="810144"/>
                </a:lnTo>
                <a:close/>
                <a:moveTo>
                  <a:pt x="1126298" y="612548"/>
                </a:moveTo>
                <a:lnTo>
                  <a:pt x="1106538" y="612548"/>
                </a:lnTo>
                <a:lnTo>
                  <a:pt x="1106535" y="613635"/>
                </a:lnTo>
                <a:lnTo>
                  <a:pt x="1106525" y="614719"/>
                </a:lnTo>
                <a:lnTo>
                  <a:pt x="1106509" y="615803"/>
                </a:lnTo>
                <a:lnTo>
                  <a:pt x="1106486" y="616885"/>
                </a:lnTo>
                <a:lnTo>
                  <a:pt x="1106457" y="617965"/>
                </a:lnTo>
                <a:lnTo>
                  <a:pt x="1106422" y="619044"/>
                </a:lnTo>
                <a:lnTo>
                  <a:pt x="1106380" y="620121"/>
                </a:lnTo>
                <a:lnTo>
                  <a:pt x="1106332" y="621196"/>
                </a:lnTo>
                <a:lnTo>
                  <a:pt x="1106277" y="622270"/>
                </a:lnTo>
                <a:lnTo>
                  <a:pt x="1106216" y="623342"/>
                </a:lnTo>
                <a:lnTo>
                  <a:pt x="1106149" y="624412"/>
                </a:lnTo>
                <a:lnTo>
                  <a:pt x="1106075" y="625481"/>
                </a:lnTo>
                <a:lnTo>
                  <a:pt x="1105995" y="626547"/>
                </a:lnTo>
                <a:lnTo>
                  <a:pt x="1105909" y="627612"/>
                </a:lnTo>
                <a:lnTo>
                  <a:pt x="1105817" y="628676"/>
                </a:lnTo>
                <a:lnTo>
                  <a:pt x="1105718" y="629737"/>
                </a:lnTo>
                <a:lnTo>
                  <a:pt x="1105613" y="630797"/>
                </a:lnTo>
                <a:lnTo>
                  <a:pt x="1105502" y="631855"/>
                </a:lnTo>
                <a:lnTo>
                  <a:pt x="1105385" y="632911"/>
                </a:lnTo>
                <a:lnTo>
                  <a:pt x="1105262" y="633965"/>
                </a:lnTo>
                <a:lnTo>
                  <a:pt x="1105132" y="635017"/>
                </a:lnTo>
                <a:lnTo>
                  <a:pt x="1104997" y="636068"/>
                </a:lnTo>
                <a:lnTo>
                  <a:pt x="1104855" y="637116"/>
                </a:lnTo>
                <a:lnTo>
                  <a:pt x="1104707" y="638162"/>
                </a:lnTo>
                <a:lnTo>
                  <a:pt x="1104553" y="639207"/>
                </a:lnTo>
                <a:lnTo>
                  <a:pt x="1104394" y="640250"/>
                </a:lnTo>
                <a:lnTo>
                  <a:pt x="1104228" y="641290"/>
                </a:lnTo>
                <a:lnTo>
                  <a:pt x="1104056" y="642329"/>
                </a:lnTo>
                <a:lnTo>
                  <a:pt x="1103878" y="643365"/>
                </a:lnTo>
                <a:lnTo>
                  <a:pt x="1103694" y="644400"/>
                </a:lnTo>
                <a:lnTo>
                  <a:pt x="1103504" y="645432"/>
                </a:lnTo>
                <a:lnTo>
                  <a:pt x="1103308" y="646462"/>
                </a:lnTo>
                <a:lnTo>
                  <a:pt x="1103107" y="647490"/>
                </a:lnTo>
                <a:lnTo>
                  <a:pt x="1102899" y="648516"/>
                </a:lnTo>
                <a:lnTo>
                  <a:pt x="1102686" y="649540"/>
                </a:lnTo>
                <a:lnTo>
                  <a:pt x="1102466" y="650562"/>
                </a:lnTo>
                <a:lnTo>
                  <a:pt x="1102241" y="651582"/>
                </a:lnTo>
                <a:lnTo>
                  <a:pt x="1102010" y="652599"/>
                </a:lnTo>
                <a:lnTo>
                  <a:pt x="1101773" y="653614"/>
                </a:lnTo>
                <a:lnTo>
                  <a:pt x="1101531" y="654627"/>
                </a:lnTo>
                <a:lnTo>
                  <a:pt x="1101282" y="655638"/>
                </a:lnTo>
                <a:lnTo>
                  <a:pt x="1101028" y="656646"/>
                </a:lnTo>
                <a:lnTo>
                  <a:pt x="1100768" y="657652"/>
                </a:lnTo>
                <a:lnTo>
                  <a:pt x="1100503" y="658656"/>
                </a:lnTo>
                <a:lnTo>
                  <a:pt x="1100232" y="659657"/>
                </a:lnTo>
                <a:lnTo>
                  <a:pt x="1099955" y="660656"/>
                </a:lnTo>
                <a:lnTo>
                  <a:pt x="1099672" y="661653"/>
                </a:lnTo>
                <a:lnTo>
                  <a:pt x="1099384" y="662648"/>
                </a:lnTo>
                <a:lnTo>
                  <a:pt x="1099090" y="663639"/>
                </a:lnTo>
                <a:lnTo>
                  <a:pt x="1098791" y="664629"/>
                </a:lnTo>
                <a:lnTo>
                  <a:pt x="1098485" y="665616"/>
                </a:lnTo>
                <a:lnTo>
                  <a:pt x="1098175" y="666601"/>
                </a:lnTo>
                <a:lnTo>
                  <a:pt x="1097859" y="667583"/>
                </a:lnTo>
                <a:lnTo>
                  <a:pt x="1097537" y="668563"/>
                </a:lnTo>
                <a:lnTo>
                  <a:pt x="1097210" y="669540"/>
                </a:lnTo>
                <a:lnTo>
                  <a:pt x="1096877" y="670514"/>
                </a:lnTo>
                <a:lnTo>
                  <a:pt x="1096539" y="671486"/>
                </a:lnTo>
                <a:lnTo>
                  <a:pt x="1096195" y="672456"/>
                </a:lnTo>
                <a:lnTo>
                  <a:pt x="1095846" y="673423"/>
                </a:lnTo>
                <a:lnTo>
                  <a:pt x="1095492" y="674387"/>
                </a:lnTo>
                <a:lnTo>
                  <a:pt x="1095132" y="675349"/>
                </a:lnTo>
                <a:lnTo>
                  <a:pt x="1094767" y="676308"/>
                </a:lnTo>
                <a:lnTo>
                  <a:pt x="1094396" y="677264"/>
                </a:lnTo>
                <a:lnTo>
                  <a:pt x="1094020" y="678218"/>
                </a:lnTo>
                <a:lnTo>
                  <a:pt x="1093639" y="679169"/>
                </a:lnTo>
                <a:lnTo>
                  <a:pt x="1093252" y="680117"/>
                </a:lnTo>
                <a:lnTo>
                  <a:pt x="1092860" y="681063"/>
                </a:lnTo>
                <a:lnTo>
                  <a:pt x="1092463" y="682006"/>
                </a:lnTo>
                <a:lnTo>
                  <a:pt x="1092061" y="682946"/>
                </a:lnTo>
                <a:lnTo>
                  <a:pt x="1091653" y="683883"/>
                </a:lnTo>
                <a:lnTo>
                  <a:pt x="1091240" y="684817"/>
                </a:lnTo>
                <a:lnTo>
                  <a:pt x="1090822" y="685749"/>
                </a:lnTo>
                <a:lnTo>
                  <a:pt x="1090399" y="686678"/>
                </a:lnTo>
                <a:lnTo>
                  <a:pt x="1089971" y="687604"/>
                </a:lnTo>
                <a:lnTo>
                  <a:pt x="1089537" y="688527"/>
                </a:lnTo>
                <a:lnTo>
                  <a:pt x="1089098" y="689447"/>
                </a:lnTo>
                <a:lnTo>
                  <a:pt x="1088655" y="690364"/>
                </a:lnTo>
                <a:lnTo>
                  <a:pt x="1088206" y="691278"/>
                </a:lnTo>
                <a:lnTo>
                  <a:pt x="1087752" y="692189"/>
                </a:lnTo>
                <a:lnTo>
                  <a:pt x="1087293" y="693098"/>
                </a:lnTo>
                <a:lnTo>
                  <a:pt x="1086829" y="694003"/>
                </a:lnTo>
                <a:lnTo>
                  <a:pt x="1086360" y="694906"/>
                </a:lnTo>
                <a:lnTo>
                  <a:pt x="1085886" y="695805"/>
                </a:lnTo>
                <a:lnTo>
                  <a:pt x="1085407" y="696701"/>
                </a:lnTo>
                <a:lnTo>
                  <a:pt x="1084923" y="697594"/>
                </a:lnTo>
                <a:lnTo>
                  <a:pt x="1084434" y="698484"/>
                </a:lnTo>
                <a:lnTo>
                  <a:pt x="1083940" y="699371"/>
                </a:lnTo>
                <a:lnTo>
                  <a:pt x="1083441" y="700255"/>
                </a:lnTo>
                <a:lnTo>
                  <a:pt x="1082938" y="701136"/>
                </a:lnTo>
                <a:lnTo>
                  <a:pt x="1082429" y="702014"/>
                </a:lnTo>
                <a:lnTo>
                  <a:pt x="1081916" y="702888"/>
                </a:lnTo>
                <a:lnTo>
                  <a:pt x="1081397" y="703759"/>
                </a:lnTo>
                <a:lnTo>
                  <a:pt x="1080874" y="704627"/>
                </a:lnTo>
                <a:lnTo>
                  <a:pt x="1080347" y="705492"/>
                </a:lnTo>
                <a:lnTo>
                  <a:pt x="1079814" y="706354"/>
                </a:lnTo>
                <a:lnTo>
                  <a:pt x="1079277" y="707212"/>
                </a:lnTo>
                <a:lnTo>
                  <a:pt x="1078735" y="708067"/>
                </a:lnTo>
                <a:lnTo>
                  <a:pt x="1078188" y="708919"/>
                </a:lnTo>
                <a:lnTo>
                  <a:pt x="1077637" y="709767"/>
                </a:lnTo>
                <a:lnTo>
                  <a:pt x="1077080" y="710612"/>
                </a:lnTo>
                <a:lnTo>
                  <a:pt x="1076520" y="711454"/>
                </a:lnTo>
                <a:lnTo>
                  <a:pt x="1075954" y="712292"/>
                </a:lnTo>
                <a:lnTo>
                  <a:pt x="1075384" y="713127"/>
                </a:lnTo>
                <a:lnTo>
                  <a:pt x="1074809" y="713959"/>
                </a:lnTo>
                <a:lnTo>
                  <a:pt x="1074230" y="714787"/>
                </a:lnTo>
                <a:lnTo>
                  <a:pt x="1073646" y="715611"/>
                </a:lnTo>
                <a:lnTo>
                  <a:pt x="1073058" y="716432"/>
                </a:lnTo>
                <a:lnTo>
                  <a:pt x="1072465" y="717250"/>
                </a:lnTo>
                <a:lnTo>
                  <a:pt x="1071867" y="718064"/>
                </a:lnTo>
                <a:lnTo>
                  <a:pt x="1071265" y="718875"/>
                </a:lnTo>
                <a:lnTo>
                  <a:pt x="1070659" y="719682"/>
                </a:lnTo>
                <a:lnTo>
                  <a:pt x="1070048" y="720485"/>
                </a:lnTo>
                <a:lnTo>
                  <a:pt x="1069432" y="721285"/>
                </a:lnTo>
                <a:lnTo>
                  <a:pt x="1068813" y="722082"/>
                </a:lnTo>
                <a:lnTo>
                  <a:pt x="1068188" y="722874"/>
                </a:lnTo>
                <a:lnTo>
                  <a:pt x="1067560" y="723663"/>
                </a:lnTo>
                <a:lnTo>
                  <a:pt x="1066927" y="724449"/>
                </a:lnTo>
                <a:lnTo>
                  <a:pt x="1066290" y="725231"/>
                </a:lnTo>
                <a:lnTo>
                  <a:pt x="1065648" y="726009"/>
                </a:lnTo>
                <a:lnTo>
                  <a:pt x="1065002" y="726783"/>
                </a:lnTo>
                <a:lnTo>
                  <a:pt x="1064352" y="727554"/>
                </a:lnTo>
                <a:lnTo>
                  <a:pt x="1063697" y="728320"/>
                </a:lnTo>
                <a:lnTo>
                  <a:pt x="1063038" y="729084"/>
                </a:lnTo>
                <a:lnTo>
                  <a:pt x="1062375" y="729843"/>
                </a:lnTo>
                <a:lnTo>
                  <a:pt x="1061708" y="730598"/>
                </a:lnTo>
                <a:lnTo>
                  <a:pt x="1061036" y="731350"/>
                </a:lnTo>
                <a:lnTo>
                  <a:pt x="1060361" y="732098"/>
                </a:lnTo>
                <a:lnTo>
                  <a:pt x="1059681" y="732842"/>
                </a:lnTo>
                <a:lnTo>
                  <a:pt x="1058997" y="733582"/>
                </a:lnTo>
                <a:lnTo>
                  <a:pt x="1058309" y="734318"/>
                </a:lnTo>
                <a:lnTo>
                  <a:pt x="1057617" y="735051"/>
                </a:lnTo>
                <a:lnTo>
                  <a:pt x="1056920" y="735779"/>
                </a:lnTo>
                <a:lnTo>
                  <a:pt x="1056220" y="736504"/>
                </a:lnTo>
                <a:lnTo>
                  <a:pt x="1055515" y="737224"/>
                </a:lnTo>
                <a:lnTo>
                  <a:pt x="1054807" y="737941"/>
                </a:lnTo>
                <a:lnTo>
                  <a:pt x="1054094" y="738653"/>
                </a:lnTo>
                <a:lnTo>
                  <a:pt x="1053378" y="739362"/>
                </a:lnTo>
                <a:lnTo>
                  <a:pt x="1052657" y="740066"/>
                </a:lnTo>
                <a:lnTo>
                  <a:pt x="1051933" y="740767"/>
                </a:lnTo>
                <a:lnTo>
                  <a:pt x="1051205" y="741463"/>
                </a:lnTo>
                <a:lnTo>
                  <a:pt x="1050472" y="742155"/>
                </a:lnTo>
                <a:lnTo>
                  <a:pt x="1049736" y="742843"/>
                </a:lnTo>
                <a:lnTo>
                  <a:pt x="1048996" y="743527"/>
                </a:lnTo>
                <a:lnTo>
                  <a:pt x="1048252" y="744207"/>
                </a:lnTo>
                <a:lnTo>
                  <a:pt x="1047504" y="744883"/>
                </a:lnTo>
                <a:lnTo>
                  <a:pt x="1046752" y="745554"/>
                </a:lnTo>
                <a:lnTo>
                  <a:pt x="1045997" y="746222"/>
                </a:lnTo>
                <a:lnTo>
                  <a:pt x="1045237" y="746885"/>
                </a:lnTo>
                <a:lnTo>
                  <a:pt x="1044474" y="747543"/>
                </a:lnTo>
                <a:lnTo>
                  <a:pt x="1043707" y="748198"/>
                </a:lnTo>
                <a:lnTo>
                  <a:pt x="1042937" y="748848"/>
                </a:lnTo>
                <a:lnTo>
                  <a:pt x="1042162" y="749494"/>
                </a:lnTo>
                <a:lnTo>
                  <a:pt x="1041384" y="750136"/>
                </a:lnTo>
                <a:lnTo>
                  <a:pt x="1040602" y="750773"/>
                </a:lnTo>
                <a:lnTo>
                  <a:pt x="1039817" y="751406"/>
                </a:lnTo>
                <a:lnTo>
                  <a:pt x="1039028" y="752035"/>
                </a:lnTo>
                <a:lnTo>
                  <a:pt x="1038235" y="752659"/>
                </a:lnTo>
                <a:lnTo>
                  <a:pt x="1037439" y="753279"/>
                </a:lnTo>
                <a:lnTo>
                  <a:pt x="1036639" y="753894"/>
                </a:lnTo>
                <a:lnTo>
                  <a:pt x="1035835" y="754505"/>
                </a:lnTo>
                <a:lnTo>
                  <a:pt x="1035028" y="755111"/>
                </a:lnTo>
                <a:lnTo>
                  <a:pt x="1034218" y="755713"/>
                </a:lnTo>
                <a:lnTo>
                  <a:pt x="1033404" y="756311"/>
                </a:lnTo>
                <a:lnTo>
                  <a:pt x="1032586" y="756904"/>
                </a:lnTo>
                <a:lnTo>
                  <a:pt x="1031765" y="757492"/>
                </a:lnTo>
                <a:lnTo>
                  <a:pt x="1030940" y="758076"/>
                </a:lnTo>
                <a:lnTo>
                  <a:pt x="1030112" y="758656"/>
                </a:lnTo>
                <a:lnTo>
                  <a:pt x="1029281" y="759230"/>
                </a:lnTo>
                <a:lnTo>
                  <a:pt x="1028446" y="759800"/>
                </a:lnTo>
                <a:lnTo>
                  <a:pt x="1027608" y="760366"/>
                </a:lnTo>
                <a:lnTo>
                  <a:pt x="1026766" y="760927"/>
                </a:lnTo>
                <a:lnTo>
                  <a:pt x="1025921" y="761483"/>
                </a:lnTo>
                <a:lnTo>
                  <a:pt x="1025072" y="762034"/>
                </a:lnTo>
                <a:lnTo>
                  <a:pt x="1024221" y="762581"/>
                </a:lnTo>
                <a:lnTo>
                  <a:pt x="1023366" y="763123"/>
                </a:lnTo>
                <a:lnTo>
                  <a:pt x="1022508" y="763660"/>
                </a:lnTo>
                <a:lnTo>
                  <a:pt x="1021646" y="764193"/>
                </a:lnTo>
                <a:lnTo>
                  <a:pt x="1020781" y="764721"/>
                </a:lnTo>
                <a:lnTo>
                  <a:pt x="1019913" y="765244"/>
                </a:lnTo>
                <a:lnTo>
                  <a:pt x="1019042" y="765762"/>
                </a:lnTo>
                <a:lnTo>
                  <a:pt x="1018167" y="766275"/>
                </a:lnTo>
                <a:lnTo>
                  <a:pt x="1017290" y="766784"/>
                </a:lnTo>
                <a:lnTo>
                  <a:pt x="1016409" y="767287"/>
                </a:lnTo>
                <a:lnTo>
                  <a:pt x="1015525" y="767786"/>
                </a:lnTo>
                <a:lnTo>
                  <a:pt x="1014638" y="768280"/>
                </a:lnTo>
                <a:lnTo>
                  <a:pt x="1013748" y="768769"/>
                </a:lnTo>
                <a:lnTo>
                  <a:pt x="1012855" y="769253"/>
                </a:lnTo>
                <a:lnTo>
                  <a:pt x="1011959" y="769732"/>
                </a:lnTo>
                <a:lnTo>
                  <a:pt x="1011059" y="770206"/>
                </a:lnTo>
                <a:lnTo>
                  <a:pt x="1010157" y="770675"/>
                </a:lnTo>
                <a:lnTo>
                  <a:pt x="1009252" y="771139"/>
                </a:lnTo>
                <a:lnTo>
                  <a:pt x="1008343" y="771598"/>
                </a:lnTo>
                <a:lnTo>
                  <a:pt x="1007432" y="772052"/>
                </a:lnTo>
                <a:lnTo>
                  <a:pt x="1006518" y="772501"/>
                </a:lnTo>
                <a:lnTo>
                  <a:pt x="1005600" y="772945"/>
                </a:lnTo>
                <a:lnTo>
                  <a:pt x="1004680" y="773383"/>
                </a:lnTo>
                <a:lnTo>
                  <a:pt x="1003757" y="773817"/>
                </a:lnTo>
                <a:lnTo>
                  <a:pt x="1002831" y="774245"/>
                </a:lnTo>
                <a:lnTo>
                  <a:pt x="1001903" y="774669"/>
                </a:lnTo>
                <a:lnTo>
                  <a:pt x="1000971" y="775087"/>
                </a:lnTo>
                <a:lnTo>
                  <a:pt x="1000036" y="775499"/>
                </a:lnTo>
                <a:lnTo>
                  <a:pt x="999099" y="775907"/>
                </a:lnTo>
                <a:lnTo>
                  <a:pt x="998159" y="776310"/>
                </a:lnTo>
                <a:lnTo>
                  <a:pt x="997216" y="776707"/>
                </a:lnTo>
                <a:lnTo>
                  <a:pt x="996271" y="777099"/>
                </a:lnTo>
                <a:lnTo>
                  <a:pt x="995323" y="777485"/>
                </a:lnTo>
                <a:lnTo>
                  <a:pt x="994372" y="777867"/>
                </a:lnTo>
                <a:lnTo>
                  <a:pt x="993418" y="778242"/>
                </a:lnTo>
                <a:lnTo>
                  <a:pt x="992461" y="778613"/>
                </a:lnTo>
                <a:lnTo>
                  <a:pt x="991502" y="778978"/>
                </a:lnTo>
                <a:lnTo>
                  <a:pt x="990541" y="779338"/>
                </a:lnTo>
                <a:lnTo>
                  <a:pt x="989576" y="779693"/>
                </a:lnTo>
                <a:lnTo>
                  <a:pt x="988609" y="780042"/>
                </a:lnTo>
                <a:lnTo>
                  <a:pt x="987640" y="780385"/>
                </a:lnTo>
                <a:lnTo>
                  <a:pt x="986668" y="780724"/>
                </a:lnTo>
                <a:lnTo>
                  <a:pt x="985693" y="781056"/>
                </a:lnTo>
                <a:lnTo>
                  <a:pt x="984716" y="781383"/>
                </a:lnTo>
                <a:lnTo>
                  <a:pt x="983737" y="781705"/>
                </a:lnTo>
                <a:lnTo>
                  <a:pt x="982754" y="782021"/>
                </a:lnTo>
                <a:lnTo>
                  <a:pt x="981770" y="782332"/>
                </a:lnTo>
                <a:lnTo>
                  <a:pt x="980783" y="782637"/>
                </a:lnTo>
                <a:lnTo>
                  <a:pt x="979793" y="782936"/>
                </a:lnTo>
                <a:lnTo>
                  <a:pt x="978801" y="783230"/>
                </a:lnTo>
                <a:lnTo>
                  <a:pt x="977807" y="783518"/>
                </a:lnTo>
                <a:lnTo>
                  <a:pt x="976810" y="783801"/>
                </a:lnTo>
                <a:lnTo>
                  <a:pt x="975811" y="784078"/>
                </a:lnTo>
                <a:lnTo>
                  <a:pt x="974810" y="784349"/>
                </a:lnTo>
                <a:lnTo>
                  <a:pt x="973806" y="784615"/>
                </a:lnTo>
                <a:lnTo>
                  <a:pt x="972800" y="784875"/>
                </a:lnTo>
                <a:lnTo>
                  <a:pt x="971791" y="785129"/>
                </a:lnTo>
                <a:lnTo>
                  <a:pt x="970781" y="785377"/>
                </a:lnTo>
                <a:lnTo>
                  <a:pt x="969768" y="785620"/>
                </a:lnTo>
                <a:lnTo>
                  <a:pt x="968753" y="785856"/>
                </a:lnTo>
                <a:lnTo>
                  <a:pt x="967735" y="786087"/>
                </a:lnTo>
                <a:lnTo>
                  <a:pt x="966716" y="786313"/>
                </a:lnTo>
                <a:lnTo>
                  <a:pt x="965694" y="786532"/>
                </a:lnTo>
                <a:lnTo>
                  <a:pt x="964670" y="786745"/>
                </a:lnTo>
                <a:lnTo>
                  <a:pt x="963644" y="786953"/>
                </a:lnTo>
                <a:lnTo>
                  <a:pt x="962616" y="787155"/>
                </a:lnTo>
                <a:lnTo>
                  <a:pt x="961586" y="787350"/>
                </a:lnTo>
                <a:lnTo>
                  <a:pt x="960553" y="787540"/>
                </a:lnTo>
                <a:lnTo>
                  <a:pt x="959519" y="787724"/>
                </a:lnTo>
                <a:lnTo>
                  <a:pt x="958482" y="787902"/>
                </a:lnTo>
                <a:lnTo>
                  <a:pt x="957444" y="788074"/>
                </a:lnTo>
                <a:lnTo>
                  <a:pt x="956403" y="788240"/>
                </a:lnTo>
                <a:lnTo>
                  <a:pt x="955361" y="788400"/>
                </a:lnTo>
                <a:lnTo>
                  <a:pt x="954316" y="788554"/>
                </a:lnTo>
                <a:lnTo>
                  <a:pt x="953270" y="788701"/>
                </a:lnTo>
                <a:lnTo>
                  <a:pt x="952221" y="788843"/>
                </a:lnTo>
                <a:lnTo>
                  <a:pt x="951171" y="788979"/>
                </a:lnTo>
                <a:lnTo>
                  <a:pt x="950119" y="789108"/>
                </a:lnTo>
                <a:lnTo>
                  <a:pt x="949064" y="789232"/>
                </a:lnTo>
                <a:lnTo>
                  <a:pt x="948008" y="789349"/>
                </a:lnTo>
                <a:lnTo>
                  <a:pt x="946950" y="789460"/>
                </a:lnTo>
                <a:lnTo>
                  <a:pt x="945891" y="789565"/>
                </a:lnTo>
                <a:lnTo>
                  <a:pt x="944829" y="789663"/>
                </a:lnTo>
                <a:lnTo>
                  <a:pt x="943766" y="789756"/>
                </a:lnTo>
                <a:lnTo>
                  <a:pt x="942701" y="789842"/>
                </a:lnTo>
                <a:lnTo>
                  <a:pt x="941634" y="789922"/>
                </a:lnTo>
                <a:lnTo>
                  <a:pt x="940565" y="789995"/>
                </a:lnTo>
                <a:lnTo>
                  <a:pt x="939495" y="790062"/>
                </a:lnTo>
                <a:lnTo>
                  <a:pt x="938423" y="790123"/>
                </a:lnTo>
                <a:lnTo>
                  <a:pt x="937349" y="790178"/>
                </a:lnTo>
                <a:lnTo>
                  <a:pt x="936274" y="790226"/>
                </a:lnTo>
                <a:lnTo>
                  <a:pt x="935197" y="790268"/>
                </a:lnTo>
                <a:lnTo>
                  <a:pt x="934118" y="790304"/>
                </a:lnTo>
                <a:lnTo>
                  <a:pt x="933038" y="790333"/>
                </a:lnTo>
                <a:lnTo>
                  <a:pt x="931956" y="790355"/>
                </a:lnTo>
                <a:lnTo>
                  <a:pt x="930873" y="790372"/>
                </a:lnTo>
                <a:lnTo>
                  <a:pt x="929788" y="790381"/>
                </a:lnTo>
                <a:lnTo>
                  <a:pt x="928701" y="790385"/>
                </a:lnTo>
                <a:lnTo>
                  <a:pt x="928701" y="810144"/>
                </a:lnTo>
                <a:lnTo>
                  <a:pt x="928701" y="810144"/>
                </a:lnTo>
                <a:lnTo>
                  <a:pt x="928702" y="810144"/>
                </a:lnTo>
                <a:lnTo>
                  <a:pt x="929905" y="810141"/>
                </a:lnTo>
                <a:lnTo>
                  <a:pt x="931106" y="810130"/>
                </a:lnTo>
                <a:lnTo>
                  <a:pt x="932305" y="810112"/>
                </a:lnTo>
                <a:lnTo>
                  <a:pt x="933503" y="810087"/>
                </a:lnTo>
                <a:lnTo>
                  <a:pt x="934699" y="810055"/>
                </a:lnTo>
                <a:lnTo>
                  <a:pt x="935893" y="810016"/>
                </a:lnTo>
                <a:lnTo>
                  <a:pt x="937085" y="809970"/>
                </a:lnTo>
                <a:lnTo>
                  <a:pt x="938276" y="809916"/>
                </a:lnTo>
                <a:lnTo>
                  <a:pt x="939465" y="809856"/>
                </a:lnTo>
                <a:lnTo>
                  <a:pt x="940651" y="809789"/>
                </a:lnTo>
                <a:lnTo>
                  <a:pt x="941836" y="809715"/>
                </a:lnTo>
                <a:lnTo>
                  <a:pt x="943019" y="809633"/>
                </a:lnTo>
                <a:lnTo>
                  <a:pt x="944200" y="809545"/>
                </a:lnTo>
                <a:lnTo>
                  <a:pt x="945380" y="809450"/>
                </a:lnTo>
                <a:lnTo>
                  <a:pt x="946557" y="809348"/>
                </a:lnTo>
                <a:lnTo>
                  <a:pt x="947732" y="809240"/>
                </a:lnTo>
                <a:lnTo>
                  <a:pt x="948905" y="809124"/>
                </a:lnTo>
                <a:lnTo>
                  <a:pt x="950076" y="809002"/>
                </a:lnTo>
                <a:lnTo>
                  <a:pt x="951246" y="808872"/>
                </a:lnTo>
                <a:lnTo>
                  <a:pt x="952413" y="808736"/>
                </a:lnTo>
                <a:lnTo>
                  <a:pt x="953578" y="808593"/>
                </a:lnTo>
                <a:lnTo>
                  <a:pt x="954741" y="808444"/>
                </a:lnTo>
                <a:lnTo>
                  <a:pt x="955902" y="808288"/>
                </a:lnTo>
                <a:lnTo>
                  <a:pt x="957060" y="808125"/>
                </a:lnTo>
                <a:lnTo>
                  <a:pt x="958217" y="807955"/>
                </a:lnTo>
                <a:lnTo>
                  <a:pt x="959371" y="807778"/>
                </a:lnTo>
                <a:lnTo>
                  <a:pt x="960523" y="807595"/>
                </a:lnTo>
                <a:lnTo>
                  <a:pt x="961673" y="807406"/>
                </a:lnTo>
                <a:lnTo>
                  <a:pt x="962821" y="807210"/>
                </a:lnTo>
                <a:lnTo>
                  <a:pt x="963966" y="807007"/>
                </a:lnTo>
                <a:lnTo>
                  <a:pt x="965109" y="806797"/>
                </a:lnTo>
                <a:lnTo>
                  <a:pt x="966250" y="806581"/>
                </a:lnTo>
                <a:lnTo>
                  <a:pt x="967389" y="806359"/>
                </a:lnTo>
                <a:lnTo>
                  <a:pt x="968525" y="806130"/>
                </a:lnTo>
                <a:lnTo>
                  <a:pt x="969659" y="805894"/>
                </a:lnTo>
                <a:lnTo>
                  <a:pt x="970790" y="805652"/>
                </a:lnTo>
                <a:lnTo>
                  <a:pt x="971919" y="805404"/>
                </a:lnTo>
                <a:lnTo>
                  <a:pt x="973046" y="805149"/>
                </a:lnTo>
                <a:lnTo>
                  <a:pt x="974170" y="804888"/>
                </a:lnTo>
                <a:lnTo>
                  <a:pt x="975291" y="804620"/>
                </a:lnTo>
                <a:lnTo>
                  <a:pt x="976410" y="804346"/>
                </a:lnTo>
                <a:lnTo>
                  <a:pt x="977527" y="804066"/>
                </a:lnTo>
                <a:lnTo>
                  <a:pt x="978641" y="803779"/>
                </a:lnTo>
                <a:lnTo>
                  <a:pt x="979753" y="803486"/>
                </a:lnTo>
                <a:lnTo>
                  <a:pt x="980862" y="803187"/>
                </a:lnTo>
                <a:lnTo>
                  <a:pt x="981968" y="802882"/>
                </a:lnTo>
                <a:lnTo>
                  <a:pt x="983072" y="802570"/>
                </a:lnTo>
                <a:lnTo>
                  <a:pt x="984174" y="802252"/>
                </a:lnTo>
                <a:lnTo>
                  <a:pt x="985272" y="801928"/>
                </a:lnTo>
                <a:lnTo>
                  <a:pt x="986368" y="801597"/>
                </a:lnTo>
                <a:lnTo>
                  <a:pt x="987461" y="801261"/>
                </a:lnTo>
                <a:lnTo>
                  <a:pt x="988552" y="800918"/>
                </a:lnTo>
                <a:lnTo>
                  <a:pt x="989640" y="800569"/>
                </a:lnTo>
                <a:lnTo>
                  <a:pt x="990725" y="800214"/>
                </a:lnTo>
                <a:lnTo>
                  <a:pt x="991807" y="799853"/>
                </a:lnTo>
                <a:lnTo>
                  <a:pt x="992886" y="799486"/>
                </a:lnTo>
                <a:lnTo>
                  <a:pt x="993963" y="799113"/>
                </a:lnTo>
                <a:lnTo>
                  <a:pt x="995037" y="798734"/>
                </a:lnTo>
                <a:lnTo>
                  <a:pt x="996108" y="798349"/>
                </a:lnTo>
                <a:lnTo>
                  <a:pt x="997176" y="797958"/>
                </a:lnTo>
                <a:lnTo>
                  <a:pt x="998241" y="797561"/>
                </a:lnTo>
                <a:lnTo>
                  <a:pt x="999304" y="797158"/>
                </a:lnTo>
                <a:lnTo>
                  <a:pt x="1000363" y="796749"/>
                </a:lnTo>
                <a:lnTo>
                  <a:pt x="1001420" y="796334"/>
                </a:lnTo>
                <a:lnTo>
                  <a:pt x="1002473" y="795913"/>
                </a:lnTo>
                <a:lnTo>
                  <a:pt x="1003524" y="795487"/>
                </a:lnTo>
                <a:lnTo>
                  <a:pt x="1004571" y="795054"/>
                </a:lnTo>
                <a:lnTo>
                  <a:pt x="1005616" y="794616"/>
                </a:lnTo>
                <a:lnTo>
                  <a:pt x="1006657" y="794172"/>
                </a:lnTo>
                <a:lnTo>
                  <a:pt x="1007695" y="793722"/>
                </a:lnTo>
                <a:lnTo>
                  <a:pt x="1008731" y="793267"/>
                </a:lnTo>
                <a:lnTo>
                  <a:pt x="1009763" y="792805"/>
                </a:lnTo>
                <a:lnTo>
                  <a:pt x="1010792" y="792338"/>
                </a:lnTo>
                <a:lnTo>
                  <a:pt x="1011818" y="791866"/>
                </a:lnTo>
                <a:lnTo>
                  <a:pt x="1012840" y="791387"/>
                </a:lnTo>
                <a:lnTo>
                  <a:pt x="1013860" y="790903"/>
                </a:lnTo>
                <a:lnTo>
                  <a:pt x="1014876" y="790414"/>
                </a:lnTo>
                <a:lnTo>
                  <a:pt x="1015889" y="789918"/>
                </a:lnTo>
                <a:lnTo>
                  <a:pt x="1016899" y="789417"/>
                </a:lnTo>
                <a:lnTo>
                  <a:pt x="1017905" y="788911"/>
                </a:lnTo>
                <a:lnTo>
                  <a:pt x="1018909" y="788399"/>
                </a:lnTo>
                <a:lnTo>
                  <a:pt x="1019909" y="787881"/>
                </a:lnTo>
                <a:lnTo>
                  <a:pt x="1020905" y="787358"/>
                </a:lnTo>
                <a:lnTo>
                  <a:pt x="1021898" y="786830"/>
                </a:lnTo>
                <a:lnTo>
                  <a:pt x="1022888" y="786295"/>
                </a:lnTo>
                <a:lnTo>
                  <a:pt x="1023875" y="785756"/>
                </a:lnTo>
                <a:lnTo>
                  <a:pt x="1024858" y="785211"/>
                </a:lnTo>
                <a:lnTo>
                  <a:pt x="1025837" y="784661"/>
                </a:lnTo>
                <a:lnTo>
                  <a:pt x="1026814" y="784105"/>
                </a:lnTo>
                <a:lnTo>
                  <a:pt x="1027786" y="783544"/>
                </a:lnTo>
                <a:lnTo>
                  <a:pt x="1028755" y="782977"/>
                </a:lnTo>
                <a:lnTo>
                  <a:pt x="1029721" y="782405"/>
                </a:lnTo>
                <a:lnTo>
                  <a:pt x="1030683" y="781828"/>
                </a:lnTo>
                <a:lnTo>
                  <a:pt x="1031642" y="781246"/>
                </a:lnTo>
                <a:lnTo>
                  <a:pt x="1032597" y="780658"/>
                </a:lnTo>
                <a:lnTo>
                  <a:pt x="1033548" y="780065"/>
                </a:lnTo>
                <a:lnTo>
                  <a:pt x="1034496" y="779467"/>
                </a:lnTo>
                <a:lnTo>
                  <a:pt x="1035440" y="778863"/>
                </a:lnTo>
                <a:lnTo>
                  <a:pt x="1036381" y="778255"/>
                </a:lnTo>
                <a:lnTo>
                  <a:pt x="1037318" y="777641"/>
                </a:lnTo>
                <a:lnTo>
                  <a:pt x="1038251" y="777022"/>
                </a:lnTo>
                <a:lnTo>
                  <a:pt x="1039180" y="776398"/>
                </a:lnTo>
                <a:lnTo>
                  <a:pt x="1040106" y="775769"/>
                </a:lnTo>
                <a:lnTo>
                  <a:pt x="1041028" y="775134"/>
                </a:lnTo>
                <a:lnTo>
                  <a:pt x="1041946" y="774495"/>
                </a:lnTo>
                <a:lnTo>
                  <a:pt x="1042860" y="773851"/>
                </a:lnTo>
                <a:lnTo>
                  <a:pt x="1043771" y="773201"/>
                </a:lnTo>
                <a:lnTo>
                  <a:pt x="1044677" y="772547"/>
                </a:lnTo>
                <a:lnTo>
                  <a:pt x="1045580" y="771887"/>
                </a:lnTo>
                <a:lnTo>
                  <a:pt x="1046479" y="771223"/>
                </a:lnTo>
                <a:lnTo>
                  <a:pt x="1047374" y="770554"/>
                </a:lnTo>
                <a:lnTo>
                  <a:pt x="1048265" y="769879"/>
                </a:lnTo>
                <a:lnTo>
                  <a:pt x="1049153" y="769200"/>
                </a:lnTo>
                <a:lnTo>
                  <a:pt x="1050036" y="768516"/>
                </a:lnTo>
                <a:lnTo>
                  <a:pt x="1050915" y="767827"/>
                </a:lnTo>
                <a:lnTo>
                  <a:pt x="1051790" y="767133"/>
                </a:lnTo>
                <a:lnTo>
                  <a:pt x="1052661" y="766435"/>
                </a:lnTo>
                <a:lnTo>
                  <a:pt x="1053529" y="765731"/>
                </a:lnTo>
                <a:lnTo>
                  <a:pt x="1054392" y="765023"/>
                </a:lnTo>
                <a:lnTo>
                  <a:pt x="1055251" y="764310"/>
                </a:lnTo>
                <a:lnTo>
                  <a:pt x="1056106" y="763592"/>
                </a:lnTo>
                <a:lnTo>
                  <a:pt x="1056957" y="762870"/>
                </a:lnTo>
                <a:lnTo>
                  <a:pt x="1057803" y="762142"/>
                </a:lnTo>
                <a:lnTo>
                  <a:pt x="1058646" y="761411"/>
                </a:lnTo>
                <a:lnTo>
                  <a:pt x="1059484" y="760674"/>
                </a:lnTo>
                <a:lnTo>
                  <a:pt x="1060318" y="759933"/>
                </a:lnTo>
                <a:lnTo>
                  <a:pt x="1061148" y="759187"/>
                </a:lnTo>
                <a:lnTo>
                  <a:pt x="1061974" y="758437"/>
                </a:lnTo>
                <a:lnTo>
                  <a:pt x="1062795" y="757682"/>
                </a:lnTo>
                <a:lnTo>
                  <a:pt x="1063612" y="756922"/>
                </a:lnTo>
                <a:lnTo>
                  <a:pt x="1064425" y="756158"/>
                </a:lnTo>
                <a:lnTo>
                  <a:pt x="1065234" y="755389"/>
                </a:lnTo>
                <a:lnTo>
                  <a:pt x="1066038" y="754616"/>
                </a:lnTo>
                <a:lnTo>
                  <a:pt x="1066837" y="753838"/>
                </a:lnTo>
                <a:lnTo>
                  <a:pt x="1067633" y="753056"/>
                </a:lnTo>
                <a:lnTo>
                  <a:pt x="1068424" y="752270"/>
                </a:lnTo>
                <a:lnTo>
                  <a:pt x="1069210" y="751479"/>
                </a:lnTo>
                <a:lnTo>
                  <a:pt x="1069992" y="750683"/>
                </a:lnTo>
                <a:lnTo>
                  <a:pt x="1070770" y="749884"/>
                </a:lnTo>
                <a:lnTo>
                  <a:pt x="1071543" y="749079"/>
                </a:lnTo>
                <a:lnTo>
                  <a:pt x="1072312" y="748271"/>
                </a:lnTo>
                <a:lnTo>
                  <a:pt x="1073076" y="747458"/>
                </a:lnTo>
                <a:lnTo>
                  <a:pt x="1073836" y="746641"/>
                </a:lnTo>
                <a:lnTo>
                  <a:pt x="1074591" y="745820"/>
                </a:lnTo>
                <a:lnTo>
                  <a:pt x="1075341" y="744994"/>
                </a:lnTo>
                <a:lnTo>
                  <a:pt x="1076087" y="744164"/>
                </a:lnTo>
                <a:lnTo>
                  <a:pt x="1076828" y="743330"/>
                </a:lnTo>
                <a:lnTo>
                  <a:pt x="1077565" y="742492"/>
                </a:lnTo>
                <a:lnTo>
                  <a:pt x="1078297" y="741649"/>
                </a:lnTo>
                <a:lnTo>
                  <a:pt x="1079024" y="740802"/>
                </a:lnTo>
                <a:lnTo>
                  <a:pt x="1079746" y="739952"/>
                </a:lnTo>
                <a:lnTo>
                  <a:pt x="1080464" y="739097"/>
                </a:lnTo>
                <a:lnTo>
                  <a:pt x="1081177" y="738238"/>
                </a:lnTo>
                <a:lnTo>
                  <a:pt x="1081885" y="737374"/>
                </a:lnTo>
                <a:lnTo>
                  <a:pt x="1082589" y="736507"/>
                </a:lnTo>
                <a:lnTo>
                  <a:pt x="1083287" y="735636"/>
                </a:lnTo>
                <a:lnTo>
                  <a:pt x="1083981" y="734761"/>
                </a:lnTo>
                <a:lnTo>
                  <a:pt x="1084670" y="733882"/>
                </a:lnTo>
                <a:lnTo>
                  <a:pt x="1085354" y="732998"/>
                </a:lnTo>
                <a:lnTo>
                  <a:pt x="1086033" y="732111"/>
                </a:lnTo>
                <a:lnTo>
                  <a:pt x="1086708" y="731220"/>
                </a:lnTo>
                <a:lnTo>
                  <a:pt x="1087377" y="730325"/>
                </a:lnTo>
                <a:lnTo>
                  <a:pt x="1088041" y="729426"/>
                </a:lnTo>
                <a:lnTo>
                  <a:pt x="1088701" y="728523"/>
                </a:lnTo>
                <a:lnTo>
                  <a:pt x="1089355" y="727617"/>
                </a:lnTo>
                <a:lnTo>
                  <a:pt x="1090005" y="726706"/>
                </a:lnTo>
                <a:lnTo>
                  <a:pt x="1090649" y="725792"/>
                </a:lnTo>
                <a:lnTo>
                  <a:pt x="1091289" y="724874"/>
                </a:lnTo>
                <a:lnTo>
                  <a:pt x="1091923" y="723952"/>
                </a:lnTo>
                <a:lnTo>
                  <a:pt x="1092552" y="723026"/>
                </a:lnTo>
                <a:lnTo>
                  <a:pt x="1093176" y="722097"/>
                </a:lnTo>
                <a:lnTo>
                  <a:pt x="1093795" y="721163"/>
                </a:lnTo>
                <a:lnTo>
                  <a:pt x="1094409" y="720227"/>
                </a:lnTo>
                <a:lnTo>
                  <a:pt x="1095017" y="719286"/>
                </a:lnTo>
                <a:lnTo>
                  <a:pt x="1095621" y="718342"/>
                </a:lnTo>
                <a:lnTo>
                  <a:pt x="1096219" y="717394"/>
                </a:lnTo>
                <a:lnTo>
                  <a:pt x="1096812" y="716443"/>
                </a:lnTo>
                <a:lnTo>
                  <a:pt x="1097400" y="715488"/>
                </a:lnTo>
                <a:lnTo>
                  <a:pt x="1097982" y="714529"/>
                </a:lnTo>
                <a:lnTo>
                  <a:pt x="1098559" y="713567"/>
                </a:lnTo>
                <a:lnTo>
                  <a:pt x="1099131" y="712601"/>
                </a:lnTo>
                <a:lnTo>
                  <a:pt x="1099698" y="711632"/>
                </a:lnTo>
                <a:lnTo>
                  <a:pt x="1100259" y="710659"/>
                </a:lnTo>
                <a:lnTo>
                  <a:pt x="1100815" y="709683"/>
                </a:lnTo>
                <a:lnTo>
                  <a:pt x="1101365" y="708704"/>
                </a:lnTo>
                <a:lnTo>
                  <a:pt x="1101910" y="707721"/>
                </a:lnTo>
                <a:lnTo>
                  <a:pt x="1102450" y="706734"/>
                </a:lnTo>
                <a:lnTo>
                  <a:pt x="1102984" y="705744"/>
                </a:lnTo>
                <a:lnTo>
                  <a:pt x="1103512" y="704751"/>
                </a:lnTo>
                <a:lnTo>
                  <a:pt x="1104035" y="703754"/>
                </a:lnTo>
                <a:lnTo>
                  <a:pt x="1104553" y="702755"/>
                </a:lnTo>
                <a:lnTo>
                  <a:pt x="1105065" y="701751"/>
                </a:lnTo>
                <a:lnTo>
                  <a:pt x="1105571" y="700745"/>
                </a:lnTo>
                <a:lnTo>
                  <a:pt x="1106072" y="699735"/>
                </a:lnTo>
                <a:lnTo>
                  <a:pt x="1106568" y="698722"/>
                </a:lnTo>
                <a:lnTo>
                  <a:pt x="1107057" y="697706"/>
                </a:lnTo>
                <a:lnTo>
                  <a:pt x="1107541" y="696686"/>
                </a:lnTo>
                <a:lnTo>
                  <a:pt x="1108020" y="695663"/>
                </a:lnTo>
                <a:lnTo>
                  <a:pt x="1108492" y="694638"/>
                </a:lnTo>
                <a:lnTo>
                  <a:pt x="1108960" y="693609"/>
                </a:lnTo>
                <a:lnTo>
                  <a:pt x="1109421" y="692576"/>
                </a:lnTo>
                <a:lnTo>
                  <a:pt x="1109876" y="691541"/>
                </a:lnTo>
                <a:lnTo>
                  <a:pt x="1110326" y="690503"/>
                </a:lnTo>
                <a:lnTo>
                  <a:pt x="1110770" y="689461"/>
                </a:lnTo>
                <a:lnTo>
                  <a:pt x="1111208" y="688417"/>
                </a:lnTo>
                <a:lnTo>
                  <a:pt x="1111641" y="687369"/>
                </a:lnTo>
                <a:lnTo>
                  <a:pt x="1112067" y="686319"/>
                </a:lnTo>
                <a:lnTo>
                  <a:pt x="1112488" y="685265"/>
                </a:lnTo>
                <a:lnTo>
                  <a:pt x="1112903" y="684209"/>
                </a:lnTo>
                <a:lnTo>
                  <a:pt x="1113312" y="683150"/>
                </a:lnTo>
                <a:lnTo>
                  <a:pt x="1113715" y="682087"/>
                </a:lnTo>
                <a:lnTo>
                  <a:pt x="1114112" y="681022"/>
                </a:lnTo>
                <a:lnTo>
                  <a:pt x="1114503" y="679954"/>
                </a:lnTo>
                <a:lnTo>
                  <a:pt x="1114888" y="678883"/>
                </a:lnTo>
                <a:lnTo>
                  <a:pt x="1115267" y="677809"/>
                </a:lnTo>
                <a:lnTo>
                  <a:pt x="1115640" y="676732"/>
                </a:lnTo>
                <a:lnTo>
                  <a:pt x="1116007" y="675653"/>
                </a:lnTo>
                <a:lnTo>
                  <a:pt x="1116368" y="674571"/>
                </a:lnTo>
                <a:lnTo>
                  <a:pt x="1116723" y="673485"/>
                </a:lnTo>
                <a:lnTo>
                  <a:pt x="1117072" y="672398"/>
                </a:lnTo>
                <a:lnTo>
                  <a:pt x="1117415" y="671307"/>
                </a:lnTo>
                <a:lnTo>
                  <a:pt x="1117751" y="670214"/>
                </a:lnTo>
                <a:lnTo>
                  <a:pt x="1118082" y="669118"/>
                </a:lnTo>
                <a:lnTo>
                  <a:pt x="1118406" y="668019"/>
                </a:lnTo>
                <a:lnTo>
                  <a:pt x="1118724" y="666918"/>
                </a:lnTo>
                <a:lnTo>
                  <a:pt x="1119036" y="665814"/>
                </a:lnTo>
                <a:lnTo>
                  <a:pt x="1119341" y="664708"/>
                </a:lnTo>
                <a:lnTo>
                  <a:pt x="1119640" y="663599"/>
                </a:lnTo>
                <a:lnTo>
                  <a:pt x="1119933" y="662487"/>
                </a:lnTo>
                <a:lnTo>
                  <a:pt x="1120220" y="661373"/>
                </a:lnTo>
                <a:lnTo>
                  <a:pt x="1120500" y="660256"/>
                </a:lnTo>
                <a:lnTo>
                  <a:pt x="1120774" y="659137"/>
                </a:lnTo>
                <a:lnTo>
                  <a:pt x="1121042" y="658016"/>
                </a:lnTo>
                <a:lnTo>
                  <a:pt x="1121303" y="656891"/>
                </a:lnTo>
                <a:lnTo>
                  <a:pt x="1121558" y="655765"/>
                </a:lnTo>
                <a:lnTo>
                  <a:pt x="1121806" y="654636"/>
                </a:lnTo>
                <a:lnTo>
                  <a:pt x="1122048" y="653504"/>
                </a:lnTo>
                <a:lnTo>
                  <a:pt x="1122284" y="652371"/>
                </a:lnTo>
                <a:lnTo>
                  <a:pt x="1122513" y="651234"/>
                </a:lnTo>
                <a:lnTo>
                  <a:pt x="1122735" y="650096"/>
                </a:lnTo>
                <a:lnTo>
                  <a:pt x="1122951" y="648955"/>
                </a:lnTo>
                <a:lnTo>
                  <a:pt x="1123161" y="647812"/>
                </a:lnTo>
                <a:lnTo>
                  <a:pt x="1123364" y="646667"/>
                </a:lnTo>
                <a:lnTo>
                  <a:pt x="1123560" y="645519"/>
                </a:lnTo>
                <a:lnTo>
                  <a:pt x="1123749" y="644369"/>
                </a:lnTo>
                <a:lnTo>
                  <a:pt x="1123932" y="643217"/>
                </a:lnTo>
                <a:lnTo>
                  <a:pt x="1124109" y="642063"/>
                </a:lnTo>
                <a:lnTo>
                  <a:pt x="1124279" y="640906"/>
                </a:lnTo>
                <a:lnTo>
                  <a:pt x="1124442" y="639747"/>
                </a:lnTo>
                <a:lnTo>
                  <a:pt x="1124598" y="638587"/>
                </a:lnTo>
                <a:lnTo>
                  <a:pt x="1124747" y="637424"/>
                </a:lnTo>
                <a:lnTo>
                  <a:pt x="1124890" y="636259"/>
                </a:lnTo>
                <a:lnTo>
                  <a:pt x="1125026" y="635092"/>
                </a:lnTo>
                <a:lnTo>
                  <a:pt x="1125156" y="633922"/>
                </a:lnTo>
                <a:lnTo>
                  <a:pt x="1125278" y="632751"/>
                </a:lnTo>
                <a:lnTo>
                  <a:pt x="1125394" y="631578"/>
                </a:lnTo>
                <a:lnTo>
                  <a:pt x="1125502" y="630403"/>
                </a:lnTo>
                <a:lnTo>
                  <a:pt x="1125604" y="629225"/>
                </a:lnTo>
                <a:lnTo>
                  <a:pt x="1125699" y="628046"/>
                </a:lnTo>
                <a:lnTo>
                  <a:pt x="1125787" y="626865"/>
                </a:lnTo>
                <a:lnTo>
                  <a:pt x="1125869" y="625682"/>
                </a:lnTo>
                <a:lnTo>
                  <a:pt x="1125943" y="624497"/>
                </a:lnTo>
                <a:lnTo>
                  <a:pt x="1126010" y="623310"/>
                </a:lnTo>
                <a:lnTo>
                  <a:pt x="1126070" y="622122"/>
                </a:lnTo>
                <a:lnTo>
                  <a:pt x="1126124" y="620931"/>
                </a:lnTo>
                <a:lnTo>
                  <a:pt x="1126170" y="619739"/>
                </a:lnTo>
                <a:lnTo>
                  <a:pt x="1126209" y="618545"/>
                </a:lnTo>
                <a:lnTo>
                  <a:pt x="1126241" y="617349"/>
                </a:lnTo>
                <a:lnTo>
                  <a:pt x="1126266" y="616151"/>
                </a:lnTo>
                <a:lnTo>
                  <a:pt x="1126284" y="614952"/>
                </a:lnTo>
                <a:lnTo>
                  <a:pt x="1126295" y="613751"/>
                </a:lnTo>
                <a:lnTo>
                  <a:pt x="1126298" y="612548"/>
                </a:lnTo>
                <a:lnTo>
                  <a:pt x="1126298" y="612548"/>
                </a:lnTo>
                <a:lnTo>
                  <a:pt x="1126298" y="612548"/>
                </a:lnTo>
                <a:close/>
                <a:moveTo>
                  <a:pt x="1126298" y="217356"/>
                </a:moveTo>
                <a:lnTo>
                  <a:pt x="1126295" y="216153"/>
                </a:lnTo>
                <a:lnTo>
                  <a:pt x="1126284" y="214952"/>
                </a:lnTo>
                <a:lnTo>
                  <a:pt x="1126266" y="213753"/>
                </a:lnTo>
                <a:lnTo>
                  <a:pt x="1126241" y="212555"/>
                </a:lnTo>
                <a:lnTo>
                  <a:pt x="1126209" y="211359"/>
                </a:lnTo>
                <a:lnTo>
                  <a:pt x="1126170" y="210165"/>
                </a:lnTo>
                <a:lnTo>
                  <a:pt x="1126124" y="208973"/>
                </a:lnTo>
                <a:lnTo>
                  <a:pt x="1126070" y="207782"/>
                </a:lnTo>
                <a:lnTo>
                  <a:pt x="1126010" y="206593"/>
                </a:lnTo>
                <a:lnTo>
                  <a:pt x="1125943" y="205407"/>
                </a:lnTo>
                <a:lnTo>
                  <a:pt x="1125869" y="204222"/>
                </a:lnTo>
                <a:lnTo>
                  <a:pt x="1125787" y="203039"/>
                </a:lnTo>
                <a:lnTo>
                  <a:pt x="1125699" y="201858"/>
                </a:lnTo>
                <a:lnTo>
                  <a:pt x="1125604" y="200678"/>
                </a:lnTo>
                <a:lnTo>
                  <a:pt x="1125502" y="199501"/>
                </a:lnTo>
                <a:lnTo>
                  <a:pt x="1125394" y="198326"/>
                </a:lnTo>
                <a:lnTo>
                  <a:pt x="1125278" y="197153"/>
                </a:lnTo>
                <a:lnTo>
                  <a:pt x="1125156" y="195982"/>
                </a:lnTo>
                <a:lnTo>
                  <a:pt x="1125026" y="194812"/>
                </a:lnTo>
                <a:lnTo>
                  <a:pt x="1124890" y="193645"/>
                </a:lnTo>
                <a:lnTo>
                  <a:pt x="1124747" y="192480"/>
                </a:lnTo>
                <a:lnTo>
                  <a:pt x="1124598" y="191317"/>
                </a:lnTo>
                <a:lnTo>
                  <a:pt x="1124442" y="190157"/>
                </a:lnTo>
                <a:lnTo>
                  <a:pt x="1124279" y="188998"/>
                </a:lnTo>
                <a:lnTo>
                  <a:pt x="1124109" y="187841"/>
                </a:lnTo>
                <a:lnTo>
                  <a:pt x="1123932" y="186687"/>
                </a:lnTo>
                <a:lnTo>
                  <a:pt x="1123749" y="185535"/>
                </a:lnTo>
                <a:lnTo>
                  <a:pt x="1123560" y="184385"/>
                </a:lnTo>
                <a:lnTo>
                  <a:pt x="1123364" y="183237"/>
                </a:lnTo>
                <a:lnTo>
                  <a:pt x="1123161" y="182092"/>
                </a:lnTo>
                <a:lnTo>
                  <a:pt x="1122951" y="180949"/>
                </a:lnTo>
                <a:lnTo>
                  <a:pt x="1122735" y="179808"/>
                </a:lnTo>
                <a:lnTo>
                  <a:pt x="1122513" y="178669"/>
                </a:lnTo>
                <a:lnTo>
                  <a:pt x="1122284" y="177533"/>
                </a:lnTo>
                <a:lnTo>
                  <a:pt x="1122048" y="176400"/>
                </a:lnTo>
                <a:lnTo>
                  <a:pt x="1121806" y="175268"/>
                </a:lnTo>
                <a:lnTo>
                  <a:pt x="1121558" y="174139"/>
                </a:lnTo>
                <a:lnTo>
                  <a:pt x="1121303" y="173013"/>
                </a:lnTo>
                <a:lnTo>
                  <a:pt x="1121042" y="171888"/>
                </a:lnTo>
                <a:lnTo>
                  <a:pt x="1120774" y="170767"/>
                </a:lnTo>
                <a:lnTo>
                  <a:pt x="1120500" y="169648"/>
                </a:lnTo>
                <a:lnTo>
                  <a:pt x="1120220" y="168531"/>
                </a:lnTo>
                <a:lnTo>
                  <a:pt x="1119933" y="167417"/>
                </a:lnTo>
                <a:lnTo>
                  <a:pt x="1119640" y="166305"/>
                </a:lnTo>
                <a:lnTo>
                  <a:pt x="1119341" y="165196"/>
                </a:lnTo>
                <a:lnTo>
                  <a:pt x="1119036" y="164090"/>
                </a:lnTo>
                <a:lnTo>
                  <a:pt x="1118724" y="162986"/>
                </a:lnTo>
                <a:lnTo>
                  <a:pt x="1118406" y="161885"/>
                </a:lnTo>
                <a:lnTo>
                  <a:pt x="1118082" y="160786"/>
                </a:lnTo>
                <a:lnTo>
                  <a:pt x="1117751" y="159690"/>
                </a:lnTo>
                <a:lnTo>
                  <a:pt x="1117415" y="158597"/>
                </a:lnTo>
                <a:lnTo>
                  <a:pt x="1117072" y="157506"/>
                </a:lnTo>
                <a:lnTo>
                  <a:pt x="1116723" y="156418"/>
                </a:lnTo>
                <a:lnTo>
                  <a:pt x="1116368" y="155333"/>
                </a:lnTo>
                <a:lnTo>
                  <a:pt x="1116007" y="154251"/>
                </a:lnTo>
                <a:lnTo>
                  <a:pt x="1115640" y="153172"/>
                </a:lnTo>
                <a:lnTo>
                  <a:pt x="1115267" y="152095"/>
                </a:lnTo>
                <a:lnTo>
                  <a:pt x="1114888" y="151021"/>
                </a:lnTo>
                <a:lnTo>
                  <a:pt x="1114503" y="149950"/>
                </a:lnTo>
                <a:lnTo>
                  <a:pt x="1114112" y="148882"/>
                </a:lnTo>
                <a:lnTo>
                  <a:pt x="1113715" y="147817"/>
                </a:lnTo>
                <a:lnTo>
                  <a:pt x="1113312" y="146754"/>
                </a:lnTo>
                <a:lnTo>
                  <a:pt x="1112903" y="145695"/>
                </a:lnTo>
                <a:lnTo>
                  <a:pt x="1112488" y="144638"/>
                </a:lnTo>
                <a:lnTo>
                  <a:pt x="1112067" y="143585"/>
                </a:lnTo>
                <a:lnTo>
                  <a:pt x="1111641" y="142534"/>
                </a:lnTo>
                <a:lnTo>
                  <a:pt x="1111208" y="141487"/>
                </a:lnTo>
                <a:lnTo>
                  <a:pt x="1110770" y="140442"/>
                </a:lnTo>
                <a:lnTo>
                  <a:pt x="1110326" y="139401"/>
                </a:lnTo>
                <a:lnTo>
                  <a:pt x="1109876" y="138363"/>
                </a:lnTo>
                <a:lnTo>
                  <a:pt x="1109421" y="137327"/>
                </a:lnTo>
                <a:lnTo>
                  <a:pt x="1108960" y="136295"/>
                </a:lnTo>
                <a:lnTo>
                  <a:pt x="1108492" y="135266"/>
                </a:lnTo>
                <a:lnTo>
                  <a:pt x="1108020" y="134240"/>
                </a:lnTo>
                <a:lnTo>
                  <a:pt x="1107541" y="133218"/>
                </a:lnTo>
                <a:lnTo>
                  <a:pt x="1107057" y="132198"/>
                </a:lnTo>
                <a:lnTo>
                  <a:pt x="1106568" y="131182"/>
                </a:lnTo>
                <a:lnTo>
                  <a:pt x="1106072" y="130169"/>
                </a:lnTo>
                <a:lnTo>
                  <a:pt x="1105571" y="129159"/>
                </a:lnTo>
                <a:lnTo>
                  <a:pt x="1105065" y="128153"/>
                </a:lnTo>
                <a:lnTo>
                  <a:pt x="1104553" y="127149"/>
                </a:lnTo>
                <a:lnTo>
                  <a:pt x="1104035" y="126149"/>
                </a:lnTo>
                <a:lnTo>
                  <a:pt x="1103512" y="125153"/>
                </a:lnTo>
                <a:lnTo>
                  <a:pt x="1102984" y="124160"/>
                </a:lnTo>
                <a:lnTo>
                  <a:pt x="1102450" y="123170"/>
                </a:lnTo>
                <a:lnTo>
                  <a:pt x="1101910" y="122183"/>
                </a:lnTo>
                <a:lnTo>
                  <a:pt x="1101365" y="121200"/>
                </a:lnTo>
                <a:lnTo>
                  <a:pt x="1100815" y="120221"/>
                </a:lnTo>
                <a:lnTo>
                  <a:pt x="1100259" y="119244"/>
                </a:lnTo>
                <a:lnTo>
                  <a:pt x="1099698" y="118272"/>
                </a:lnTo>
                <a:lnTo>
                  <a:pt x="1099131" y="117303"/>
                </a:lnTo>
                <a:lnTo>
                  <a:pt x="1098559" y="116337"/>
                </a:lnTo>
                <a:lnTo>
                  <a:pt x="1097982" y="115375"/>
                </a:lnTo>
                <a:lnTo>
                  <a:pt x="1097400" y="114416"/>
                </a:lnTo>
                <a:lnTo>
                  <a:pt x="1096812" y="113461"/>
                </a:lnTo>
                <a:lnTo>
                  <a:pt x="1096219" y="112510"/>
                </a:lnTo>
                <a:lnTo>
                  <a:pt x="1095621" y="111562"/>
                </a:lnTo>
                <a:lnTo>
                  <a:pt x="1095017" y="110618"/>
                </a:lnTo>
                <a:lnTo>
                  <a:pt x="1094409" y="109677"/>
                </a:lnTo>
                <a:lnTo>
                  <a:pt x="1093795" y="108740"/>
                </a:lnTo>
                <a:lnTo>
                  <a:pt x="1093176" y="107807"/>
                </a:lnTo>
                <a:lnTo>
                  <a:pt x="1092552" y="106878"/>
                </a:lnTo>
                <a:lnTo>
                  <a:pt x="1091923" y="105952"/>
                </a:lnTo>
                <a:lnTo>
                  <a:pt x="1091289" y="105030"/>
                </a:lnTo>
                <a:lnTo>
                  <a:pt x="1090649" y="104112"/>
                </a:lnTo>
                <a:lnTo>
                  <a:pt x="1090005" y="103198"/>
                </a:lnTo>
                <a:lnTo>
                  <a:pt x="1089355" y="102287"/>
                </a:lnTo>
                <a:lnTo>
                  <a:pt x="1088701" y="101381"/>
                </a:lnTo>
                <a:lnTo>
                  <a:pt x="1088041" y="100478"/>
                </a:lnTo>
                <a:lnTo>
                  <a:pt x="1087377" y="99579"/>
                </a:lnTo>
                <a:lnTo>
                  <a:pt x="1086708" y="98684"/>
                </a:lnTo>
                <a:lnTo>
                  <a:pt x="1086033" y="97793"/>
                </a:lnTo>
                <a:lnTo>
                  <a:pt x="1085354" y="96906"/>
                </a:lnTo>
                <a:lnTo>
                  <a:pt x="1084670" y="96022"/>
                </a:lnTo>
                <a:lnTo>
                  <a:pt x="1083981" y="95143"/>
                </a:lnTo>
                <a:lnTo>
                  <a:pt x="1083287" y="94268"/>
                </a:lnTo>
                <a:lnTo>
                  <a:pt x="1082589" y="93397"/>
                </a:lnTo>
                <a:lnTo>
                  <a:pt x="1081885" y="92529"/>
                </a:lnTo>
                <a:lnTo>
                  <a:pt x="1081177" y="91666"/>
                </a:lnTo>
                <a:lnTo>
                  <a:pt x="1080464" y="90807"/>
                </a:lnTo>
                <a:lnTo>
                  <a:pt x="1079746" y="89952"/>
                </a:lnTo>
                <a:lnTo>
                  <a:pt x="1079024" y="89102"/>
                </a:lnTo>
                <a:lnTo>
                  <a:pt x="1078297" y="88255"/>
                </a:lnTo>
                <a:lnTo>
                  <a:pt x="1077565" y="87412"/>
                </a:lnTo>
                <a:lnTo>
                  <a:pt x="1076828" y="86574"/>
                </a:lnTo>
                <a:lnTo>
                  <a:pt x="1076087" y="85740"/>
                </a:lnTo>
                <a:lnTo>
                  <a:pt x="1075341" y="84910"/>
                </a:lnTo>
                <a:lnTo>
                  <a:pt x="1074591" y="84084"/>
                </a:lnTo>
                <a:lnTo>
                  <a:pt x="1073836" y="83263"/>
                </a:lnTo>
                <a:lnTo>
                  <a:pt x="1073076" y="82446"/>
                </a:lnTo>
                <a:lnTo>
                  <a:pt x="1072312" y="81633"/>
                </a:lnTo>
                <a:lnTo>
                  <a:pt x="1071543" y="80825"/>
                </a:lnTo>
                <a:lnTo>
                  <a:pt x="1070770" y="80020"/>
                </a:lnTo>
                <a:lnTo>
                  <a:pt x="1069992" y="79221"/>
                </a:lnTo>
                <a:lnTo>
                  <a:pt x="1069210" y="78425"/>
                </a:lnTo>
                <a:lnTo>
                  <a:pt x="1068424" y="77634"/>
                </a:lnTo>
                <a:lnTo>
                  <a:pt x="1067633" y="76848"/>
                </a:lnTo>
                <a:lnTo>
                  <a:pt x="1066837" y="76066"/>
                </a:lnTo>
                <a:lnTo>
                  <a:pt x="1066038" y="75288"/>
                </a:lnTo>
                <a:lnTo>
                  <a:pt x="1065234" y="74515"/>
                </a:lnTo>
                <a:lnTo>
                  <a:pt x="1064425" y="73746"/>
                </a:lnTo>
                <a:lnTo>
                  <a:pt x="1063612" y="72982"/>
                </a:lnTo>
                <a:lnTo>
                  <a:pt x="1062795" y="72222"/>
                </a:lnTo>
                <a:lnTo>
                  <a:pt x="1061974" y="71467"/>
                </a:lnTo>
                <a:lnTo>
                  <a:pt x="1061148" y="70717"/>
                </a:lnTo>
                <a:lnTo>
                  <a:pt x="1060318" y="69971"/>
                </a:lnTo>
                <a:lnTo>
                  <a:pt x="1059484" y="69230"/>
                </a:lnTo>
                <a:lnTo>
                  <a:pt x="1058646" y="68493"/>
                </a:lnTo>
                <a:lnTo>
                  <a:pt x="1057803" y="67761"/>
                </a:lnTo>
                <a:lnTo>
                  <a:pt x="1056957" y="67034"/>
                </a:lnTo>
                <a:lnTo>
                  <a:pt x="1056106" y="66312"/>
                </a:lnTo>
                <a:lnTo>
                  <a:pt x="1055251" y="65594"/>
                </a:lnTo>
                <a:lnTo>
                  <a:pt x="1054392" y="64881"/>
                </a:lnTo>
                <a:lnTo>
                  <a:pt x="1053529" y="64173"/>
                </a:lnTo>
                <a:lnTo>
                  <a:pt x="1052661" y="63469"/>
                </a:lnTo>
                <a:lnTo>
                  <a:pt x="1051790" y="62771"/>
                </a:lnTo>
                <a:lnTo>
                  <a:pt x="1050915" y="62077"/>
                </a:lnTo>
                <a:lnTo>
                  <a:pt x="1050036" y="61388"/>
                </a:lnTo>
                <a:lnTo>
                  <a:pt x="1049153" y="60704"/>
                </a:lnTo>
                <a:lnTo>
                  <a:pt x="1048265" y="60025"/>
                </a:lnTo>
                <a:lnTo>
                  <a:pt x="1047374" y="59350"/>
                </a:lnTo>
                <a:lnTo>
                  <a:pt x="1046479" y="58681"/>
                </a:lnTo>
                <a:lnTo>
                  <a:pt x="1045580" y="58017"/>
                </a:lnTo>
                <a:lnTo>
                  <a:pt x="1044677" y="57357"/>
                </a:lnTo>
                <a:lnTo>
                  <a:pt x="1043771" y="56703"/>
                </a:lnTo>
                <a:lnTo>
                  <a:pt x="1042860" y="56053"/>
                </a:lnTo>
                <a:lnTo>
                  <a:pt x="1041946" y="55409"/>
                </a:lnTo>
                <a:lnTo>
                  <a:pt x="1041028" y="54769"/>
                </a:lnTo>
                <a:lnTo>
                  <a:pt x="1040106" y="54135"/>
                </a:lnTo>
                <a:lnTo>
                  <a:pt x="1039180" y="53506"/>
                </a:lnTo>
                <a:lnTo>
                  <a:pt x="1038251" y="52882"/>
                </a:lnTo>
                <a:lnTo>
                  <a:pt x="1037318" y="52263"/>
                </a:lnTo>
                <a:lnTo>
                  <a:pt x="1036381" y="51649"/>
                </a:lnTo>
                <a:lnTo>
                  <a:pt x="1035440" y="51041"/>
                </a:lnTo>
                <a:lnTo>
                  <a:pt x="1034496" y="50437"/>
                </a:lnTo>
                <a:lnTo>
                  <a:pt x="1033548" y="49839"/>
                </a:lnTo>
                <a:lnTo>
                  <a:pt x="1032597" y="49246"/>
                </a:lnTo>
                <a:lnTo>
                  <a:pt x="1031642" y="48658"/>
                </a:lnTo>
                <a:lnTo>
                  <a:pt x="1030683" y="48076"/>
                </a:lnTo>
                <a:lnTo>
                  <a:pt x="1029721" y="47499"/>
                </a:lnTo>
                <a:lnTo>
                  <a:pt x="1028755" y="46927"/>
                </a:lnTo>
                <a:lnTo>
                  <a:pt x="1027786" y="46360"/>
                </a:lnTo>
                <a:lnTo>
                  <a:pt x="1026814" y="45799"/>
                </a:lnTo>
                <a:lnTo>
                  <a:pt x="1025837" y="45243"/>
                </a:lnTo>
                <a:lnTo>
                  <a:pt x="1024858" y="44693"/>
                </a:lnTo>
                <a:lnTo>
                  <a:pt x="1023875" y="44148"/>
                </a:lnTo>
                <a:lnTo>
                  <a:pt x="1022888" y="43608"/>
                </a:lnTo>
                <a:lnTo>
                  <a:pt x="1021898" y="43074"/>
                </a:lnTo>
                <a:lnTo>
                  <a:pt x="1020905" y="42546"/>
                </a:lnTo>
                <a:lnTo>
                  <a:pt x="1019909" y="42023"/>
                </a:lnTo>
                <a:lnTo>
                  <a:pt x="1018909" y="41505"/>
                </a:lnTo>
                <a:lnTo>
                  <a:pt x="1017905" y="40993"/>
                </a:lnTo>
                <a:lnTo>
                  <a:pt x="1016899" y="40487"/>
                </a:lnTo>
                <a:lnTo>
                  <a:pt x="1015889" y="39986"/>
                </a:lnTo>
                <a:lnTo>
                  <a:pt x="1014876" y="39490"/>
                </a:lnTo>
                <a:lnTo>
                  <a:pt x="1013860" y="39001"/>
                </a:lnTo>
                <a:lnTo>
                  <a:pt x="1012840" y="38517"/>
                </a:lnTo>
                <a:lnTo>
                  <a:pt x="1011818" y="38038"/>
                </a:lnTo>
                <a:lnTo>
                  <a:pt x="1010792" y="37566"/>
                </a:lnTo>
                <a:lnTo>
                  <a:pt x="1009763" y="37098"/>
                </a:lnTo>
                <a:lnTo>
                  <a:pt x="1008731" y="36637"/>
                </a:lnTo>
                <a:lnTo>
                  <a:pt x="1007695" y="36182"/>
                </a:lnTo>
                <a:lnTo>
                  <a:pt x="1006657" y="35732"/>
                </a:lnTo>
                <a:lnTo>
                  <a:pt x="1005616" y="35288"/>
                </a:lnTo>
                <a:lnTo>
                  <a:pt x="1004571" y="34850"/>
                </a:lnTo>
                <a:lnTo>
                  <a:pt x="1003524" y="34417"/>
                </a:lnTo>
                <a:lnTo>
                  <a:pt x="1002473" y="33991"/>
                </a:lnTo>
                <a:lnTo>
                  <a:pt x="1001420" y="33570"/>
                </a:lnTo>
                <a:lnTo>
                  <a:pt x="1000363" y="33155"/>
                </a:lnTo>
                <a:lnTo>
                  <a:pt x="999304" y="32746"/>
                </a:lnTo>
                <a:lnTo>
                  <a:pt x="998241" y="32343"/>
                </a:lnTo>
                <a:lnTo>
                  <a:pt x="997176" y="31946"/>
                </a:lnTo>
                <a:lnTo>
                  <a:pt x="996108" y="31555"/>
                </a:lnTo>
                <a:lnTo>
                  <a:pt x="995037" y="31170"/>
                </a:lnTo>
                <a:lnTo>
                  <a:pt x="993963" y="30791"/>
                </a:lnTo>
                <a:lnTo>
                  <a:pt x="992886" y="30418"/>
                </a:lnTo>
                <a:lnTo>
                  <a:pt x="991807" y="30051"/>
                </a:lnTo>
                <a:lnTo>
                  <a:pt x="990725" y="29690"/>
                </a:lnTo>
                <a:lnTo>
                  <a:pt x="989640" y="29335"/>
                </a:lnTo>
                <a:lnTo>
                  <a:pt x="988552" y="28986"/>
                </a:lnTo>
                <a:lnTo>
                  <a:pt x="987461" y="28643"/>
                </a:lnTo>
                <a:lnTo>
                  <a:pt x="986368" y="28307"/>
                </a:lnTo>
                <a:lnTo>
                  <a:pt x="985272" y="27976"/>
                </a:lnTo>
                <a:lnTo>
                  <a:pt x="984174" y="27652"/>
                </a:lnTo>
                <a:lnTo>
                  <a:pt x="983072" y="27334"/>
                </a:lnTo>
                <a:lnTo>
                  <a:pt x="981968" y="27022"/>
                </a:lnTo>
                <a:lnTo>
                  <a:pt x="980862" y="26717"/>
                </a:lnTo>
                <a:lnTo>
                  <a:pt x="979753" y="26418"/>
                </a:lnTo>
                <a:lnTo>
                  <a:pt x="978641" y="26125"/>
                </a:lnTo>
                <a:lnTo>
                  <a:pt x="977527" y="25838"/>
                </a:lnTo>
                <a:lnTo>
                  <a:pt x="976410" y="25558"/>
                </a:lnTo>
                <a:lnTo>
                  <a:pt x="975291" y="25284"/>
                </a:lnTo>
                <a:lnTo>
                  <a:pt x="974170" y="25016"/>
                </a:lnTo>
                <a:lnTo>
                  <a:pt x="973046" y="24755"/>
                </a:lnTo>
                <a:lnTo>
                  <a:pt x="971919" y="24500"/>
                </a:lnTo>
                <a:lnTo>
                  <a:pt x="970790" y="24252"/>
                </a:lnTo>
                <a:lnTo>
                  <a:pt x="969659" y="24010"/>
                </a:lnTo>
                <a:lnTo>
                  <a:pt x="968525" y="23774"/>
                </a:lnTo>
                <a:lnTo>
                  <a:pt x="967389" y="23545"/>
                </a:lnTo>
                <a:lnTo>
                  <a:pt x="966250" y="23323"/>
                </a:lnTo>
                <a:lnTo>
                  <a:pt x="965109" y="23107"/>
                </a:lnTo>
                <a:lnTo>
                  <a:pt x="963966" y="22897"/>
                </a:lnTo>
                <a:lnTo>
                  <a:pt x="962821" y="22694"/>
                </a:lnTo>
                <a:lnTo>
                  <a:pt x="961673" y="22498"/>
                </a:lnTo>
                <a:lnTo>
                  <a:pt x="960523" y="22309"/>
                </a:lnTo>
                <a:lnTo>
                  <a:pt x="959371" y="22126"/>
                </a:lnTo>
                <a:lnTo>
                  <a:pt x="958217" y="21949"/>
                </a:lnTo>
                <a:lnTo>
                  <a:pt x="957060" y="21779"/>
                </a:lnTo>
                <a:lnTo>
                  <a:pt x="955902" y="21616"/>
                </a:lnTo>
                <a:lnTo>
                  <a:pt x="954741" y="21460"/>
                </a:lnTo>
                <a:lnTo>
                  <a:pt x="953578" y="21311"/>
                </a:lnTo>
                <a:lnTo>
                  <a:pt x="952413" y="21168"/>
                </a:lnTo>
                <a:lnTo>
                  <a:pt x="951246" y="21032"/>
                </a:lnTo>
                <a:lnTo>
                  <a:pt x="950076" y="20902"/>
                </a:lnTo>
                <a:lnTo>
                  <a:pt x="948905" y="20780"/>
                </a:lnTo>
                <a:lnTo>
                  <a:pt x="947732" y="20664"/>
                </a:lnTo>
                <a:lnTo>
                  <a:pt x="946557" y="20555"/>
                </a:lnTo>
                <a:lnTo>
                  <a:pt x="945380" y="20454"/>
                </a:lnTo>
                <a:lnTo>
                  <a:pt x="944200" y="20359"/>
                </a:lnTo>
                <a:lnTo>
                  <a:pt x="943019" y="20270"/>
                </a:lnTo>
                <a:lnTo>
                  <a:pt x="941836" y="20189"/>
                </a:lnTo>
                <a:lnTo>
                  <a:pt x="940651" y="20115"/>
                </a:lnTo>
                <a:lnTo>
                  <a:pt x="939465" y="20048"/>
                </a:lnTo>
                <a:lnTo>
                  <a:pt x="938276" y="19988"/>
                </a:lnTo>
                <a:lnTo>
                  <a:pt x="937085" y="19934"/>
                </a:lnTo>
                <a:lnTo>
                  <a:pt x="935893" y="19888"/>
                </a:lnTo>
                <a:lnTo>
                  <a:pt x="934699" y="19849"/>
                </a:lnTo>
                <a:lnTo>
                  <a:pt x="933503" y="19817"/>
                </a:lnTo>
                <a:lnTo>
                  <a:pt x="932305" y="19792"/>
                </a:lnTo>
                <a:lnTo>
                  <a:pt x="931106" y="19774"/>
                </a:lnTo>
                <a:lnTo>
                  <a:pt x="929905" y="19763"/>
                </a:lnTo>
                <a:lnTo>
                  <a:pt x="928702" y="19760"/>
                </a:lnTo>
                <a:lnTo>
                  <a:pt x="928701" y="19760"/>
                </a:lnTo>
                <a:lnTo>
                  <a:pt x="928701" y="39519"/>
                </a:lnTo>
                <a:lnTo>
                  <a:pt x="929788" y="39523"/>
                </a:lnTo>
                <a:lnTo>
                  <a:pt x="930873" y="39532"/>
                </a:lnTo>
                <a:lnTo>
                  <a:pt x="931956" y="39549"/>
                </a:lnTo>
                <a:lnTo>
                  <a:pt x="933038" y="39571"/>
                </a:lnTo>
                <a:lnTo>
                  <a:pt x="934118" y="39600"/>
                </a:lnTo>
                <a:lnTo>
                  <a:pt x="935197" y="39636"/>
                </a:lnTo>
                <a:lnTo>
                  <a:pt x="936274" y="39678"/>
                </a:lnTo>
                <a:lnTo>
                  <a:pt x="937349" y="39726"/>
                </a:lnTo>
                <a:lnTo>
                  <a:pt x="938423" y="39781"/>
                </a:lnTo>
                <a:lnTo>
                  <a:pt x="939495" y="39841"/>
                </a:lnTo>
                <a:lnTo>
                  <a:pt x="940565" y="39909"/>
                </a:lnTo>
                <a:lnTo>
                  <a:pt x="941634" y="39982"/>
                </a:lnTo>
                <a:lnTo>
                  <a:pt x="942701" y="40062"/>
                </a:lnTo>
                <a:lnTo>
                  <a:pt x="943766" y="40148"/>
                </a:lnTo>
                <a:lnTo>
                  <a:pt x="944829" y="40241"/>
                </a:lnTo>
                <a:lnTo>
                  <a:pt x="945891" y="40339"/>
                </a:lnTo>
                <a:lnTo>
                  <a:pt x="946950" y="40444"/>
                </a:lnTo>
                <a:lnTo>
                  <a:pt x="948008" y="40555"/>
                </a:lnTo>
                <a:lnTo>
                  <a:pt x="949064" y="40672"/>
                </a:lnTo>
                <a:lnTo>
                  <a:pt x="950119" y="40796"/>
                </a:lnTo>
                <a:lnTo>
                  <a:pt x="951171" y="40925"/>
                </a:lnTo>
                <a:lnTo>
                  <a:pt x="952221" y="41061"/>
                </a:lnTo>
                <a:lnTo>
                  <a:pt x="953270" y="41203"/>
                </a:lnTo>
                <a:lnTo>
                  <a:pt x="954316" y="41350"/>
                </a:lnTo>
                <a:lnTo>
                  <a:pt x="955361" y="41504"/>
                </a:lnTo>
                <a:lnTo>
                  <a:pt x="956403" y="41664"/>
                </a:lnTo>
                <a:lnTo>
                  <a:pt x="957444" y="41830"/>
                </a:lnTo>
                <a:lnTo>
                  <a:pt x="958482" y="42002"/>
                </a:lnTo>
                <a:lnTo>
                  <a:pt x="959519" y="42180"/>
                </a:lnTo>
                <a:lnTo>
                  <a:pt x="960553" y="42364"/>
                </a:lnTo>
                <a:lnTo>
                  <a:pt x="961586" y="42554"/>
                </a:lnTo>
                <a:lnTo>
                  <a:pt x="962616" y="42749"/>
                </a:lnTo>
                <a:lnTo>
                  <a:pt x="963644" y="42951"/>
                </a:lnTo>
                <a:lnTo>
                  <a:pt x="964670" y="43159"/>
                </a:lnTo>
                <a:lnTo>
                  <a:pt x="965694" y="43372"/>
                </a:lnTo>
                <a:lnTo>
                  <a:pt x="966716" y="43591"/>
                </a:lnTo>
                <a:lnTo>
                  <a:pt x="967735" y="43817"/>
                </a:lnTo>
                <a:lnTo>
                  <a:pt x="968753" y="44048"/>
                </a:lnTo>
                <a:lnTo>
                  <a:pt x="969768" y="44284"/>
                </a:lnTo>
                <a:lnTo>
                  <a:pt x="970781" y="44527"/>
                </a:lnTo>
                <a:lnTo>
                  <a:pt x="971791" y="44775"/>
                </a:lnTo>
                <a:lnTo>
                  <a:pt x="972800" y="45029"/>
                </a:lnTo>
                <a:lnTo>
                  <a:pt x="973806" y="45289"/>
                </a:lnTo>
                <a:lnTo>
                  <a:pt x="974810" y="45555"/>
                </a:lnTo>
                <a:lnTo>
                  <a:pt x="975811" y="45826"/>
                </a:lnTo>
                <a:lnTo>
                  <a:pt x="976810" y="46103"/>
                </a:lnTo>
                <a:lnTo>
                  <a:pt x="977807" y="46386"/>
                </a:lnTo>
                <a:lnTo>
                  <a:pt x="978801" y="46674"/>
                </a:lnTo>
                <a:lnTo>
                  <a:pt x="979793" y="46968"/>
                </a:lnTo>
                <a:lnTo>
                  <a:pt x="980783" y="47267"/>
                </a:lnTo>
                <a:lnTo>
                  <a:pt x="981770" y="47572"/>
                </a:lnTo>
                <a:lnTo>
                  <a:pt x="982754" y="47883"/>
                </a:lnTo>
                <a:lnTo>
                  <a:pt x="983737" y="48199"/>
                </a:lnTo>
                <a:lnTo>
                  <a:pt x="984716" y="48521"/>
                </a:lnTo>
                <a:lnTo>
                  <a:pt x="985693" y="48848"/>
                </a:lnTo>
                <a:lnTo>
                  <a:pt x="986668" y="49180"/>
                </a:lnTo>
                <a:lnTo>
                  <a:pt x="987640" y="49519"/>
                </a:lnTo>
                <a:lnTo>
                  <a:pt x="988609" y="49862"/>
                </a:lnTo>
                <a:lnTo>
                  <a:pt x="989576" y="50211"/>
                </a:lnTo>
                <a:lnTo>
                  <a:pt x="990541" y="50566"/>
                </a:lnTo>
                <a:lnTo>
                  <a:pt x="991502" y="50926"/>
                </a:lnTo>
                <a:lnTo>
                  <a:pt x="992461" y="51291"/>
                </a:lnTo>
                <a:lnTo>
                  <a:pt x="993418" y="51661"/>
                </a:lnTo>
                <a:lnTo>
                  <a:pt x="994372" y="52037"/>
                </a:lnTo>
                <a:lnTo>
                  <a:pt x="995323" y="52419"/>
                </a:lnTo>
                <a:lnTo>
                  <a:pt x="996271" y="52805"/>
                </a:lnTo>
                <a:lnTo>
                  <a:pt x="997216" y="53197"/>
                </a:lnTo>
                <a:lnTo>
                  <a:pt x="998159" y="53594"/>
                </a:lnTo>
                <a:lnTo>
                  <a:pt x="999099" y="53997"/>
                </a:lnTo>
                <a:lnTo>
                  <a:pt x="1000036" y="54404"/>
                </a:lnTo>
                <a:lnTo>
                  <a:pt x="1000971" y="54817"/>
                </a:lnTo>
                <a:lnTo>
                  <a:pt x="1001903" y="55235"/>
                </a:lnTo>
                <a:lnTo>
                  <a:pt x="1002831" y="55659"/>
                </a:lnTo>
                <a:lnTo>
                  <a:pt x="1003757" y="56087"/>
                </a:lnTo>
                <a:lnTo>
                  <a:pt x="1004680" y="56521"/>
                </a:lnTo>
                <a:lnTo>
                  <a:pt x="1005600" y="56959"/>
                </a:lnTo>
                <a:lnTo>
                  <a:pt x="1006518" y="57403"/>
                </a:lnTo>
                <a:lnTo>
                  <a:pt x="1007432" y="57852"/>
                </a:lnTo>
                <a:lnTo>
                  <a:pt x="1008343" y="58306"/>
                </a:lnTo>
                <a:lnTo>
                  <a:pt x="1009252" y="58765"/>
                </a:lnTo>
                <a:lnTo>
                  <a:pt x="1010157" y="59229"/>
                </a:lnTo>
                <a:lnTo>
                  <a:pt x="1011059" y="59698"/>
                </a:lnTo>
                <a:lnTo>
                  <a:pt x="1011959" y="60172"/>
                </a:lnTo>
                <a:lnTo>
                  <a:pt x="1012855" y="60651"/>
                </a:lnTo>
                <a:lnTo>
                  <a:pt x="1013748" y="61135"/>
                </a:lnTo>
                <a:lnTo>
                  <a:pt x="1014638" y="61624"/>
                </a:lnTo>
                <a:lnTo>
                  <a:pt x="1015525" y="62118"/>
                </a:lnTo>
                <a:lnTo>
                  <a:pt x="1016409" y="62616"/>
                </a:lnTo>
                <a:lnTo>
                  <a:pt x="1017290" y="63120"/>
                </a:lnTo>
                <a:lnTo>
                  <a:pt x="1018167" y="63629"/>
                </a:lnTo>
                <a:lnTo>
                  <a:pt x="1019042" y="64142"/>
                </a:lnTo>
                <a:lnTo>
                  <a:pt x="1019913" y="64660"/>
                </a:lnTo>
                <a:lnTo>
                  <a:pt x="1020781" y="65183"/>
                </a:lnTo>
                <a:lnTo>
                  <a:pt x="1021646" y="65711"/>
                </a:lnTo>
                <a:lnTo>
                  <a:pt x="1022508" y="66243"/>
                </a:lnTo>
                <a:lnTo>
                  <a:pt x="1023366" y="66781"/>
                </a:lnTo>
                <a:lnTo>
                  <a:pt x="1024221" y="67323"/>
                </a:lnTo>
                <a:lnTo>
                  <a:pt x="1025072" y="67870"/>
                </a:lnTo>
                <a:lnTo>
                  <a:pt x="1025921" y="68421"/>
                </a:lnTo>
                <a:lnTo>
                  <a:pt x="1026766" y="68977"/>
                </a:lnTo>
                <a:lnTo>
                  <a:pt x="1027608" y="69538"/>
                </a:lnTo>
                <a:lnTo>
                  <a:pt x="1028446" y="70104"/>
                </a:lnTo>
                <a:lnTo>
                  <a:pt x="1029281" y="70674"/>
                </a:lnTo>
                <a:lnTo>
                  <a:pt x="1030112" y="71248"/>
                </a:lnTo>
                <a:lnTo>
                  <a:pt x="1030940" y="71828"/>
                </a:lnTo>
                <a:lnTo>
                  <a:pt x="1031765" y="72412"/>
                </a:lnTo>
                <a:lnTo>
                  <a:pt x="1032586" y="73000"/>
                </a:lnTo>
                <a:lnTo>
                  <a:pt x="1033404" y="73593"/>
                </a:lnTo>
                <a:lnTo>
                  <a:pt x="1034218" y="74190"/>
                </a:lnTo>
                <a:lnTo>
                  <a:pt x="1035028" y="74792"/>
                </a:lnTo>
                <a:lnTo>
                  <a:pt x="1035835" y="75399"/>
                </a:lnTo>
                <a:lnTo>
                  <a:pt x="1036639" y="76010"/>
                </a:lnTo>
                <a:lnTo>
                  <a:pt x="1037439" y="76625"/>
                </a:lnTo>
                <a:lnTo>
                  <a:pt x="1038235" y="77245"/>
                </a:lnTo>
                <a:lnTo>
                  <a:pt x="1039028" y="77869"/>
                </a:lnTo>
                <a:lnTo>
                  <a:pt x="1039817" y="78498"/>
                </a:lnTo>
                <a:lnTo>
                  <a:pt x="1040602" y="79131"/>
                </a:lnTo>
                <a:lnTo>
                  <a:pt x="1041384" y="79768"/>
                </a:lnTo>
                <a:lnTo>
                  <a:pt x="1042162" y="80410"/>
                </a:lnTo>
                <a:lnTo>
                  <a:pt x="1042937" y="81056"/>
                </a:lnTo>
                <a:lnTo>
                  <a:pt x="1043707" y="81706"/>
                </a:lnTo>
                <a:lnTo>
                  <a:pt x="1044474" y="82361"/>
                </a:lnTo>
                <a:lnTo>
                  <a:pt x="1045237" y="83019"/>
                </a:lnTo>
                <a:lnTo>
                  <a:pt x="1045997" y="83682"/>
                </a:lnTo>
                <a:lnTo>
                  <a:pt x="1046752" y="84350"/>
                </a:lnTo>
                <a:lnTo>
                  <a:pt x="1047504" y="85021"/>
                </a:lnTo>
                <a:lnTo>
                  <a:pt x="1048252" y="85697"/>
                </a:lnTo>
                <a:lnTo>
                  <a:pt x="1048996" y="86377"/>
                </a:lnTo>
                <a:lnTo>
                  <a:pt x="1049736" y="87061"/>
                </a:lnTo>
                <a:lnTo>
                  <a:pt x="1050472" y="87749"/>
                </a:lnTo>
                <a:lnTo>
                  <a:pt x="1051205" y="88441"/>
                </a:lnTo>
                <a:lnTo>
                  <a:pt x="1051933" y="89137"/>
                </a:lnTo>
                <a:lnTo>
                  <a:pt x="1052657" y="89838"/>
                </a:lnTo>
                <a:lnTo>
                  <a:pt x="1053378" y="90542"/>
                </a:lnTo>
                <a:lnTo>
                  <a:pt x="1054094" y="91251"/>
                </a:lnTo>
                <a:lnTo>
                  <a:pt x="1054807" y="91963"/>
                </a:lnTo>
                <a:lnTo>
                  <a:pt x="1055515" y="92680"/>
                </a:lnTo>
                <a:lnTo>
                  <a:pt x="1056220" y="93400"/>
                </a:lnTo>
                <a:lnTo>
                  <a:pt x="1056920" y="94125"/>
                </a:lnTo>
                <a:lnTo>
                  <a:pt x="1057617" y="94853"/>
                </a:lnTo>
                <a:lnTo>
                  <a:pt x="1058309" y="95585"/>
                </a:lnTo>
                <a:lnTo>
                  <a:pt x="1058997" y="96322"/>
                </a:lnTo>
                <a:lnTo>
                  <a:pt x="1059681" y="97062"/>
                </a:lnTo>
                <a:lnTo>
                  <a:pt x="1060361" y="97806"/>
                </a:lnTo>
                <a:lnTo>
                  <a:pt x="1061036" y="98554"/>
                </a:lnTo>
                <a:lnTo>
                  <a:pt x="1061708" y="99305"/>
                </a:lnTo>
                <a:lnTo>
                  <a:pt x="1062375" y="100061"/>
                </a:lnTo>
                <a:lnTo>
                  <a:pt x="1063038" y="100820"/>
                </a:lnTo>
                <a:lnTo>
                  <a:pt x="1063697" y="101583"/>
                </a:lnTo>
                <a:lnTo>
                  <a:pt x="1064352" y="102350"/>
                </a:lnTo>
                <a:lnTo>
                  <a:pt x="1065002" y="103121"/>
                </a:lnTo>
                <a:lnTo>
                  <a:pt x="1065648" y="103895"/>
                </a:lnTo>
                <a:lnTo>
                  <a:pt x="1066290" y="104673"/>
                </a:lnTo>
                <a:lnTo>
                  <a:pt x="1066927" y="105455"/>
                </a:lnTo>
                <a:lnTo>
                  <a:pt x="1067560" y="106241"/>
                </a:lnTo>
                <a:lnTo>
                  <a:pt x="1068188" y="107030"/>
                </a:lnTo>
                <a:lnTo>
                  <a:pt x="1068813" y="107822"/>
                </a:lnTo>
                <a:lnTo>
                  <a:pt x="1069432" y="108619"/>
                </a:lnTo>
                <a:lnTo>
                  <a:pt x="1070048" y="109419"/>
                </a:lnTo>
                <a:lnTo>
                  <a:pt x="1070659" y="110222"/>
                </a:lnTo>
                <a:lnTo>
                  <a:pt x="1071265" y="111029"/>
                </a:lnTo>
                <a:lnTo>
                  <a:pt x="1071867" y="111840"/>
                </a:lnTo>
                <a:lnTo>
                  <a:pt x="1072465" y="112654"/>
                </a:lnTo>
                <a:lnTo>
                  <a:pt x="1073058" y="113472"/>
                </a:lnTo>
                <a:lnTo>
                  <a:pt x="1073646" y="114293"/>
                </a:lnTo>
                <a:lnTo>
                  <a:pt x="1074230" y="115117"/>
                </a:lnTo>
                <a:lnTo>
                  <a:pt x="1074809" y="115945"/>
                </a:lnTo>
                <a:lnTo>
                  <a:pt x="1075384" y="116777"/>
                </a:lnTo>
                <a:lnTo>
                  <a:pt x="1075954" y="117612"/>
                </a:lnTo>
                <a:lnTo>
                  <a:pt x="1076520" y="118450"/>
                </a:lnTo>
                <a:lnTo>
                  <a:pt x="1077080" y="119292"/>
                </a:lnTo>
                <a:lnTo>
                  <a:pt x="1077637" y="120137"/>
                </a:lnTo>
                <a:lnTo>
                  <a:pt x="1078188" y="120985"/>
                </a:lnTo>
                <a:lnTo>
                  <a:pt x="1078735" y="121837"/>
                </a:lnTo>
                <a:lnTo>
                  <a:pt x="1079277" y="122692"/>
                </a:lnTo>
                <a:lnTo>
                  <a:pt x="1079814" y="123550"/>
                </a:lnTo>
                <a:lnTo>
                  <a:pt x="1080347" y="124412"/>
                </a:lnTo>
                <a:lnTo>
                  <a:pt x="1080874" y="125276"/>
                </a:lnTo>
                <a:lnTo>
                  <a:pt x="1081397" y="126144"/>
                </a:lnTo>
                <a:lnTo>
                  <a:pt x="1081916" y="127016"/>
                </a:lnTo>
                <a:lnTo>
                  <a:pt x="1082429" y="127890"/>
                </a:lnTo>
                <a:lnTo>
                  <a:pt x="1082938" y="128768"/>
                </a:lnTo>
                <a:lnTo>
                  <a:pt x="1083441" y="129649"/>
                </a:lnTo>
                <a:lnTo>
                  <a:pt x="1083940" y="130532"/>
                </a:lnTo>
                <a:lnTo>
                  <a:pt x="1084434" y="131419"/>
                </a:lnTo>
                <a:lnTo>
                  <a:pt x="1084923" y="132310"/>
                </a:lnTo>
                <a:lnTo>
                  <a:pt x="1085407" y="133203"/>
                </a:lnTo>
                <a:lnTo>
                  <a:pt x="1085886" y="134099"/>
                </a:lnTo>
                <a:lnTo>
                  <a:pt x="1086360" y="134998"/>
                </a:lnTo>
                <a:lnTo>
                  <a:pt x="1086829" y="135901"/>
                </a:lnTo>
                <a:lnTo>
                  <a:pt x="1087293" y="136806"/>
                </a:lnTo>
                <a:lnTo>
                  <a:pt x="1087752" y="137714"/>
                </a:lnTo>
                <a:lnTo>
                  <a:pt x="1088206" y="138626"/>
                </a:lnTo>
                <a:lnTo>
                  <a:pt x="1088655" y="139540"/>
                </a:lnTo>
                <a:lnTo>
                  <a:pt x="1089098" y="140457"/>
                </a:lnTo>
                <a:lnTo>
                  <a:pt x="1089537" y="141377"/>
                </a:lnTo>
                <a:lnTo>
                  <a:pt x="1089971" y="142300"/>
                </a:lnTo>
                <a:lnTo>
                  <a:pt x="1090399" y="143226"/>
                </a:lnTo>
                <a:lnTo>
                  <a:pt x="1090822" y="144155"/>
                </a:lnTo>
                <a:lnTo>
                  <a:pt x="1091240" y="145087"/>
                </a:lnTo>
                <a:lnTo>
                  <a:pt x="1091653" y="146021"/>
                </a:lnTo>
                <a:lnTo>
                  <a:pt x="1092061" y="146958"/>
                </a:lnTo>
                <a:lnTo>
                  <a:pt x="1092463" y="147898"/>
                </a:lnTo>
                <a:lnTo>
                  <a:pt x="1092860" y="148841"/>
                </a:lnTo>
                <a:lnTo>
                  <a:pt x="1093252" y="149787"/>
                </a:lnTo>
                <a:lnTo>
                  <a:pt x="1093639" y="150735"/>
                </a:lnTo>
                <a:lnTo>
                  <a:pt x="1094020" y="151686"/>
                </a:lnTo>
                <a:lnTo>
                  <a:pt x="1094396" y="152640"/>
                </a:lnTo>
                <a:lnTo>
                  <a:pt x="1094767" y="153596"/>
                </a:lnTo>
                <a:lnTo>
                  <a:pt x="1095132" y="154555"/>
                </a:lnTo>
                <a:lnTo>
                  <a:pt x="1095492" y="155517"/>
                </a:lnTo>
                <a:lnTo>
                  <a:pt x="1095846" y="156481"/>
                </a:lnTo>
                <a:lnTo>
                  <a:pt x="1096195" y="157448"/>
                </a:lnTo>
                <a:lnTo>
                  <a:pt x="1096539" y="158418"/>
                </a:lnTo>
                <a:lnTo>
                  <a:pt x="1096877" y="159390"/>
                </a:lnTo>
                <a:lnTo>
                  <a:pt x="1097210" y="160364"/>
                </a:lnTo>
                <a:lnTo>
                  <a:pt x="1097537" y="161341"/>
                </a:lnTo>
                <a:lnTo>
                  <a:pt x="1097859" y="162321"/>
                </a:lnTo>
                <a:lnTo>
                  <a:pt x="1098175" y="163303"/>
                </a:lnTo>
                <a:lnTo>
                  <a:pt x="1098485" y="164288"/>
                </a:lnTo>
                <a:lnTo>
                  <a:pt x="1098791" y="165275"/>
                </a:lnTo>
                <a:lnTo>
                  <a:pt x="1099090" y="166264"/>
                </a:lnTo>
                <a:lnTo>
                  <a:pt x="1099384" y="167256"/>
                </a:lnTo>
                <a:lnTo>
                  <a:pt x="1099672" y="168251"/>
                </a:lnTo>
                <a:lnTo>
                  <a:pt x="1099955" y="169247"/>
                </a:lnTo>
                <a:lnTo>
                  <a:pt x="1100232" y="170247"/>
                </a:lnTo>
                <a:lnTo>
                  <a:pt x="1100503" y="171248"/>
                </a:lnTo>
                <a:lnTo>
                  <a:pt x="1100768" y="172252"/>
                </a:lnTo>
                <a:lnTo>
                  <a:pt x="1101028" y="173258"/>
                </a:lnTo>
                <a:lnTo>
                  <a:pt x="1101282" y="174266"/>
                </a:lnTo>
                <a:lnTo>
                  <a:pt x="1101531" y="175277"/>
                </a:lnTo>
                <a:lnTo>
                  <a:pt x="1101773" y="176290"/>
                </a:lnTo>
                <a:lnTo>
                  <a:pt x="1102010" y="177305"/>
                </a:lnTo>
                <a:lnTo>
                  <a:pt x="1102241" y="178322"/>
                </a:lnTo>
                <a:lnTo>
                  <a:pt x="1102466" y="179342"/>
                </a:lnTo>
                <a:lnTo>
                  <a:pt x="1102686" y="180364"/>
                </a:lnTo>
                <a:lnTo>
                  <a:pt x="1102899" y="181387"/>
                </a:lnTo>
                <a:lnTo>
                  <a:pt x="1103107" y="182414"/>
                </a:lnTo>
                <a:lnTo>
                  <a:pt x="1103308" y="183442"/>
                </a:lnTo>
                <a:lnTo>
                  <a:pt x="1103504" y="184472"/>
                </a:lnTo>
                <a:lnTo>
                  <a:pt x="1103694" y="185504"/>
                </a:lnTo>
                <a:lnTo>
                  <a:pt x="1103878" y="186539"/>
                </a:lnTo>
                <a:lnTo>
                  <a:pt x="1104056" y="187575"/>
                </a:lnTo>
                <a:lnTo>
                  <a:pt x="1104228" y="188614"/>
                </a:lnTo>
                <a:lnTo>
                  <a:pt x="1104394" y="189654"/>
                </a:lnTo>
                <a:lnTo>
                  <a:pt x="1104553" y="190697"/>
                </a:lnTo>
                <a:lnTo>
                  <a:pt x="1104707" y="191741"/>
                </a:lnTo>
                <a:lnTo>
                  <a:pt x="1104855" y="192788"/>
                </a:lnTo>
                <a:lnTo>
                  <a:pt x="1104997" y="193836"/>
                </a:lnTo>
                <a:lnTo>
                  <a:pt x="1105132" y="194887"/>
                </a:lnTo>
                <a:lnTo>
                  <a:pt x="1105262" y="195939"/>
                </a:lnTo>
                <a:lnTo>
                  <a:pt x="1105385" y="196993"/>
                </a:lnTo>
                <a:lnTo>
                  <a:pt x="1105502" y="198049"/>
                </a:lnTo>
                <a:lnTo>
                  <a:pt x="1105613" y="199107"/>
                </a:lnTo>
                <a:lnTo>
                  <a:pt x="1105718" y="200167"/>
                </a:lnTo>
                <a:lnTo>
                  <a:pt x="1105817" y="201228"/>
                </a:lnTo>
                <a:lnTo>
                  <a:pt x="1105909" y="202291"/>
                </a:lnTo>
                <a:lnTo>
                  <a:pt x="1105995" y="203357"/>
                </a:lnTo>
                <a:lnTo>
                  <a:pt x="1106075" y="204423"/>
                </a:lnTo>
                <a:lnTo>
                  <a:pt x="1106149" y="205492"/>
                </a:lnTo>
                <a:lnTo>
                  <a:pt x="1106216" y="206562"/>
                </a:lnTo>
                <a:lnTo>
                  <a:pt x="1106277" y="207634"/>
                </a:lnTo>
                <a:lnTo>
                  <a:pt x="1106332" y="208708"/>
                </a:lnTo>
                <a:lnTo>
                  <a:pt x="1106380" y="209783"/>
                </a:lnTo>
                <a:lnTo>
                  <a:pt x="1106422" y="210860"/>
                </a:lnTo>
                <a:lnTo>
                  <a:pt x="1106457" y="211939"/>
                </a:lnTo>
                <a:lnTo>
                  <a:pt x="1106486" y="213019"/>
                </a:lnTo>
                <a:lnTo>
                  <a:pt x="1106509" y="214101"/>
                </a:lnTo>
                <a:lnTo>
                  <a:pt x="1106525" y="215184"/>
                </a:lnTo>
                <a:lnTo>
                  <a:pt x="1106535" y="216269"/>
                </a:lnTo>
                <a:lnTo>
                  <a:pt x="1106538" y="217356"/>
                </a:lnTo>
                <a:lnTo>
                  <a:pt x="1126298" y="217356"/>
                </a:lnTo>
                <a:lnTo>
                  <a:pt x="1126298" y="217356"/>
                </a:lnTo>
                <a:close/>
                <a:moveTo>
                  <a:pt x="216153" y="19763"/>
                </a:moveTo>
                <a:lnTo>
                  <a:pt x="214952" y="19774"/>
                </a:lnTo>
                <a:lnTo>
                  <a:pt x="213753" y="19792"/>
                </a:lnTo>
                <a:lnTo>
                  <a:pt x="212555" y="19817"/>
                </a:lnTo>
                <a:lnTo>
                  <a:pt x="211359" y="19849"/>
                </a:lnTo>
                <a:lnTo>
                  <a:pt x="210165" y="19888"/>
                </a:lnTo>
                <a:lnTo>
                  <a:pt x="208973" y="19934"/>
                </a:lnTo>
                <a:lnTo>
                  <a:pt x="207782" y="19988"/>
                </a:lnTo>
                <a:lnTo>
                  <a:pt x="206594" y="20048"/>
                </a:lnTo>
                <a:lnTo>
                  <a:pt x="205407" y="20115"/>
                </a:lnTo>
                <a:lnTo>
                  <a:pt x="204222" y="20189"/>
                </a:lnTo>
                <a:lnTo>
                  <a:pt x="203039" y="20270"/>
                </a:lnTo>
                <a:lnTo>
                  <a:pt x="201858" y="20359"/>
                </a:lnTo>
                <a:lnTo>
                  <a:pt x="200679" y="20454"/>
                </a:lnTo>
                <a:lnTo>
                  <a:pt x="199502" y="20555"/>
                </a:lnTo>
                <a:lnTo>
                  <a:pt x="198326" y="20664"/>
                </a:lnTo>
                <a:lnTo>
                  <a:pt x="197153" y="20780"/>
                </a:lnTo>
                <a:lnTo>
                  <a:pt x="195982" y="20902"/>
                </a:lnTo>
                <a:lnTo>
                  <a:pt x="194813" y="21032"/>
                </a:lnTo>
                <a:lnTo>
                  <a:pt x="193646" y="21168"/>
                </a:lnTo>
                <a:lnTo>
                  <a:pt x="192481" y="21311"/>
                </a:lnTo>
                <a:lnTo>
                  <a:pt x="191318" y="21460"/>
                </a:lnTo>
                <a:lnTo>
                  <a:pt x="190157" y="21616"/>
                </a:lnTo>
                <a:lnTo>
                  <a:pt x="188998" y="21779"/>
                </a:lnTo>
                <a:lnTo>
                  <a:pt x="187842" y="21949"/>
                </a:lnTo>
                <a:lnTo>
                  <a:pt x="186687" y="22126"/>
                </a:lnTo>
                <a:lnTo>
                  <a:pt x="185535" y="22309"/>
                </a:lnTo>
                <a:lnTo>
                  <a:pt x="184385" y="22498"/>
                </a:lnTo>
                <a:lnTo>
                  <a:pt x="183238" y="22694"/>
                </a:lnTo>
                <a:lnTo>
                  <a:pt x="182092" y="22897"/>
                </a:lnTo>
                <a:lnTo>
                  <a:pt x="180949" y="23107"/>
                </a:lnTo>
                <a:lnTo>
                  <a:pt x="179808" y="23323"/>
                </a:lnTo>
                <a:lnTo>
                  <a:pt x="178670" y="23545"/>
                </a:lnTo>
                <a:lnTo>
                  <a:pt x="177534" y="23774"/>
                </a:lnTo>
                <a:lnTo>
                  <a:pt x="176400" y="24010"/>
                </a:lnTo>
                <a:lnTo>
                  <a:pt x="175269" y="24252"/>
                </a:lnTo>
                <a:lnTo>
                  <a:pt x="174140" y="24500"/>
                </a:lnTo>
                <a:lnTo>
                  <a:pt x="173013" y="24755"/>
                </a:lnTo>
                <a:lnTo>
                  <a:pt x="171889" y="25016"/>
                </a:lnTo>
                <a:lnTo>
                  <a:pt x="170767" y="25284"/>
                </a:lnTo>
                <a:lnTo>
                  <a:pt x="169648" y="25558"/>
                </a:lnTo>
                <a:lnTo>
                  <a:pt x="168531" y="25838"/>
                </a:lnTo>
                <a:lnTo>
                  <a:pt x="167417" y="26125"/>
                </a:lnTo>
                <a:lnTo>
                  <a:pt x="166306" y="26418"/>
                </a:lnTo>
                <a:lnTo>
                  <a:pt x="165197" y="26717"/>
                </a:lnTo>
                <a:lnTo>
                  <a:pt x="164090" y="27022"/>
                </a:lnTo>
                <a:lnTo>
                  <a:pt x="162986" y="27334"/>
                </a:lnTo>
                <a:lnTo>
                  <a:pt x="161885" y="27652"/>
                </a:lnTo>
                <a:lnTo>
                  <a:pt x="160786" y="27976"/>
                </a:lnTo>
                <a:lnTo>
                  <a:pt x="159690" y="28307"/>
                </a:lnTo>
                <a:lnTo>
                  <a:pt x="158597" y="28643"/>
                </a:lnTo>
                <a:lnTo>
                  <a:pt x="157507" y="28986"/>
                </a:lnTo>
                <a:lnTo>
                  <a:pt x="156419" y="29335"/>
                </a:lnTo>
                <a:lnTo>
                  <a:pt x="155334" y="29690"/>
                </a:lnTo>
                <a:lnTo>
                  <a:pt x="154252" y="30051"/>
                </a:lnTo>
                <a:lnTo>
                  <a:pt x="153172" y="30418"/>
                </a:lnTo>
                <a:lnTo>
                  <a:pt x="152095" y="30791"/>
                </a:lnTo>
                <a:lnTo>
                  <a:pt x="151022" y="31170"/>
                </a:lnTo>
                <a:lnTo>
                  <a:pt x="149951" y="31555"/>
                </a:lnTo>
                <a:lnTo>
                  <a:pt x="148882" y="31946"/>
                </a:lnTo>
                <a:lnTo>
                  <a:pt x="147817" y="32343"/>
                </a:lnTo>
                <a:lnTo>
                  <a:pt x="146755" y="32746"/>
                </a:lnTo>
                <a:lnTo>
                  <a:pt x="145695" y="33155"/>
                </a:lnTo>
                <a:lnTo>
                  <a:pt x="144639" y="33570"/>
                </a:lnTo>
                <a:lnTo>
                  <a:pt x="143585" y="33991"/>
                </a:lnTo>
                <a:lnTo>
                  <a:pt x="142535" y="34417"/>
                </a:lnTo>
                <a:lnTo>
                  <a:pt x="141487" y="34850"/>
                </a:lnTo>
                <a:lnTo>
                  <a:pt x="140443" y="35288"/>
                </a:lnTo>
                <a:lnTo>
                  <a:pt x="139402" y="35732"/>
                </a:lnTo>
                <a:lnTo>
                  <a:pt x="138363" y="36182"/>
                </a:lnTo>
                <a:lnTo>
                  <a:pt x="137328" y="36637"/>
                </a:lnTo>
                <a:lnTo>
                  <a:pt x="136296" y="37098"/>
                </a:lnTo>
                <a:lnTo>
                  <a:pt x="135267" y="37566"/>
                </a:lnTo>
                <a:lnTo>
                  <a:pt x="134241" y="38038"/>
                </a:lnTo>
                <a:lnTo>
                  <a:pt x="133218" y="38517"/>
                </a:lnTo>
                <a:lnTo>
                  <a:pt x="132199" y="39001"/>
                </a:lnTo>
                <a:lnTo>
                  <a:pt x="131183" y="39490"/>
                </a:lnTo>
                <a:lnTo>
                  <a:pt x="130169" y="39986"/>
                </a:lnTo>
                <a:lnTo>
                  <a:pt x="129160" y="40487"/>
                </a:lnTo>
                <a:lnTo>
                  <a:pt x="128153" y="40993"/>
                </a:lnTo>
                <a:lnTo>
                  <a:pt x="127150" y="41505"/>
                </a:lnTo>
                <a:lnTo>
                  <a:pt x="126150" y="42023"/>
                </a:lnTo>
                <a:lnTo>
                  <a:pt x="125153" y="42546"/>
                </a:lnTo>
                <a:lnTo>
                  <a:pt x="124160" y="43074"/>
                </a:lnTo>
                <a:lnTo>
                  <a:pt x="123170" y="43608"/>
                </a:lnTo>
                <a:lnTo>
                  <a:pt x="122184" y="44148"/>
                </a:lnTo>
                <a:lnTo>
                  <a:pt x="121201" y="44693"/>
                </a:lnTo>
                <a:lnTo>
                  <a:pt x="120221" y="45243"/>
                </a:lnTo>
                <a:lnTo>
                  <a:pt x="119245" y="45799"/>
                </a:lnTo>
                <a:lnTo>
                  <a:pt x="118272" y="46360"/>
                </a:lnTo>
                <a:lnTo>
                  <a:pt x="117303" y="46927"/>
                </a:lnTo>
                <a:lnTo>
                  <a:pt x="116337" y="47499"/>
                </a:lnTo>
                <a:lnTo>
                  <a:pt x="115375" y="48076"/>
                </a:lnTo>
                <a:lnTo>
                  <a:pt x="114417" y="48658"/>
                </a:lnTo>
                <a:lnTo>
                  <a:pt x="113462" y="49246"/>
                </a:lnTo>
                <a:lnTo>
                  <a:pt x="112510" y="49839"/>
                </a:lnTo>
                <a:lnTo>
                  <a:pt x="111563" y="50437"/>
                </a:lnTo>
                <a:lnTo>
                  <a:pt x="110618" y="51041"/>
                </a:lnTo>
                <a:lnTo>
                  <a:pt x="109678" y="51649"/>
                </a:lnTo>
                <a:lnTo>
                  <a:pt x="108741" y="52263"/>
                </a:lnTo>
                <a:lnTo>
                  <a:pt x="107808" y="52882"/>
                </a:lnTo>
                <a:lnTo>
                  <a:pt x="106878" y="53506"/>
                </a:lnTo>
                <a:lnTo>
                  <a:pt x="105953" y="54135"/>
                </a:lnTo>
                <a:lnTo>
                  <a:pt x="105031" y="54769"/>
                </a:lnTo>
                <a:lnTo>
                  <a:pt x="104113" y="55409"/>
                </a:lnTo>
                <a:lnTo>
                  <a:pt x="103198" y="56053"/>
                </a:lnTo>
                <a:lnTo>
                  <a:pt x="102288" y="56703"/>
                </a:lnTo>
                <a:lnTo>
                  <a:pt x="101381" y="57357"/>
                </a:lnTo>
                <a:lnTo>
                  <a:pt x="100478" y="58017"/>
                </a:lnTo>
                <a:lnTo>
                  <a:pt x="99579" y="58681"/>
                </a:lnTo>
                <a:lnTo>
                  <a:pt x="98684" y="59350"/>
                </a:lnTo>
                <a:lnTo>
                  <a:pt x="97793" y="60025"/>
                </a:lnTo>
                <a:lnTo>
                  <a:pt x="96906" y="60704"/>
                </a:lnTo>
                <a:lnTo>
                  <a:pt x="96023" y="61388"/>
                </a:lnTo>
                <a:lnTo>
                  <a:pt x="95144" y="62077"/>
                </a:lnTo>
                <a:lnTo>
                  <a:pt x="94268" y="62771"/>
                </a:lnTo>
                <a:lnTo>
                  <a:pt x="93397" y="63469"/>
                </a:lnTo>
                <a:lnTo>
                  <a:pt x="92530" y="64173"/>
                </a:lnTo>
                <a:lnTo>
                  <a:pt x="91667" y="64881"/>
                </a:lnTo>
                <a:lnTo>
                  <a:pt x="90808" y="65594"/>
                </a:lnTo>
                <a:lnTo>
                  <a:pt x="89953" y="66312"/>
                </a:lnTo>
                <a:lnTo>
                  <a:pt x="89102" y="67034"/>
                </a:lnTo>
                <a:lnTo>
                  <a:pt x="88255" y="67761"/>
                </a:lnTo>
                <a:lnTo>
                  <a:pt x="87413" y="68493"/>
                </a:lnTo>
                <a:lnTo>
                  <a:pt x="86575" y="69230"/>
                </a:lnTo>
                <a:lnTo>
                  <a:pt x="85740" y="69971"/>
                </a:lnTo>
                <a:lnTo>
                  <a:pt x="84911" y="70717"/>
                </a:lnTo>
                <a:lnTo>
                  <a:pt x="84085" y="71467"/>
                </a:lnTo>
                <a:lnTo>
                  <a:pt x="83263" y="72222"/>
                </a:lnTo>
                <a:lnTo>
                  <a:pt x="82446" y="72982"/>
                </a:lnTo>
                <a:lnTo>
                  <a:pt x="81634" y="73746"/>
                </a:lnTo>
                <a:lnTo>
                  <a:pt x="80825" y="74515"/>
                </a:lnTo>
                <a:lnTo>
                  <a:pt x="80021" y="75288"/>
                </a:lnTo>
                <a:lnTo>
                  <a:pt x="79221" y="76066"/>
                </a:lnTo>
                <a:lnTo>
                  <a:pt x="78426" y="76848"/>
                </a:lnTo>
                <a:lnTo>
                  <a:pt x="77635" y="77634"/>
                </a:lnTo>
                <a:lnTo>
                  <a:pt x="76848" y="78425"/>
                </a:lnTo>
                <a:lnTo>
                  <a:pt x="76066" y="79221"/>
                </a:lnTo>
                <a:lnTo>
                  <a:pt x="75288" y="80020"/>
                </a:lnTo>
                <a:lnTo>
                  <a:pt x="74515" y="80825"/>
                </a:lnTo>
                <a:lnTo>
                  <a:pt x="73747" y="81633"/>
                </a:lnTo>
                <a:lnTo>
                  <a:pt x="72982" y="82446"/>
                </a:lnTo>
                <a:lnTo>
                  <a:pt x="72223" y="83263"/>
                </a:lnTo>
                <a:lnTo>
                  <a:pt x="71468" y="84084"/>
                </a:lnTo>
                <a:lnTo>
                  <a:pt x="70717" y="84910"/>
                </a:lnTo>
                <a:lnTo>
                  <a:pt x="69972" y="85740"/>
                </a:lnTo>
                <a:lnTo>
                  <a:pt x="69230" y="86574"/>
                </a:lnTo>
                <a:lnTo>
                  <a:pt x="68494" y="87412"/>
                </a:lnTo>
                <a:lnTo>
                  <a:pt x="67762" y="88255"/>
                </a:lnTo>
                <a:lnTo>
                  <a:pt x="67035" y="89102"/>
                </a:lnTo>
                <a:lnTo>
                  <a:pt x="66312" y="89952"/>
                </a:lnTo>
                <a:lnTo>
                  <a:pt x="65595" y="90807"/>
                </a:lnTo>
                <a:lnTo>
                  <a:pt x="64881" y="91666"/>
                </a:lnTo>
                <a:lnTo>
                  <a:pt x="64173" y="92529"/>
                </a:lnTo>
                <a:lnTo>
                  <a:pt x="63470" y="93397"/>
                </a:lnTo>
                <a:lnTo>
                  <a:pt x="62771" y="94268"/>
                </a:lnTo>
                <a:lnTo>
                  <a:pt x="62077" y="95143"/>
                </a:lnTo>
                <a:lnTo>
                  <a:pt x="61388" y="96022"/>
                </a:lnTo>
                <a:lnTo>
                  <a:pt x="60704" y="96906"/>
                </a:lnTo>
                <a:lnTo>
                  <a:pt x="60025" y="97793"/>
                </a:lnTo>
                <a:lnTo>
                  <a:pt x="59351" y="98684"/>
                </a:lnTo>
                <a:lnTo>
                  <a:pt x="58681" y="99579"/>
                </a:lnTo>
                <a:lnTo>
                  <a:pt x="58017" y="100478"/>
                </a:lnTo>
                <a:lnTo>
                  <a:pt x="57358" y="101381"/>
                </a:lnTo>
                <a:lnTo>
                  <a:pt x="56703" y="102287"/>
                </a:lnTo>
                <a:lnTo>
                  <a:pt x="56054" y="103198"/>
                </a:lnTo>
                <a:lnTo>
                  <a:pt x="55409" y="104112"/>
                </a:lnTo>
                <a:lnTo>
                  <a:pt x="54770" y="105030"/>
                </a:lnTo>
                <a:lnTo>
                  <a:pt x="54136" y="105952"/>
                </a:lnTo>
                <a:lnTo>
                  <a:pt x="53506" y="106878"/>
                </a:lnTo>
                <a:lnTo>
                  <a:pt x="52882" y="107807"/>
                </a:lnTo>
                <a:lnTo>
                  <a:pt x="52263" y="108740"/>
                </a:lnTo>
                <a:lnTo>
                  <a:pt x="51650" y="109677"/>
                </a:lnTo>
                <a:lnTo>
                  <a:pt x="51041" y="110618"/>
                </a:lnTo>
                <a:lnTo>
                  <a:pt x="50438" y="111562"/>
                </a:lnTo>
                <a:lnTo>
                  <a:pt x="49839" y="112510"/>
                </a:lnTo>
                <a:lnTo>
                  <a:pt x="49246" y="113461"/>
                </a:lnTo>
                <a:lnTo>
                  <a:pt x="48659" y="114416"/>
                </a:lnTo>
                <a:lnTo>
                  <a:pt x="48076" y="115375"/>
                </a:lnTo>
                <a:lnTo>
                  <a:pt x="47499" y="116337"/>
                </a:lnTo>
                <a:lnTo>
                  <a:pt x="46927" y="117303"/>
                </a:lnTo>
                <a:lnTo>
                  <a:pt x="46361" y="118272"/>
                </a:lnTo>
                <a:lnTo>
                  <a:pt x="45800" y="119244"/>
                </a:lnTo>
                <a:lnTo>
                  <a:pt x="45244" y="120221"/>
                </a:lnTo>
                <a:lnTo>
                  <a:pt x="44693" y="121200"/>
                </a:lnTo>
                <a:lnTo>
                  <a:pt x="44148" y="122183"/>
                </a:lnTo>
                <a:lnTo>
                  <a:pt x="43609" y="123170"/>
                </a:lnTo>
                <a:lnTo>
                  <a:pt x="43075" y="124160"/>
                </a:lnTo>
                <a:lnTo>
                  <a:pt x="42546" y="125153"/>
                </a:lnTo>
                <a:lnTo>
                  <a:pt x="42023" y="126149"/>
                </a:lnTo>
                <a:lnTo>
                  <a:pt x="41505" y="127149"/>
                </a:lnTo>
                <a:lnTo>
                  <a:pt x="40993" y="128153"/>
                </a:lnTo>
                <a:lnTo>
                  <a:pt x="40487" y="129159"/>
                </a:lnTo>
                <a:lnTo>
                  <a:pt x="39986" y="130169"/>
                </a:lnTo>
                <a:lnTo>
                  <a:pt x="39491" y="131182"/>
                </a:lnTo>
                <a:lnTo>
                  <a:pt x="39001" y="132198"/>
                </a:lnTo>
                <a:lnTo>
                  <a:pt x="38517" y="133218"/>
                </a:lnTo>
                <a:lnTo>
                  <a:pt x="38039" y="134240"/>
                </a:lnTo>
                <a:lnTo>
                  <a:pt x="37566" y="135266"/>
                </a:lnTo>
                <a:lnTo>
                  <a:pt x="37099" y="136295"/>
                </a:lnTo>
                <a:lnTo>
                  <a:pt x="36638" y="137327"/>
                </a:lnTo>
                <a:lnTo>
                  <a:pt x="36182" y="138363"/>
                </a:lnTo>
                <a:lnTo>
                  <a:pt x="35732" y="139401"/>
                </a:lnTo>
                <a:lnTo>
                  <a:pt x="35288" y="140442"/>
                </a:lnTo>
                <a:lnTo>
                  <a:pt x="34850" y="141487"/>
                </a:lnTo>
                <a:lnTo>
                  <a:pt x="34417" y="142534"/>
                </a:lnTo>
                <a:lnTo>
                  <a:pt x="33991" y="143585"/>
                </a:lnTo>
                <a:lnTo>
                  <a:pt x="33570" y="144638"/>
                </a:lnTo>
                <a:lnTo>
                  <a:pt x="33155" y="145695"/>
                </a:lnTo>
                <a:lnTo>
                  <a:pt x="32746" y="146754"/>
                </a:lnTo>
                <a:lnTo>
                  <a:pt x="32343" y="147817"/>
                </a:lnTo>
                <a:lnTo>
                  <a:pt x="31946" y="148882"/>
                </a:lnTo>
                <a:lnTo>
                  <a:pt x="31555" y="149950"/>
                </a:lnTo>
                <a:lnTo>
                  <a:pt x="31170" y="151021"/>
                </a:lnTo>
                <a:lnTo>
                  <a:pt x="30791" y="152095"/>
                </a:lnTo>
                <a:lnTo>
                  <a:pt x="30418" y="153172"/>
                </a:lnTo>
                <a:lnTo>
                  <a:pt x="30051" y="154251"/>
                </a:lnTo>
                <a:lnTo>
                  <a:pt x="29690" y="155333"/>
                </a:lnTo>
                <a:lnTo>
                  <a:pt x="29335" y="156418"/>
                </a:lnTo>
                <a:lnTo>
                  <a:pt x="28986" y="157506"/>
                </a:lnTo>
                <a:lnTo>
                  <a:pt x="28644" y="158597"/>
                </a:lnTo>
                <a:lnTo>
                  <a:pt x="28307" y="159690"/>
                </a:lnTo>
                <a:lnTo>
                  <a:pt x="27977" y="160786"/>
                </a:lnTo>
                <a:lnTo>
                  <a:pt x="27652" y="161885"/>
                </a:lnTo>
                <a:lnTo>
                  <a:pt x="27334" y="162986"/>
                </a:lnTo>
                <a:lnTo>
                  <a:pt x="27023" y="164090"/>
                </a:lnTo>
                <a:lnTo>
                  <a:pt x="26717" y="165196"/>
                </a:lnTo>
                <a:lnTo>
                  <a:pt x="26418" y="166305"/>
                </a:lnTo>
                <a:lnTo>
                  <a:pt x="26125" y="167417"/>
                </a:lnTo>
                <a:lnTo>
                  <a:pt x="25838" y="168531"/>
                </a:lnTo>
                <a:lnTo>
                  <a:pt x="25558" y="169648"/>
                </a:lnTo>
                <a:lnTo>
                  <a:pt x="25284" y="170767"/>
                </a:lnTo>
                <a:lnTo>
                  <a:pt x="25016" y="171888"/>
                </a:lnTo>
                <a:lnTo>
                  <a:pt x="24755" y="173013"/>
                </a:lnTo>
                <a:lnTo>
                  <a:pt x="24500" y="174139"/>
                </a:lnTo>
                <a:lnTo>
                  <a:pt x="24252" y="175268"/>
                </a:lnTo>
                <a:lnTo>
                  <a:pt x="24010" y="176400"/>
                </a:lnTo>
                <a:lnTo>
                  <a:pt x="23774" y="177533"/>
                </a:lnTo>
                <a:lnTo>
                  <a:pt x="23545" y="178669"/>
                </a:lnTo>
                <a:lnTo>
                  <a:pt x="23323" y="179808"/>
                </a:lnTo>
                <a:lnTo>
                  <a:pt x="23107" y="180949"/>
                </a:lnTo>
                <a:lnTo>
                  <a:pt x="22898" y="182092"/>
                </a:lnTo>
                <a:lnTo>
                  <a:pt x="22695" y="183237"/>
                </a:lnTo>
                <a:lnTo>
                  <a:pt x="22498" y="184385"/>
                </a:lnTo>
                <a:lnTo>
                  <a:pt x="22309" y="185535"/>
                </a:lnTo>
                <a:lnTo>
                  <a:pt x="22126" y="186687"/>
                </a:lnTo>
                <a:lnTo>
                  <a:pt x="21949" y="187841"/>
                </a:lnTo>
                <a:lnTo>
                  <a:pt x="21780" y="188998"/>
                </a:lnTo>
                <a:lnTo>
                  <a:pt x="21617" y="190157"/>
                </a:lnTo>
                <a:lnTo>
                  <a:pt x="21460" y="191317"/>
                </a:lnTo>
                <a:lnTo>
                  <a:pt x="21311" y="192480"/>
                </a:lnTo>
                <a:lnTo>
                  <a:pt x="21168" y="193645"/>
                </a:lnTo>
                <a:lnTo>
                  <a:pt x="21032" y="194812"/>
                </a:lnTo>
                <a:lnTo>
                  <a:pt x="20903" y="195982"/>
                </a:lnTo>
                <a:lnTo>
                  <a:pt x="20780" y="197153"/>
                </a:lnTo>
                <a:lnTo>
                  <a:pt x="20664" y="198326"/>
                </a:lnTo>
                <a:lnTo>
                  <a:pt x="20556" y="199501"/>
                </a:lnTo>
                <a:lnTo>
                  <a:pt x="20454" y="200678"/>
                </a:lnTo>
                <a:lnTo>
                  <a:pt x="20359" y="201858"/>
                </a:lnTo>
                <a:lnTo>
                  <a:pt x="20271" y="203039"/>
                </a:lnTo>
                <a:lnTo>
                  <a:pt x="20190" y="204222"/>
                </a:lnTo>
                <a:lnTo>
                  <a:pt x="20115" y="205407"/>
                </a:lnTo>
                <a:lnTo>
                  <a:pt x="20048" y="206593"/>
                </a:lnTo>
                <a:lnTo>
                  <a:pt x="19988" y="207782"/>
                </a:lnTo>
                <a:lnTo>
                  <a:pt x="19935" y="208973"/>
                </a:lnTo>
                <a:lnTo>
                  <a:pt x="19888" y="210165"/>
                </a:lnTo>
                <a:lnTo>
                  <a:pt x="19849" y="211359"/>
                </a:lnTo>
                <a:lnTo>
                  <a:pt x="19817" y="212555"/>
                </a:lnTo>
                <a:lnTo>
                  <a:pt x="19792" y="213753"/>
                </a:lnTo>
                <a:lnTo>
                  <a:pt x="19774" y="214952"/>
                </a:lnTo>
                <a:lnTo>
                  <a:pt x="19764" y="216153"/>
                </a:lnTo>
                <a:lnTo>
                  <a:pt x="19760" y="217356"/>
                </a:lnTo>
                <a:lnTo>
                  <a:pt x="19760" y="217356"/>
                </a:lnTo>
                <a:lnTo>
                  <a:pt x="39519" y="217356"/>
                </a:lnTo>
                <a:lnTo>
                  <a:pt x="39522" y="216269"/>
                </a:lnTo>
                <a:lnTo>
                  <a:pt x="39532" y="215184"/>
                </a:lnTo>
                <a:lnTo>
                  <a:pt x="39548" y="214101"/>
                </a:lnTo>
                <a:lnTo>
                  <a:pt x="39571" y="213019"/>
                </a:lnTo>
                <a:lnTo>
                  <a:pt x="39600" y="211939"/>
                </a:lnTo>
                <a:lnTo>
                  <a:pt x="39636" y="210860"/>
                </a:lnTo>
                <a:lnTo>
                  <a:pt x="39677" y="209783"/>
                </a:lnTo>
                <a:lnTo>
                  <a:pt x="39726" y="208708"/>
                </a:lnTo>
                <a:lnTo>
                  <a:pt x="39780" y="207634"/>
                </a:lnTo>
                <a:lnTo>
                  <a:pt x="39841" y="206562"/>
                </a:lnTo>
                <a:lnTo>
                  <a:pt x="39909" y="205492"/>
                </a:lnTo>
                <a:lnTo>
                  <a:pt x="39982" y="204423"/>
                </a:lnTo>
                <a:lnTo>
                  <a:pt x="40062" y="203357"/>
                </a:lnTo>
                <a:lnTo>
                  <a:pt x="40148" y="202291"/>
                </a:lnTo>
                <a:lnTo>
                  <a:pt x="40241" y="201228"/>
                </a:lnTo>
                <a:lnTo>
                  <a:pt x="40339" y="200167"/>
                </a:lnTo>
                <a:lnTo>
                  <a:pt x="40444" y="199107"/>
                </a:lnTo>
                <a:lnTo>
                  <a:pt x="40555" y="198049"/>
                </a:lnTo>
                <a:lnTo>
                  <a:pt x="40672" y="196993"/>
                </a:lnTo>
                <a:lnTo>
                  <a:pt x="40796" y="195939"/>
                </a:lnTo>
                <a:lnTo>
                  <a:pt x="40925" y="194887"/>
                </a:lnTo>
                <a:lnTo>
                  <a:pt x="41061" y="193836"/>
                </a:lnTo>
                <a:lnTo>
                  <a:pt x="41202" y="192788"/>
                </a:lnTo>
                <a:lnTo>
                  <a:pt x="41350" y="191741"/>
                </a:lnTo>
                <a:lnTo>
                  <a:pt x="41504" y="190697"/>
                </a:lnTo>
                <a:lnTo>
                  <a:pt x="41664" y="189654"/>
                </a:lnTo>
                <a:lnTo>
                  <a:pt x="41830" y="188614"/>
                </a:lnTo>
                <a:lnTo>
                  <a:pt x="42002" y="187575"/>
                </a:lnTo>
                <a:lnTo>
                  <a:pt x="42180" y="186539"/>
                </a:lnTo>
                <a:lnTo>
                  <a:pt x="42363" y="185504"/>
                </a:lnTo>
                <a:lnTo>
                  <a:pt x="42553" y="184472"/>
                </a:lnTo>
                <a:lnTo>
                  <a:pt x="42749" y="183442"/>
                </a:lnTo>
                <a:lnTo>
                  <a:pt x="42951" y="182414"/>
                </a:lnTo>
                <a:lnTo>
                  <a:pt x="43158" y="181387"/>
                </a:lnTo>
                <a:lnTo>
                  <a:pt x="43372" y="180364"/>
                </a:lnTo>
                <a:lnTo>
                  <a:pt x="43591" y="179342"/>
                </a:lnTo>
                <a:lnTo>
                  <a:pt x="43816" y="178322"/>
                </a:lnTo>
                <a:lnTo>
                  <a:pt x="44047" y="177305"/>
                </a:lnTo>
                <a:lnTo>
                  <a:pt x="44284" y="176290"/>
                </a:lnTo>
                <a:lnTo>
                  <a:pt x="44527" y="175277"/>
                </a:lnTo>
                <a:lnTo>
                  <a:pt x="44775" y="174266"/>
                </a:lnTo>
                <a:lnTo>
                  <a:pt x="45029" y="173258"/>
                </a:lnTo>
                <a:lnTo>
                  <a:pt x="45289" y="172252"/>
                </a:lnTo>
                <a:lnTo>
                  <a:pt x="45555" y="171248"/>
                </a:lnTo>
                <a:lnTo>
                  <a:pt x="45826" y="170247"/>
                </a:lnTo>
                <a:lnTo>
                  <a:pt x="46103" y="169247"/>
                </a:lnTo>
                <a:lnTo>
                  <a:pt x="46385" y="168251"/>
                </a:lnTo>
                <a:lnTo>
                  <a:pt x="46674" y="167256"/>
                </a:lnTo>
                <a:lnTo>
                  <a:pt x="46967" y="166264"/>
                </a:lnTo>
                <a:lnTo>
                  <a:pt x="47267" y="165275"/>
                </a:lnTo>
                <a:lnTo>
                  <a:pt x="47572" y="164288"/>
                </a:lnTo>
                <a:lnTo>
                  <a:pt x="47882" y="163303"/>
                </a:lnTo>
                <a:lnTo>
                  <a:pt x="48199" y="162321"/>
                </a:lnTo>
                <a:lnTo>
                  <a:pt x="48520" y="161341"/>
                </a:lnTo>
                <a:lnTo>
                  <a:pt x="48847" y="160364"/>
                </a:lnTo>
                <a:lnTo>
                  <a:pt x="49180" y="159390"/>
                </a:lnTo>
                <a:lnTo>
                  <a:pt x="49518" y="158418"/>
                </a:lnTo>
                <a:lnTo>
                  <a:pt x="49862" y="157448"/>
                </a:lnTo>
                <a:lnTo>
                  <a:pt x="50211" y="156481"/>
                </a:lnTo>
                <a:lnTo>
                  <a:pt x="50565" y="155517"/>
                </a:lnTo>
                <a:lnTo>
                  <a:pt x="50925" y="154555"/>
                </a:lnTo>
                <a:lnTo>
                  <a:pt x="51291" y="153596"/>
                </a:lnTo>
                <a:lnTo>
                  <a:pt x="51661" y="152640"/>
                </a:lnTo>
                <a:lnTo>
                  <a:pt x="52037" y="151686"/>
                </a:lnTo>
                <a:lnTo>
                  <a:pt x="52418" y="150735"/>
                </a:lnTo>
                <a:lnTo>
                  <a:pt x="52805" y="149787"/>
                </a:lnTo>
                <a:lnTo>
                  <a:pt x="53197" y="148841"/>
                </a:lnTo>
                <a:lnTo>
                  <a:pt x="53594" y="147898"/>
                </a:lnTo>
                <a:lnTo>
                  <a:pt x="53997" y="146958"/>
                </a:lnTo>
                <a:lnTo>
                  <a:pt x="54404" y="146021"/>
                </a:lnTo>
                <a:lnTo>
                  <a:pt x="54817" y="145087"/>
                </a:lnTo>
                <a:lnTo>
                  <a:pt x="55235" y="144155"/>
                </a:lnTo>
                <a:lnTo>
                  <a:pt x="55658" y="143226"/>
                </a:lnTo>
                <a:lnTo>
                  <a:pt x="56087" y="142300"/>
                </a:lnTo>
                <a:lnTo>
                  <a:pt x="56520" y="141377"/>
                </a:lnTo>
                <a:lnTo>
                  <a:pt x="56959" y="140457"/>
                </a:lnTo>
                <a:lnTo>
                  <a:pt x="57403" y="139540"/>
                </a:lnTo>
                <a:lnTo>
                  <a:pt x="57852" y="138626"/>
                </a:lnTo>
                <a:lnTo>
                  <a:pt x="58306" y="137714"/>
                </a:lnTo>
                <a:lnTo>
                  <a:pt x="58765" y="136806"/>
                </a:lnTo>
                <a:lnTo>
                  <a:pt x="59229" y="135901"/>
                </a:lnTo>
                <a:lnTo>
                  <a:pt x="59698" y="134998"/>
                </a:lnTo>
                <a:lnTo>
                  <a:pt x="60172" y="134099"/>
                </a:lnTo>
                <a:lnTo>
                  <a:pt x="60651" y="133203"/>
                </a:lnTo>
                <a:lnTo>
                  <a:pt x="61135" y="132310"/>
                </a:lnTo>
                <a:lnTo>
                  <a:pt x="61624" y="131419"/>
                </a:lnTo>
                <a:lnTo>
                  <a:pt x="62117" y="130532"/>
                </a:lnTo>
                <a:lnTo>
                  <a:pt x="62616" y="129649"/>
                </a:lnTo>
                <a:lnTo>
                  <a:pt x="63120" y="128768"/>
                </a:lnTo>
                <a:lnTo>
                  <a:pt x="63628" y="127890"/>
                </a:lnTo>
                <a:lnTo>
                  <a:pt x="64142" y="127016"/>
                </a:lnTo>
                <a:lnTo>
                  <a:pt x="64660" y="126144"/>
                </a:lnTo>
                <a:lnTo>
                  <a:pt x="65183" y="125276"/>
                </a:lnTo>
                <a:lnTo>
                  <a:pt x="65711" y="124412"/>
                </a:lnTo>
                <a:lnTo>
                  <a:pt x="66243" y="123550"/>
                </a:lnTo>
                <a:lnTo>
                  <a:pt x="66781" y="122692"/>
                </a:lnTo>
                <a:lnTo>
                  <a:pt x="67323" y="121837"/>
                </a:lnTo>
                <a:lnTo>
                  <a:pt x="67869" y="120985"/>
                </a:lnTo>
                <a:lnTo>
                  <a:pt x="68421" y="120137"/>
                </a:lnTo>
                <a:lnTo>
                  <a:pt x="68977" y="119292"/>
                </a:lnTo>
                <a:lnTo>
                  <a:pt x="69538" y="118450"/>
                </a:lnTo>
                <a:lnTo>
                  <a:pt x="70103" y="117612"/>
                </a:lnTo>
                <a:lnTo>
                  <a:pt x="70673" y="116777"/>
                </a:lnTo>
                <a:lnTo>
                  <a:pt x="71248" y="115945"/>
                </a:lnTo>
                <a:lnTo>
                  <a:pt x="71827" y="115117"/>
                </a:lnTo>
                <a:lnTo>
                  <a:pt x="72411" y="114293"/>
                </a:lnTo>
                <a:lnTo>
                  <a:pt x="73000" y="113472"/>
                </a:lnTo>
                <a:lnTo>
                  <a:pt x="73593" y="112654"/>
                </a:lnTo>
                <a:lnTo>
                  <a:pt x="74190" y="111840"/>
                </a:lnTo>
                <a:lnTo>
                  <a:pt x="74792" y="111029"/>
                </a:lnTo>
                <a:lnTo>
                  <a:pt x="75399" y="110222"/>
                </a:lnTo>
                <a:lnTo>
                  <a:pt x="76010" y="109419"/>
                </a:lnTo>
                <a:lnTo>
                  <a:pt x="76625" y="108619"/>
                </a:lnTo>
                <a:lnTo>
                  <a:pt x="77245" y="107822"/>
                </a:lnTo>
                <a:lnTo>
                  <a:pt x="77869" y="107030"/>
                </a:lnTo>
                <a:lnTo>
                  <a:pt x="78498" y="106241"/>
                </a:lnTo>
                <a:lnTo>
                  <a:pt x="79131" y="105455"/>
                </a:lnTo>
                <a:lnTo>
                  <a:pt x="79768" y="104673"/>
                </a:lnTo>
                <a:lnTo>
                  <a:pt x="80410" y="103895"/>
                </a:lnTo>
                <a:lnTo>
                  <a:pt x="81055" y="103121"/>
                </a:lnTo>
                <a:lnTo>
                  <a:pt x="81706" y="102350"/>
                </a:lnTo>
                <a:lnTo>
                  <a:pt x="82360" y="101583"/>
                </a:lnTo>
                <a:lnTo>
                  <a:pt x="83019" y="100820"/>
                </a:lnTo>
                <a:lnTo>
                  <a:pt x="83682" y="100061"/>
                </a:lnTo>
                <a:lnTo>
                  <a:pt x="84349" y="99305"/>
                </a:lnTo>
                <a:lnTo>
                  <a:pt x="85021" y="98554"/>
                </a:lnTo>
                <a:lnTo>
                  <a:pt x="85697" y="97806"/>
                </a:lnTo>
                <a:lnTo>
                  <a:pt x="86376" y="97062"/>
                </a:lnTo>
                <a:lnTo>
                  <a:pt x="87060" y="96322"/>
                </a:lnTo>
                <a:lnTo>
                  <a:pt x="87748" y="95585"/>
                </a:lnTo>
                <a:lnTo>
                  <a:pt x="88441" y="94853"/>
                </a:lnTo>
                <a:lnTo>
                  <a:pt x="89137" y="94125"/>
                </a:lnTo>
                <a:lnTo>
                  <a:pt x="89837" y="93400"/>
                </a:lnTo>
                <a:lnTo>
                  <a:pt x="90542" y="92680"/>
                </a:lnTo>
                <a:lnTo>
                  <a:pt x="91250" y="91963"/>
                </a:lnTo>
                <a:lnTo>
                  <a:pt x="91963" y="91251"/>
                </a:lnTo>
                <a:lnTo>
                  <a:pt x="92679" y="90542"/>
                </a:lnTo>
                <a:lnTo>
                  <a:pt x="93400" y="89838"/>
                </a:lnTo>
                <a:lnTo>
                  <a:pt x="94124" y="89137"/>
                </a:lnTo>
                <a:lnTo>
                  <a:pt x="94853" y="88441"/>
                </a:lnTo>
                <a:lnTo>
                  <a:pt x="95585" y="87749"/>
                </a:lnTo>
                <a:lnTo>
                  <a:pt x="96321" y="87061"/>
                </a:lnTo>
                <a:lnTo>
                  <a:pt x="97062" y="86377"/>
                </a:lnTo>
                <a:lnTo>
                  <a:pt x="97806" y="85697"/>
                </a:lnTo>
                <a:lnTo>
                  <a:pt x="98553" y="85021"/>
                </a:lnTo>
                <a:lnTo>
                  <a:pt x="99305" y="84350"/>
                </a:lnTo>
                <a:lnTo>
                  <a:pt x="100061" y="83682"/>
                </a:lnTo>
                <a:lnTo>
                  <a:pt x="100820" y="83019"/>
                </a:lnTo>
                <a:lnTo>
                  <a:pt x="101583" y="82361"/>
                </a:lnTo>
                <a:lnTo>
                  <a:pt x="102350" y="81706"/>
                </a:lnTo>
                <a:lnTo>
                  <a:pt x="103121" y="81056"/>
                </a:lnTo>
                <a:lnTo>
                  <a:pt x="103895" y="80410"/>
                </a:lnTo>
                <a:lnTo>
                  <a:pt x="104673" y="79768"/>
                </a:lnTo>
                <a:lnTo>
                  <a:pt x="105455" y="79131"/>
                </a:lnTo>
                <a:lnTo>
                  <a:pt x="106240" y="78498"/>
                </a:lnTo>
                <a:lnTo>
                  <a:pt x="107029" y="77869"/>
                </a:lnTo>
                <a:lnTo>
                  <a:pt x="107822" y="77245"/>
                </a:lnTo>
                <a:lnTo>
                  <a:pt x="108618" y="76625"/>
                </a:lnTo>
                <a:lnTo>
                  <a:pt x="109418" y="76010"/>
                </a:lnTo>
                <a:lnTo>
                  <a:pt x="110222" y="75399"/>
                </a:lnTo>
                <a:lnTo>
                  <a:pt x="111029" y="74792"/>
                </a:lnTo>
                <a:lnTo>
                  <a:pt x="111840" y="74190"/>
                </a:lnTo>
                <a:lnTo>
                  <a:pt x="112654" y="73593"/>
                </a:lnTo>
                <a:lnTo>
                  <a:pt x="113471" y="73000"/>
                </a:lnTo>
                <a:lnTo>
                  <a:pt x="114292" y="72412"/>
                </a:lnTo>
                <a:lnTo>
                  <a:pt x="115117" y="71828"/>
                </a:lnTo>
                <a:lnTo>
                  <a:pt x="115945" y="71248"/>
                </a:lnTo>
                <a:lnTo>
                  <a:pt x="116777" y="70674"/>
                </a:lnTo>
                <a:lnTo>
                  <a:pt x="117612" y="70104"/>
                </a:lnTo>
                <a:lnTo>
                  <a:pt x="118450" y="69538"/>
                </a:lnTo>
                <a:lnTo>
                  <a:pt x="119291" y="68977"/>
                </a:lnTo>
                <a:lnTo>
                  <a:pt x="120137" y="68421"/>
                </a:lnTo>
                <a:lnTo>
                  <a:pt x="120985" y="67870"/>
                </a:lnTo>
                <a:lnTo>
                  <a:pt x="121837" y="67323"/>
                </a:lnTo>
                <a:lnTo>
                  <a:pt x="122692" y="66781"/>
                </a:lnTo>
                <a:lnTo>
                  <a:pt x="123550" y="66243"/>
                </a:lnTo>
                <a:lnTo>
                  <a:pt x="124411" y="65711"/>
                </a:lnTo>
                <a:lnTo>
                  <a:pt x="125276" y="65183"/>
                </a:lnTo>
                <a:lnTo>
                  <a:pt x="126144" y="64660"/>
                </a:lnTo>
                <a:lnTo>
                  <a:pt x="127015" y="64142"/>
                </a:lnTo>
                <a:lnTo>
                  <a:pt x="127890" y="63629"/>
                </a:lnTo>
                <a:lnTo>
                  <a:pt x="128768" y="63120"/>
                </a:lnTo>
                <a:lnTo>
                  <a:pt x="129648" y="62616"/>
                </a:lnTo>
                <a:lnTo>
                  <a:pt x="130532" y="62118"/>
                </a:lnTo>
                <a:lnTo>
                  <a:pt x="131419" y="61624"/>
                </a:lnTo>
                <a:lnTo>
                  <a:pt x="132309" y="61135"/>
                </a:lnTo>
                <a:lnTo>
                  <a:pt x="133203" y="60651"/>
                </a:lnTo>
                <a:lnTo>
                  <a:pt x="134099" y="60172"/>
                </a:lnTo>
                <a:lnTo>
                  <a:pt x="134998" y="59698"/>
                </a:lnTo>
                <a:lnTo>
                  <a:pt x="135901" y="59229"/>
                </a:lnTo>
                <a:lnTo>
                  <a:pt x="136806" y="58765"/>
                </a:lnTo>
                <a:lnTo>
                  <a:pt x="137714" y="58306"/>
                </a:lnTo>
                <a:lnTo>
                  <a:pt x="138626" y="57852"/>
                </a:lnTo>
                <a:lnTo>
                  <a:pt x="139540" y="57403"/>
                </a:lnTo>
                <a:lnTo>
                  <a:pt x="140457" y="56959"/>
                </a:lnTo>
                <a:lnTo>
                  <a:pt x="141377" y="56521"/>
                </a:lnTo>
                <a:lnTo>
                  <a:pt x="142300" y="56087"/>
                </a:lnTo>
                <a:lnTo>
                  <a:pt x="143226" y="55659"/>
                </a:lnTo>
                <a:lnTo>
                  <a:pt x="144155" y="55235"/>
                </a:lnTo>
                <a:lnTo>
                  <a:pt x="145086" y="54817"/>
                </a:lnTo>
                <a:lnTo>
                  <a:pt x="146021" y="54404"/>
                </a:lnTo>
                <a:lnTo>
                  <a:pt x="146958" y="53997"/>
                </a:lnTo>
                <a:lnTo>
                  <a:pt x="147898" y="53594"/>
                </a:lnTo>
                <a:lnTo>
                  <a:pt x="148841" y="53197"/>
                </a:lnTo>
                <a:lnTo>
                  <a:pt x="149787" y="52805"/>
                </a:lnTo>
                <a:lnTo>
                  <a:pt x="150735" y="52419"/>
                </a:lnTo>
                <a:lnTo>
                  <a:pt x="151686" y="52037"/>
                </a:lnTo>
                <a:lnTo>
                  <a:pt x="152640" y="51661"/>
                </a:lnTo>
                <a:lnTo>
                  <a:pt x="153596" y="51291"/>
                </a:lnTo>
                <a:lnTo>
                  <a:pt x="154555" y="50926"/>
                </a:lnTo>
                <a:lnTo>
                  <a:pt x="155517" y="50566"/>
                </a:lnTo>
                <a:lnTo>
                  <a:pt x="156481" y="50211"/>
                </a:lnTo>
                <a:lnTo>
                  <a:pt x="157448" y="49862"/>
                </a:lnTo>
                <a:lnTo>
                  <a:pt x="158417" y="49519"/>
                </a:lnTo>
                <a:lnTo>
                  <a:pt x="159389" y="49180"/>
                </a:lnTo>
                <a:lnTo>
                  <a:pt x="160364" y="48848"/>
                </a:lnTo>
                <a:lnTo>
                  <a:pt x="161341" y="48521"/>
                </a:lnTo>
                <a:lnTo>
                  <a:pt x="162321" y="48199"/>
                </a:lnTo>
                <a:lnTo>
                  <a:pt x="163303" y="47883"/>
                </a:lnTo>
                <a:lnTo>
                  <a:pt x="164288" y="47572"/>
                </a:lnTo>
                <a:lnTo>
                  <a:pt x="165275" y="47267"/>
                </a:lnTo>
                <a:lnTo>
                  <a:pt x="166264" y="46968"/>
                </a:lnTo>
                <a:lnTo>
                  <a:pt x="167256" y="46674"/>
                </a:lnTo>
                <a:lnTo>
                  <a:pt x="168251" y="46386"/>
                </a:lnTo>
                <a:lnTo>
                  <a:pt x="169247" y="46103"/>
                </a:lnTo>
                <a:lnTo>
                  <a:pt x="170246" y="45826"/>
                </a:lnTo>
                <a:lnTo>
                  <a:pt x="171248" y="45555"/>
                </a:lnTo>
                <a:lnTo>
                  <a:pt x="172252" y="45289"/>
                </a:lnTo>
                <a:lnTo>
                  <a:pt x="173258" y="45029"/>
                </a:lnTo>
                <a:lnTo>
                  <a:pt x="174266" y="44775"/>
                </a:lnTo>
                <a:lnTo>
                  <a:pt x="175277" y="44527"/>
                </a:lnTo>
                <a:lnTo>
                  <a:pt x="176290" y="44284"/>
                </a:lnTo>
                <a:lnTo>
                  <a:pt x="177305" y="44048"/>
                </a:lnTo>
                <a:lnTo>
                  <a:pt x="178322" y="43817"/>
                </a:lnTo>
                <a:lnTo>
                  <a:pt x="179342" y="43591"/>
                </a:lnTo>
                <a:lnTo>
                  <a:pt x="180363" y="43372"/>
                </a:lnTo>
                <a:lnTo>
                  <a:pt x="181387" y="43159"/>
                </a:lnTo>
                <a:lnTo>
                  <a:pt x="182413" y="42951"/>
                </a:lnTo>
                <a:lnTo>
                  <a:pt x="183442" y="42749"/>
                </a:lnTo>
                <a:lnTo>
                  <a:pt x="184472" y="42554"/>
                </a:lnTo>
                <a:lnTo>
                  <a:pt x="185504" y="42364"/>
                </a:lnTo>
                <a:lnTo>
                  <a:pt x="186539" y="42180"/>
                </a:lnTo>
                <a:lnTo>
                  <a:pt x="187575" y="42002"/>
                </a:lnTo>
                <a:lnTo>
                  <a:pt x="188614" y="41830"/>
                </a:lnTo>
                <a:lnTo>
                  <a:pt x="189654" y="41664"/>
                </a:lnTo>
                <a:lnTo>
                  <a:pt x="190697" y="41504"/>
                </a:lnTo>
                <a:lnTo>
                  <a:pt x="191741" y="41350"/>
                </a:lnTo>
                <a:lnTo>
                  <a:pt x="192788" y="41203"/>
                </a:lnTo>
                <a:lnTo>
                  <a:pt x="193836" y="41061"/>
                </a:lnTo>
                <a:lnTo>
                  <a:pt x="194887" y="40925"/>
                </a:lnTo>
                <a:lnTo>
                  <a:pt x="195939" y="40796"/>
                </a:lnTo>
                <a:lnTo>
                  <a:pt x="196993" y="40672"/>
                </a:lnTo>
                <a:lnTo>
                  <a:pt x="198049" y="40555"/>
                </a:lnTo>
                <a:lnTo>
                  <a:pt x="199107" y="40444"/>
                </a:lnTo>
                <a:lnTo>
                  <a:pt x="200167" y="40339"/>
                </a:lnTo>
                <a:lnTo>
                  <a:pt x="201228" y="40241"/>
                </a:lnTo>
                <a:lnTo>
                  <a:pt x="202291" y="40148"/>
                </a:lnTo>
                <a:lnTo>
                  <a:pt x="203356" y="40062"/>
                </a:lnTo>
                <a:lnTo>
                  <a:pt x="204423" y="39982"/>
                </a:lnTo>
                <a:lnTo>
                  <a:pt x="205492" y="39909"/>
                </a:lnTo>
                <a:lnTo>
                  <a:pt x="206562" y="39841"/>
                </a:lnTo>
                <a:lnTo>
                  <a:pt x="207634" y="39781"/>
                </a:lnTo>
                <a:lnTo>
                  <a:pt x="208708" y="39726"/>
                </a:lnTo>
                <a:lnTo>
                  <a:pt x="209783" y="39678"/>
                </a:lnTo>
                <a:lnTo>
                  <a:pt x="210860" y="39636"/>
                </a:lnTo>
                <a:lnTo>
                  <a:pt x="211939" y="39600"/>
                </a:lnTo>
                <a:lnTo>
                  <a:pt x="213019" y="39571"/>
                </a:lnTo>
                <a:lnTo>
                  <a:pt x="214101" y="39549"/>
                </a:lnTo>
                <a:lnTo>
                  <a:pt x="215184" y="39532"/>
                </a:lnTo>
                <a:lnTo>
                  <a:pt x="216269" y="39523"/>
                </a:lnTo>
                <a:lnTo>
                  <a:pt x="217356" y="39519"/>
                </a:lnTo>
                <a:lnTo>
                  <a:pt x="217356" y="19760"/>
                </a:lnTo>
                <a:close/>
              </a:path>
            </a:pathLst>
          </a:custGeom>
          <a:solidFill xmlns:a="http://schemas.openxmlformats.org/drawingml/2006/main">
            <a:srgbClr val="434343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AB5E4666-2298-4A85-9B28-BF524C810F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71f1d698848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0576" y="840819"/>
            <a:ext cx="158077" cy="158077"/>
          </a:xfrm>
          <a:prstGeom xmlns:a="http://schemas.openxmlformats.org/drawingml/2006/main" prst="rect">
            <a:avLst/>
          </a:prstGeom>
        </p:spPr>
      </p:pic>
      <p:sp>
        <p:nvSpPr>
          <p:cNvPr id="153" name="uniskill-source-component-32">
            <a:extLst xmlns:a="http://schemas.openxmlformats.org/drawingml/2006/main">
              <a:ext uri="{FF2B5EF4-FFF2-40B4-BE49-F238E27FC236}">
                <a16:creationId xmlns:a16="http://schemas.microsoft.com/office/drawing/2014/main" id="{B0F838CA-322E-4114-8B12-89F45AA8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0576" y="840819"/>
            <a:ext cx="158077" cy="158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4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6ACE1E5F-5683-441D-8F4D-13C14998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3460" y="893511"/>
            <a:ext cx="1106538" cy="790385"/>
          </a:xfrm>
          <a:custGeom xmlns:a="http://schemas.openxmlformats.org/drawingml/2006/main">
            <a:pathLst>
              <a:path w="1106538" h="790385">
                <a:moveTo>
                  <a:pt x="0" y="197596"/>
                </a:moveTo>
                <a:lnTo>
                  <a:pt x="3" y="196509"/>
                </a:lnTo>
                <a:lnTo>
                  <a:pt x="12" y="195424"/>
                </a:lnTo>
                <a:lnTo>
                  <a:pt x="26" y="194340"/>
                </a:lnTo>
                <a:lnTo>
                  <a:pt x="47" y="193257"/>
                </a:lnTo>
                <a:lnTo>
                  <a:pt x="73" y="192175"/>
                </a:lnTo>
                <a:lnTo>
                  <a:pt x="105" y="191096"/>
                </a:lnTo>
                <a:lnTo>
                  <a:pt x="143" y="190017"/>
                </a:lnTo>
                <a:lnTo>
                  <a:pt x="186" y="188940"/>
                </a:lnTo>
                <a:lnTo>
                  <a:pt x="235" y="187865"/>
                </a:lnTo>
                <a:lnTo>
                  <a:pt x="290" y="186791"/>
                </a:lnTo>
                <a:lnTo>
                  <a:pt x="351" y="185718"/>
                </a:lnTo>
                <a:lnTo>
                  <a:pt x="418" y="184647"/>
                </a:lnTo>
                <a:lnTo>
                  <a:pt x="490" y="183578"/>
                </a:lnTo>
                <a:lnTo>
                  <a:pt x="567" y="182510"/>
                </a:lnTo>
                <a:lnTo>
                  <a:pt x="651" y="181444"/>
                </a:lnTo>
                <a:lnTo>
                  <a:pt x="740" y="180379"/>
                </a:lnTo>
                <a:lnTo>
                  <a:pt x="834" y="179316"/>
                </a:lnTo>
                <a:lnTo>
                  <a:pt x="935" y="178255"/>
                </a:lnTo>
                <a:lnTo>
                  <a:pt x="1040" y="177195"/>
                </a:lnTo>
                <a:lnTo>
                  <a:pt x="1152" y="176137"/>
                </a:lnTo>
                <a:lnTo>
                  <a:pt x="1269" y="175080"/>
                </a:lnTo>
                <a:lnTo>
                  <a:pt x="1391" y="174025"/>
                </a:lnTo>
                <a:lnTo>
                  <a:pt x="1519" y="172972"/>
                </a:lnTo>
                <a:lnTo>
                  <a:pt x="1653" y="171921"/>
                </a:lnTo>
                <a:lnTo>
                  <a:pt x="1792" y="170871"/>
                </a:lnTo>
                <a:lnTo>
                  <a:pt x="1937" y="169823"/>
                </a:lnTo>
                <a:lnTo>
                  <a:pt x="2087" y="168777"/>
                </a:lnTo>
                <a:lnTo>
                  <a:pt x="2242" y="167733"/>
                </a:lnTo>
                <a:lnTo>
                  <a:pt x="2403" y="166690"/>
                </a:lnTo>
                <a:lnTo>
                  <a:pt x="2569" y="165649"/>
                </a:lnTo>
                <a:lnTo>
                  <a:pt x="2741" y="164610"/>
                </a:lnTo>
                <a:lnTo>
                  <a:pt x="2918" y="163573"/>
                </a:lnTo>
                <a:lnTo>
                  <a:pt x="3101" y="162538"/>
                </a:lnTo>
                <a:lnTo>
                  <a:pt x="3289" y="161504"/>
                </a:lnTo>
                <a:lnTo>
                  <a:pt x="3482" y="160473"/>
                </a:lnTo>
                <a:lnTo>
                  <a:pt x="3680" y="159443"/>
                </a:lnTo>
                <a:lnTo>
                  <a:pt x="3884" y="158415"/>
                </a:lnTo>
                <a:lnTo>
                  <a:pt x="4094" y="157389"/>
                </a:lnTo>
                <a:lnTo>
                  <a:pt x="4308" y="156365"/>
                </a:lnTo>
                <a:lnTo>
                  <a:pt x="4528" y="155343"/>
                </a:lnTo>
                <a:lnTo>
                  <a:pt x="4753" y="154323"/>
                </a:lnTo>
                <a:lnTo>
                  <a:pt x="4983" y="153305"/>
                </a:lnTo>
                <a:lnTo>
                  <a:pt x="5219" y="152289"/>
                </a:lnTo>
                <a:lnTo>
                  <a:pt x="5459" y="151275"/>
                </a:lnTo>
                <a:lnTo>
                  <a:pt x="5705" y="150263"/>
                </a:lnTo>
                <a:lnTo>
                  <a:pt x="5956" y="149253"/>
                </a:lnTo>
                <a:lnTo>
                  <a:pt x="6213" y="148245"/>
                </a:lnTo>
                <a:lnTo>
                  <a:pt x="6474" y="147240"/>
                </a:lnTo>
                <a:lnTo>
                  <a:pt x="6741" y="146236"/>
                </a:lnTo>
                <a:lnTo>
                  <a:pt x="7013" y="145234"/>
                </a:lnTo>
                <a:lnTo>
                  <a:pt x="7289" y="144235"/>
                </a:lnTo>
                <a:lnTo>
                  <a:pt x="7571" y="143237"/>
                </a:lnTo>
                <a:lnTo>
                  <a:pt x="7858" y="142242"/>
                </a:lnTo>
                <a:lnTo>
                  <a:pt x="8150" y="141249"/>
                </a:lnTo>
                <a:lnTo>
                  <a:pt x="8448" y="140258"/>
                </a:lnTo>
                <a:lnTo>
                  <a:pt x="8750" y="139269"/>
                </a:lnTo>
                <a:lnTo>
                  <a:pt x="9057" y="138283"/>
                </a:lnTo>
                <a:lnTo>
                  <a:pt x="9369" y="137298"/>
                </a:lnTo>
                <a:lnTo>
                  <a:pt x="9686" y="136316"/>
                </a:lnTo>
                <a:lnTo>
                  <a:pt x="10009" y="135336"/>
                </a:lnTo>
                <a:lnTo>
                  <a:pt x="10336" y="134359"/>
                </a:lnTo>
                <a:lnTo>
                  <a:pt x="10668" y="133383"/>
                </a:lnTo>
                <a:lnTo>
                  <a:pt x="11005" y="132410"/>
                </a:lnTo>
                <a:lnTo>
                  <a:pt x="11347" y="131440"/>
                </a:lnTo>
                <a:lnTo>
                  <a:pt x="11694" y="130471"/>
                </a:lnTo>
                <a:lnTo>
                  <a:pt x="12045" y="129505"/>
                </a:lnTo>
                <a:lnTo>
                  <a:pt x="12402" y="128542"/>
                </a:lnTo>
                <a:lnTo>
                  <a:pt x="12763" y="127580"/>
                </a:lnTo>
                <a:lnTo>
                  <a:pt x="13130" y="126621"/>
                </a:lnTo>
                <a:lnTo>
                  <a:pt x="13501" y="125665"/>
                </a:lnTo>
                <a:lnTo>
                  <a:pt x="13877" y="124711"/>
                </a:lnTo>
                <a:lnTo>
                  <a:pt x="14258" y="123759"/>
                </a:lnTo>
                <a:lnTo>
                  <a:pt x="14643" y="122810"/>
                </a:lnTo>
                <a:lnTo>
                  <a:pt x="15033" y="121863"/>
                </a:lnTo>
                <a:lnTo>
                  <a:pt x="15429" y="120919"/>
                </a:lnTo>
                <a:lnTo>
                  <a:pt x="15828" y="119977"/>
                </a:lnTo>
                <a:lnTo>
                  <a:pt x="16233" y="119037"/>
                </a:lnTo>
                <a:lnTo>
                  <a:pt x="16642" y="118101"/>
                </a:lnTo>
                <a:lnTo>
                  <a:pt x="17056" y="117166"/>
                </a:lnTo>
                <a:lnTo>
                  <a:pt x="17475" y="116235"/>
                </a:lnTo>
                <a:lnTo>
                  <a:pt x="17898" y="115305"/>
                </a:lnTo>
                <a:lnTo>
                  <a:pt x="18326" y="114379"/>
                </a:lnTo>
                <a:lnTo>
                  <a:pt x="18759" y="113455"/>
                </a:lnTo>
                <a:lnTo>
                  <a:pt x="19196" y="112533"/>
                </a:lnTo>
                <a:lnTo>
                  <a:pt x="19637" y="111615"/>
                </a:lnTo>
                <a:lnTo>
                  <a:pt x="20084" y="110698"/>
                </a:lnTo>
                <a:lnTo>
                  <a:pt x="20535" y="109785"/>
                </a:lnTo>
                <a:lnTo>
                  <a:pt x="20990" y="108874"/>
                </a:lnTo>
                <a:lnTo>
                  <a:pt x="21450" y="107966"/>
                </a:lnTo>
                <a:lnTo>
                  <a:pt x="21915" y="107061"/>
                </a:lnTo>
                <a:lnTo>
                  <a:pt x="22384" y="106158"/>
                </a:lnTo>
                <a:lnTo>
                  <a:pt x="22858" y="105258"/>
                </a:lnTo>
                <a:lnTo>
                  <a:pt x="23336" y="104361"/>
                </a:lnTo>
                <a:lnTo>
                  <a:pt x="23818" y="103466"/>
                </a:lnTo>
                <a:lnTo>
                  <a:pt x="24305" y="102574"/>
                </a:lnTo>
                <a:lnTo>
                  <a:pt x="24797" y="101685"/>
                </a:lnTo>
                <a:lnTo>
                  <a:pt x="25293" y="100799"/>
                </a:lnTo>
                <a:lnTo>
                  <a:pt x="25793" y="99916"/>
                </a:lnTo>
                <a:lnTo>
                  <a:pt x="26298" y="99035"/>
                </a:lnTo>
                <a:lnTo>
                  <a:pt x="26807" y="98158"/>
                </a:lnTo>
                <a:lnTo>
                  <a:pt x="27320" y="97283"/>
                </a:lnTo>
                <a:lnTo>
                  <a:pt x="27838" y="96411"/>
                </a:lnTo>
                <a:lnTo>
                  <a:pt x="28360" y="95542"/>
                </a:lnTo>
                <a:lnTo>
                  <a:pt x="28887" y="94676"/>
                </a:lnTo>
                <a:lnTo>
                  <a:pt x="29418" y="93812"/>
                </a:lnTo>
                <a:lnTo>
                  <a:pt x="29953" y="92952"/>
                </a:lnTo>
                <a:lnTo>
                  <a:pt x="30492" y="92095"/>
                </a:lnTo>
                <a:lnTo>
                  <a:pt x="31036" y="91240"/>
                </a:lnTo>
                <a:lnTo>
                  <a:pt x="31584" y="90389"/>
                </a:lnTo>
                <a:lnTo>
                  <a:pt x="32136" y="89541"/>
                </a:lnTo>
                <a:lnTo>
                  <a:pt x="32692" y="88695"/>
                </a:lnTo>
                <a:lnTo>
                  <a:pt x="33252" y="87853"/>
                </a:lnTo>
                <a:lnTo>
                  <a:pt x="33817" y="87014"/>
                </a:lnTo>
                <a:lnTo>
                  <a:pt x="34386" y="86177"/>
                </a:lnTo>
                <a:lnTo>
                  <a:pt x="34959" y="85344"/>
                </a:lnTo>
                <a:lnTo>
                  <a:pt x="35536" y="84514"/>
                </a:lnTo>
                <a:lnTo>
                  <a:pt x="36117" y="83687"/>
                </a:lnTo>
                <a:lnTo>
                  <a:pt x="36703" y="82863"/>
                </a:lnTo>
                <a:lnTo>
                  <a:pt x="37292" y="82042"/>
                </a:lnTo>
                <a:lnTo>
                  <a:pt x="37886" y="81225"/>
                </a:lnTo>
                <a:lnTo>
                  <a:pt x="38484" y="80410"/>
                </a:lnTo>
                <a:lnTo>
                  <a:pt x="39085" y="79599"/>
                </a:lnTo>
                <a:lnTo>
                  <a:pt x="39691" y="78791"/>
                </a:lnTo>
                <a:lnTo>
                  <a:pt x="40301" y="77986"/>
                </a:lnTo>
                <a:lnTo>
                  <a:pt x="40915" y="77184"/>
                </a:lnTo>
                <a:lnTo>
                  <a:pt x="41532" y="76386"/>
                </a:lnTo>
                <a:lnTo>
                  <a:pt x="42154" y="75591"/>
                </a:lnTo>
                <a:lnTo>
                  <a:pt x="42780" y="74799"/>
                </a:lnTo>
                <a:lnTo>
                  <a:pt x="43410" y="74010"/>
                </a:lnTo>
                <a:lnTo>
                  <a:pt x="44043" y="73225"/>
                </a:lnTo>
                <a:lnTo>
                  <a:pt x="44681" y="72442"/>
                </a:lnTo>
                <a:lnTo>
                  <a:pt x="45322" y="71664"/>
                </a:lnTo>
                <a:lnTo>
                  <a:pt x="45968" y="70888"/>
                </a:lnTo>
                <a:lnTo>
                  <a:pt x="46617" y="70116"/>
                </a:lnTo>
                <a:lnTo>
                  <a:pt x="47270" y="69348"/>
                </a:lnTo>
                <a:lnTo>
                  <a:pt x="47927" y="68582"/>
                </a:lnTo>
                <a:lnTo>
                  <a:pt x="48587" y="67820"/>
                </a:lnTo>
                <a:lnTo>
                  <a:pt x="49252" y="67062"/>
                </a:lnTo>
                <a:lnTo>
                  <a:pt x="49920" y="66307"/>
                </a:lnTo>
                <a:lnTo>
                  <a:pt x="50592" y="65555"/>
                </a:lnTo>
                <a:lnTo>
                  <a:pt x="51268" y="64807"/>
                </a:lnTo>
                <a:lnTo>
                  <a:pt x="51948" y="64062"/>
                </a:lnTo>
                <a:lnTo>
                  <a:pt x="52631" y="63321"/>
                </a:lnTo>
                <a:lnTo>
                  <a:pt x="53318" y="62583"/>
                </a:lnTo>
                <a:lnTo>
                  <a:pt x="54009" y="61849"/>
                </a:lnTo>
                <a:lnTo>
                  <a:pt x="54704" y="61119"/>
                </a:lnTo>
                <a:lnTo>
                  <a:pt x="55402" y="60391"/>
                </a:lnTo>
                <a:lnTo>
                  <a:pt x="56104" y="59668"/>
                </a:lnTo>
                <a:lnTo>
                  <a:pt x="56809" y="58948"/>
                </a:lnTo>
                <a:lnTo>
                  <a:pt x="57519" y="58231"/>
                </a:lnTo>
                <a:lnTo>
                  <a:pt x="58231" y="57519"/>
                </a:lnTo>
                <a:lnTo>
                  <a:pt x="58948" y="56810"/>
                </a:lnTo>
                <a:lnTo>
                  <a:pt x="59668" y="56104"/>
                </a:lnTo>
                <a:lnTo>
                  <a:pt x="60391" y="55402"/>
                </a:lnTo>
                <a:lnTo>
                  <a:pt x="61118" y="54704"/>
                </a:lnTo>
                <a:lnTo>
                  <a:pt x="61849" y="54009"/>
                </a:lnTo>
                <a:lnTo>
                  <a:pt x="62583" y="53319"/>
                </a:lnTo>
                <a:lnTo>
                  <a:pt x="63321" y="52631"/>
                </a:lnTo>
                <a:lnTo>
                  <a:pt x="64062" y="51948"/>
                </a:lnTo>
                <a:lnTo>
                  <a:pt x="64807" y="51268"/>
                </a:lnTo>
                <a:lnTo>
                  <a:pt x="65555" y="50592"/>
                </a:lnTo>
                <a:lnTo>
                  <a:pt x="66307" y="49920"/>
                </a:lnTo>
                <a:lnTo>
                  <a:pt x="67062" y="49252"/>
                </a:lnTo>
                <a:lnTo>
                  <a:pt x="67820" y="48587"/>
                </a:lnTo>
                <a:lnTo>
                  <a:pt x="68582" y="47927"/>
                </a:lnTo>
                <a:lnTo>
                  <a:pt x="69347" y="47270"/>
                </a:lnTo>
                <a:lnTo>
                  <a:pt x="70116" y="46617"/>
                </a:lnTo>
                <a:lnTo>
                  <a:pt x="70888" y="45968"/>
                </a:lnTo>
                <a:lnTo>
                  <a:pt x="71664" y="45322"/>
                </a:lnTo>
                <a:lnTo>
                  <a:pt x="72442" y="44681"/>
                </a:lnTo>
                <a:lnTo>
                  <a:pt x="73224" y="44043"/>
                </a:lnTo>
                <a:lnTo>
                  <a:pt x="74010" y="43410"/>
                </a:lnTo>
                <a:lnTo>
                  <a:pt x="74798" y="42780"/>
                </a:lnTo>
                <a:lnTo>
                  <a:pt x="75590" y="42154"/>
                </a:lnTo>
                <a:lnTo>
                  <a:pt x="76386" y="41533"/>
                </a:lnTo>
                <a:lnTo>
                  <a:pt x="77184" y="40915"/>
                </a:lnTo>
                <a:lnTo>
                  <a:pt x="77986" y="40301"/>
                </a:lnTo>
                <a:lnTo>
                  <a:pt x="78791" y="39691"/>
                </a:lnTo>
                <a:lnTo>
                  <a:pt x="79599" y="39085"/>
                </a:lnTo>
                <a:lnTo>
                  <a:pt x="80410" y="38484"/>
                </a:lnTo>
                <a:lnTo>
                  <a:pt x="81225" y="37886"/>
                </a:lnTo>
                <a:lnTo>
                  <a:pt x="82042" y="37292"/>
                </a:lnTo>
                <a:lnTo>
                  <a:pt x="82863" y="36703"/>
                </a:lnTo>
                <a:lnTo>
                  <a:pt x="83687" y="36118"/>
                </a:lnTo>
                <a:lnTo>
                  <a:pt x="84514" y="35536"/>
                </a:lnTo>
                <a:lnTo>
                  <a:pt x="85344" y="34959"/>
                </a:lnTo>
                <a:lnTo>
                  <a:pt x="86177" y="34386"/>
                </a:lnTo>
                <a:lnTo>
                  <a:pt x="87014" y="33817"/>
                </a:lnTo>
                <a:lnTo>
                  <a:pt x="87853" y="33252"/>
                </a:lnTo>
                <a:lnTo>
                  <a:pt x="88695" y="32692"/>
                </a:lnTo>
                <a:lnTo>
                  <a:pt x="89541" y="32136"/>
                </a:lnTo>
                <a:lnTo>
                  <a:pt x="90389" y="31584"/>
                </a:lnTo>
                <a:lnTo>
                  <a:pt x="91240" y="31036"/>
                </a:lnTo>
                <a:lnTo>
                  <a:pt x="92095" y="30492"/>
                </a:lnTo>
                <a:lnTo>
                  <a:pt x="92952" y="29953"/>
                </a:lnTo>
                <a:lnTo>
                  <a:pt x="93812" y="29418"/>
                </a:lnTo>
                <a:lnTo>
                  <a:pt x="94676" y="28887"/>
                </a:lnTo>
                <a:lnTo>
                  <a:pt x="95542" y="28360"/>
                </a:lnTo>
                <a:lnTo>
                  <a:pt x="96411" y="27838"/>
                </a:lnTo>
                <a:lnTo>
                  <a:pt x="97283" y="27320"/>
                </a:lnTo>
                <a:lnTo>
                  <a:pt x="98158" y="26807"/>
                </a:lnTo>
                <a:lnTo>
                  <a:pt x="99035" y="26298"/>
                </a:lnTo>
                <a:lnTo>
                  <a:pt x="99916" y="25793"/>
                </a:lnTo>
                <a:lnTo>
                  <a:pt x="100799" y="25293"/>
                </a:lnTo>
                <a:lnTo>
                  <a:pt x="101685" y="24797"/>
                </a:lnTo>
                <a:lnTo>
                  <a:pt x="102574" y="24306"/>
                </a:lnTo>
                <a:lnTo>
                  <a:pt x="103466" y="23819"/>
                </a:lnTo>
                <a:lnTo>
                  <a:pt x="104360" y="23336"/>
                </a:lnTo>
                <a:lnTo>
                  <a:pt x="105258" y="22858"/>
                </a:lnTo>
                <a:lnTo>
                  <a:pt x="106158" y="22384"/>
                </a:lnTo>
                <a:lnTo>
                  <a:pt x="107060" y="21915"/>
                </a:lnTo>
                <a:lnTo>
                  <a:pt x="107966" y="21450"/>
                </a:lnTo>
                <a:lnTo>
                  <a:pt x="108874" y="20990"/>
                </a:lnTo>
                <a:lnTo>
                  <a:pt x="109785" y="20535"/>
                </a:lnTo>
                <a:lnTo>
                  <a:pt x="110698" y="20084"/>
                </a:lnTo>
                <a:lnTo>
                  <a:pt x="111615" y="19638"/>
                </a:lnTo>
                <a:lnTo>
                  <a:pt x="112533" y="19196"/>
                </a:lnTo>
                <a:lnTo>
                  <a:pt x="113455" y="18759"/>
                </a:lnTo>
                <a:lnTo>
                  <a:pt x="114379" y="18326"/>
                </a:lnTo>
                <a:lnTo>
                  <a:pt x="115305" y="17898"/>
                </a:lnTo>
                <a:lnTo>
                  <a:pt x="116235" y="17475"/>
                </a:lnTo>
                <a:lnTo>
                  <a:pt x="117166" y="17056"/>
                </a:lnTo>
                <a:lnTo>
                  <a:pt x="118101" y="16642"/>
                </a:lnTo>
                <a:lnTo>
                  <a:pt x="119037" y="16233"/>
                </a:lnTo>
                <a:lnTo>
                  <a:pt x="119977" y="15828"/>
                </a:lnTo>
                <a:lnTo>
                  <a:pt x="120919" y="15429"/>
                </a:lnTo>
                <a:lnTo>
                  <a:pt x="121863" y="15034"/>
                </a:lnTo>
                <a:lnTo>
                  <a:pt x="122810" y="14643"/>
                </a:lnTo>
                <a:lnTo>
                  <a:pt x="123759" y="14258"/>
                </a:lnTo>
                <a:lnTo>
                  <a:pt x="124711" y="13877"/>
                </a:lnTo>
                <a:lnTo>
                  <a:pt x="125665" y="13501"/>
                </a:lnTo>
                <a:lnTo>
                  <a:pt x="126621" y="13130"/>
                </a:lnTo>
                <a:lnTo>
                  <a:pt x="127580" y="12763"/>
                </a:lnTo>
                <a:lnTo>
                  <a:pt x="128542" y="12402"/>
                </a:lnTo>
                <a:lnTo>
                  <a:pt x="129505" y="12045"/>
                </a:lnTo>
                <a:lnTo>
                  <a:pt x="130471" y="11694"/>
                </a:lnTo>
                <a:lnTo>
                  <a:pt x="131440" y="11347"/>
                </a:lnTo>
                <a:lnTo>
                  <a:pt x="132410" y="11005"/>
                </a:lnTo>
                <a:lnTo>
                  <a:pt x="133383" y="10668"/>
                </a:lnTo>
                <a:lnTo>
                  <a:pt x="134359" y="10336"/>
                </a:lnTo>
                <a:lnTo>
                  <a:pt x="135336" y="10009"/>
                </a:lnTo>
                <a:lnTo>
                  <a:pt x="136316" y="9686"/>
                </a:lnTo>
                <a:lnTo>
                  <a:pt x="137298" y="9369"/>
                </a:lnTo>
                <a:lnTo>
                  <a:pt x="138283" y="9057"/>
                </a:lnTo>
                <a:lnTo>
                  <a:pt x="139269" y="8750"/>
                </a:lnTo>
                <a:lnTo>
                  <a:pt x="140258" y="8448"/>
                </a:lnTo>
                <a:lnTo>
                  <a:pt x="141249" y="8150"/>
                </a:lnTo>
                <a:lnTo>
                  <a:pt x="142242" y="7858"/>
                </a:lnTo>
                <a:lnTo>
                  <a:pt x="143237" y="7571"/>
                </a:lnTo>
                <a:lnTo>
                  <a:pt x="144235" y="7289"/>
                </a:lnTo>
                <a:lnTo>
                  <a:pt x="145234" y="7013"/>
                </a:lnTo>
                <a:lnTo>
                  <a:pt x="146236" y="6741"/>
                </a:lnTo>
                <a:lnTo>
                  <a:pt x="147240" y="6474"/>
                </a:lnTo>
                <a:lnTo>
                  <a:pt x="148245" y="6213"/>
                </a:lnTo>
                <a:lnTo>
                  <a:pt x="149253" y="5956"/>
                </a:lnTo>
                <a:lnTo>
                  <a:pt x="150263" y="5705"/>
                </a:lnTo>
                <a:lnTo>
                  <a:pt x="151275" y="5459"/>
                </a:lnTo>
                <a:lnTo>
                  <a:pt x="152289" y="5219"/>
                </a:lnTo>
                <a:lnTo>
                  <a:pt x="153305" y="4983"/>
                </a:lnTo>
                <a:lnTo>
                  <a:pt x="154323" y="4753"/>
                </a:lnTo>
                <a:lnTo>
                  <a:pt x="155343" y="4528"/>
                </a:lnTo>
                <a:lnTo>
                  <a:pt x="156365" y="4308"/>
                </a:lnTo>
                <a:lnTo>
                  <a:pt x="157389" y="4094"/>
                </a:lnTo>
                <a:lnTo>
                  <a:pt x="158415" y="3884"/>
                </a:lnTo>
                <a:lnTo>
                  <a:pt x="159443" y="3680"/>
                </a:lnTo>
                <a:lnTo>
                  <a:pt x="160473" y="3482"/>
                </a:lnTo>
                <a:lnTo>
                  <a:pt x="161504" y="3289"/>
                </a:lnTo>
                <a:lnTo>
                  <a:pt x="162538" y="3101"/>
                </a:lnTo>
                <a:lnTo>
                  <a:pt x="163573" y="2918"/>
                </a:lnTo>
                <a:lnTo>
                  <a:pt x="164610" y="2741"/>
                </a:lnTo>
                <a:lnTo>
                  <a:pt x="165649" y="2569"/>
                </a:lnTo>
                <a:lnTo>
                  <a:pt x="166690" y="2403"/>
                </a:lnTo>
                <a:lnTo>
                  <a:pt x="167733" y="2242"/>
                </a:lnTo>
                <a:lnTo>
                  <a:pt x="168777" y="2087"/>
                </a:lnTo>
                <a:lnTo>
                  <a:pt x="169823" y="1937"/>
                </a:lnTo>
                <a:lnTo>
                  <a:pt x="170871" y="1792"/>
                </a:lnTo>
                <a:lnTo>
                  <a:pt x="171921" y="1653"/>
                </a:lnTo>
                <a:lnTo>
                  <a:pt x="172972" y="1519"/>
                </a:lnTo>
                <a:lnTo>
                  <a:pt x="174025" y="1391"/>
                </a:lnTo>
                <a:lnTo>
                  <a:pt x="175080" y="1269"/>
                </a:lnTo>
                <a:lnTo>
                  <a:pt x="176137" y="1152"/>
                </a:lnTo>
                <a:lnTo>
                  <a:pt x="177195" y="1040"/>
                </a:lnTo>
                <a:lnTo>
                  <a:pt x="178254" y="935"/>
                </a:lnTo>
                <a:lnTo>
                  <a:pt x="179316" y="834"/>
                </a:lnTo>
                <a:lnTo>
                  <a:pt x="180379" y="740"/>
                </a:lnTo>
                <a:lnTo>
                  <a:pt x="181444" y="651"/>
                </a:lnTo>
                <a:lnTo>
                  <a:pt x="182510" y="567"/>
                </a:lnTo>
                <a:lnTo>
                  <a:pt x="183578" y="490"/>
                </a:lnTo>
                <a:lnTo>
                  <a:pt x="184647" y="418"/>
                </a:lnTo>
                <a:lnTo>
                  <a:pt x="185718" y="351"/>
                </a:lnTo>
                <a:lnTo>
                  <a:pt x="186791" y="290"/>
                </a:lnTo>
                <a:lnTo>
                  <a:pt x="187865" y="235"/>
                </a:lnTo>
                <a:lnTo>
                  <a:pt x="188940" y="186"/>
                </a:lnTo>
                <a:lnTo>
                  <a:pt x="190017" y="143"/>
                </a:lnTo>
                <a:lnTo>
                  <a:pt x="191096" y="105"/>
                </a:lnTo>
                <a:lnTo>
                  <a:pt x="192175" y="73"/>
                </a:lnTo>
                <a:lnTo>
                  <a:pt x="193257" y="47"/>
                </a:lnTo>
                <a:lnTo>
                  <a:pt x="194340" y="26"/>
                </a:lnTo>
                <a:lnTo>
                  <a:pt x="195424" y="12"/>
                </a:lnTo>
                <a:lnTo>
                  <a:pt x="196509" y="3"/>
                </a:lnTo>
                <a:lnTo>
                  <a:pt x="197596" y="0"/>
                </a:lnTo>
                <a:lnTo>
                  <a:pt x="908942" y="0"/>
                </a:lnTo>
                <a:lnTo>
                  <a:pt x="910029" y="3"/>
                </a:lnTo>
                <a:lnTo>
                  <a:pt x="911114" y="12"/>
                </a:lnTo>
                <a:lnTo>
                  <a:pt x="912199" y="26"/>
                </a:lnTo>
                <a:lnTo>
                  <a:pt x="913281" y="47"/>
                </a:lnTo>
                <a:lnTo>
                  <a:pt x="914363" y="73"/>
                </a:lnTo>
                <a:lnTo>
                  <a:pt x="915443" y="105"/>
                </a:lnTo>
                <a:lnTo>
                  <a:pt x="916521" y="143"/>
                </a:lnTo>
                <a:lnTo>
                  <a:pt x="917598" y="186"/>
                </a:lnTo>
                <a:lnTo>
                  <a:pt x="918674" y="235"/>
                </a:lnTo>
                <a:lnTo>
                  <a:pt x="919748" y="290"/>
                </a:lnTo>
                <a:lnTo>
                  <a:pt x="920820" y="351"/>
                </a:lnTo>
                <a:lnTo>
                  <a:pt x="921891" y="418"/>
                </a:lnTo>
                <a:lnTo>
                  <a:pt x="922961" y="490"/>
                </a:lnTo>
                <a:lnTo>
                  <a:pt x="924028" y="567"/>
                </a:lnTo>
                <a:lnTo>
                  <a:pt x="925095" y="651"/>
                </a:lnTo>
                <a:lnTo>
                  <a:pt x="926159" y="740"/>
                </a:lnTo>
                <a:lnTo>
                  <a:pt x="927222" y="834"/>
                </a:lnTo>
                <a:lnTo>
                  <a:pt x="928284" y="935"/>
                </a:lnTo>
                <a:lnTo>
                  <a:pt x="929344" y="1040"/>
                </a:lnTo>
                <a:lnTo>
                  <a:pt x="930402" y="1152"/>
                </a:lnTo>
                <a:lnTo>
                  <a:pt x="931458" y="1269"/>
                </a:lnTo>
                <a:lnTo>
                  <a:pt x="932513" y="1391"/>
                </a:lnTo>
                <a:lnTo>
                  <a:pt x="933566" y="1519"/>
                </a:lnTo>
                <a:lnTo>
                  <a:pt x="934618" y="1653"/>
                </a:lnTo>
                <a:lnTo>
                  <a:pt x="935667" y="1792"/>
                </a:lnTo>
                <a:lnTo>
                  <a:pt x="936715" y="1937"/>
                </a:lnTo>
                <a:lnTo>
                  <a:pt x="937761" y="2087"/>
                </a:lnTo>
                <a:lnTo>
                  <a:pt x="938806" y="2242"/>
                </a:lnTo>
                <a:lnTo>
                  <a:pt x="939848" y="2403"/>
                </a:lnTo>
                <a:lnTo>
                  <a:pt x="940889" y="2569"/>
                </a:lnTo>
                <a:lnTo>
                  <a:pt x="941928" y="2741"/>
                </a:lnTo>
                <a:lnTo>
                  <a:pt x="942965" y="2918"/>
                </a:lnTo>
                <a:lnTo>
                  <a:pt x="944001" y="3101"/>
                </a:lnTo>
                <a:lnTo>
                  <a:pt x="945034" y="3289"/>
                </a:lnTo>
                <a:lnTo>
                  <a:pt x="946066" y="3482"/>
                </a:lnTo>
                <a:lnTo>
                  <a:pt x="947095" y="3680"/>
                </a:lnTo>
                <a:lnTo>
                  <a:pt x="948123" y="3884"/>
                </a:lnTo>
                <a:lnTo>
                  <a:pt x="949149" y="4094"/>
                </a:lnTo>
                <a:lnTo>
                  <a:pt x="950173" y="4308"/>
                </a:lnTo>
                <a:lnTo>
                  <a:pt x="951195" y="4528"/>
                </a:lnTo>
                <a:lnTo>
                  <a:pt x="952215" y="4753"/>
                </a:lnTo>
                <a:lnTo>
                  <a:pt x="953233" y="4983"/>
                </a:lnTo>
                <a:lnTo>
                  <a:pt x="954249" y="5219"/>
                </a:lnTo>
                <a:lnTo>
                  <a:pt x="955263" y="5459"/>
                </a:lnTo>
                <a:lnTo>
                  <a:pt x="956275" y="5705"/>
                </a:lnTo>
                <a:lnTo>
                  <a:pt x="957285" y="5956"/>
                </a:lnTo>
                <a:lnTo>
                  <a:pt x="958293" y="6213"/>
                </a:lnTo>
                <a:lnTo>
                  <a:pt x="959299" y="6474"/>
                </a:lnTo>
                <a:lnTo>
                  <a:pt x="960303" y="6741"/>
                </a:lnTo>
                <a:lnTo>
                  <a:pt x="961304" y="7013"/>
                </a:lnTo>
                <a:lnTo>
                  <a:pt x="962304" y="7289"/>
                </a:lnTo>
                <a:lnTo>
                  <a:pt x="963301" y="7571"/>
                </a:lnTo>
                <a:lnTo>
                  <a:pt x="964296" y="7858"/>
                </a:lnTo>
                <a:lnTo>
                  <a:pt x="965290" y="8150"/>
                </a:lnTo>
                <a:lnTo>
                  <a:pt x="966280" y="8448"/>
                </a:lnTo>
                <a:lnTo>
                  <a:pt x="967269" y="8750"/>
                </a:lnTo>
                <a:lnTo>
                  <a:pt x="968256" y="9057"/>
                </a:lnTo>
                <a:lnTo>
                  <a:pt x="969240" y="9369"/>
                </a:lnTo>
                <a:lnTo>
                  <a:pt x="970222" y="9686"/>
                </a:lnTo>
                <a:lnTo>
                  <a:pt x="971202" y="10009"/>
                </a:lnTo>
                <a:lnTo>
                  <a:pt x="972180" y="10336"/>
                </a:lnTo>
                <a:lnTo>
                  <a:pt x="973155" y="10668"/>
                </a:lnTo>
                <a:lnTo>
                  <a:pt x="974128" y="11005"/>
                </a:lnTo>
                <a:lnTo>
                  <a:pt x="975099" y="11347"/>
                </a:lnTo>
                <a:lnTo>
                  <a:pt x="976067" y="11694"/>
                </a:lnTo>
                <a:lnTo>
                  <a:pt x="977033" y="12045"/>
                </a:lnTo>
                <a:lnTo>
                  <a:pt x="977997" y="12402"/>
                </a:lnTo>
                <a:lnTo>
                  <a:pt x="978958" y="12763"/>
                </a:lnTo>
                <a:lnTo>
                  <a:pt x="979917" y="13130"/>
                </a:lnTo>
                <a:lnTo>
                  <a:pt x="980874" y="13501"/>
                </a:lnTo>
                <a:lnTo>
                  <a:pt x="981828" y="13877"/>
                </a:lnTo>
                <a:lnTo>
                  <a:pt x="982779" y="14258"/>
                </a:lnTo>
                <a:lnTo>
                  <a:pt x="983729" y="14643"/>
                </a:lnTo>
                <a:lnTo>
                  <a:pt x="984675" y="15034"/>
                </a:lnTo>
                <a:lnTo>
                  <a:pt x="985620" y="15429"/>
                </a:lnTo>
                <a:lnTo>
                  <a:pt x="986562" y="15828"/>
                </a:lnTo>
                <a:lnTo>
                  <a:pt x="987501" y="16233"/>
                </a:lnTo>
                <a:lnTo>
                  <a:pt x="988438" y="16642"/>
                </a:lnTo>
                <a:lnTo>
                  <a:pt x="989372" y="17056"/>
                </a:lnTo>
                <a:lnTo>
                  <a:pt x="990304" y="17475"/>
                </a:lnTo>
                <a:lnTo>
                  <a:pt x="991233" y="17898"/>
                </a:lnTo>
                <a:lnTo>
                  <a:pt x="992160" y="18326"/>
                </a:lnTo>
                <a:lnTo>
                  <a:pt x="993084" y="18759"/>
                </a:lnTo>
                <a:lnTo>
                  <a:pt x="994005" y="19196"/>
                </a:lnTo>
                <a:lnTo>
                  <a:pt x="994924" y="19638"/>
                </a:lnTo>
                <a:lnTo>
                  <a:pt x="995840" y="20084"/>
                </a:lnTo>
                <a:lnTo>
                  <a:pt x="996753" y="20535"/>
                </a:lnTo>
                <a:lnTo>
                  <a:pt x="997664" y="20990"/>
                </a:lnTo>
                <a:lnTo>
                  <a:pt x="998572" y="21450"/>
                </a:lnTo>
                <a:lnTo>
                  <a:pt x="999478" y="21915"/>
                </a:lnTo>
                <a:lnTo>
                  <a:pt x="1000381" y="22384"/>
                </a:lnTo>
                <a:lnTo>
                  <a:pt x="1001281" y="22858"/>
                </a:lnTo>
                <a:lnTo>
                  <a:pt x="1002178" y="23336"/>
                </a:lnTo>
                <a:lnTo>
                  <a:pt x="1003072" y="23819"/>
                </a:lnTo>
                <a:lnTo>
                  <a:pt x="1003964" y="24306"/>
                </a:lnTo>
                <a:lnTo>
                  <a:pt x="1004853" y="24797"/>
                </a:lnTo>
                <a:lnTo>
                  <a:pt x="1005739" y="25293"/>
                </a:lnTo>
                <a:lnTo>
                  <a:pt x="1006623" y="25793"/>
                </a:lnTo>
                <a:lnTo>
                  <a:pt x="1007503" y="26298"/>
                </a:lnTo>
                <a:lnTo>
                  <a:pt x="1008381" y="26807"/>
                </a:lnTo>
                <a:lnTo>
                  <a:pt x="1009256" y="27320"/>
                </a:lnTo>
                <a:lnTo>
                  <a:pt x="1010127" y="27838"/>
                </a:lnTo>
                <a:lnTo>
                  <a:pt x="1010997" y="28360"/>
                </a:lnTo>
                <a:lnTo>
                  <a:pt x="1011863" y="28887"/>
                </a:lnTo>
                <a:lnTo>
                  <a:pt x="1012726" y="29418"/>
                </a:lnTo>
                <a:lnTo>
                  <a:pt x="1013586" y="29953"/>
                </a:lnTo>
                <a:lnTo>
                  <a:pt x="1014444" y="30492"/>
                </a:lnTo>
                <a:lnTo>
                  <a:pt x="1015298" y="31036"/>
                </a:lnTo>
                <a:lnTo>
                  <a:pt x="1016149" y="31584"/>
                </a:lnTo>
                <a:lnTo>
                  <a:pt x="1016998" y="32136"/>
                </a:lnTo>
                <a:lnTo>
                  <a:pt x="1017843" y="32692"/>
                </a:lnTo>
                <a:lnTo>
                  <a:pt x="1018685" y="33252"/>
                </a:lnTo>
                <a:lnTo>
                  <a:pt x="1019525" y="33817"/>
                </a:lnTo>
                <a:lnTo>
                  <a:pt x="1020361" y="34386"/>
                </a:lnTo>
                <a:lnTo>
                  <a:pt x="1021194" y="34959"/>
                </a:lnTo>
                <a:lnTo>
                  <a:pt x="1022024" y="35536"/>
                </a:lnTo>
                <a:lnTo>
                  <a:pt x="1022851" y="36118"/>
                </a:lnTo>
                <a:lnTo>
                  <a:pt x="1023675" y="36703"/>
                </a:lnTo>
                <a:lnTo>
                  <a:pt x="1024496" y="37292"/>
                </a:lnTo>
                <a:lnTo>
                  <a:pt x="1025314" y="37886"/>
                </a:lnTo>
                <a:lnTo>
                  <a:pt x="1026128" y="38484"/>
                </a:lnTo>
                <a:lnTo>
                  <a:pt x="1026939" y="39085"/>
                </a:lnTo>
                <a:lnTo>
                  <a:pt x="1027748" y="39691"/>
                </a:lnTo>
                <a:lnTo>
                  <a:pt x="1028552" y="40301"/>
                </a:lnTo>
                <a:lnTo>
                  <a:pt x="1029354" y="40915"/>
                </a:lnTo>
                <a:lnTo>
                  <a:pt x="1030153" y="41533"/>
                </a:lnTo>
                <a:lnTo>
                  <a:pt x="1030948" y="42154"/>
                </a:lnTo>
                <a:lnTo>
                  <a:pt x="1031740" y="42780"/>
                </a:lnTo>
                <a:lnTo>
                  <a:pt x="1032528" y="43410"/>
                </a:lnTo>
                <a:lnTo>
                  <a:pt x="1033314" y="44043"/>
                </a:lnTo>
                <a:lnTo>
                  <a:pt x="1034096" y="44681"/>
                </a:lnTo>
                <a:lnTo>
                  <a:pt x="1034875" y="45322"/>
                </a:lnTo>
                <a:lnTo>
                  <a:pt x="1035650" y="45968"/>
                </a:lnTo>
                <a:lnTo>
                  <a:pt x="1036422" y="46617"/>
                </a:lnTo>
                <a:lnTo>
                  <a:pt x="1037191" y="47270"/>
                </a:lnTo>
                <a:lnTo>
                  <a:pt x="1037956" y="47927"/>
                </a:lnTo>
                <a:lnTo>
                  <a:pt x="1038718" y="48587"/>
                </a:lnTo>
                <a:lnTo>
                  <a:pt x="1039476" y="49252"/>
                </a:lnTo>
                <a:lnTo>
                  <a:pt x="1040232" y="49920"/>
                </a:lnTo>
                <a:lnTo>
                  <a:pt x="1040983" y="50592"/>
                </a:lnTo>
                <a:lnTo>
                  <a:pt x="1041731" y="51268"/>
                </a:lnTo>
                <a:lnTo>
                  <a:pt x="1042476" y="51948"/>
                </a:lnTo>
                <a:lnTo>
                  <a:pt x="1043217" y="52631"/>
                </a:lnTo>
                <a:lnTo>
                  <a:pt x="1043955" y="53319"/>
                </a:lnTo>
                <a:lnTo>
                  <a:pt x="1044689" y="54009"/>
                </a:lnTo>
                <a:lnTo>
                  <a:pt x="1045420" y="54704"/>
                </a:lnTo>
                <a:lnTo>
                  <a:pt x="1046147" y="55402"/>
                </a:lnTo>
                <a:lnTo>
                  <a:pt x="1046871" y="56104"/>
                </a:lnTo>
                <a:lnTo>
                  <a:pt x="1047590" y="56810"/>
                </a:lnTo>
                <a:lnTo>
                  <a:pt x="1048307" y="57519"/>
                </a:lnTo>
                <a:lnTo>
                  <a:pt x="1049020" y="58231"/>
                </a:lnTo>
                <a:lnTo>
                  <a:pt x="1049729" y="58948"/>
                </a:lnTo>
                <a:lnTo>
                  <a:pt x="1050434" y="59668"/>
                </a:lnTo>
                <a:lnTo>
                  <a:pt x="1051136" y="60391"/>
                </a:lnTo>
                <a:lnTo>
                  <a:pt x="1051834" y="61119"/>
                </a:lnTo>
                <a:lnTo>
                  <a:pt x="1052529" y="61849"/>
                </a:lnTo>
                <a:lnTo>
                  <a:pt x="1053220" y="62583"/>
                </a:lnTo>
                <a:lnTo>
                  <a:pt x="1053907" y="63321"/>
                </a:lnTo>
                <a:lnTo>
                  <a:pt x="1054590" y="64062"/>
                </a:lnTo>
                <a:lnTo>
                  <a:pt x="1055270" y="64807"/>
                </a:lnTo>
                <a:lnTo>
                  <a:pt x="1055946" y="65555"/>
                </a:lnTo>
                <a:lnTo>
                  <a:pt x="1056618" y="66307"/>
                </a:lnTo>
                <a:lnTo>
                  <a:pt x="1057286" y="67062"/>
                </a:lnTo>
                <a:lnTo>
                  <a:pt x="1057951" y="67820"/>
                </a:lnTo>
                <a:lnTo>
                  <a:pt x="1058612" y="68582"/>
                </a:lnTo>
                <a:lnTo>
                  <a:pt x="1059268" y="69348"/>
                </a:lnTo>
                <a:lnTo>
                  <a:pt x="1059922" y="70116"/>
                </a:lnTo>
                <a:lnTo>
                  <a:pt x="1060571" y="70888"/>
                </a:lnTo>
                <a:lnTo>
                  <a:pt x="1061216" y="71664"/>
                </a:lnTo>
                <a:lnTo>
                  <a:pt x="1061858" y="72442"/>
                </a:lnTo>
                <a:lnTo>
                  <a:pt x="1062495" y="73225"/>
                </a:lnTo>
                <a:lnTo>
                  <a:pt x="1063129" y="74010"/>
                </a:lnTo>
                <a:lnTo>
                  <a:pt x="1063758" y="74799"/>
                </a:lnTo>
                <a:lnTo>
                  <a:pt x="1064384" y="75591"/>
                </a:lnTo>
                <a:lnTo>
                  <a:pt x="1065006" y="76386"/>
                </a:lnTo>
                <a:lnTo>
                  <a:pt x="1065624" y="77184"/>
                </a:lnTo>
                <a:lnTo>
                  <a:pt x="1066237" y="77986"/>
                </a:lnTo>
                <a:lnTo>
                  <a:pt x="1066847" y="78791"/>
                </a:lnTo>
                <a:lnTo>
                  <a:pt x="1067453" y="79599"/>
                </a:lnTo>
                <a:lnTo>
                  <a:pt x="1068055" y="80410"/>
                </a:lnTo>
                <a:lnTo>
                  <a:pt x="1068652" y="81225"/>
                </a:lnTo>
                <a:lnTo>
                  <a:pt x="1069246" y="82042"/>
                </a:lnTo>
                <a:lnTo>
                  <a:pt x="1069835" y="82863"/>
                </a:lnTo>
                <a:lnTo>
                  <a:pt x="1070421" y="83687"/>
                </a:lnTo>
                <a:lnTo>
                  <a:pt x="1071002" y="84514"/>
                </a:lnTo>
                <a:lnTo>
                  <a:pt x="1071579" y="85344"/>
                </a:lnTo>
                <a:lnTo>
                  <a:pt x="1072152" y="86177"/>
                </a:lnTo>
                <a:lnTo>
                  <a:pt x="1072721" y="87014"/>
                </a:lnTo>
                <a:lnTo>
                  <a:pt x="1073286" y="87853"/>
                </a:lnTo>
                <a:lnTo>
                  <a:pt x="1073846" y="88695"/>
                </a:lnTo>
                <a:lnTo>
                  <a:pt x="1074403" y="89541"/>
                </a:lnTo>
                <a:lnTo>
                  <a:pt x="1074955" y="90389"/>
                </a:lnTo>
                <a:lnTo>
                  <a:pt x="1075503" y="91240"/>
                </a:lnTo>
                <a:lnTo>
                  <a:pt x="1076046" y="92095"/>
                </a:lnTo>
                <a:lnTo>
                  <a:pt x="1076586" y="92952"/>
                </a:lnTo>
                <a:lnTo>
                  <a:pt x="1077121" y="93812"/>
                </a:lnTo>
                <a:lnTo>
                  <a:pt x="1077651" y="94676"/>
                </a:lnTo>
                <a:lnTo>
                  <a:pt x="1078178" y="95542"/>
                </a:lnTo>
                <a:lnTo>
                  <a:pt x="1078700" y="96411"/>
                </a:lnTo>
                <a:lnTo>
                  <a:pt x="1079218" y="97283"/>
                </a:lnTo>
                <a:lnTo>
                  <a:pt x="1079731" y="98158"/>
                </a:lnTo>
                <a:lnTo>
                  <a:pt x="1080240" y="99035"/>
                </a:lnTo>
                <a:lnTo>
                  <a:pt x="1080745" y="99916"/>
                </a:lnTo>
                <a:lnTo>
                  <a:pt x="1081245" y="100799"/>
                </a:lnTo>
                <a:lnTo>
                  <a:pt x="1081741" y="101685"/>
                </a:lnTo>
                <a:lnTo>
                  <a:pt x="1082233" y="102574"/>
                </a:lnTo>
                <a:lnTo>
                  <a:pt x="1082720" y="103466"/>
                </a:lnTo>
                <a:lnTo>
                  <a:pt x="1083202" y="104361"/>
                </a:lnTo>
                <a:lnTo>
                  <a:pt x="1083680" y="105258"/>
                </a:lnTo>
                <a:lnTo>
                  <a:pt x="1084154" y="106158"/>
                </a:lnTo>
                <a:lnTo>
                  <a:pt x="1084623" y="107061"/>
                </a:lnTo>
                <a:lnTo>
                  <a:pt x="1085088" y="107966"/>
                </a:lnTo>
                <a:lnTo>
                  <a:pt x="1085548" y="108874"/>
                </a:lnTo>
                <a:lnTo>
                  <a:pt x="1086003" y="109785"/>
                </a:lnTo>
                <a:lnTo>
                  <a:pt x="1086454" y="110698"/>
                </a:lnTo>
                <a:lnTo>
                  <a:pt x="1086901" y="111615"/>
                </a:lnTo>
                <a:lnTo>
                  <a:pt x="1087343" y="112533"/>
                </a:lnTo>
                <a:lnTo>
                  <a:pt x="1087780" y="113455"/>
                </a:lnTo>
                <a:lnTo>
                  <a:pt x="1088212" y="114379"/>
                </a:lnTo>
                <a:lnTo>
                  <a:pt x="1088640" y="115305"/>
                </a:lnTo>
                <a:lnTo>
                  <a:pt x="1089064" y="116235"/>
                </a:lnTo>
                <a:lnTo>
                  <a:pt x="1089482" y="117166"/>
                </a:lnTo>
                <a:lnTo>
                  <a:pt x="1089896" y="118101"/>
                </a:lnTo>
                <a:lnTo>
                  <a:pt x="1090305" y="119037"/>
                </a:lnTo>
                <a:lnTo>
                  <a:pt x="1090710" y="119977"/>
                </a:lnTo>
                <a:lnTo>
                  <a:pt x="1091110" y="120919"/>
                </a:lnTo>
                <a:lnTo>
                  <a:pt x="1091505" y="121863"/>
                </a:lnTo>
                <a:lnTo>
                  <a:pt x="1091895" y="122810"/>
                </a:lnTo>
                <a:lnTo>
                  <a:pt x="1092281" y="123759"/>
                </a:lnTo>
                <a:lnTo>
                  <a:pt x="1092661" y="124711"/>
                </a:lnTo>
                <a:lnTo>
                  <a:pt x="1093037" y="125665"/>
                </a:lnTo>
                <a:lnTo>
                  <a:pt x="1093409" y="126621"/>
                </a:lnTo>
                <a:lnTo>
                  <a:pt x="1093775" y="127580"/>
                </a:lnTo>
                <a:lnTo>
                  <a:pt x="1094136" y="128542"/>
                </a:lnTo>
                <a:lnTo>
                  <a:pt x="1094493" y="129505"/>
                </a:lnTo>
                <a:lnTo>
                  <a:pt x="1094845" y="130471"/>
                </a:lnTo>
                <a:lnTo>
                  <a:pt x="1095192" y="131440"/>
                </a:lnTo>
                <a:lnTo>
                  <a:pt x="1095533" y="132410"/>
                </a:lnTo>
                <a:lnTo>
                  <a:pt x="1095870" y="133383"/>
                </a:lnTo>
                <a:lnTo>
                  <a:pt x="1096203" y="134359"/>
                </a:lnTo>
                <a:lnTo>
                  <a:pt x="1096530" y="135336"/>
                </a:lnTo>
                <a:lnTo>
                  <a:pt x="1096852" y="136316"/>
                </a:lnTo>
                <a:lnTo>
                  <a:pt x="1097169" y="137298"/>
                </a:lnTo>
                <a:lnTo>
                  <a:pt x="1097481" y="138283"/>
                </a:lnTo>
                <a:lnTo>
                  <a:pt x="1097789" y="139269"/>
                </a:lnTo>
                <a:lnTo>
                  <a:pt x="1098091" y="140258"/>
                </a:lnTo>
                <a:lnTo>
                  <a:pt x="1098388" y="141249"/>
                </a:lnTo>
                <a:lnTo>
                  <a:pt x="1098680" y="142242"/>
                </a:lnTo>
                <a:lnTo>
                  <a:pt x="1098967" y="143237"/>
                </a:lnTo>
                <a:lnTo>
                  <a:pt x="1099249" y="144235"/>
                </a:lnTo>
                <a:lnTo>
                  <a:pt x="1099526" y="145234"/>
                </a:lnTo>
                <a:lnTo>
                  <a:pt x="1099797" y="146236"/>
                </a:lnTo>
                <a:lnTo>
                  <a:pt x="1100064" y="147240"/>
                </a:lnTo>
                <a:lnTo>
                  <a:pt x="1100326" y="148245"/>
                </a:lnTo>
                <a:lnTo>
                  <a:pt x="1100582" y="149253"/>
                </a:lnTo>
                <a:lnTo>
                  <a:pt x="1100833" y="150263"/>
                </a:lnTo>
                <a:lnTo>
                  <a:pt x="1101079" y="151275"/>
                </a:lnTo>
                <a:lnTo>
                  <a:pt x="1101320" y="152289"/>
                </a:lnTo>
                <a:lnTo>
                  <a:pt x="1101555" y="153305"/>
                </a:lnTo>
                <a:lnTo>
                  <a:pt x="1101785" y="154323"/>
                </a:lnTo>
                <a:lnTo>
                  <a:pt x="1102010" y="155343"/>
                </a:lnTo>
                <a:lnTo>
                  <a:pt x="1102230" y="156365"/>
                </a:lnTo>
                <a:lnTo>
                  <a:pt x="1102445" y="157389"/>
                </a:lnTo>
                <a:lnTo>
                  <a:pt x="1102654" y="158415"/>
                </a:lnTo>
                <a:lnTo>
                  <a:pt x="1102858" y="159443"/>
                </a:lnTo>
                <a:lnTo>
                  <a:pt x="1103056" y="160473"/>
                </a:lnTo>
                <a:lnTo>
                  <a:pt x="1103250" y="161504"/>
                </a:lnTo>
                <a:lnTo>
                  <a:pt x="1103438" y="162538"/>
                </a:lnTo>
                <a:lnTo>
                  <a:pt x="1103620" y="163573"/>
                </a:lnTo>
                <a:lnTo>
                  <a:pt x="1103797" y="164610"/>
                </a:lnTo>
                <a:lnTo>
                  <a:pt x="1103969" y="165649"/>
                </a:lnTo>
                <a:lnTo>
                  <a:pt x="1104135" y="166690"/>
                </a:lnTo>
                <a:lnTo>
                  <a:pt x="1104296" y="167733"/>
                </a:lnTo>
                <a:lnTo>
                  <a:pt x="1104452" y="168777"/>
                </a:lnTo>
                <a:lnTo>
                  <a:pt x="1104602" y="169823"/>
                </a:lnTo>
                <a:lnTo>
                  <a:pt x="1104746" y="170871"/>
                </a:lnTo>
                <a:lnTo>
                  <a:pt x="1104885" y="171921"/>
                </a:lnTo>
                <a:lnTo>
                  <a:pt x="1105019" y="172972"/>
                </a:lnTo>
                <a:lnTo>
                  <a:pt x="1105147" y="174025"/>
                </a:lnTo>
                <a:lnTo>
                  <a:pt x="1105269" y="175080"/>
                </a:lnTo>
                <a:lnTo>
                  <a:pt x="1105386" y="176137"/>
                </a:lnTo>
                <a:lnTo>
                  <a:pt x="1105498" y="177195"/>
                </a:lnTo>
                <a:lnTo>
                  <a:pt x="1105604" y="178255"/>
                </a:lnTo>
                <a:lnTo>
                  <a:pt x="1105704" y="179316"/>
                </a:lnTo>
                <a:lnTo>
                  <a:pt x="1105799" y="180379"/>
                </a:lnTo>
                <a:lnTo>
                  <a:pt x="1105888" y="181444"/>
                </a:lnTo>
                <a:lnTo>
                  <a:pt x="1105971" y="182510"/>
                </a:lnTo>
                <a:lnTo>
                  <a:pt x="1106049" y="183578"/>
                </a:lnTo>
                <a:lnTo>
                  <a:pt x="1106121" y="184647"/>
                </a:lnTo>
                <a:lnTo>
                  <a:pt x="1106187" y="185718"/>
                </a:lnTo>
                <a:lnTo>
                  <a:pt x="1106248" y="186791"/>
                </a:lnTo>
                <a:lnTo>
                  <a:pt x="1106303" y="187865"/>
                </a:lnTo>
                <a:lnTo>
                  <a:pt x="1106352" y="188940"/>
                </a:lnTo>
                <a:lnTo>
                  <a:pt x="1106396" y="190017"/>
                </a:lnTo>
                <a:lnTo>
                  <a:pt x="1106433" y="191096"/>
                </a:lnTo>
                <a:lnTo>
                  <a:pt x="1106465" y="192175"/>
                </a:lnTo>
                <a:lnTo>
                  <a:pt x="1106492" y="193257"/>
                </a:lnTo>
                <a:lnTo>
                  <a:pt x="1106512" y="194340"/>
                </a:lnTo>
                <a:lnTo>
                  <a:pt x="1106527" y="195424"/>
                </a:lnTo>
                <a:lnTo>
                  <a:pt x="1106535" y="196509"/>
                </a:lnTo>
                <a:lnTo>
                  <a:pt x="1106538" y="197596"/>
                </a:lnTo>
                <a:lnTo>
                  <a:pt x="1106538" y="592788"/>
                </a:lnTo>
                <a:lnTo>
                  <a:pt x="1106535" y="593875"/>
                </a:lnTo>
                <a:lnTo>
                  <a:pt x="1106527" y="594961"/>
                </a:lnTo>
                <a:lnTo>
                  <a:pt x="1106512" y="596045"/>
                </a:lnTo>
                <a:lnTo>
                  <a:pt x="1106492" y="597128"/>
                </a:lnTo>
                <a:lnTo>
                  <a:pt x="1106465" y="598209"/>
                </a:lnTo>
                <a:lnTo>
                  <a:pt x="1106433" y="599289"/>
                </a:lnTo>
                <a:lnTo>
                  <a:pt x="1106396" y="600368"/>
                </a:lnTo>
                <a:lnTo>
                  <a:pt x="1106352" y="601445"/>
                </a:lnTo>
                <a:lnTo>
                  <a:pt x="1106303" y="602520"/>
                </a:lnTo>
                <a:lnTo>
                  <a:pt x="1106248" y="603594"/>
                </a:lnTo>
                <a:lnTo>
                  <a:pt x="1106187" y="604667"/>
                </a:lnTo>
                <a:lnTo>
                  <a:pt x="1106121" y="605738"/>
                </a:lnTo>
                <a:lnTo>
                  <a:pt x="1106049" y="606807"/>
                </a:lnTo>
                <a:lnTo>
                  <a:pt x="1105971" y="607875"/>
                </a:lnTo>
                <a:lnTo>
                  <a:pt x="1105888" y="608941"/>
                </a:lnTo>
                <a:lnTo>
                  <a:pt x="1105799" y="610006"/>
                </a:lnTo>
                <a:lnTo>
                  <a:pt x="1105704" y="611069"/>
                </a:lnTo>
                <a:lnTo>
                  <a:pt x="1105604" y="612130"/>
                </a:lnTo>
                <a:lnTo>
                  <a:pt x="1105498" y="613190"/>
                </a:lnTo>
                <a:lnTo>
                  <a:pt x="1105386" y="614248"/>
                </a:lnTo>
                <a:lnTo>
                  <a:pt x="1105269" y="615305"/>
                </a:lnTo>
                <a:lnTo>
                  <a:pt x="1105147" y="616360"/>
                </a:lnTo>
                <a:lnTo>
                  <a:pt x="1105019" y="617413"/>
                </a:lnTo>
                <a:lnTo>
                  <a:pt x="1104885" y="618464"/>
                </a:lnTo>
                <a:lnTo>
                  <a:pt x="1104746" y="619514"/>
                </a:lnTo>
                <a:lnTo>
                  <a:pt x="1104602" y="620562"/>
                </a:lnTo>
                <a:lnTo>
                  <a:pt x="1104452" y="621608"/>
                </a:lnTo>
                <a:lnTo>
                  <a:pt x="1104296" y="622652"/>
                </a:lnTo>
                <a:lnTo>
                  <a:pt x="1104135" y="623695"/>
                </a:lnTo>
                <a:lnTo>
                  <a:pt x="1103969" y="624736"/>
                </a:lnTo>
                <a:lnTo>
                  <a:pt x="1103797" y="625775"/>
                </a:lnTo>
                <a:lnTo>
                  <a:pt x="1103620" y="626812"/>
                </a:lnTo>
                <a:lnTo>
                  <a:pt x="1103438" y="627847"/>
                </a:lnTo>
                <a:lnTo>
                  <a:pt x="1103250" y="628881"/>
                </a:lnTo>
                <a:lnTo>
                  <a:pt x="1103056" y="629912"/>
                </a:lnTo>
                <a:lnTo>
                  <a:pt x="1102858" y="630942"/>
                </a:lnTo>
                <a:lnTo>
                  <a:pt x="1102654" y="631970"/>
                </a:lnTo>
                <a:lnTo>
                  <a:pt x="1102445" y="632995"/>
                </a:lnTo>
                <a:lnTo>
                  <a:pt x="1102230" y="634019"/>
                </a:lnTo>
                <a:lnTo>
                  <a:pt x="1102010" y="635041"/>
                </a:lnTo>
                <a:lnTo>
                  <a:pt x="1101785" y="636061"/>
                </a:lnTo>
                <a:lnTo>
                  <a:pt x="1101555" y="637079"/>
                </a:lnTo>
                <a:lnTo>
                  <a:pt x="1101320" y="638095"/>
                </a:lnTo>
                <a:lnTo>
                  <a:pt x="1101079" y="639110"/>
                </a:lnTo>
                <a:lnTo>
                  <a:pt x="1100833" y="640122"/>
                </a:lnTo>
                <a:lnTo>
                  <a:pt x="1100582" y="641131"/>
                </a:lnTo>
                <a:lnTo>
                  <a:pt x="1100326" y="642139"/>
                </a:lnTo>
                <a:lnTo>
                  <a:pt x="1100064" y="643145"/>
                </a:lnTo>
                <a:lnTo>
                  <a:pt x="1099797" y="644149"/>
                </a:lnTo>
                <a:lnTo>
                  <a:pt x="1099526" y="645151"/>
                </a:lnTo>
                <a:lnTo>
                  <a:pt x="1099249" y="646150"/>
                </a:lnTo>
                <a:lnTo>
                  <a:pt x="1098967" y="647148"/>
                </a:lnTo>
                <a:lnTo>
                  <a:pt x="1098680" y="648143"/>
                </a:lnTo>
                <a:lnTo>
                  <a:pt x="1098388" y="649136"/>
                </a:lnTo>
                <a:lnTo>
                  <a:pt x="1098091" y="650127"/>
                </a:lnTo>
                <a:lnTo>
                  <a:pt x="1097789" y="651116"/>
                </a:lnTo>
                <a:lnTo>
                  <a:pt x="1097481" y="652102"/>
                </a:lnTo>
                <a:lnTo>
                  <a:pt x="1097169" y="653087"/>
                </a:lnTo>
                <a:lnTo>
                  <a:pt x="1096852" y="654069"/>
                </a:lnTo>
                <a:lnTo>
                  <a:pt x="1096530" y="655048"/>
                </a:lnTo>
                <a:lnTo>
                  <a:pt x="1096203" y="656026"/>
                </a:lnTo>
                <a:lnTo>
                  <a:pt x="1095870" y="657001"/>
                </a:lnTo>
                <a:lnTo>
                  <a:pt x="1095533" y="657974"/>
                </a:lnTo>
                <a:lnTo>
                  <a:pt x="1095192" y="658945"/>
                </a:lnTo>
                <a:lnTo>
                  <a:pt x="1094845" y="659913"/>
                </a:lnTo>
                <a:lnTo>
                  <a:pt x="1094493" y="660879"/>
                </a:lnTo>
                <a:lnTo>
                  <a:pt x="1094136" y="661843"/>
                </a:lnTo>
                <a:lnTo>
                  <a:pt x="1093775" y="662804"/>
                </a:lnTo>
                <a:lnTo>
                  <a:pt x="1093409" y="663763"/>
                </a:lnTo>
                <a:lnTo>
                  <a:pt x="1093037" y="664720"/>
                </a:lnTo>
                <a:lnTo>
                  <a:pt x="1092661" y="665674"/>
                </a:lnTo>
                <a:lnTo>
                  <a:pt x="1092281" y="666626"/>
                </a:lnTo>
                <a:lnTo>
                  <a:pt x="1091895" y="667575"/>
                </a:lnTo>
                <a:lnTo>
                  <a:pt x="1091505" y="668522"/>
                </a:lnTo>
                <a:lnTo>
                  <a:pt x="1091110" y="669466"/>
                </a:lnTo>
                <a:lnTo>
                  <a:pt x="1090710" y="670408"/>
                </a:lnTo>
                <a:lnTo>
                  <a:pt x="1090305" y="671347"/>
                </a:lnTo>
                <a:lnTo>
                  <a:pt x="1089896" y="672284"/>
                </a:lnTo>
                <a:lnTo>
                  <a:pt x="1089482" y="673218"/>
                </a:lnTo>
                <a:lnTo>
                  <a:pt x="1089064" y="674150"/>
                </a:lnTo>
                <a:lnTo>
                  <a:pt x="1088640" y="675079"/>
                </a:lnTo>
                <a:lnTo>
                  <a:pt x="1088212" y="676006"/>
                </a:lnTo>
                <a:lnTo>
                  <a:pt x="1087780" y="676930"/>
                </a:lnTo>
                <a:lnTo>
                  <a:pt x="1087343" y="677851"/>
                </a:lnTo>
                <a:lnTo>
                  <a:pt x="1086901" y="678770"/>
                </a:lnTo>
                <a:lnTo>
                  <a:pt x="1086454" y="679686"/>
                </a:lnTo>
                <a:lnTo>
                  <a:pt x="1086003" y="680600"/>
                </a:lnTo>
                <a:lnTo>
                  <a:pt x="1085548" y="681511"/>
                </a:lnTo>
                <a:lnTo>
                  <a:pt x="1085088" y="682419"/>
                </a:lnTo>
                <a:lnTo>
                  <a:pt x="1084623" y="683324"/>
                </a:lnTo>
                <a:lnTo>
                  <a:pt x="1084154" y="684227"/>
                </a:lnTo>
                <a:lnTo>
                  <a:pt x="1083680" y="685127"/>
                </a:lnTo>
                <a:lnTo>
                  <a:pt x="1083202" y="686024"/>
                </a:lnTo>
                <a:lnTo>
                  <a:pt x="1082720" y="686919"/>
                </a:lnTo>
                <a:lnTo>
                  <a:pt x="1082233" y="687810"/>
                </a:lnTo>
                <a:lnTo>
                  <a:pt x="1081741" y="688699"/>
                </a:lnTo>
                <a:lnTo>
                  <a:pt x="1081245" y="689586"/>
                </a:lnTo>
                <a:lnTo>
                  <a:pt x="1080745" y="690469"/>
                </a:lnTo>
                <a:lnTo>
                  <a:pt x="1080240" y="691349"/>
                </a:lnTo>
                <a:lnTo>
                  <a:pt x="1079731" y="692227"/>
                </a:lnTo>
                <a:lnTo>
                  <a:pt x="1079218" y="693102"/>
                </a:lnTo>
                <a:lnTo>
                  <a:pt x="1078700" y="693974"/>
                </a:lnTo>
                <a:lnTo>
                  <a:pt x="1078178" y="694843"/>
                </a:lnTo>
                <a:lnTo>
                  <a:pt x="1077651" y="695709"/>
                </a:lnTo>
                <a:lnTo>
                  <a:pt x="1077121" y="696572"/>
                </a:lnTo>
                <a:lnTo>
                  <a:pt x="1076586" y="697433"/>
                </a:lnTo>
                <a:lnTo>
                  <a:pt x="1076046" y="698290"/>
                </a:lnTo>
                <a:lnTo>
                  <a:pt x="1075503" y="699144"/>
                </a:lnTo>
                <a:lnTo>
                  <a:pt x="1074955" y="699996"/>
                </a:lnTo>
                <a:lnTo>
                  <a:pt x="1074403" y="700844"/>
                </a:lnTo>
                <a:lnTo>
                  <a:pt x="1073846" y="701689"/>
                </a:lnTo>
                <a:lnTo>
                  <a:pt x="1073286" y="702532"/>
                </a:lnTo>
                <a:lnTo>
                  <a:pt x="1072721" y="703371"/>
                </a:lnTo>
                <a:lnTo>
                  <a:pt x="1072152" y="704207"/>
                </a:lnTo>
                <a:lnTo>
                  <a:pt x="1071579" y="705041"/>
                </a:lnTo>
                <a:lnTo>
                  <a:pt x="1071002" y="705871"/>
                </a:lnTo>
                <a:lnTo>
                  <a:pt x="1070421" y="706698"/>
                </a:lnTo>
                <a:lnTo>
                  <a:pt x="1069835" y="707522"/>
                </a:lnTo>
                <a:lnTo>
                  <a:pt x="1069246" y="708342"/>
                </a:lnTo>
                <a:lnTo>
                  <a:pt x="1068652" y="709160"/>
                </a:lnTo>
                <a:lnTo>
                  <a:pt x="1068055" y="709975"/>
                </a:lnTo>
                <a:lnTo>
                  <a:pt x="1067453" y="710786"/>
                </a:lnTo>
                <a:lnTo>
                  <a:pt x="1066847" y="711594"/>
                </a:lnTo>
                <a:lnTo>
                  <a:pt x="1066237" y="712399"/>
                </a:lnTo>
                <a:lnTo>
                  <a:pt x="1065624" y="713201"/>
                </a:lnTo>
                <a:lnTo>
                  <a:pt x="1065006" y="713999"/>
                </a:lnTo>
                <a:lnTo>
                  <a:pt x="1064384" y="714794"/>
                </a:lnTo>
                <a:lnTo>
                  <a:pt x="1063758" y="715586"/>
                </a:lnTo>
                <a:lnTo>
                  <a:pt x="1063129" y="716375"/>
                </a:lnTo>
                <a:lnTo>
                  <a:pt x="1062495" y="717160"/>
                </a:lnTo>
                <a:lnTo>
                  <a:pt x="1061858" y="717942"/>
                </a:lnTo>
                <a:lnTo>
                  <a:pt x="1061216" y="718721"/>
                </a:lnTo>
                <a:lnTo>
                  <a:pt x="1060571" y="719496"/>
                </a:lnTo>
                <a:lnTo>
                  <a:pt x="1059922" y="720268"/>
                </a:lnTo>
                <a:lnTo>
                  <a:pt x="1059268" y="721037"/>
                </a:lnTo>
                <a:lnTo>
                  <a:pt x="1058612" y="721802"/>
                </a:lnTo>
                <a:lnTo>
                  <a:pt x="1057951" y="722564"/>
                </a:lnTo>
                <a:lnTo>
                  <a:pt x="1057286" y="723323"/>
                </a:lnTo>
                <a:lnTo>
                  <a:pt x="1056618" y="724078"/>
                </a:lnTo>
                <a:lnTo>
                  <a:pt x="1055946" y="724830"/>
                </a:lnTo>
                <a:lnTo>
                  <a:pt x="1055270" y="725578"/>
                </a:lnTo>
                <a:lnTo>
                  <a:pt x="1054590" y="726322"/>
                </a:lnTo>
                <a:lnTo>
                  <a:pt x="1053907" y="727064"/>
                </a:lnTo>
                <a:lnTo>
                  <a:pt x="1053220" y="727801"/>
                </a:lnTo>
                <a:lnTo>
                  <a:pt x="1052529" y="728536"/>
                </a:lnTo>
                <a:lnTo>
                  <a:pt x="1051834" y="729266"/>
                </a:lnTo>
                <a:lnTo>
                  <a:pt x="1051136" y="729993"/>
                </a:lnTo>
                <a:lnTo>
                  <a:pt x="1050434" y="730717"/>
                </a:lnTo>
                <a:lnTo>
                  <a:pt x="1049729" y="731437"/>
                </a:lnTo>
                <a:lnTo>
                  <a:pt x="1049020" y="732153"/>
                </a:lnTo>
                <a:lnTo>
                  <a:pt x="1048307" y="732866"/>
                </a:lnTo>
                <a:lnTo>
                  <a:pt x="1047590" y="733575"/>
                </a:lnTo>
                <a:lnTo>
                  <a:pt x="1046871" y="734281"/>
                </a:lnTo>
                <a:lnTo>
                  <a:pt x="1046147" y="734983"/>
                </a:lnTo>
                <a:lnTo>
                  <a:pt x="1045420" y="735681"/>
                </a:lnTo>
                <a:lnTo>
                  <a:pt x="1044689" y="736375"/>
                </a:lnTo>
                <a:lnTo>
                  <a:pt x="1043955" y="737066"/>
                </a:lnTo>
                <a:lnTo>
                  <a:pt x="1043217" y="737753"/>
                </a:lnTo>
                <a:lnTo>
                  <a:pt x="1042476" y="738437"/>
                </a:lnTo>
                <a:lnTo>
                  <a:pt x="1041731" y="739116"/>
                </a:lnTo>
                <a:lnTo>
                  <a:pt x="1040983" y="739792"/>
                </a:lnTo>
                <a:lnTo>
                  <a:pt x="1040232" y="740464"/>
                </a:lnTo>
                <a:lnTo>
                  <a:pt x="1039476" y="741133"/>
                </a:lnTo>
                <a:lnTo>
                  <a:pt x="1038718" y="741797"/>
                </a:lnTo>
                <a:lnTo>
                  <a:pt x="1037956" y="742458"/>
                </a:lnTo>
                <a:lnTo>
                  <a:pt x="1037191" y="743115"/>
                </a:lnTo>
                <a:lnTo>
                  <a:pt x="1036422" y="743768"/>
                </a:lnTo>
                <a:lnTo>
                  <a:pt x="1035650" y="744417"/>
                </a:lnTo>
                <a:lnTo>
                  <a:pt x="1034875" y="745062"/>
                </a:lnTo>
                <a:lnTo>
                  <a:pt x="1034096" y="745704"/>
                </a:lnTo>
                <a:lnTo>
                  <a:pt x="1033314" y="746341"/>
                </a:lnTo>
                <a:lnTo>
                  <a:pt x="1032528" y="746975"/>
                </a:lnTo>
                <a:lnTo>
                  <a:pt x="1031740" y="747605"/>
                </a:lnTo>
                <a:lnTo>
                  <a:pt x="1030948" y="748230"/>
                </a:lnTo>
                <a:lnTo>
                  <a:pt x="1030153" y="748852"/>
                </a:lnTo>
                <a:lnTo>
                  <a:pt x="1029354" y="749470"/>
                </a:lnTo>
                <a:lnTo>
                  <a:pt x="1028552" y="750084"/>
                </a:lnTo>
                <a:lnTo>
                  <a:pt x="1027748" y="750693"/>
                </a:lnTo>
                <a:lnTo>
                  <a:pt x="1026939" y="751299"/>
                </a:lnTo>
                <a:lnTo>
                  <a:pt x="1026128" y="751901"/>
                </a:lnTo>
                <a:lnTo>
                  <a:pt x="1025314" y="752499"/>
                </a:lnTo>
                <a:lnTo>
                  <a:pt x="1024496" y="753092"/>
                </a:lnTo>
                <a:lnTo>
                  <a:pt x="1023675" y="753682"/>
                </a:lnTo>
                <a:lnTo>
                  <a:pt x="1022851" y="754267"/>
                </a:lnTo>
                <a:lnTo>
                  <a:pt x="1022024" y="754848"/>
                </a:lnTo>
                <a:lnTo>
                  <a:pt x="1021194" y="755426"/>
                </a:lnTo>
                <a:lnTo>
                  <a:pt x="1020361" y="755999"/>
                </a:lnTo>
                <a:lnTo>
                  <a:pt x="1019525" y="756568"/>
                </a:lnTo>
                <a:lnTo>
                  <a:pt x="1018685" y="757132"/>
                </a:lnTo>
                <a:lnTo>
                  <a:pt x="1017843" y="757693"/>
                </a:lnTo>
                <a:lnTo>
                  <a:pt x="1016998" y="758249"/>
                </a:lnTo>
                <a:lnTo>
                  <a:pt x="1016149" y="758801"/>
                </a:lnTo>
                <a:lnTo>
                  <a:pt x="1015298" y="759349"/>
                </a:lnTo>
                <a:lnTo>
                  <a:pt x="1014444" y="759893"/>
                </a:lnTo>
                <a:lnTo>
                  <a:pt x="1013586" y="760432"/>
                </a:lnTo>
                <a:lnTo>
                  <a:pt x="1012726" y="760967"/>
                </a:lnTo>
                <a:lnTo>
                  <a:pt x="1011863" y="761498"/>
                </a:lnTo>
                <a:lnTo>
                  <a:pt x="1010997" y="762024"/>
                </a:lnTo>
                <a:lnTo>
                  <a:pt x="1010127" y="762546"/>
                </a:lnTo>
                <a:lnTo>
                  <a:pt x="1009256" y="763064"/>
                </a:lnTo>
                <a:lnTo>
                  <a:pt x="1008381" y="763578"/>
                </a:lnTo>
                <a:lnTo>
                  <a:pt x="1007503" y="764087"/>
                </a:lnTo>
                <a:lnTo>
                  <a:pt x="1006623" y="764591"/>
                </a:lnTo>
                <a:lnTo>
                  <a:pt x="1005739" y="765092"/>
                </a:lnTo>
                <a:lnTo>
                  <a:pt x="1004853" y="765588"/>
                </a:lnTo>
                <a:lnTo>
                  <a:pt x="1003964" y="766079"/>
                </a:lnTo>
                <a:lnTo>
                  <a:pt x="1003072" y="766566"/>
                </a:lnTo>
                <a:lnTo>
                  <a:pt x="1002178" y="767049"/>
                </a:lnTo>
                <a:lnTo>
                  <a:pt x="1001281" y="767527"/>
                </a:lnTo>
                <a:lnTo>
                  <a:pt x="1000381" y="768000"/>
                </a:lnTo>
                <a:lnTo>
                  <a:pt x="999478" y="768470"/>
                </a:lnTo>
                <a:lnTo>
                  <a:pt x="998572" y="768934"/>
                </a:lnTo>
                <a:lnTo>
                  <a:pt x="997664" y="769394"/>
                </a:lnTo>
                <a:lnTo>
                  <a:pt x="996753" y="769850"/>
                </a:lnTo>
                <a:lnTo>
                  <a:pt x="995840" y="770301"/>
                </a:lnTo>
                <a:lnTo>
                  <a:pt x="994924" y="770747"/>
                </a:lnTo>
                <a:lnTo>
                  <a:pt x="994005" y="771189"/>
                </a:lnTo>
                <a:lnTo>
                  <a:pt x="993084" y="771626"/>
                </a:lnTo>
                <a:lnTo>
                  <a:pt x="992160" y="772059"/>
                </a:lnTo>
                <a:lnTo>
                  <a:pt x="991233" y="772487"/>
                </a:lnTo>
                <a:lnTo>
                  <a:pt x="990304" y="772910"/>
                </a:lnTo>
                <a:lnTo>
                  <a:pt x="989372" y="773329"/>
                </a:lnTo>
                <a:lnTo>
                  <a:pt x="988438" y="773742"/>
                </a:lnTo>
                <a:lnTo>
                  <a:pt x="987501" y="774152"/>
                </a:lnTo>
                <a:lnTo>
                  <a:pt x="986562" y="774556"/>
                </a:lnTo>
                <a:lnTo>
                  <a:pt x="985620" y="774956"/>
                </a:lnTo>
                <a:lnTo>
                  <a:pt x="984675" y="775351"/>
                </a:lnTo>
                <a:lnTo>
                  <a:pt x="983729" y="775741"/>
                </a:lnTo>
                <a:lnTo>
                  <a:pt x="982779" y="776127"/>
                </a:lnTo>
                <a:lnTo>
                  <a:pt x="981828" y="776508"/>
                </a:lnTo>
                <a:lnTo>
                  <a:pt x="980874" y="776884"/>
                </a:lnTo>
                <a:lnTo>
                  <a:pt x="979917" y="777255"/>
                </a:lnTo>
                <a:lnTo>
                  <a:pt x="978958" y="777621"/>
                </a:lnTo>
                <a:lnTo>
                  <a:pt x="977997" y="777983"/>
                </a:lnTo>
                <a:lnTo>
                  <a:pt x="977033" y="778339"/>
                </a:lnTo>
                <a:lnTo>
                  <a:pt x="976067" y="778691"/>
                </a:lnTo>
                <a:lnTo>
                  <a:pt x="975099" y="779038"/>
                </a:lnTo>
                <a:lnTo>
                  <a:pt x="974128" y="779380"/>
                </a:lnTo>
                <a:lnTo>
                  <a:pt x="973155" y="779717"/>
                </a:lnTo>
                <a:lnTo>
                  <a:pt x="972180" y="780049"/>
                </a:lnTo>
                <a:lnTo>
                  <a:pt x="971202" y="780376"/>
                </a:lnTo>
                <a:lnTo>
                  <a:pt x="970222" y="780698"/>
                </a:lnTo>
                <a:lnTo>
                  <a:pt x="969240" y="781015"/>
                </a:lnTo>
                <a:lnTo>
                  <a:pt x="968256" y="781328"/>
                </a:lnTo>
                <a:lnTo>
                  <a:pt x="967269" y="781635"/>
                </a:lnTo>
                <a:lnTo>
                  <a:pt x="966280" y="781937"/>
                </a:lnTo>
                <a:lnTo>
                  <a:pt x="965290" y="782234"/>
                </a:lnTo>
                <a:lnTo>
                  <a:pt x="964296" y="782526"/>
                </a:lnTo>
                <a:lnTo>
                  <a:pt x="963301" y="782813"/>
                </a:lnTo>
                <a:lnTo>
                  <a:pt x="962304" y="783095"/>
                </a:lnTo>
                <a:lnTo>
                  <a:pt x="961304" y="783372"/>
                </a:lnTo>
                <a:lnTo>
                  <a:pt x="960303" y="783644"/>
                </a:lnTo>
                <a:lnTo>
                  <a:pt x="959299" y="783910"/>
                </a:lnTo>
                <a:lnTo>
                  <a:pt x="958293" y="784172"/>
                </a:lnTo>
                <a:lnTo>
                  <a:pt x="957285" y="784428"/>
                </a:lnTo>
                <a:lnTo>
                  <a:pt x="956275" y="784679"/>
                </a:lnTo>
                <a:lnTo>
                  <a:pt x="955263" y="784925"/>
                </a:lnTo>
                <a:lnTo>
                  <a:pt x="954249" y="785166"/>
                </a:lnTo>
                <a:lnTo>
                  <a:pt x="953233" y="785401"/>
                </a:lnTo>
                <a:lnTo>
                  <a:pt x="952215" y="785632"/>
                </a:lnTo>
                <a:lnTo>
                  <a:pt x="951195" y="785857"/>
                </a:lnTo>
                <a:lnTo>
                  <a:pt x="950173" y="786077"/>
                </a:lnTo>
                <a:lnTo>
                  <a:pt x="949149" y="786291"/>
                </a:lnTo>
                <a:lnTo>
                  <a:pt x="948123" y="786500"/>
                </a:lnTo>
                <a:lnTo>
                  <a:pt x="947095" y="786704"/>
                </a:lnTo>
                <a:lnTo>
                  <a:pt x="946066" y="786903"/>
                </a:lnTo>
                <a:lnTo>
                  <a:pt x="945034" y="787096"/>
                </a:lnTo>
                <a:lnTo>
                  <a:pt x="944001" y="787284"/>
                </a:lnTo>
                <a:lnTo>
                  <a:pt x="942965" y="787466"/>
                </a:lnTo>
                <a:lnTo>
                  <a:pt x="941928" y="787644"/>
                </a:lnTo>
                <a:lnTo>
                  <a:pt x="940889" y="787815"/>
                </a:lnTo>
                <a:lnTo>
                  <a:pt x="939848" y="787982"/>
                </a:lnTo>
                <a:lnTo>
                  <a:pt x="938806" y="788143"/>
                </a:lnTo>
                <a:lnTo>
                  <a:pt x="937761" y="788298"/>
                </a:lnTo>
                <a:lnTo>
                  <a:pt x="936715" y="788448"/>
                </a:lnTo>
                <a:lnTo>
                  <a:pt x="935667" y="788593"/>
                </a:lnTo>
                <a:lnTo>
                  <a:pt x="934618" y="788732"/>
                </a:lnTo>
                <a:lnTo>
                  <a:pt x="933566" y="788865"/>
                </a:lnTo>
                <a:lnTo>
                  <a:pt x="932513" y="788993"/>
                </a:lnTo>
                <a:lnTo>
                  <a:pt x="931458" y="789116"/>
                </a:lnTo>
                <a:lnTo>
                  <a:pt x="930402" y="789233"/>
                </a:lnTo>
                <a:lnTo>
                  <a:pt x="929344" y="789344"/>
                </a:lnTo>
                <a:lnTo>
                  <a:pt x="928284" y="789450"/>
                </a:lnTo>
                <a:lnTo>
                  <a:pt x="927222" y="789550"/>
                </a:lnTo>
                <a:lnTo>
                  <a:pt x="926159" y="789645"/>
                </a:lnTo>
                <a:lnTo>
                  <a:pt x="925095" y="789734"/>
                </a:lnTo>
                <a:lnTo>
                  <a:pt x="924028" y="789817"/>
                </a:lnTo>
                <a:lnTo>
                  <a:pt x="922961" y="789895"/>
                </a:lnTo>
                <a:lnTo>
                  <a:pt x="921891" y="789967"/>
                </a:lnTo>
                <a:lnTo>
                  <a:pt x="920820" y="790033"/>
                </a:lnTo>
                <a:lnTo>
                  <a:pt x="919748" y="790094"/>
                </a:lnTo>
                <a:lnTo>
                  <a:pt x="918674" y="790149"/>
                </a:lnTo>
                <a:lnTo>
                  <a:pt x="917598" y="790198"/>
                </a:lnTo>
                <a:lnTo>
                  <a:pt x="916521" y="790242"/>
                </a:lnTo>
                <a:lnTo>
                  <a:pt x="915443" y="790280"/>
                </a:lnTo>
                <a:lnTo>
                  <a:pt x="914363" y="790312"/>
                </a:lnTo>
                <a:lnTo>
                  <a:pt x="913281" y="790338"/>
                </a:lnTo>
                <a:lnTo>
                  <a:pt x="912199" y="790358"/>
                </a:lnTo>
                <a:lnTo>
                  <a:pt x="911114" y="790373"/>
                </a:lnTo>
                <a:lnTo>
                  <a:pt x="910029" y="790382"/>
                </a:lnTo>
                <a:lnTo>
                  <a:pt x="908942" y="790385"/>
                </a:lnTo>
                <a:lnTo>
                  <a:pt x="197596" y="790385"/>
                </a:lnTo>
                <a:lnTo>
                  <a:pt x="196509" y="790382"/>
                </a:lnTo>
                <a:lnTo>
                  <a:pt x="195424" y="790373"/>
                </a:lnTo>
                <a:lnTo>
                  <a:pt x="194340" y="790358"/>
                </a:lnTo>
                <a:lnTo>
                  <a:pt x="193257" y="790338"/>
                </a:lnTo>
                <a:lnTo>
                  <a:pt x="192175" y="790312"/>
                </a:lnTo>
                <a:lnTo>
                  <a:pt x="191096" y="790280"/>
                </a:lnTo>
                <a:lnTo>
                  <a:pt x="190017" y="790242"/>
                </a:lnTo>
                <a:lnTo>
                  <a:pt x="188940" y="790198"/>
                </a:lnTo>
                <a:lnTo>
                  <a:pt x="187865" y="790149"/>
                </a:lnTo>
                <a:lnTo>
                  <a:pt x="186791" y="790094"/>
                </a:lnTo>
                <a:lnTo>
                  <a:pt x="185718" y="790033"/>
                </a:lnTo>
                <a:lnTo>
                  <a:pt x="184647" y="789967"/>
                </a:lnTo>
                <a:lnTo>
                  <a:pt x="183578" y="789895"/>
                </a:lnTo>
                <a:lnTo>
                  <a:pt x="182510" y="789817"/>
                </a:lnTo>
                <a:lnTo>
                  <a:pt x="181444" y="789734"/>
                </a:lnTo>
                <a:lnTo>
                  <a:pt x="180379" y="789645"/>
                </a:lnTo>
                <a:lnTo>
                  <a:pt x="179316" y="789550"/>
                </a:lnTo>
                <a:lnTo>
                  <a:pt x="178254" y="789450"/>
                </a:lnTo>
                <a:lnTo>
                  <a:pt x="177195" y="789344"/>
                </a:lnTo>
                <a:lnTo>
                  <a:pt x="176137" y="789233"/>
                </a:lnTo>
                <a:lnTo>
                  <a:pt x="175080" y="789116"/>
                </a:lnTo>
                <a:lnTo>
                  <a:pt x="174025" y="788993"/>
                </a:lnTo>
                <a:lnTo>
                  <a:pt x="172972" y="788865"/>
                </a:lnTo>
                <a:lnTo>
                  <a:pt x="171921" y="788732"/>
                </a:lnTo>
                <a:lnTo>
                  <a:pt x="170871" y="788593"/>
                </a:lnTo>
                <a:lnTo>
                  <a:pt x="169823" y="788448"/>
                </a:lnTo>
                <a:lnTo>
                  <a:pt x="168777" y="788298"/>
                </a:lnTo>
                <a:lnTo>
                  <a:pt x="167733" y="788143"/>
                </a:lnTo>
                <a:lnTo>
                  <a:pt x="166690" y="787982"/>
                </a:lnTo>
                <a:lnTo>
                  <a:pt x="165649" y="787815"/>
                </a:lnTo>
                <a:lnTo>
                  <a:pt x="164610" y="787644"/>
                </a:lnTo>
                <a:lnTo>
                  <a:pt x="163573" y="787466"/>
                </a:lnTo>
                <a:lnTo>
                  <a:pt x="162538" y="787284"/>
                </a:lnTo>
                <a:lnTo>
                  <a:pt x="161504" y="787096"/>
                </a:lnTo>
                <a:lnTo>
                  <a:pt x="160473" y="786903"/>
                </a:lnTo>
                <a:lnTo>
                  <a:pt x="159443" y="786704"/>
                </a:lnTo>
                <a:lnTo>
                  <a:pt x="158415" y="786500"/>
                </a:lnTo>
                <a:lnTo>
                  <a:pt x="157389" y="786291"/>
                </a:lnTo>
                <a:lnTo>
                  <a:pt x="156365" y="786077"/>
                </a:lnTo>
                <a:lnTo>
                  <a:pt x="155343" y="785857"/>
                </a:lnTo>
                <a:lnTo>
                  <a:pt x="154323" y="785632"/>
                </a:lnTo>
                <a:lnTo>
                  <a:pt x="153305" y="785401"/>
                </a:lnTo>
                <a:lnTo>
                  <a:pt x="152289" y="785166"/>
                </a:lnTo>
                <a:lnTo>
                  <a:pt x="151275" y="784925"/>
                </a:lnTo>
                <a:lnTo>
                  <a:pt x="150263" y="784679"/>
                </a:lnTo>
                <a:lnTo>
                  <a:pt x="149253" y="784428"/>
                </a:lnTo>
                <a:lnTo>
                  <a:pt x="148245" y="784172"/>
                </a:lnTo>
                <a:lnTo>
                  <a:pt x="147240" y="783910"/>
                </a:lnTo>
                <a:lnTo>
                  <a:pt x="146236" y="783644"/>
                </a:lnTo>
                <a:lnTo>
                  <a:pt x="145234" y="783372"/>
                </a:lnTo>
                <a:lnTo>
                  <a:pt x="144235" y="783095"/>
                </a:lnTo>
                <a:lnTo>
                  <a:pt x="143237" y="782813"/>
                </a:lnTo>
                <a:lnTo>
                  <a:pt x="142242" y="782526"/>
                </a:lnTo>
                <a:lnTo>
                  <a:pt x="141249" y="782234"/>
                </a:lnTo>
                <a:lnTo>
                  <a:pt x="140258" y="781937"/>
                </a:lnTo>
                <a:lnTo>
                  <a:pt x="139269" y="781635"/>
                </a:lnTo>
                <a:lnTo>
                  <a:pt x="138283" y="781328"/>
                </a:lnTo>
                <a:lnTo>
                  <a:pt x="137298" y="781015"/>
                </a:lnTo>
                <a:lnTo>
                  <a:pt x="136316" y="780698"/>
                </a:lnTo>
                <a:lnTo>
                  <a:pt x="135336" y="780376"/>
                </a:lnTo>
                <a:lnTo>
                  <a:pt x="134359" y="780049"/>
                </a:lnTo>
                <a:lnTo>
                  <a:pt x="133383" y="779717"/>
                </a:lnTo>
                <a:lnTo>
                  <a:pt x="132410" y="779380"/>
                </a:lnTo>
                <a:lnTo>
                  <a:pt x="131440" y="779038"/>
                </a:lnTo>
                <a:lnTo>
                  <a:pt x="130471" y="778691"/>
                </a:lnTo>
                <a:lnTo>
                  <a:pt x="129505" y="778339"/>
                </a:lnTo>
                <a:lnTo>
                  <a:pt x="128542" y="777983"/>
                </a:lnTo>
                <a:lnTo>
                  <a:pt x="127580" y="777621"/>
                </a:lnTo>
                <a:lnTo>
                  <a:pt x="126621" y="777255"/>
                </a:lnTo>
                <a:lnTo>
                  <a:pt x="125665" y="776884"/>
                </a:lnTo>
                <a:lnTo>
                  <a:pt x="124711" y="776508"/>
                </a:lnTo>
                <a:lnTo>
                  <a:pt x="123759" y="776127"/>
                </a:lnTo>
                <a:lnTo>
                  <a:pt x="122810" y="775741"/>
                </a:lnTo>
                <a:lnTo>
                  <a:pt x="121863" y="775351"/>
                </a:lnTo>
                <a:lnTo>
                  <a:pt x="120919" y="774956"/>
                </a:lnTo>
                <a:lnTo>
                  <a:pt x="119977" y="774556"/>
                </a:lnTo>
                <a:lnTo>
                  <a:pt x="119037" y="774152"/>
                </a:lnTo>
                <a:lnTo>
                  <a:pt x="118101" y="773742"/>
                </a:lnTo>
                <a:lnTo>
                  <a:pt x="117166" y="773329"/>
                </a:lnTo>
                <a:lnTo>
                  <a:pt x="116235" y="772910"/>
                </a:lnTo>
                <a:lnTo>
                  <a:pt x="115305" y="772487"/>
                </a:lnTo>
                <a:lnTo>
                  <a:pt x="114379" y="772059"/>
                </a:lnTo>
                <a:lnTo>
                  <a:pt x="113455" y="771626"/>
                </a:lnTo>
                <a:lnTo>
                  <a:pt x="112533" y="771189"/>
                </a:lnTo>
                <a:lnTo>
                  <a:pt x="111615" y="770747"/>
                </a:lnTo>
                <a:lnTo>
                  <a:pt x="110698" y="770301"/>
                </a:lnTo>
                <a:lnTo>
                  <a:pt x="109785" y="769850"/>
                </a:lnTo>
                <a:lnTo>
                  <a:pt x="108874" y="769394"/>
                </a:lnTo>
                <a:lnTo>
                  <a:pt x="107966" y="768934"/>
                </a:lnTo>
                <a:lnTo>
                  <a:pt x="107060" y="768470"/>
                </a:lnTo>
                <a:lnTo>
                  <a:pt x="106158" y="768000"/>
                </a:lnTo>
                <a:lnTo>
                  <a:pt x="105258" y="767527"/>
                </a:lnTo>
                <a:lnTo>
                  <a:pt x="104360" y="767049"/>
                </a:lnTo>
                <a:lnTo>
                  <a:pt x="103466" y="766566"/>
                </a:lnTo>
                <a:lnTo>
                  <a:pt x="102574" y="766079"/>
                </a:lnTo>
                <a:lnTo>
                  <a:pt x="101685" y="765588"/>
                </a:lnTo>
                <a:lnTo>
                  <a:pt x="100799" y="765092"/>
                </a:lnTo>
                <a:lnTo>
                  <a:pt x="99916" y="764591"/>
                </a:lnTo>
                <a:lnTo>
                  <a:pt x="99035" y="764087"/>
                </a:lnTo>
                <a:lnTo>
                  <a:pt x="98158" y="763578"/>
                </a:lnTo>
                <a:lnTo>
                  <a:pt x="97283" y="763064"/>
                </a:lnTo>
                <a:lnTo>
                  <a:pt x="96411" y="762546"/>
                </a:lnTo>
                <a:lnTo>
                  <a:pt x="95542" y="762024"/>
                </a:lnTo>
                <a:lnTo>
                  <a:pt x="94676" y="761498"/>
                </a:lnTo>
                <a:lnTo>
                  <a:pt x="93812" y="760967"/>
                </a:lnTo>
                <a:lnTo>
                  <a:pt x="92952" y="760432"/>
                </a:lnTo>
                <a:lnTo>
                  <a:pt x="92095" y="759893"/>
                </a:lnTo>
                <a:lnTo>
                  <a:pt x="91240" y="759349"/>
                </a:lnTo>
                <a:lnTo>
                  <a:pt x="90389" y="758801"/>
                </a:lnTo>
                <a:lnTo>
                  <a:pt x="89541" y="758249"/>
                </a:lnTo>
                <a:lnTo>
                  <a:pt x="88695" y="757693"/>
                </a:lnTo>
                <a:lnTo>
                  <a:pt x="87853" y="757132"/>
                </a:lnTo>
                <a:lnTo>
                  <a:pt x="87014" y="756568"/>
                </a:lnTo>
                <a:lnTo>
                  <a:pt x="86177" y="755999"/>
                </a:lnTo>
                <a:lnTo>
                  <a:pt x="85344" y="755426"/>
                </a:lnTo>
                <a:lnTo>
                  <a:pt x="84514" y="754848"/>
                </a:lnTo>
                <a:lnTo>
                  <a:pt x="83687" y="754267"/>
                </a:lnTo>
                <a:lnTo>
                  <a:pt x="82863" y="753682"/>
                </a:lnTo>
                <a:lnTo>
                  <a:pt x="82042" y="753092"/>
                </a:lnTo>
                <a:lnTo>
                  <a:pt x="81225" y="752499"/>
                </a:lnTo>
                <a:lnTo>
                  <a:pt x="80410" y="751901"/>
                </a:lnTo>
                <a:lnTo>
                  <a:pt x="79599" y="751299"/>
                </a:lnTo>
                <a:lnTo>
                  <a:pt x="78791" y="750693"/>
                </a:lnTo>
                <a:lnTo>
                  <a:pt x="77986" y="750084"/>
                </a:lnTo>
                <a:lnTo>
                  <a:pt x="77184" y="749470"/>
                </a:lnTo>
                <a:lnTo>
                  <a:pt x="76386" y="748852"/>
                </a:lnTo>
                <a:lnTo>
                  <a:pt x="75590" y="748230"/>
                </a:lnTo>
                <a:lnTo>
                  <a:pt x="74798" y="747605"/>
                </a:lnTo>
                <a:lnTo>
                  <a:pt x="74010" y="746975"/>
                </a:lnTo>
                <a:lnTo>
                  <a:pt x="73224" y="746341"/>
                </a:lnTo>
                <a:lnTo>
                  <a:pt x="72442" y="745704"/>
                </a:lnTo>
                <a:lnTo>
                  <a:pt x="71664" y="745062"/>
                </a:lnTo>
                <a:lnTo>
                  <a:pt x="70888" y="744417"/>
                </a:lnTo>
                <a:lnTo>
                  <a:pt x="70116" y="743768"/>
                </a:lnTo>
                <a:lnTo>
                  <a:pt x="69347" y="743115"/>
                </a:lnTo>
                <a:lnTo>
                  <a:pt x="68582" y="742458"/>
                </a:lnTo>
                <a:lnTo>
                  <a:pt x="67820" y="741797"/>
                </a:lnTo>
                <a:lnTo>
                  <a:pt x="67062" y="741133"/>
                </a:lnTo>
                <a:lnTo>
                  <a:pt x="66307" y="740464"/>
                </a:lnTo>
                <a:lnTo>
                  <a:pt x="65555" y="739792"/>
                </a:lnTo>
                <a:lnTo>
                  <a:pt x="64807" y="739116"/>
                </a:lnTo>
                <a:lnTo>
                  <a:pt x="64062" y="738437"/>
                </a:lnTo>
                <a:lnTo>
                  <a:pt x="63321" y="737753"/>
                </a:lnTo>
                <a:lnTo>
                  <a:pt x="62583" y="737066"/>
                </a:lnTo>
                <a:lnTo>
                  <a:pt x="61849" y="736375"/>
                </a:lnTo>
                <a:lnTo>
                  <a:pt x="61118" y="735681"/>
                </a:lnTo>
                <a:lnTo>
                  <a:pt x="60391" y="734983"/>
                </a:lnTo>
                <a:lnTo>
                  <a:pt x="59668" y="734281"/>
                </a:lnTo>
                <a:lnTo>
                  <a:pt x="58948" y="733575"/>
                </a:lnTo>
                <a:lnTo>
                  <a:pt x="58231" y="732866"/>
                </a:lnTo>
                <a:lnTo>
                  <a:pt x="57519" y="732153"/>
                </a:lnTo>
                <a:lnTo>
                  <a:pt x="56809" y="731437"/>
                </a:lnTo>
                <a:lnTo>
                  <a:pt x="56104" y="730717"/>
                </a:lnTo>
                <a:lnTo>
                  <a:pt x="55402" y="729993"/>
                </a:lnTo>
                <a:lnTo>
                  <a:pt x="54704" y="729266"/>
                </a:lnTo>
                <a:lnTo>
                  <a:pt x="54009" y="728536"/>
                </a:lnTo>
                <a:lnTo>
                  <a:pt x="53318" y="727801"/>
                </a:lnTo>
                <a:lnTo>
                  <a:pt x="52631" y="727064"/>
                </a:lnTo>
                <a:lnTo>
                  <a:pt x="51948" y="726322"/>
                </a:lnTo>
                <a:lnTo>
                  <a:pt x="51268" y="725578"/>
                </a:lnTo>
                <a:lnTo>
                  <a:pt x="50592" y="724830"/>
                </a:lnTo>
                <a:lnTo>
                  <a:pt x="49920" y="724078"/>
                </a:lnTo>
                <a:lnTo>
                  <a:pt x="49252" y="723323"/>
                </a:lnTo>
                <a:lnTo>
                  <a:pt x="48587" y="722564"/>
                </a:lnTo>
                <a:lnTo>
                  <a:pt x="47927" y="721802"/>
                </a:lnTo>
                <a:lnTo>
                  <a:pt x="47270" y="721037"/>
                </a:lnTo>
                <a:lnTo>
                  <a:pt x="46617" y="720268"/>
                </a:lnTo>
                <a:lnTo>
                  <a:pt x="45968" y="719496"/>
                </a:lnTo>
                <a:lnTo>
                  <a:pt x="45322" y="718721"/>
                </a:lnTo>
                <a:lnTo>
                  <a:pt x="44681" y="717942"/>
                </a:lnTo>
                <a:lnTo>
                  <a:pt x="44043" y="717160"/>
                </a:lnTo>
                <a:lnTo>
                  <a:pt x="43410" y="716375"/>
                </a:lnTo>
                <a:lnTo>
                  <a:pt x="42780" y="715586"/>
                </a:lnTo>
                <a:lnTo>
                  <a:pt x="42154" y="714794"/>
                </a:lnTo>
                <a:lnTo>
                  <a:pt x="41532" y="713999"/>
                </a:lnTo>
                <a:lnTo>
                  <a:pt x="40915" y="713201"/>
                </a:lnTo>
                <a:lnTo>
                  <a:pt x="40301" y="712399"/>
                </a:lnTo>
                <a:lnTo>
                  <a:pt x="39691" y="711594"/>
                </a:lnTo>
                <a:lnTo>
                  <a:pt x="39085" y="710786"/>
                </a:lnTo>
                <a:lnTo>
                  <a:pt x="38484" y="709975"/>
                </a:lnTo>
                <a:lnTo>
                  <a:pt x="37886" y="709160"/>
                </a:lnTo>
                <a:lnTo>
                  <a:pt x="37292" y="708342"/>
                </a:lnTo>
                <a:lnTo>
                  <a:pt x="36703" y="707522"/>
                </a:lnTo>
                <a:lnTo>
                  <a:pt x="36117" y="706698"/>
                </a:lnTo>
                <a:lnTo>
                  <a:pt x="35536" y="705871"/>
                </a:lnTo>
                <a:lnTo>
                  <a:pt x="34959" y="705041"/>
                </a:lnTo>
                <a:lnTo>
                  <a:pt x="34386" y="704207"/>
                </a:lnTo>
                <a:lnTo>
                  <a:pt x="33817" y="703371"/>
                </a:lnTo>
                <a:lnTo>
                  <a:pt x="33252" y="702532"/>
                </a:lnTo>
                <a:lnTo>
                  <a:pt x="32692" y="701689"/>
                </a:lnTo>
                <a:lnTo>
                  <a:pt x="32136" y="700844"/>
                </a:lnTo>
                <a:lnTo>
                  <a:pt x="31584" y="699996"/>
                </a:lnTo>
                <a:lnTo>
                  <a:pt x="31036" y="699144"/>
                </a:lnTo>
                <a:lnTo>
                  <a:pt x="30492" y="698290"/>
                </a:lnTo>
                <a:lnTo>
                  <a:pt x="29953" y="697433"/>
                </a:lnTo>
                <a:lnTo>
                  <a:pt x="29418" y="696572"/>
                </a:lnTo>
                <a:lnTo>
                  <a:pt x="28887" y="695709"/>
                </a:lnTo>
                <a:lnTo>
                  <a:pt x="28360" y="694843"/>
                </a:lnTo>
                <a:lnTo>
                  <a:pt x="27838" y="693974"/>
                </a:lnTo>
                <a:lnTo>
                  <a:pt x="27320" y="693102"/>
                </a:lnTo>
                <a:lnTo>
                  <a:pt x="26807" y="692227"/>
                </a:lnTo>
                <a:lnTo>
                  <a:pt x="26298" y="691349"/>
                </a:lnTo>
                <a:lnTo>
                  <a:pt x="25793" y="690469"/>
                </a:lnTo>
                <a:lnTo>
                  <a:pt x="25293" y="689586"/>
                </a:lnTo>
                <a:lnTo>
                  <a:pt x="24797" y="688699"/>
                </a:lnTo>
                <a:lnTo>
                  <a:pt x="24305" y="687810"/>
                </a:lnTo>
                <a:lnTo>
                  <a:pt x="23818" y="686919"/>
                </a:lnTo>
                <a:lnTo>
                  <a:pt x="23336" y="686024"/>
                </a:lnTo>
                <a:lnTo>
                  <a:pt x="22858" y="685127"/>
                </a:lnTo>
                <a:lnTo>
                  <a:pt x="22384" y="684227"/>
                </a:lnTo>
                <a:lnTo>
                  <a:pt x="21915" y="683324"/>
                </a:lnTo>
                <a:lnTo>
                  <a:pt x="21450" y="682419"/>
                </a:lnTo>
                <a:lnTo>
                  <a:pt x="20990" y="681511"/>
                </a:lnTo>
                <a:lnTo>
                  <a:pt x="20535" y="680600"/>
                </a:lnTo>
                <a:lnTo>
                  <a:pt x="20084" y="679686"/>
                </a:lnTo>
                <a:lnTo>
                  <a:pt x="19637" y="678770"/>
                </a:lnTo>
                <a:lnTo>
                  <a:pt x="19196" y="677851"/>
                </a:lnTo>
                <a:lnTo>
                  <a:pt x="18759" y="676930"/>
                </a:lnTo>
                <a:lnTo>
                  <a:pt x="18326" y="676006"/>
                </a:lnTo>
                <a:lnTo>
                  <a:pt x="17898" y="675079"/>
                </a:lnTo>
                <a:lnTo>
                  <a:pt x="17475" y="674150"/>
                </a:lnTo>
                <a:lnTo>
                  <a:pt x="17056" y="673218"/>
                </a:lnTo>
                <a:lnTo>
                  <a:pt x="16642" y="672284"/>
                </a:lnTo>
                <a:lnTo>
                  <a:pt x="16233" y="671347"/>
                </a:lnTo>
                <a:lnTo>
                  <a:pt x="15828" y="670408"/>
                </a:lnTo>
                <a:lnTo>
                  <a:pt x="15429" y="669466"/>
                </a:lnTo>
                <a:lnTo>
                  <a:pt x="15033" y="668522"/>
                </a:lnTo>
                <a:lnTo>
                  <a:pt x="14643" y="667575"/>
                </a:lnTo>
                <a:lnTo>
                  <a:pt x="14258" y="666626"/>
                </a:lnTo>
                <a:lnTo>
                  <a:pt x="13877" y="665674"/>
                </a:lnTo>
                <a:lnTo>
                  <a:pt x="13501" y="664720"/>
                </a:lnTo>
                <a:lnTo>
                  <a:pt x="13130" y="663763"/>
                </a:lnTo>
                <a:lnTo>
                  <a:pt x="12763" y="662804"/>
                </a:lnTo>
                <a:lnTo>
                  <a:pt x="12402" y="661843"/>
                </a:lnTo>
                <a:lnTo>
                  <a:pt x="12045" y="660879"/>
                </a:lnTo>
                <a:lnTo>
                  <a:pt x="11694" y="659913"/>
                </a:lnTo>
                <a:lnTo>
                  <a:pt x="11347" y="658945"/>
                </a:lnTo>
                <a:lnTo>
                  <a:pt x="11005" y="657974"/>
                </a:lnTo>
                <a:lnTo>
                  <a:pt x="10668" y="657001"/>
                </a:lnTo>
                <a:lnTo>
                  <a:pt x="10336" y="656026"/>
                </a:lnTo>
                <a:lnTo>
                  <a:pt x="10009" y="655048"/>
                </a:lnTo>
                <a:lnTo>
                  <a:pt x="9686" y="654069"/>
                </a:lnTo>
                <a:lnTo>
                  <a:pt x="9369" y="653087"/>
                </a:lnTo>
                <a:lnTo>
                  <a:pt x="9057" y="652102"/>
                </a:lnTo>
                <a:lnTo>
                  <a:pt x="8750" y="651116"/>
                </a:lnTo>
                <a:lnTo>
                  <a:pt x="8448" y="650127"/>
                </a:lnTo>
                <a:lnTo>
                  <a:pt x="8150" y="649136"/>
                </a:lnTo>
                <a:lnTo>
                  <a:pt x="7858" y="648143"/>
                </a:lnTo>
                <a:lnTo>
                  <a:pt x="7571" y="647148"/>
                </a:lnTo>
                <a:lnTo>
                  <a:pt x="7289" y="646150"/>
                </a:lnTo>
                <a:lnTo>
                  <a:pt x="7013" y="645151"/>
                </a:lnTo>
                <a:lnTo>
                  <a:pt x="6741" y="644149"/>
                </a:lnTo>
                <a:lnTo>
                  <a:pt x="6474" y="643145"/>
                </a:lnTo>
                <a:lnTo>
                  <a:pt x="6213" y="642139"/>
                </a:lnTo>
                <a:lnTo>
                  <a:pt x="5956" y="641131"/>
                </a:lnTo>
                <a:lnTo>
                  <a:pt x="5705" y="640122"/>
                </a:lnTo>
                <a:lnTo>
                  <a:pt x="5459" y="639110"/>
                </a:lnTo>
                <a:lnTo>
                  <a:pt x="5219" y="638095"/>
                </a:lnTo>
                <a:lnTo>
                  <a:pt x="4983" y="637079"/>
                </a:lnTo>
                <a:lnTo>
                  <a:pt x="4753" y="636061"/>
                </a:lnTo>
                <a:lnTo>
                  <a:pt x="4528" y="635041"/>
                </a:lnTo>
                <a:lnTo>
                  <a:pt x="4308" y="634019"/>
                </a:lnTo>
                <a:lnTo>
                  <a:pt x="4094" y="632995"/>
                </a:lnTo>
                <a:lnTo>
                  <a:pt x="3884" y="631970"/>
                </a:lnTo>
                <a:lnTo>
                  <a:pt x="3680" y="630942"/>
                </a:lnTo>
                <a:lnTo>
                  <a:pt x="3482" y="629912"/>
                </a:lnTo>
                <a:lnTo>
                  <a:pt x="3289" y="628881"/>
                </a:lnTo>
                <a:lnTo>
                  <a:pt x="3101" y="627847"/>
                </a:lnTo>
                <a:lnTo>
                  <a:pt x="2918" y="626812"/>
                </a:lnTo>
                <a:lnTo>
                  <a:pt x="2741" y="625775"/>
                </a:lnTo>
                <a:lnTo>
                  <a:pt x="2569" y="624736"/>
                </a:lnTo>
                <a:lnTo>
                  <a:pt x="2403" y="623695"/>
                </a:lnTo>
                <a:lnTo>
                  <a:pt x="2242" y="622652"/>
                </a:lnTo>
                <a:lnTo>
                  <a:pt x="2087" y="621608"/>
                </a:lnTo>
                <a:lnTo>
                  <a:pt x="1937" y="620562"/>
                </a:lnTo>
                <a:lnTo>
                  <a:pt x="1792" y="619514"/>
                </a:lnTo>
                <a:lnTo>
                  <a:pt x="1653" y="618464"/>
                </a:lnTo>
                <a:lnTo>
                  <a:pt x="1519" y="617413"/>
                </a:lnTo>
                <a:lnTo>
                  <a:pt x="1391" y="616360"/>
                </a:lnTo>
                <a:lnTo>
                  <a:pt x="1269" y="615305"/>
                </a:lnTo>
                <a:lnTo>
                  <a:pt x="1152" y="614248"/>
                </a:lnTo>
                <a:lnTo>
                  <a:pt x="1040" y="613190"/>
                </a:lnTo>
                <a:lnTo>
                  <a:pt x="935" y="612130"/>
                </a:lnTo>
                <a:lnTo>
                  <a:pt x="834" y="611069"/>
                </a:lnTo>
                <a:lnTo>
                  <a:pt x="740" y="610006"/>
                </a:lnTo>
                <a:lnTo>
                  <a:pt x="651" y="608941"/>
                </a:lnTo>
                <a:lnTo>
                  <a:pt x="567" y="607875"/>
                </a:lnTo>
                <a:lnTo>
                  <a:pt x="490" y="606807"/>
                </a:lnTo>
                <a:lnTo>
                  <a:pt x="418" y="605738"/>
                </a:lnTo>
                <a:lnTo>
                  <a:pt x="351" y="604667"/>
                </a:lnTo>
                <a:lnTo>
                  <a:pt x="290" y="603594"/>
                </a:lnTo>
                <a:lnTo>
                  <a:pt x="235" y="602520"/>
                </a:lnTo>
                <a:lnTo>
                  <a:pt x="186" y="601445"/>
                </a:lnTo>
                <a:lnTo>
                  <a:pt x="143" y="600368"/>
                </a:lnTo>
                <a:lnTo>
                  <a:pt x="105" y="599289"/>
                </a:lnTo>
                <a:lnTo>
                  <a:pt x="73" y="598209"/>
                </a:lnTo>
                <a:lnTo>
                  <a:pt x="47" y="597128"/>
                </a:lnTo>
                <a:lnTo>
                  <a:pt x="26" y="596045"/>
                </a:lnTo>
                <a:lnTo>
                  <a:pt x="12" y="594961"/>
                </a:lnTo>
                <a:lnTo>
                  <a:pt x="3" y="593875"/>
                </a:lnTo>
                <a:lnTo>
                  <a:pt x="0" y="592788"/>
                </a:lnTo>
                <a:lnTo>
                  <a:pt x="0" y="197596"/>
                </a:lnTo>
                <a:close/>
              </a:path>
            </a:pathLst>
          </a:custGeom>
          <a:solidFill xmlns:a="http://schemas.openxmlformats.org/drawingml/2006/main">
            <a:srgbClr val="D9EEF2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9A06C57D-1587-4B05-8E47-8A802044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3701" y="873752"/>
            <a:ext cx="1146057" cy="829904"/>
          </a:xfrm>
          <a:custGeom xmlns:a="http://schemas.openxmlformats.org/drawingml/2006/main">
            <a:pathLst>
              <a:path w="1146057" h="829904">
                <a:moveTo>
                  <a:pt x="217356" y="19760"/>
                </a:moveTo>
                <a:lnTo>
                  <a:pt x="217356" y="39519"/>
                </a:lnTo>
                <a:lnTo>
                  <a:pt x="928701" y="39519"/>
                </a:lnTo>
                <a:lnTo>
                  <a:pt x="928701" y="19760"/>
                </a:lnTo>
                <a:close/>
                <a:moveTo>
                  <a:pt x="1126298" y="217356"/>
                </a:moveTo>
                <a:lnTo>
                  <a:pt x="1126298" y="217356"/>
                </a:lnTo>
                <a:lnTo>
                  <a:pt x="1106538" y="217356"/>
                </a:lnTo>
                <a:lnTo>
                  <a:pt x="1106538" y="612548"/>
                </a:lnTo>
                <a:lnTo>
                  <a:pt x="1126298" y="612548"/>
                </a:lnTo>
                <a:close/>
                <a:moveTo>
                  <a:pt x="928701" y="810144"/>
                </a:moveTo>
                <a:lnTo>
                  <a:pt x="928701" y="790385"/>
                </a:lnTo>
                <a:lnTo>
                  <a:pt x="217356" y="790385"/>
                </a:lnTo>
                <a:lnTo>
                  <a:pt x="217356" y="810144"/>
                </a:lnTo>
                <a:lnTo>
                  <a:pt x="217356" y="810145"/>
                </a:lnTo>
                <a:lnTo>
                  <a:pt x="928701" y="810145"/>
                </a:lnTo>
                <a:lnTo>
                  <a:pt x="928701" y="810144"/>
                </a:lnTo>
                <a:close/>
                <a:moveTo>
                  <a:pt x="19760" y="612548"/>
                </a:moveTo>
                <a:lnTo>
                  <a:pt x="39519" y="612548"/>
                </a:lnTo>
                <a:lnTo>
                  <a:pt x="39519" y="217356"/>
                </a:lnTo>
                <a:lnTo>
                  <a:pt x="19760" y="217356"/>
                </a:lnTo>
                <a:lnTo>
                  <a:pt x="19759" y="217356"/>
                </a:lnTo>
                <a:lnTo>
                  <a:pt x="19759" y="217356"/>
                </a:lnTo>
                <a:lnTo>
                  <a:pt x="19759" y="612548"/>
                </a:lnTo>
                <a:lnTo>
                  <a:pt x="19760" y="612548"/>
                </a:lnTo>
                <a:close/>
                <a:moveTo>
                  <a:pt x="217356" y="810144"/>
                </a:moveTo>
                <a:lnTo>
                  <a:pt x="217356" y="790385"/>
                </a:lnTo>
                <a:lnTo>
                  <a:pt x="216269" y="790381"/>
                </a:lnTo>
                <a:lnTo>
                  <a:pt x="215184" y="790372"/>
                </a:lnTo>
                <a:lnTo>
                  <a:pt x="214101" y="790355"/>
                </a:lnTo>
                <a:lnTo>
                  <a:pt x="213019" y="790333"/>
                </a:lnTo>
                <a:lnTo>
                  <a:pt x="211939" y="790304"/>
                </a:lnTo>
                <a:lnTo>
                  <a:pt x="210860" y="790268"/>
                </a:lnTo>
                <a:lnTo>
                  <a:pt x="209783" y="790226"/>
                </a:lnTo>
                <a:lnTo>
                  <a:pt x="208708" y="790178"/>
                </a:lnTo>
                <a:lnTo>
                  <a:pt x="207634" y="790123"/>
                </a:lnTo>
                <a:lnTo>
                  <a:pt x="206562" y="790062"/>
                </a:lnTo>
                <a:lnTo>
                  <a:pt x="205492" y="789995"/>
                </a:lnTo>
                <a:lnTo>
                  <a:pt x="204423" y="789922"/>
                </a:lnTo>
                <a:lnTo>
                  <a:pt x="203356" y="789842"/>
                </a:lnTo>
                <a:lnTo>
                  <a:pt x="202291" y="789756"/>
                </a:lnTo>
                <a:lnTo>
                  <a:pt x="201228" y="789663"/>
                </a:lnTo>
                <a:lnTo>
                  <a:pt x="200167" y="789565"/>
                </a:lnTo>
                <a:lnTo>
                  <a:pt x="199107" y="789460"/>
                </a:lnTo>
                <a:lnTo>
                  <a:pt x="198049" y="789349"/>
                </a:lnTo>
                <a:lnTo>
                  <a:pt x="196993" y="789232"/>
                </a:lnTo>
                <a:lnTo>
                  <a:pt x="195939" y="789108"/>
                </a:lnTo>
                <a:lnTo>
                  <a:pt x="194887" y="788979"/>
                </a:lnTo>
                <a:lnTo>
                  <a:pt x="193836" y="788843"/>
                </a:lnTo>
                <a:lnTo>
                  <a:pt x="192788" y="788701"/>
                </a:lnTo>
                <a:lnTo>
                  <a:pt x="191741" y="788554"/>
                </a:lnTo>
                <a:lnTo>
                  <a:pt x="190697" y="788400"/>
                </a:lnTo>
                <a:lnTo>
                  <a:pt x="189654" y="788240"/>
                </a:lnTo>
                <a:lnTo>
                  <a:pt x="188614" y="788074"/>
                </a:lnTo>
                <a:lnTo>
                  <a:pt x="187575" y="787902"/>
                </a:lnTo>
                <a:lnTo>
                  <a:pt x="186539" y="787724"/>
                </a:lnTo>
                <a:lnTo>
                  <a:pt x="185504" y="787540"/>
                </a:lnTo>
                <a:lnTo>
                  <a:pt x="184472" y="787350"/>
                </a:lnTo>
                <a:lnTo>
                  <a:pt x="183442" y="787155"/>
                </a:lnTo>
                <a:lnTo>
                  <a:pt x="182413" y="786953"/>
                </a:lnTo>
                <a:lnTo>
                  <a:pt x="181387" y="786745"/>
                </a:lnTo>
                <a:lnTo>
                  <a:pt x="180363" y="786532"/>
                </a:lnTo>
                <a:lnTo>
                  <a:pt x="179342" y="786313"/>
                </a:lnTo>
                <a:lnTo>
                  <a:pt x="178322" y="786087"/>
                </a:lnTo>
                <a:lnTo>
                  <a:pt x="177305" y="785856"/>
                </a:lnTo>
                <a:lnTo>
                  <a:pt x="176290" y="785620"/>
                </a:lnTo>
                <a:lnTo>
                  <a:pt x="175277" y="785377"/>
                </a:lnTo>
                <a:lnTo>
                  <a:pt x="174266" y="785129"/>
                </a:lnTo>
                <a:lnTo>
                  <a:pt x="173258" y="784875"/>
                </a:lnTo>
                <a:lnTo>
                  <a:pt x="172252" y="784615"/>
                </a:lnTo>
                <a:lnTo>
                  <a:pt x="171248" y="784349"/>
                </a:lnTo>
                <a:lnTo>
                  <a:pt x="170246" y="784078"/>
                </a:lnTo>
                <a:lnTo>
                  <a:pt x="169247" y="783801"/>
                </a:lnTo>
                <a:lnTo>
                  <a:pt x="168251" y="783518"/>
                </a:lnTo>
                <a:lnTo>
                  <a:pt x="167256" y="783230"/>
                </a:lnTo>
                <a:lnTo>
                  <a:pt x="166264" y="782936"/>
                </a:lnTo>
                <a:lnTo>
                  <a:pt x="165275" y="782637"/>
                </a:lnTo>
                <a:lnTo>
                  <a:pt x="164288" y="782332"/>
                </a:lnTo>
                <a:lnTo>
                  <a:pt x="163303" y="782021"/>
                </a:lnTo>
                <a:lnTo>
                  <a:pt x="162321" y="781705"/>
                </a:lnTo>
                <a:lnTo>
                  <a:pt x="161341" y="781383"/>
                </a:lnTo>
                <a:lnTo>
                  <a:pt x="160364" y="781056"/>
                </a:lnTo>
                <a:lnTo>
                  <a:pt x="159389" y="780723"/>
                </a:lnTo>
                <a:lnTo>
                  <a:pt x="158417" y="780385"/>
                </a:lnTo>
                <a:lnTo>
                  <a:pt x="157448" y="780042"/>
                </a:lnTo>
                <a:lnTo>
                  <a:pt x="156481" y="779693"/>
                </a:lnTo>
                <a:lnTo>
                  <a:pt x="155517" y="779338"/>
                </a:lnTo>
                <a:lnTo>
                  <a:pt x="154555" y="778978"/>
                </a:lnTo>
                <a:lnTo>
                  <a:pt x="153596" y="778613"/>
                </a:lnTo>
                <a:lnTo>
                  <a:pt x="152640" y="778242"/>
                </a:lnTo>
                <a:lnTo>
                  <a:pt x="151686" y="777866"/>
                </a:lnTo>
                <a:lnTo>
                  <a:pt x="150735" y="777485"/>
                </a:lnTo>
                <a:lnTo>
                  <a:pt x="149787" y="777099"/>
                </a:lnTo>
                <a:lnTo>
                  <a:pt x="148841" y="776707"/>
                </a:lnTo>
                <a:lnTo>
                  <a:pt x="147898" y="776310"/>
                </a:lnTo>
                <a:lnTo>
                  <a:pt x="146958" y="775907"/>
                </a:lnTo>
                <a:lnTo>
                  <a:pt x="146021" y="775499"/>
                </a:lnTo>
                <a:lnTo>
                  <a:pt x="145086" y="775087"/>
                </a:lnTo>
                <a:lnTo>
                  <a:pt x="144155" y="774669"/>
                </a:lnTo>
                <a:lnTo>
                  <a:pt x="143226" y="774245"/>
                </a:lnTo>
                <a:lnTo>
                  <a:pt x="142300" y="773817"/>
                </a:lnTo>
                <a:lnTo>
                  <a:pt x="141377" y="773383"/>
                </a:lnTo>
                <a:lnTo>
                  <a:pt x="140457" y="772945"/>
                </a:lnTo>
                <a:lnTo>
                  <a:pt x="139540" y="772501"/>
                </a:lnTo>
                <a:lnTo>
                  <a:pt x="138626" y="772052"/>
                </a:lnTo>
                <a:lnTo>
                  <a:pt x="137714" y="771598"/>
                </a:lnTo>
                <a:lnTo>
                  <a:pt x="136806" y="771139"/>
                </a:lnTo>
                <a:lnTo>
                  <a:pt x="135901" y="770675"/>
                </a:lnTo>
                <a:lnTo>
                  <a:pt x="134998" y="770206"/>
                </a:lnTo>
                <a:lnTo>
                  <a:pt x="134099" y="769732"/>
                </a:lnTo>
                <a:lnTo>
                  <a:pt x="133203" y="769253"/>
                </a:lnTo>
                <a:lnTo>
                  <a:pt x="132309" y="768769"/>
                </a:lnTo>
                <a:lnTo>
                  <a:pt x="131419" y="768280"/>
                </a:lnTo>
                <a:lnTo>
                  <a:pt x="130532" y="767786"/>
                </a:lnTo>
                <a:lnTo>
                  <a:pt x="129648" y="767287"/>
                </a:lnTo>
                <a:lnTo>
                  <a:pt x="128768" y="766784"/>
                </a:lnTo>
                <a:lnTo>
                  <a:pt x="127890" y="766275"/>
                </a:lnTo>
                <a:lnTo>
                  <a:pt x="127015" y="765762"/>
                </a:lnTo>
                <a:lnTo>
                  <a:pt x="126144" y="765244"/>
                </a:lnTo>
                <a:lnTo>
                  <a:pt x="125276" y="764721"/>
                </a:lnTo>
                <a:lnTo>
                  <a:pt x="124411" y="764193"/>
                </a:lnTo>
                <a:lnTo>
                  <a:pt x="123550" y="763660"/>
                </a:lnTo>
                <a:lnTo>
                  <a:pt x="122692" y="763123"/>
                </a:lnTo>
                <a:lnTo>
                  <a:pt x="121837" y="762581"/>
                </a:lnTo>
                <a:lnTo>
                  <a:pt x="120985" y="762034"/>
                </a:lnTo>
                <a:lnTo>
                  <a:pt x="120137" y="761483"/>
                </a:lnTo>
                <a:lnTo>
                  <a:pt x="119291" y="760927"/>
                </a:lnTo>
                <a:lnTo>
                  <a:pt x="118450" y="760366"/>
                </a:lnTo>
                <a:lnTo>
                  <a:pt x="117612" y="759800"/>
                </a:lnTo>
                <a:lnTo>
                  <a:pt x="116777" y="759230"/>
                </a:lnTo>
                <a:lnTo>
                  <a:pt x="115945" y="758655"/>
                </a:lnTo>
                <a:lnTo>
                  <a:pt x="115117" y="758076"/>
                </a:lnTo>
                <a:lnTo>
                  <a:pt x="114292" y="757492"/>
                </a:lnTo>
                <a:lnTo>
                  <a:pt x="113471" y="756904"/>
                </a:lnTo>
                <a:lnTo>
                  <a:pt x="112654" y="756311"/>
                </a:lnTo>
                <a:lnTo>
                  <a:pt x="111840" y="755713"/>
                </a:lnTo>
                <a:lnTo>
                  <a:pt x="111029" y="755111"/>
                </a:lnTo>
                <a:lnTo>
                  <a:pt x="110222" y="754505"/>
                </a:lnTo>
                <a:lnTo>
                  <a:pt x="109418" y="753894"/>
                </a:lnTo>
                <a:lnTo>
                  <a:pt x="108618" y="753279"/>
                </a:lnTo>
                <a:lnTo>
                  <a:pt x="107822" y="752659"/>
                </a:lnTo>
                <a:lnTo>
                  <a:pt x="107029" y="752035"/>
                </a:lnTo>
                <a:lnTo>
                  <a:pt x="106240" y="751406"/>
                </a:lnTo>
                <a:lnTo>
                  <a:pt x="105455" y="750773"/>
                </a:lnTo>
                <a:lnTo>
                  <a:pt x="104673" y="750136"/>
                </a:lnTo>
                <a:lnTo>
                  <a:pt x="103895" y="749494"/>
                </a:lnTo>
                <a:lnTo>
                  <a:pt x="103121" y="748848"/>
                </a:lnTo>
                <a:lnTo>
                  <a:pt x="102350" y="748198"/>
                </a:lnTo>
                <a:lnTo>
                  <a:pt x="101583" y="747543"/>
                </a:lnTo>
                <a:lnTo>
                  <a:pt x="100820" y="746884"/>
                </a:lnTo>
                <a:lnTo>
                  <a:pt x="100061" y="746221"/>
                </a:lnTo>
                <a:lnTo>
                  <a:pt x="99305" y="745554"/>
                </a:lnTo>
                <a:lnTo>
                  <a:pt x="98553" y="744883"/>
                </a:lnTo>
                <a:lnTo>
                  <a:pt x="97806" y="744207"/>
                </a:lnTo>
                <a:lnTo>
                  <a:pt x="97062" y="743527"/>
                </a:lnTo>
                <a:lnTo>
                  <a:pt x="96321" y="742843"/>
                </a:lnTo>
                <a:lnTo>
                  <a:pt x="95585" y="742155"/>
                </a:lnTo>
                <a:lnTo>
                  <a:pt x="94853" y="741463"/>
                </a:lnTo>
                <a:lnTo>
                  <a:pt x="94124" y="740767"/>
                </a:lnTo>
                <a:lnTo>
                  <a:pt x="93400" y="740066"/>
                </a:lnTo>
                <a:lnTo>
                  <a:pt x="92679" y="739362"/>
                </a:lnTo>
                <a:lnTo>
                  <a:pt x="91963" y="738653"/>
                </a:lnTo>
                <a:lnTo>
                  <a:pt x="91250" y="737941"/>
                </a:lnTo>
                <a:lnTo>
                  <a:pt x="90542" y="737224"/>
                </a:lnTo>
                <a:lnTo>
                  <a:pt x="89837" y="736504"/>
                </a:lnTo>
                <a:lnTo>
                  <a:pt x="89137" y="735779"/>
                </a:lnTo>
                <a:lnTo>
                  <a:pt x="88441" y="735051"/>
                </a:lnTo>
                <a:lnTo>
                  <a:pt x="87748" y="734318"/>
                </a:lnTo>
                <a:lnTo>
                  <a:pt x="87060" y="733582"/>
                </a:lnTo>
                <a:lnTo>
                  <a:pt x="86376" y="732842"/>
                </a:lnTo>
                <a:lnTo>
                  <a:pt x="85697" y="732098"/>
                </a:lnTo>
                <a:lnTo>
                  <a:pt x="85021" y="731350"/>
                </a:lnTo>
                <a:lnTo>
                  <a:pt x="84349" y="730598"/>
                </a:lnTo>
                <a:lnTo>
                  <a:pt x="83682" y="729843"/>
                </a:lnTo>
                <a:lnTo>
                  <a:pt x="83019" y="729083"/>
                </a:lnTo>
                <a:lnTo>
                  <a:pt x="82360" y="728320"/>
                </a:lnTo>
                <a:lnTo>
                  <a:pt x="81706" y="727553"/>
                </a:lnTo>
                <a:lnTo>
                  <a:pt x="81055" y="726783"/>
                </a:lnTo>
                <a:lnTo>
                  <a:pt x="80410" y="726008"/>
                </a:lnTo>
                <a:lnTo>
                  <a:pt x="79768" y="725230"/>
                </a:lnTo>
                <a:lnTo>
                  <a:pt x="79131" y="724449"/>
                </a:lnTo>
                <a:lnTo>
                  <a:pt x="78498" y="723663"/>
                </a:lnTo>
                <a:lnTo>
                  <a:pt x="77869" y="722874"/>
                </a:lnTo>
                <a:lnTo>
                  <a:pt x="77245" y="722081"/>
                </a:lnTo>
                <a:lnTo>
                  <a:pt x="76625" y="721285"/>
                </a:lnTo>
                <a:lnTo>
                  <a:pt x="76010" y="720485"/>
                </a:lnTo>
                <a:lnTo>
                  <a:pt x="75399" y="719682"/>
                </a:lnTo>
                <a:lnTo>
                  <a:pt x="74792" y="718875"/>
                </a:lnTo>
                <a:lnTo>
                  <a:pt x="74190" y="718064"/>
                </a:lnTo>
                <a:lnTo>
                  <a:pt x="73593" y="717250"/>
                </a:lnTo>
                <a:lnTo>
                  <a:pt x="73000" y="716432"/>
                </a:lnTo>
                <a:lnTo>
                  <a:pt x="72411" y="715611"/>
                </a:lnTo>
                <a:lnTo>
                  <a:pt x="71827" y="714786"/>
                </a:lnTo>
                <a:lnTo>
                  <a:pt x="71248" y="713958"/>
                </a:lnTo>
                <a:lnTo>
                  <a:pt x="70673" y="713127"/>
                </a:lnTo>
                <a:lnTo>
                  <a:pt x="70103" y="712292"/>
                </a:lnTo>
                <a:lnTo>
                  <a:pt x="69538" y="711454"/>
                </a:lnTo>
                <a:lnTo>
                  <a:pt x="68977" y="710612"/>
                </a:lnTo>
                <a:lnTo>
                  <a:pt x="68421" y="709767"/>
                </a:lnTo>
                <a:lnTo>
                  <a:pt x="67869" y="708919"/>
                </a:lnTo>
                <a:lnTo>
                  <a:pt x="67323" y="708067"/>
                </a:lnTo>
                <a:lnTo>
                  <a:pt x="66781" y="707212"/>
                </a:lnTo>
                <a:lnTo>
                  <a:pt x="66243" y="706354"/>
                </a:lnTo>
                <a:lnTo>
                  <a:pt x="65711" y="705492"/>
                </a:lnTo>
                <a:lnTo>
                  <a:pt x="65183" y="704627"/>
                </a:lnTo>
                <a:lnTo>
                  <a:pt x="64660" y="703759"/>
                </a:lnTo>
                <a:lnTo>
                  <a:pt x="64142" y="702888"/>
                </a:lnTo>
                <a:lnTo>
                  <a:pt x="63628" y="702014"/>
                </a:lnTo>
                <a:lnTo>
                  <a:pt x="63120" y="701136"/>
                </a:lnTo>
                <a:lnTo>
                  <a:pt x="62616" y="700255"/>
                </a:lnTo>
                <a:lnTo>
                  <a:pt x="62117" y="699371"/>
                </a:lnTo>
                <a:lnTo>
                  <a:pt x="61624" y="698484"/>
                </a:lnTo>
                <a:lnTo>
                  <a:pt x="61135" y="697594"/>
                </a:lnTo>
                <a:lnTo>
                  <a:pt x="60651" y="696701"/>
                </a:lnTo>
                <a:lnTo>
                  <a:pt x="60172" y="695805"/>
                </a:lnTo>
                <a:lnTo>
                  <a:pt x="59698" y="694905"/>
                </a:lnTo>
                <a:lnTo>
                  <a:pt x="59229" y="694003"/>
                </a:lnTo>
                <a:lnTo>
                  <a:pt x="58765" y="693098"/>
                </a:lnTo>
                <a:lnTo>
                  <a:pt x="58306" y="692189"/>
                </a:lnTo>
                <a:lnTo>
                  <a:pt x="57852" y="691278"/>
                </a:lnTo>
                <a:lnTo>
                  <a:pt x="57403" y="690364"/>
                </a:lnTo>
                <a:lnTo>
                  <a:pt x="56959" y="689447"/>
                </a:lnTo>
                <a:lnTo>
                  <a:pt x="56520" y="688526"/>
                </a:lnTo>
                <a:lnTo>
                  <a:pt x="56087" y="687603"/>
                </a:lnTo>
                <a:lnTo>
                  <a:pt x="55658" y="686678"/>
                </a:lnTo>
                <a:lnTo>
                  <a:pt x="55235" y="685749"/>
                </a:lnTo>
                <a:lnTo>
                  <a:pt x="54817" y="684817"/>
                </a:lnTo>
                <a:lnTo>
                  <a:pt x="54404" y="683883"/>
                </a:lnTo>
                <a:lnTo>
                  <a:pt x="53997" y="682945"/>
                </a:lnTo>
                <a:lnTo>
                  <a:pt x="53594" y="682005"/>
                </a:lnTo>
                <a:lnTo>
                  <a:pt x="53197" y="681063"/>
                </a:lnTo>
                <a:lnTo>
                  <a:pt x="52805" y="680117"/>
                </a:lnTo>
                <a:lnTo>
                  <a:pt x="52418" y="679169"/>
                </a:lnTo>
                <a:lnTo>
                  <a:pt x="52037" y="678218"/>
                </a:lnTo>
                <a:lnTo>
                  <a:pt x="51661" y="677264"/>
                </a:lnTo>
                <a:lnTo>
                  <a:pt x="51291" y="676308"/>
                </a:lnTo>
                <a:lnTo>
                  <a:pt x="50925" y="675349"/>
                </a:lnTo>
                <a:lnTo>
                  <a:pt x="50565" y="674387"/>
                </a:lnTo>
                <a:lnTo>
                  <a:pt x="50211" y="673423"/>
                </a:lnTo>
                <a:lnTo>
                  <a:pt x="49862" y="672456"/>
                </a:lnTo>
                <a:lnTo>
                  <a:pt x="49518" y="671486"/>
                </a:lnTo>
                <a:lnTo>
                  <a:pt x="49180" y="670514"/>
                </a:lnTo>
                <a:lnTo>
                  <a:pt x="48847" y="669540"/>
                </a:lnTo>
                <a:lnTo>
                  <a:pt x="48520" y="668562"/>
                </a:lnTo>
                <a:lnTo>
                  <a:pt x="48199" y="667583"/>
                </a:lnTo>
                <a:lnTo>
                  <a:pt x="47882" y="666601"/>
                </a:lnTo>
                <a:lnTo>
                  <a:pt x="47572" y="665616"/>
                </a:lnTo>
                <a:lnTo>
                  <a:pt x="47267" y="664629"/>
                </a:lnTo>
                <a:lnTo>
                  <a:pt x="46967" y="663639"/>
                </a:lnTo>
                <a:lnTo>
                  <a:pt x="46674" y="662647"/>
                </a:lnTo>
                <a:lnTo>
                  <a:pt x="46385" y="661653"/>
                </a:lnTo>
                <a:lnTo>
                  <a:pt x="46103" y="660656"/>
                </a:lnTo>
                <a:lnTo>
                  <a:pt x="45826" y="659657"/>
                </a:lnTo>
                <a:lnTo>
                  <a:pt x="45555" y="658656"/>
                </a:lnTo>
                <a:lnTo>
                  <a:pt x="45289" y="657652"/>
                </a:lnTo>
                <a:lnTo>
                  <a:pt x="45029" y="656646"/>
                </a:lnTo>
                <a:lnTo>
                  <a:pt x="44775" y="655638"/>
                </a:lnTo>
                <a:lnTo>
                  <a:pt x="44527" y="654627"/>
                </a:lnTo>
                <a:lnTo>
                  <a:pt x="44284" y="653614"/>
                </a:lnTo>
                <a:lnTo>
                  <a:pt x="44047" y="652599"/>
                </a:lnTo>
                <a:lnTo>
                  <a:pt x="43816" y="651582"/>
                </a:lnTo>
                <a:lnTo>
                  <a:pt x="43591" y="650562"/>
                </a:lnTo>
                <a:lnTo>
                  <a:pt x="43372" y="649540"/>
                </a:lnTo>
                <a:lnTo>
                  <a:pt x="43158" y="648516"/>
                </a:lnTo>
                <a:lnTo>
                  <a:pt x="42951" y="647490"/>
                </a:lnTo>
                <a:lnTo>
                  <a:pt x="42749" y="646462"/>
                </a:lnTo>
                <a:lnTo>
                  <a:pt x="42553" y="645432"/>
                </a:lnTo>
                <a:lnTo>
                  <a:pt x="42363" y="644400"/>
                </a:lnTo>
                <a:lnTo>
                  <a:pt x="42180" y="643365"/>
                </a:lnTo>
                <a:lnTo>
                  <a:pt x="42002" y="642329"/>
                </a:lnTo>
                <a:lnTo>
                  <a:pt x="41830" y="641290"/>
                </a:lnTo>
                <a:lnTo>
                  <a:pt x="41664" y="640250"/>
                </a:lnTo>
                <a:lnTo>
                  <a:pt x="41504" y="639207"/>
                </a:lnTo>
                <a:lnTo>
                  <a:pt x="41350" y="638162"/>
                </a:lnTo>
                <a:lnTo>
                  <a:pt x="41202" y="637116"/>
                </a:lnTo>
                <a:lnTo>
                  <a:pt x="41061" y="636068"/>
                </a:lnTo>
                <a:lnTo>
                  <a:pt x="40925" y="635017"/>
                </a:lnTo>
                <a:lnTo>
                  <a:pt x="40796" y="633965"/>
                </a:lnTo>
                <a:lnTo>
                  <a:pt x="40672" y="632911"/>
                </a:lnTo>
                <a:lnTo>
                  <a:pt x="40555" y="631855"/>
                </a:lnTo>
                <a:lnTo>
                  <a:pt x="40444" y="630797"/>
                </a:lnTo>
                <a:lnTo>
                  <a:pt x="40339" y="629737"/>
                </a:lnTo>
                <a:lnTo>
                  <a:pt x="40241" y="628676"/>
                </a:lnTo>
                <a:lnTo>
                  <a:pt x="40148" y="627612"/>
                </a:lnTo>
                <a:lnTo>
                  <a:pt x="40062" y="626547"/>
                </a:lnTo>
                <a:lnTo>
                  <a:pt x="39982" y="625481"/>
                </a:lnTo>
                <a:lnTo>
                  <a:pt x="39909" y="624412"/>
                </a:lnTo>
                <a:lnTo>
                  <a:pt x="39841" y="623342"/>
                </a:lnTo>
                <a:lnTo>
                  <a:pt x="39780" y="622270"/>
                </a:lnTo>
                <a:lnTo>
                  <a:pt x="39726" y="621196"/>
                </a:lnTo>
                <a:lnTo>
                  <a:pt x="39677" y="620121"/>
                </a:lnTo>
                <a:lnTo>
                  <a:pt x="39636" y="619044"/>
                </a:lnTo>
                <a:lnTo>
                  <a:pt x="39600" y="617965"/>
                </a:lnTo>
                <a:lnTo>
                  <a:pt x="39571" y="616885"/>
                </a:lnTo>
                <a:lnTo>
                  <a:pt x="39548" y="615803"/>
                </a:lnTo>
                <a:lnTo>
                  <a:pt x="39532" y="614719"/>
                </a:lnTo>
                <a:lnTo>
                  <a:pt x="39522" y="613635"/>
                </a:lnTo>
                <a:lnTo>
                  <a:pt x="39519" y="612548"/>
                </a:lnTo>
                <a:lnTo>
                  <a:pt x="19760" y="612548"/>
                </a:lnTo>
                <a:lnTo>
                  <a:pt x="19759" y="612548"/>
                </a:lnTo>
                <a:lnTo>
                  <a:pt x="19759" y="612548"/>
                </a:lnTo>
                <a:lnTo>
                  <a:pt x="19763" y="613751"/>
                </a:lnTo>
                <a:lnTo>
                  <a:pt x="19774" y="614952"/>
                </a:lnTo>
                <a:lnTo>
                  <a:pt x="19792" y="616152"/>
                </a:lnTo>
                <a:lnTo>
                  <a:pt x="19817" y="617349"/>
                </a:lnTo>
                <a:lnTo>
                  <a:pt x="19849" y="618545"/>
                </a:lnTo>
                <a:lnTo>
                  <a:pt x="19888" y="619739"/>
                </a:lnTo>
                <a:lnTo>
                  <a:pt x="19934" y="620932"/>
                </a:lnTo>
                <a:lnTo>
                  <a:pt x="19987" y="622122"/>
                </a:lnTo>
                <a:lnTo>
                  <a:pt x="20048" y="623311"/>
                </a:lnTo>
                <a:lnTo>
                  <a:pt x="20115" y="624498"/>
                </a:lnTo>
                <a:lnTo>
                  <a:pt x="20189" y="625683"/>
                </a:lnTo>
                <a:lnTo>
                  <a:pt x="20270" y="626866"/>
                </a:lnTo>
                <a:lnTo>
                  <a:pt x="20358" y="628047"/>
                </a:lnTo>
                <a:lnTo>
                  <a:pt x="20453" y="629226"/>
                </a:lnTo>
                <a:lnTo>
                  <a:pt x="20555" y="630403"/>
                </a:lnTo>
                <a:lnTo>
                  <a:pt x="20664" y="631578"/>
                </a:lnTo>
                <a:lnTo>
                  <a:pt x="20780" y="632751"/>
                </a:lnTo>
                <a:lnTo>
                  <a:pt x="20902" y="633923"/>
                </a:lnTo>
                <a:lnTo>
                  <a:pt x="21031" y="635092"/>
                </a:lnTo>
                <a:lnTo>
                  <a:pt x="21167" y="636259"/>
                </a:lnTo>
                <a:lnTo>
                  <a:pt x="21310" y="637424"/>
                </a:lnTo>
                <a:lnTo>
                  <a:pt x="21460" y="638587"/>
                </a:lnTo>
                <a:lnTo>
                  <a:pt x="21616" y="639748"/>
                </a:lnTo>
                <a:lnTo>
                  <a:pt x="21779" y="640906"/>
                </a:lnTo>
                <a:lnTo>
                  <a:pt x="21949" y="642063"/>
                </a:lnTo>
                <a:lnTo>
                  <a:pt x="22125" y="643217"/>
                </a:lnTo>
                <a:lnTo>
                  <a:pt x="22308" y="644369"/>
                </a:lnTo>
                <a:lnTo>
                  <a:pt x="22498" y="645519"/>
                </a:lnTo>
                <a:lnTo>
                  <a:pt x="22694" y="646667"/>
                </a:lnTo>
                <a:lnTo>
                  <a:pt x="22897" y="647812"/>
                </a:lnTo>
                <a:lnTo>
                  <a:pt x="23106" y="648955"/>
                </a:lnTo>
                <a:lnTo>
                  <a:pt x="23322" y="650096"/>
                </a:lnTo>
                <a:lnTo>
                  <a:pt x="23545" y="651235"/>
                </a:lnTo>
                <a:lnTo>
                  <a:pt x="23774" y="652371"/>
                </a:lnTo>
                <a:lnTo>
                  <a:pt x="24009" y="653505"/>
                </a:lnTo>
                <a:lnTo>
                  <a:pt x="24251" y="654636"/>
                </a:lnTo>
                <a:lnTo>
                  <a:pt x="24500" y="655765"/>
                </a:lnTo>
                <a:lnTo>
                  <a:pt x="24755" y="656892"/>
                </a:lnTo>
                <a:lnTo>
                  <a:pt x="25016" y="658016"/>
                </a:lnTo>
                <a:lnTo>
                  <a:pt x="25283" y="659138"/>
                </a:lnTo>
                <a:lnTo>
                  <a:pt x="25557" y="660257"/>
                </a:lnTo>
                <a:lnTo>
                  <a:pt x="25838" y="661373"/>
                </a:lnTo>
                <a:lnTo>
                  <a:pt x="26124" y="662488"/>
                </a:lnTo>
                <a:lnTo>
                  <a:pt x="26417" y="663599"/>
                </a:lnTo>
                <a:lnTo>
                  <a:pt x="26717" y="664708"/>
                </a:lnTo>
                <a:lnTo>
                  <a:pt x="27022" y="665815"/>
                </a:lnTo>
                <a:lnTo>
                  <a:pt x="27334" y="666919"/>
                </a:lnTo>
                <a:lnTo>
                  <a:pt x="27652" y="668020"/>
                </a:lnTo>
                <a:lnTo>
                  <a:pt x="27976" y="669118"/>
                </a:lnTo>
                <a:lnTo>
                  <a:pt x="28306" y="670214"/>
                </a:lnTo>
                <a:lnTo>
                  <a:pt x="28643" y="671307"/>
                </a:lnTo>
                <a:lnTo>
                  <a:pt x="28986" y="672398"/>
                </a:lnTo>
                <a:lnTo>
                  <a:pt x="29334" y="673486"/>
                </a:lnTo>
                <a:lnTo>
                  <a:pt x="29689" y="674571"/>
                </a:lnTo>
                <a:lnTo>
                  <a:pt x="30050" y="675653"/>
                </a:lnTo>
                <a:lnTo>
                  <a:pt x="30417" y="676733"/>
                </a:lnTo>
                <a:lnTo>
                  <a:pt x="30790" y="677809"/>
                </a:lnTo>
                <a:lnTo>
                  <a:pt x="31170" y="678883"/>
                </a:lnTo>
                <a:lnTo>
                  <a:pt x="31555" y="679954"/>
                </a:lnTo>
                <a:lnTo>
                  <a:pt x="31946" y="681022"/>
                </a:lnTo>
                <a:lnTo>
                  <a:pt x="32343" y="682088"/>
                </a:lnTo>
                <a:lnTo>
                  <a:pt x="32746" y="683150"/>
                </a:lnTo>
                <a:lnTo>
                  <a:pt x="33155" y="684209"/>
                </a:lnTo>
                <a:lnTo>
                  <a:pt x="33570" y="685266"/>
                </a:lnTo>
                <a:lnTo>
                  <a:pt x="33990" y="686319"/>
                </a:lnTo>
                <a:lnTo>
                  <a:pt x="34417" y="687370"/>
                </a:lnTo>
                <a:lnTo>
                  <a:pt x="34849" y="688417"/>
                </a:lnTo>
                <a:lnTo>
                  <a:pt x="35287" y="689462"/>
                </a:lnTo>
                <a:lnTo>
                  <a:pt x="35732" y="690503"/>
                </a:lnTo>
                <a:lnTo>
                  <a:pt x="36181" y="691542"/>
                </a:lnTo>
                <a:lnTo>
                  <a:pt x="36637" y="692577"/>
                </a:lnTo>
                <a:lnTo>
                  <a:pt x="37098" y="693609"/>
                </a:lnTo>
                <a:lnTo>
                  <a:pt x="37565" y="694638"/>
                </a:lnTo>
                <a:lnTo>
                  <a:pt x="38038" y="695664"/>
                </a:lnTo>
                <a:lnTo>
                  <a:pt x="38516" y="696686"/>
                </a:lnTo>
                <a:lnTo>
                  <a:pt x="39000" y="697706"/>
                </a:lnTo>
                <a:lnTo>
                  <a:pt x="39490" y="698722"/>
                </a:lnTo>
                <a:lnTo>
                  <a:pt x="39985" y="699735"/>
                </a:lnTo>
                <a:lnTo>
                  <a:pt x="40486" y="700745"/>
                </a:lnTo>
                <a:lnTo>
                  <a:pt x="40993" y="701752"/>
                </a:lnTo>
                <a:lnTo>
                  <a:pt x="41505" y="702755"/>
                </a:lnTo>
                <a:lnTo>
                  <a:pt x="42022" y="703755"/>
                </a:lnTo>
                <a:lnTo>
                  <a:pt x="42546" y="704751"/>
                </a:lnTo>
                <a:lnTo>
                  <a:pt x="43074" y="705745"/>
                </a:lnTo>
                <a:lnTo>
                  <a:pt x="43608" y="706734"/>
                </a:lnTo>
                <a:lnTo>
                  <a:pt x="44148" y="707721"/>
                </a:lnTo>
                <a:lnTo>
                  <a:pt x="44693" y="708704"/>
                </a:lnTo>
                <a:lnTo>
                  <a:pt x="45243" y="709684"/>
                </a:lnTo>
                <a:lnTo>
                  <a:pt x="45799" y="710660"/>
                </a:lnTo>
                <a:lnTo>
                  <a:pt x="46360" y="711632"/>
                </a:lnTo>
                <a:lnTo>
                  <a:pt x="46926" y="712602"/>
                </a:lnTo>
                <a:lnTo>
                  <a:pt x="47498" y="713567"/>
                </a:lnTo>
                <a:lnTo>
                  <a:pt x="48075" y="714529"/>
                </a:lnTo>
                <a:lnTo>
                  <a:pt x="48658" y="715488"/>
                </a:lnTo>
                <a:lnTo>
                  <a:pt x="49246" y="716443"/>
                </a:lnTo>
                <a:lnTo>
                  <a:pt x="49839" y="717394"/>
                </a:lnTo>
                <a:lnTo>
                  <a:pt x="50437" y="718342"/>
                </a:lnTo>
                <a:lnTo>
                  <a:pt x="51040" y="719286"/>
                </a:lnTo>
                <a:lnTo>
                  <a:pt x="51649" y="720227"/>
                </a:lnTo>
                <a:lnTo>
                  <a:pt x="52263" y="721164"/>
                </a:lnTo>
                <a:lnTo>
                  <a:pt x="52882" y="722097"/>
                </a:lnTo>
                <a:lnTo>
                  <a:pt x="53506" y="723026"/>
                </a:lnTo>
                <a:lnTo>
                  <a:pt x="54135" y="723952"/>
                </a:lnTo>
                <a:lnTo>
                  <a:pt x="54769" y="724874"/>
                </a:lnTo>
                <a:lnTo>
                  <a:pt x="55409" y="725792"/>
                </a:lnTo>
                <a:lnTo>
                  <a:pt x="56053" y="726706"/>
                </a:lnTo>
                <a:lnTo>
                  <a:pt x="56702" y="727617"/>
                </a:lnTo>
                <a:lnTo>
                  <a:pt x="57357" y="728524"/>
                </a:lnTo>
                <a:lnTo>
                  <a:pt x="58016" y="729426"/>
                </a:lnTo>
                <a:lnTo>
                  <a:pt x="58681" y="730325"/>
                </a:lnTo>
                <a:lnTo>
                  <a:pt x="59350" y="731220"/>
                </a:lnTo>
                <a:lnTo>
                  <a:pt x="60024" y="732112"/>
                </a:lnTo>
                <a:lnTo>
                  <a:pt x="60703" y="732999"/>
                </a:lnTo>
                <a:lnTo>
                  <a:pt x="61388" y="733882"/>
                </a:lnTo>
                <a:lnTo>
                  <a:pt x="62077" y="734761"/>
                </a:lnTo>
                <a:lnTo>
                  <a:pt x="62770" y="735636"/>
                </a:lnTo>
                <a:lnTo>
                  <a:pt x="63469" y="736508"/>
                </a:lnTo>
                <a:lnTo>
                  <a:pt x="64172" y="737375"/>
                </a:lnTo>
                <a:lnTo>
                  <a:pt x="64881" y="738238"/>
                </a:lnTo>
                <a:lnTo>
                  <a:pt x="65594" y="739097"/>
                </a:lnTo>
                <a:lnTo>
                  <a:pt x="66311" y="739952"/>
                </a:lnTo>
                <a:lnTo>
                  <a:pt x="67034" y="740803"/>
                </a:lnTo>
                <a:lnTo>
                  <a:pt x="67761" y="741649"/>
                </a:lnTo>
                <a:lnTo>
                  <a:pt x="68493" y="742492"/>
                </a:lnTo>
                <a:lnTo>
                  <a:pt x="69230" y="743330"/>
                </a:lnTo>
                <a:lnTo>
                  <a:pt x="69971" y="744164"/>
                </a:lnTo>
                <a:lnTo>
                  <a:pt x="70717" y="744994"/>
                </a:lnTo>
                <a:lnTo>
                  <a:pt x="71467" y="745820"/>
                </a:lnTo>
                <a:lnTo>
                  <a:pt x="72222" y="746641"/>
                </a:lnTo>
                <a:lnTo>
                  <a:pt x="72982" y="747458"/>
                </a:lnTo>
                <a:lnTo>
                  <a:pt x="73746" y="748271"/>
                </a:lnTo>
                <a:lnTo>
                  <a:pt x="74514" y="749080"/>
                </a:lnTo>
                <a:lnTo>
                  <a:pt x="75288" y="749884"/>
                </a:lnTo>
                <a:lnTo>
                  <a:pt x="76065" y="750684"/>
                </a:lnTo>
                <a:lnTo>
                  <a:pt x="76847" y="751479"/>
                </a:lnTo>
                <a:lnTo>
                  <a:pt x="77634" y="752270"/>
                </a:lnTo>
                <a:lnTo>
                  <a:pt x="78425" y="753057"/>
                </a:lnTo>
                <a:lnTo>
                  <a:pt x="79220" y="753839"/>
                </a:lnTo>
                <a:lnTo>
                  <a:pt x="80020" y="754616"/>
                </a:lnTo>
                <a:lnTo>
                  <a:pt x="80824" y="755389"/>
                </a:lnTo>
                <a:lnTo>
                  <a:pt x="81633" y="756158"/>
                </a:lnTo>
                <a:lnTo>
                  <a:pt x="82445" y="756922"/>
                </a:lnTo>
                <a:lnTo>
                  <a:pt x="83263" y="757682"/>
                </a:lnTo>
                <a:lnTo>
                  <a:pt x="84084" y="758437"/>
                </a:lnTo>
                <a:lnTo>
                  <a:pt x="84910" y="759187"/>
                </a:lnTo>
                <a:lnTo>
                  <a:pt x="85740" y="759933"/>
                </a:lnTo>
                <a:lnTo>
                  <a:pt x="86574" y="760674"/>
                </a:lnTo>
                <a:lnTo>
                  <a:pt x="87412" y="761411"/>
                </a:lnTo>
                <a:lnTo>
                  <a:pt x="88254" y="762143"/>
                </a:lnTo>
                <a:lnTo>
                  <a:pt x="89101" y="762870"/>
                </a:lnTo>
                <a:lnTo>
                  <a:pt x="89952" y="763592"/>
                </a:lnTo>
                <a:lnTo>
                  <a:pt x="90807" y="764310"/>
                </a:lnTo>
                <a:lnTo>
                  <a:pt x="91666" y="765023"/>
                </a:lnTo>
                <a:lnTo>
                  <a:pt x="92529" y="765731"/>
                </a:lnTo>
                <a:lnTo>
                  <a:pt x="93396" y="766435"/>
                </a:lnTo>
                <a:lnTo>
                  <a:pt x="94267" y="767134"/>
                </a:lnTo>
                <a:lnTo>
                  <a:pt x="95143" y="767827"/>
                </a:lnTo>
                <a:lnTo>
                  <a:pt x="96022" y="768516"/>
                </a:lnTo>
                <a:lnTo>
                  <a:pt x="96905" y="769200"/>
                </a:lnTo>
                <a:lnTo>
                  <a:pt x="97792" y="769880"/>
                </a:lnTo>
                <a:lnTo>
                  <a:pt x="98683" y="770554"/>
                </a:lnTo>
                <a:lnTo>
                  <a:pt x="99579" y="771223"/>
                </a:lnTo>
                <a:lnTo>
                  <a:pt x="100477" y="771888"/>
                </a:lnTo>
                <a:lnTo>
                  <a:pt x="101380" y="772547"/>
                </a:lnTo>
                <a:lnTo>
                  <a:pt x="102287" y="773202"/>
                </a:lnTo>
                <a:lnTo>
                  <a:pt x="103197" y="773851"/>
                </a:lnTo>
                <a:lnTo>
                  <a:pt x="104112" y="774495"/>
                </a:lnTo>
                <a:lnTo>
                  <a:pt x="105030" y="775135"/>
                </a:lnTo>
                <a:lnTo>
                  <a:pt x="105952" y="775769"/>
                </a:lnTo>
                <a:lnTo>
                  <a:pt x="106878" y="776398"/>
                </a:lnTo>
                <a:lnTo>
                  <a:pt x="107807" y="777022"/>
                </a:lnTo>
                <a:lnTo>
                  <a:pt x="108740" y="777641"/>
                </a:lnTo>
                <a:lnTo>
                  <a:pt x="109677" y="778255"/>
                </a:lnTo>
                <a:lnTo>
                  <a:pt x="110617" y="778864"/>
                </a:lnTo>
                <a:lnTo>
                  <a:pt x="111562" y="779467"/>
                </a:lnTo>
                <a:lnTo>
                  <a:pt x="112509" y="780065"/>
                </a:lnTo>
                <a:lnTo>
                  <a:pt x="113461" y="780658"/>
                </a:lnTo>
                <a:lnTo>
                  <a:pt x="114416" y="781246"/>
                </a:lnTo>
                <a:lnTo>
                  <a:pt x="115374" y="781828"/>
                </a:lnTo>
                <a:lnTo>
                  <a:pt x="116337" y="782406"/>
                </a:lnTo>
                <a:lnTo>
                  <a:pt x="117302" y="782977"/>
                </a:lnTo>
                <a:lnTo>
                  <a:pt x="118271" y="783544"/>
                </a:lnTo>
                <a:lnTo>
                  <a:pt x="119244" y="784105"/>
                </a:lnTo>
                <a:lnTo>
                  <a:pt x="120220" y="784661"/>
                </a:lnTo>
                <a:lnTo>
                  <a:pt x="121200" y="785211"/>
                </a:lnTo>
                <a:lnTo>
                  <a:pt x="122183" y="785756"/>
                </a:lnTo>
                <a:lnTo>
                  <a:pt x="123169" y="786296"/>
                </a:lnTo>
                <a:lnTo>
                  <a:pt x="124159" y="786830"/>
                </a:lnTo>
                <a:lnTo>
                  <a:pt x="125152" y="787358"/>
                </a:lnTo>
                <a:lnTo>
                  <a:pt x="126149" y="787882"/>
                </a:lnTo>
                <a:lnTo>
                  <a:pt x="127149" y="788399"/>
                </a:lnTo>
                <a:lnTo>
                  <a:pt x="128152" y="788911"/>
                </a:lnTo>
                <a:lnTo>
                  <a:pt x="129159" y="789418"/>
                </a:lnTo>
                <a:lnTo>
                  <a:pt x="130169" y="789919"/>
                </a:lnTo>
                <a:lnTo>
                  <a:pt x="131182" y="790414"/>
                </a:lnTo>
                <a:lnTo>
                  <a:pt x="132198" y="790904"/>
                </a:lnTo>
                <a:lnTo>
                  <a:pt x="133217" y="791388"/>
                </a:lnTo>
                <a:lnTo>
                  <a:pt x="134240" y="791866"/>
                </a:lnTo>
                <a:lnTo>
                  <a:pt x="135266" y="792339"/>
                </a:lnTo>
                <a:lnTo>
                  <a:pt x="136295" y="792806"/>
                </a:lnTo>
                <a:lnTo>
                  <a:pt x="137327" y="793267"/>
                </a:lnTo>
                <a:lnTo>
                  <a:pt x="138362" y="793723"/>
                </a:lnTo>
                <a:lnTo>
                  <a:pt x="139401" y="794172"/>
                </a:lnTo>
                <a:lnTo>
                  <a:pt x="140442" y="794616"/>
                </a:lnTo>
                <a:lnTo>
                  <a:pt x="141487" y="795055"/>
                </a:lnTo>
                <a:lnTo>
                  <a:pt x="142534" y="795487"/>
                </a:lnTo>
                <a:lnTo>
                  <a:pt x="143585" y="795914"/>
                </a:lnTo>
                <a:lnTo>
                  <a:pt x="144638" y="796334"/>
                </a:lnTo>
                <a:lnTo>
                  <a:pt x="145695" y="796749"/>
                </a:lnTo>
                <a:lnTo>
                  <a:pt x="146754" y="797158"/>
                </a:lnTo>
                <a:lnTo>
                  <a:pt x="147816" y="797561"/>
                </a:lnTo>
                <a:lnTo>
                  <a:pt x="148882" y="797958"/>
                </a:lnTo>
                <a:lnTo>
                  <a:pt x="149950" y="798349"/>
                </a:lnTo>
                <a:lnTo>
                  <a:pt x="151021" y="798734"/>
                </a:lnTo>
                <a:lnTo>
                  <a:pt x="152095" y="799114"/>
                </a:lnTo>
                <a:lnTo>
                  <a:pt x="153171" y="799487"/>
                </a:lnTo>
                <a:lnTo>
                  <a:pt x="154251" y="799854"/>
                </a:lnTo>
                <a:lnTo>
                  <a:pt x="155333" y="800215"/>
                </a:lnTo>
                <a:lnTo>
                  <a:pt x="156418" y="800570"/>
                </a:lnTo>
                <a:lnTo>
                  <a:pt x="157506" y="800918"/>
                </a:lnTo>
                <a:lnTo>
                  <a:pt x="158596" y="801261"/>
                </a:lnTo>
                <a:lnTo>
                  <a:pt x="159690" y="801598"/>
                </a:lnTo>
                <a:lnTo>
                  <a:pt x="160786" y="801928"/>
                </a:lnTo>
                <a:lnTo>
                  <a:pt x="161884" y="802252"/>
                </a:lnTo>
                <a:lnTo>
                  <a:pt x="162985" y="802570"/>
                </a:lnTo>
                <a:lnTo>
                  <a:pt x="164089" y="802882"/>
                </a:lnTo>
                <a:lnTo>
                  <a:pt x="165196" y="803187"/>
                </a:lnTo>
                <a:lnTo>
                  <a:pt x="166305" y="803487"/>
                </a:lnTo>
                <a:lnTo>
                  <a:pt x="167416" y="803780"/>
                </a:lnTo>
                <a:lnTo>
                  <a:pt x="168531" y="804066"/>
                </a:lnTo>
                <a:lnTo>
                  <a:pt x="169647" y="804347"/>
                </a:lnTo>
                <a:lnTo>
                  <a:pt x="170766" y="804621"/>
                </a:lnTo>
                <a:lnTo>
                  <a:pt x="171888" y="804888"/>
                </a:lnTo>
                <a:lnTo>
                  <a:pt x="173012" y="805149"/>
                </a:lnTo>
                <a:lnTo>
                  <a:pt x="174139" y="805404"/>
                </a:lnTo>
                <a:lnTo>
                  <a:pt x="175268" y="805653"/>
                </a:lnTo>
                <a:lnTo>
                  <a:pt x="176399" y="805895"/>
                </a:lnTo>
                <a:lnTo>
                  <a:pt x="177533" y="806130"/>
                </a:lnTo>
                <a:lnTo>
                  <a:pt x="178669" y="806359"/>
                </a:lnTo>
                <a:lnTo>
                  <a:pt x="179808" y="806582"/>
                </a:lnTo>
                <a:lnTo>
                  <a:pt x="180948" y="806798"/>
                </a:lnTo>
                <a:lnTo>
                  <a:pt x="182092" y="807007"/>
                </a:lnTo>
                <a:lnTo>
                  <a:pt x="183237" y="807210"/>
                </a:lnTo>
                <a:lnTo>
                  <a:pt x="184385" y="807406"/>
                </a:lnTo>
                <a:lnTo>
                  <a:pt x="185535" y="807596"/>
                </a:lnTo>
                <a:lnTo>
                  <a:pt x="186687" y="807779"/>
                </a:lnTo>
                <a:lnTo>
                  <a:pt x="187841" y="807955"/>
                </a:lnTo>
                <a:lnTo>
                  <a:pt x="188998" y="808125"/>
                </a:lnTo>
                <a:lnTo>
                  <a:pt x="190156" y="808288"/>
                </a:lnTo>
                <a:lnTo>
                  <a:pt x="191317" y="808444"/>
                </a:lnTo>
                <a:lnTo>
                  <a:pt x="192480" y="808594"/>
                </a:lnTo>
                <a:lnTo>
                  <a:pt x="193645" y="808737"/>
                </a:lnTo>
                <a:lnTo>
                  <a:pt x="194812" y="808873"/>
                </a:lnTo>
                <a:lnTo>
                  <a:pt x="195981" y="809002"/>
                </a:lnTo>
                <a:lnTo>
                  <a:pt x="197152" y="809124"/>
                </a:lnTo>
                <a:lnTo>
                  <a:pt x="198326" y="809240"/>
                </a:lnTo>
                <a:lnTo>
                  <a:pt x="199501" y="809349"/>
                </a:lnTo>
                <a:lnTo>
                  <a:pt x="200678" y="809451"/>
                </a:lnTo>
                <a:lnTo>
                  <a:pt x="201857" y="809546"/>
                </a:lnTo>
                <a:lnTo>
                  <a:pt x="203038" y="809634"/>
                </a:lnTo>
                <a:lnTo>
                  <a:pt x="204221" y="809715"/>
                </a:lnTo>
                <a:lnTo>
                  <a:pt x="205406" y="809789"/>
                </a:lnTo>
                <a:lnTo>
                  <a:pt x="206593" y="809856"/>
                </a:lnTo>
                <a:lnTo>
                  <a:pt x="207782" y="809917"/>
                </a:lnTo>
                <a:lnTo>
                  <a:pt x="208972" y="809970"/>
                </a:lnTo>
                <a:lnTo>
                  <a:pt x="210165" y="810016"/>
                </a:lnTo>
                <a:lnTo>
                  <a:pt x="211359" y="810055"/>
                </a:lnTo>
                <a:lnTo>
                  <a:pt x="212555" y="810087"/>
                </a:lnTo>
                <a:lnTo>
                  <a:pt x="213752" y="810112"/>
                </a:lnTo>
                <a:lnTo>
                  <a:pt x="214952" y="810130"/>
                </a:lnTo>
                <a:lnTo>
                  <a:pt x="216153" y="810141"/>
                </a:lnTo>
                <a:lnTo>
                  <a:pt x="217356" y="810145"/>
                </a:lnTo>
                <a:lnTo>
                  <a:pt x="217356" y="810145"/>
                </a:lnTo>
                <a:lnTo>
                  <a:pt x="217356" y="810144"/>
                </a:lnTo>
                <a:close/>
                <a:moveTo>
                  <a:pt x="928702" y="810145"/>
                </a:moveTo>
                <a:lnTo>
                  <a:pt x="929904" y="810141"/>
                </a:lnTo>
                <a:lnTo>
                  <a:pt x="931106" y="810130"/>
                </a:lnTo>
                <a:lnTo>
                  <a:pt x="932305" y="810112"/>
                </a:lnTo>
                <a:lnTo>
                  <a:pt x="933503" y="810087"/>
                </a:lnTo>
                <a:lnTo>
                  <a:pt x="934698" y="810055"/>
                </a:lnTo>
                <a:lnTo>
                  <a:pt x="935893" y="810016"/>
                </a:lnTo>
                <a:lnTo>
                  <a:pt x="937085" y="809970"/>
                </a:lnTo>
                <a:lnTo>
                  <a:pt x="938275" y="809917"/>
                </a:lnTo>
                <a:lnTo>
                  <a:pt x="939464" y="809856"/>
                </a:lnTo>
                <a:lnTo>
                  <a:pt x="940651" y="809789"/>
                </a:lnTo>
                <a:lnTo>
                  <a:pt x="941836" y="809715"/>
                </a:lnTo>
                <a:lnTo>
                  <a:pt x="943019" y="809634"/>
                </a:lnTo>
                <a:lnTo>
                  <a:pt x="944200" y="809546"/>
                </a:lnTo>
                <a:lnTo>
                  <a:pt x="945379" y="809451"/>
                </a:lnTo>
                <a:lnTo>
                  <a:pt x="946556" y="809349"/>
                </a:lnTo>
                <a:lnTo>
                  <a:pt x="947732" y="809240"/>
                </a:lnTo>
                <a:lnTo>
                  <a:pt x="948905" y="809124"/>
                </a:lnTo>
                <a:lnTo>
                  <a:pt x="950076" y="809002"/>
                </a:lnTo>
                <a:lnTo>
                  <a:pt x="951245" y="808873"/>
                </a:lnTo>
                <a:lnTo>
                  <a:pt x="952412" y="808737"/>
                </a:lnTo>
                <a:lnTo>
                  <a:pt x="953577" y="808594"/>
                </a:lnTo>
                <a:lnTo>
                  <a:pt x="954740" y="808444"/>
                </a:lnTo>
                <a:lnTo>
                  <a:pt x="955901" y="808288"/>
                </a:lnTo>
                <a:lnTo>
                  <a:pt x="957060" y="808125"/>
                </a:lnTo>
                <a:lnTo>
                  <a:pt x="958216" y="807955"/>
                </a:lnTo>
                <a:lnTo>
                  <a:pt x="959371" y="807779"/>
                </a:lnTo>
                <a:lnTo>
                  <a:pt x="960523" y="807596"/>
                </a:lnTo>
                <a:lnTo>
                  <a:pt x="961673" y="807406"/>
                </a:lnTo>
                <a:lnTo>
                  <a:pt x="962820" y="807210"/>
                </a:lnTo>
                <a:lnTo>
                  <a:pt x="963966" y="807007"/>
                </a:lnTo>
                <a:lnTo>
                  <a:pt x="965109" y="806798"/>
                </a:lnTo>
                <a:lnTo>
                  <a:pt x="966250" y="806582"/>
                </a:lnTo>
                <a:lnTo>
                  <a:pt x="967388" y="806359"/>
                </a:lnTo>
                <a:lnTo>
                  <a:pt x="968524" y="806130"/>
                </a:lnTo>
                <a:lnTo>
                  <a:pt x="969658" y="805895"/>
                </a:lnTo>
                <a:lnTo>
                  <a:pt x="970789" y="805653"/>
                </a:lnTo>
                <a:lnTo>
                  <a:pt x="971918" y="805404"/>
                </a:lnTo>
                <a:lnTo>
                  <a:pt x="973045" y="805149"/>
                </a:lnTo>
                <a:lnTo>
                  <a:pt x="974169" y="804888"/>
                </a:lnTo>
                <a:lnTo>
                  <a:pt x="975291" y="804621"/>
                </a:lnTo>
                <a:lnTo>
                  <a:pt x="976410" y="804347"/>
                </a:lnTo>
                <a:lnTo>
                  <a:pt x="977527" y="804066"/>
                </a:lnTo>
                <a:lnTo>
                  <a:pt x="978641" y="803780"/>
                </a:lnTo>
                <a:lnTo>
                  <a:pt x="979752" y="803487"/>
                </a:lnTo>
                <a:lnTo>
                  <a:pt x="980862" y="803187"/>
                </a:lnTo>
                <a:lnTo>
                  <a:pt x="981968" y="802882"/>
                </a:lnTo>
                <a:lnTo>
                  <a:pt x="983072" y="802570"/>
                </a:lnTo>
                <a:lnTo>
                  <a:pt x="984173" y="802252"/>
                </a:lnTo>
                <a:lnTo>
                  <a:pt x="985272" y="801928"/>
                </a:lnTo>
                <a:lnTo>
                  <a:pt x="986368" y="801598"/>
                </a:lnTo>
                <a:lnTo>
                  <a:pt x="987461" y="801261"/>
                </a:lnTo>
                <a:lnTo>
                  <a:pt x="988551" y="800918"/>
                </a:lnTo>
                <a:lnTo>
                  <a:pt x="989639" y="800570"/>
                </a:lnTo>
                <a:lnTo>
                  <a:pt x="990724" y="800215"/>
                </a:lnTo>
                <a:lnTo>
                  <a:pt x="991806" y="799854"/>
                </a:lnTo>
                <a:lnTo>
                  <a:pt x="992886" y="799487"/>
                </a:lnTo>
                <a:lnTo>
                  <a:pt x="993963" y="799114"/>
                </a:lnTo>
                <a:lnTo>
                  <a:pt x="995037" y="798734"/>
                </a:lnTo>
                <a:lnTo>
                  <a:pt x="996108" y="798349"/>
                </a:lnTo>
                <a:lnTo>
                  <a:pt x="997176" y="797958"/>
                </a:lnTo>
                <a:lnTo>
                  <a:pt x="998241" y="797561"/>
                </a:lnTo>
                <a:lnTo>
                  <a:pt x="999303" y="797158"/>
                </a:lnTo>
                <a:lnTo>
                  <a:pt x="1000363" y="796749"/>
                </a:lnTo>
                <a:lnTo>
                  <a:pt x="1001419" y="796334"/>
                </a:lnTo>
                <a:lnTo>
                  <a:pt x="1002473" y="795914"/>
                </a:lnTo>
                <a:lnTo>
                  <a:pt x="1003523" y="795487"/>
                </a:lnTo>
                <a:lnTo>
                  <a:pt x="1004571" y="795055"/>
                </a:lnTo>
                <a:lnTo>
                  <a:pt x="1005615" y="794616"/>
                </a:lnTo>
                <a:lnTo>
                  <a:pt x="1006657" y="794172"/>
                </a:lnTo>
                <a:lnTo>
                  <a:pt x="1007695" y="793723"/>
                </a:lnTo>
                <a:lnTo>
                  <a:pt x="1008730" y="793267"/>
                </a:lnTo>
                <a:lnTo>
                  <a:pt x="1009762" y="792806"/>
                </a:lnTo>
                <a:lnTo>
                  <a:pt x="1010791" y="792339"/>
                </a:lnTo>
                <a:lnTo>
                  <a:pt x="1011817" y="791866"/>
                </a:lnTo>
                <a:lnTo>
                  <a:pt x="1012840" y="791388"/>
                </a:lnTo>
                <a:lnTo>
                  <a:pt x="1013859" y="790904"/>
                </a:lnTo>
                <a:lnTo>
                  <a:pt x="1014876" y="790414"/>
                </a:lnTo>
                <a:lnTo>
                  <a:pt x="1015889" y="789919"/>
                </a:lnTo>
                <a:lnTo>
                  <a:pt x="1016898" y="789418"/>
                </a:lnTo>
                <a:lnTo>
                  <a:pt x="1017905" y="788911"/>
                </a:lnTo>
                <a:lnTo>
                  <a:pt x="1018908" y="788399"/>
                </a:lnTo>
                <a:lnTo>
                  <a:pt x="1019908" y="787882"/>
                </a:lnTo>
                <a:lnTo>
                  <a:pt x="1020905" y="787358"/>
                </a:lnTo>
                <a:lnTo>
                  <a:pt x="1021898" y="786830"/>
                </a:lnTo>
                <a:lnTo>
                  <a:pt x="1022888" y="786296"/>
                </a:lnTo>
                <a:lnTo>
                  <a:pt x="1023874" y="785756"/>
                </a:lnTo>
                <a:lnTo>
                  <a:pt x="1024857" y="785211"/>
                </a:lnTo>
                <a:lnTo>
                  <a:pt x="1025837" y="784661"/>
                </a:lnTo>
                <a:lnTo>
                  <a:pt x="1026813" y="784105"/>
                </a:lnTo>
                <a:lnTo>
                  <a:pt x="1027786" y="783544"/>
                </a:lnTo>
                <a:lnTo>
                  <a:pt x="1028755" y="782977"/>
                </a:lnTo>
                <a:lnTo>
                  <a:pt x="1029721" y="782406"/>
                </a:lnTo>
                <a:lnTo>
                  <a:pt x="1030683" y="781828"/>
                </a:lnTo>
                <a:lnTo>
                  <a:pt x="1031641" y="781246"/>
                </a:lnTo>
                <a:lnTo>
                  <a:pt x="1032596" y="780658"/>
                </a:lnTo>
                <a:lnTo>
                  <a:pt x="1033548" y="780065"/>
                </a:lnTo>
                <a:lnTo>
                  <a:pt x="1034496" y="779467"/>
                </a:lnTo>
                <a:lnTo>
                  <a:pt x="1035440" y="778864"/>
                </a:lnTo>
                <a:lnTo>
                  <a:pt x="1036380" y="778255"/>
                </a:lnTo>
                <a:lnTo>
                  <a:pt x="1037317" y="777641"/>
                </a:lnTo>
                <a:lnTo>
                  <a:pt x="1038250" y="777022"/>
                </a:lnTo>
                <a:lnTo>
                  <a:pt x="1039180" y="776398"/>
                </a:lnTo>
                <a:lnTo>
                  <a:pt x="1040105" y="775769"/>
                </a:lnTo>
                <a:lnTo>
                  <a:pt x="1041027" y="775135"/>
                </a:lnTo>
                <a:lnTo>
                  <a:pt x="1041945" y="774495"/>
                </a:lnTo>
                <a:lnTo>
                  <a:pt x="1042860" y="773851"/>
                </a:lnTo>
                <a:lnTo>
                  <a:pt x="1043770" y="773202"/>
                </a:lnTo>
                <a:lnTo>
                  <a:pt x="1044677" y="772547"/>
                </a:lnTo>
                <a:lnTo>
                  <a:pt x="1045580" y="771888"/>
                </a:lnTo>
                <a:lnTo>
                  <a:pt x="1046479" y="771223"/>
                </a:lnTo>
                <a:lnTo>
                  <a:pt x="1047374" y="770554"/>
                </a:lnTo>
                <a:lnTo>
                  <a:pt x="1048265" y="769880"/>
                </a:lnTo>
                <a:lnTo>
                  <a:pt x="1049152" y="769200"/>
                </a:lnTo>
                <a:lnTo>
                  <a:pt x="1050035" y="768516"/>
                </a:lnTo>
                <a:lnTo>
                  <a:pt x="1050915" y="767827"/>
                </a:lnTo>
                <a:lnTo>
                  <a:pt x="1051790" y="767134"/>
                </a:lnTo>
                <a:lnTo>
                  <a:pt x="1052661" y="766435"/>
                </a:lnTo>
                <a:lnTo>
                  <a:pt x="1053528" y="765731"/>
                </a:lnTo>
                <a:lnTo>
                  <a:pt x="1054391" y="765023"/>
                </a:lnTo>
                <a:lnTo>
                  <a:pt x="1055250" y="764310"/>
                </a:lnTo>
                <a:lnTo>
                  <a:pt x="1056105" y="763592"/>
                </a:lnTo>
                <a:lnTo>
                  <a:pt x="1056956" y="762870"/>
                </a:lnTo>
                <a:lnTo>
                  <a:pt x="1057803" y="762143"/>
                </a:lnTo>
                <a:lnTo>
                  <a:pt x="1058645" y="761411"/>
                </a:lnTo>
                <a:lnTo>
                  <a:pt x="1059484" y="760674"/>
                </a:lnTo>
                <a:lnTo>
                  <a:pt x="1060318" y="759933"/>
                </a:lnTo>
                <a:lnTo>
                  <a:pt x="1061148" y="759187"/>
                </a:lnTo>
                <a:lnTo>
                  <a:pt x="1061973" y="758437"/>
                </a:lnTo>
                <a:lnTo>
                  <a:pt x="1062795" y="757682"/>
                </a:lnTo>
                <a:lnTo>
                  <a:pt x="1063612" y="756922"/>
                </a:lnTo>
                <a:lnTo>
                  <a:pt x="1064425" y="756158"/>
                </a:lnTo>
                <a:lnTo>
                  <a:pt x="1065233" y="755389"/>
                </a:lnTo>
                <a:lnTo>
                  <a:pt x="1066037" y="754616"/>
                </a:lnTo>
                <a:lnTo>
                  <a:pt x="1066837" y="753839"/>
                </a:lnTo>
                <a:lnTo>
                  <a:pt x="1067632" y="753057"/>
                </a:lnTo>
                <a:lnTo>
                  <a:pt x="1068423" y="752270"/>
                </a:lnTo>
                <a:lnTo>
                  <a:pt x="1069210" y="751479"/>
                </a:lnTo>
                <a:lnTo>
                  <a:pt x="1069992" y="750684"/>
                </a:lnTo>
                <a:lnTo>
                  <a:pt x="1070770" y="749884"/>
                </a:lnTo>
                <a:lnTo>
                  <a:pt x="1071543" y="749080"/>
                </a:lnTo>
                <a:lnTo>
                  <a:pt x="1072311" y="748271"/>
                </a:lnTo>
                <a:lnTo>
                  <a:pt x="1073076" y="747458"/>
                </a:lnTo>
                <a:lnTo>
                  <a:pt x="1073835" y="746641"/>
                </a:lnTo>
                <a:lnTo>
                  <a:pt x="1074590" y="745820"/>
                </a:lnTo>
                <a:lnTo>
                  <a:pt x="1075341" y="744994"/>
                </a:lnTo>
                <a:lnTo>
                  <a:pt x="1076086" y="744164"/>
                </a:lnTo>
                <a:lnTo>
                  <a:pt x="1076828" y="743330"/>
                </a:lnTo>
                <a:lnTo>
                  <a:pt x="1077564" y="742492"/>
                </a:lnTo>
                <a:lnTo>
                  <a:pt x="1078296" y="741649"/>
                </a:lnTo>
                <a:lnTo>
                  <a:pt x="1079023" y="740803"/>
                </a:lnTo>
                <a:lnTo>
                  <a:pt x="1079746" y="739952"/>
                </a:lnTo>
                <a:lnTo>
                  <a:pt x="1080464" y="739097"/>
                </a:lnTo>
                <a:lnTo>
                  <a:pt x="1081177" y="738238"/>
                </a:lnTo>
                <a:lnTo>
                  <a:pt x="1081885" y="737375"/>
                </a:lnTo>
                <a:lnTo>
                  <a:pt x="1082588" y="736508"/>
                </a:lnTo>
                <a:lnTo>
                  <a:pt x="1083287" y="735636"/>
                </a:lnTo>
                <a:lnTo>
                  <a:pt x="1083981" y="734761"/>
                </a:lnTo>
                <a:lnTo>
                  <a:pt x="1084670" y="733882"/>
                </a:lnTo>
                <a:lnTo>
                  <a:pt x="1085354" y="732999"/>
                </a:lnTo>
                <a:lnTo>
                  <a:pt x="1086033" y="732112"/>
                </a:lnTo>
                <a:lnTo>
                  <a:pt x="1086707" y="731220"/>
                </a:lnTo>
                <a:lnTo>
                  <a:pt x="1087377" y="730325"/>
                </a:lnTo>
                <a:lnTo>
                  <a:pt x="1088041" y="729426"/>
                </a:lnTo>
                <a:lnTo>
                  <a:pt x="1088700" y="728524"/>
                </a:lnTo>
                <a:lnTo>
                  <a:pt x="1089355" y="727617"/>
                </a:lnTo>
                <a:lnTo>
                  <a:pt x="1090004" y="726706"/>
                </a:lnTo>
                <a:lnTo>
                  <a:pt x="1090649" y="725792"/>
                </a:lnTo>
                <a:lnTo>
                  <a:pt x="1091288" y="724874"/>
                </a:lnTo>
                <a:lnTo>
                  <a:pt x="1091922" y="723952"/>
                </a:lnTo>
                <a:lnTo>
                  <a:pt x="1092552" y="723026"/>
                </a:lnTo>
                <a:lnTo>
                  <a:pt x="1093176" y="722097"/>
                </a:lnTo>
                <a:lnTo>
                  <a:pt x="1093795" y="721164"/>
                </a:lnTo>
                <a:lnTo>
                  <a:pt x="1094408" y="720227"/>
                </a:lnTo>
                <a:lnTo>
                  <a:pt x="1095017" y="719286"/>
                </a:lnTo>
                <a:lnTo>
                  <a:pt x="1095620" y="718342"/>
                </a:lnTo>
                <a:lnTo>
                  <a:pt x="1096219" y="717394"/>
                </a:lnTo>
                <a:lnTo>
                  <a:pt x="1096812" y="716443"/>
                </a:lnTo>
                <a:lnTo>
                  <a:pt x="1097399" y="715488"/>
                </a:lnTo>
                <a:lnTo>
                  <a:pt x="1097982" y="714529"/>
                </a:lnTo>
                <a:lnTo>
                  <a:pt x="1098559" y="713567"/>
                </a:lnTo>
                <a:lnTo>
                  <a:pt x="1099131" y="712602"/>
                </a:lnTo>
                <a:lnTo>
                  <a:pt x="1099697" y="711632"/>
                </a:lnTo>
                <a:lnTo>
                  <a:pt x="1100258" y="710660"/>
                </a:lnTo>
                <a:lnTo>
                  <a:pt x="1100814" y="709684"/>
                </a:lnTo>
                <a:lnTo>
                  <a:pt x="1101365" y="708704"/>
                </a:lnTo>
                <a:lnTo>
                  <a:pt x="1101910" y="707721"/>
                </a:lnTo>
                <a:lnTo>
                  <a:pt x="1102449" y="706734"/>
                </a:lnTo>
                <a:lnTo>
                  <a:pt x="1102983" y="705745"/>
                </a:lnTo>
                <a:lnTo>
                  <a:pt x="1103512" y="704751"/>
                </a:lnTo>
                <a:lnTo>
                  <a:pt x="1104035" y="703755"/>
                </a:lnTo>
                <a:lnTo>
                  <a:pt x="1104552" y="702755"/>
                </a:lnTo>
                <a:lnTo>
                  <a:pt x="1105064" y="701752"/>
                </a:lnTo>
                <a:lnTo>
                  <a:pt x="1105571" y="700745"/>
                </a:lnTo>
                <a:lnTo>
                  <a:pt x="1106072" y="699735"/>
                </a:lnTo>
                <a:lnTo>
                  <a:pt x="1106567" y="698722"/>
                </a:lnTo>
                <a:lnTo>
                  <a:pt x="1107057" y="697706"/>
                </a:lnTo>
                <a:lnTo>
                  <a:pt x="1107541" y="696686"/>
                </a:lnTo>
                <a:lnTo>
                  <a:pt x="1108019" y="695664"/>
                </a:lnTo>
                <a:lnTo>
                  <a:pt x="1108492" y="694638"/>
                </a:lnTo>
                <a:lnTo>
                  <a:pt x="1108959" y="693609"/>
                </a:lnTo>
                <a:lnTo>
                  <a:pt x="1109420" y="692577"/>
                </a:lnTo>
                <a:lnTo>
                  <a:pt x="1109876" y="691542"/>
                </a:lnTo>
                <a:lnTo>
                  <a:pt x="1110326" y="690503"/>
                </a:lnTo>
                <a:lnTo>
                  <a:pt x="1110770" y="689462"/>
                </a:lnTo>
                <a:lnTo>
                  <a:pt x="1111208" y="688417"/>
                </a:lnTo>
                <a:lnTo>
                  <a:pt x="1111640" y="687370"/>
                </a:lnTo>
                <a:lnTo>
                  <a:pt x="1112067" y="686319"/>
                </a:lnTo>
                <a:lnTo>
                  <a:pt x="1112488" y="685266"/>
                </a:lnTo>
                <a:lnTo>
                  <a:pt x="1112902" y="684209"/>
                </a:lnTo>
                <a:lnTo>
                  <a:pt x="1113311" y="683150"/>
                </a:lnTo>
                <a:lnTo>
                  <a:pt x="1113714" y="682088"/>
                </a:lnTo>
                <a:lnTo>
                  <a:pt x="1114111" y="681022"/>
                </a:lnTo>
                <a:lnTo>
                  <a:pt x="1114503" y="679954"/>
                </a:lnTo>
                <a:lnTo>
                  <a:pt x="1114888" y="678883"/>
                </a:lnTo>
                <a:lnTo>
                  <a:pt x="1115267" y="677809"/>
                </a:lnTo>
                <a:lnTo>
                  <a:pt x="1115640" y="676733"/>
                </a:lnTo>
                <a:lnTo>
                  <a:pt x="1116007" y="675653"/>
                </a:lnTo>
                <a:lnTo>
                  <a:pt x="1116368" y="674571"/>
                </a:lnTo>
                <a:lnTo>
                  <a:pt x="1116723" y="673486"/>
                </a:lnTo>
                <a:lnTo>
                  <a:pt x="1117072" y="672398"/>
                </a:lnTo>
                <a:lnTo>
                  <a:pt x="1117414" y="671307"/>
                </a:lnTo>
                <a:lnTo>
                  <a:pt x="1117751" y="670214"/>
                </a:lnTo>
                <a:lnTo>
                  <a:pt x="1118081" y="669118"/>
                </a:lnTo>
                <a:lnTo>
                  <a:pt x="1118405" y="668020"/>
                </a:lnTo>
                <a:lnTo>
                  <a:pt x="1118723" y="666919"/>
                </a:lnTo>
                <a:lnTo>
                  <a:pt x="1119035" y="665815"/>
                </a:lnTo>
                <a:lnTo>
                  <a:pt x="1119341" y="664708"/>
                </a:lnTo>
                <a:lnTo>
                  <a:pt x="1119640" y="663599"/>
                </a:lnTo>
                <a:lnTo>
                  <a:pt x="1119933" y="662488"/>
                </a:lnTo>
                <a:lnTo>
                  <a:pt x="1120219" y="661373"/>
                </a:lnTo>
                <a:lnTo>
                  <a:pt x="1120500" y="660257"/>
                </a:lnTo>
                <a:lnTo>
                  <a:pt x="1120774" y="659138"/>
                </a:lnTo>
                <a:lnTo>
                  <a:pt x="1121041" y="658016"/>
                </a:lnTo>
                <a:lnTo>
                  <a:pt x="1121303" y="656892"/>
                </a:lnTo>
                <a:lnTo>
                  <a:pt x="1121557" y="655765"/>
                </a:lnTo>
                <a:lnTo>
                  <a:pt x="1121806" y="654636"/>
                </a:lnTo>
                <a:lnTo>
                  <a:pt x="1122048" y="653505"/>
                </a:lnTo>
                <a:lnTo>
                  <a:pt x="1122283" y="652371"/>
                </a:lnTo>
                <a:lnTo>
                  <a:pt x="1122512" y="651235"/>
                </a:lnTo>
                <a:lnTo>
                  <a:pt x="1122735" y="650096"/>
                </a:lnTo>
                <a:lnTo>
                  <a:pt x="1122951" y="648955"/>
                </a:lnTo>
                <a:lnTo>
                  <a:pt x="1123160" y="647812"/>
                </a:lnTo>
                <a:lnTo>
                  <a:pt x="1123363" y="646667"/>
                </a:lnTo>
                <a:lnTo>
                  <a:pt x="1123559" y="645519"/>
                </a:lnTo>
                <a:lnTo>
                  <a:pt x="1123749" y="644369"/>
                </a:lnTo>
                <a:lnTo>
                  <a:pt x="1123932" y="643217"/>
                </a:lnTo>
                <a:lnTo>
                  <a:pt x="1124108" y="642063"/>
                </a:lnTo>
                <a:lnTo>
                  <a:pt x="1124278" y="640906"/>
                </a:lnTo>
                <a:lnTo>
                  <a:pt x="1124441" y="639748"/>
                </a:lnTo>
                <a:lnTo>
                  <a:pt x="1124597" y="638587"/>
                </a:lnTo>
                <a:lnTo>
                  <a:pt x="1124747" y="637424"/>
                </a:lnTo>
                <a:lnTo>
                  <a:pt x="1124890" y="636259"/>
                </a:lnTo>
                <a:lnTo>
                  <a:pt x="1125026" y="635092"/>
                </a:lnTo>
                <a:lnTo>
                  <a:pt x="1125155" y="633923"/>
                </a:lnTo>
                <a:lnTo>
                  <a:pt x="1125278" y="632751"/>
                </a:lnTo>
                <a:lnTo>
                  <a:pt x="1125393" y="631578"/>
                </a:lnTo>
                <a:lnTo>
                  <a:pt x="1125502" y="630403"/>
                </a:lnTo>
                <a:lnTo>
                  <a:pt x="1125604" y="629226"/>
                </a:lnTo>
                <a:lnTo>
                  <a:pt x="1125699" y="628047"/>
                </a:lnTo>
                <a:lnTo>
                  <a:pt x="1125787" y="626866"/>
                </a:lnTo>
                <a:lnTo>
                  <a:pt x="1125868" y="625683"/>
                </a:lnTo>
                <a:lnTo>
                  <a:pt x="1125942" y="624498"/>
                </a:lnTo>
                <a:lnTo>
                  <a:pt x="1126010" y="623311"/>
                </a:lnTo>
                <a:lnTo>
                  <a:pt x="1126070" y="622122"/>
                </a:lnTo>
                <a:lnTo>
                  <a:pt x="1126123" y="620932"/>
                </a:lnTo>
                <a:lnTo>
                  <a:pt x="1126169" y="619739"/>
                </a:lnTo>
                <a:lnTo>
                  <a:pt x="1126209" y="618545"/>
                </a:lnTo>
                <a:lnTo>
                  <a:pt x="1126241" y="617349"/>
                </a:lnTo>
                <a:lnTo>
                  <a:pt x="1126266" y="616152"/>
                </a:lnTo>
                <a:lnTo>
                  <a:pt x="1126283" y="614952"/>
                </a:lnTo>
                <a:lnTo>
                  <a:pt x="1126294" y="613751"/>
                </a:lnTo>
                <a:lnTo>
                  <a:pt x="1126298" y="612548"/>
                </a:lnTo>
                <a:lnTo>
                  <a:pt x="1126298" y="612548"/>
                </a:lnTo>
                <a:lnTo>
                  <a:pt x="1106538" y="612548"/>
                </a:lnTo>
                <a:lnTo>
                  <a:pt x="1106535" y="613635"/>
                </a:lnTo>
                <a:lnTo>
                  <a:pt x="1106525" y="614719"/>
                </a:lnTo>
                <a:lnTo>
                  <a:pt x="1106509" y="615803"/>
                </a:lnTo>
                <a:lnTo>
                  <a:pt x="1106486" y="616885"/>
                </a:lnTo>
                <a:lnTo>
                  <a:pt x="1106457" y="617965"/>
                </a:lnTo>
                <a:lnTo>
                  <a:pt x="1106422" y="619044"/>
                </a:lnTo>
                <a:lnTo>
                  <a:pt x="1106380" y="620121"/>
                </a:lnTo>
                <a:lnTo>
                  <a:pt x="1106332" y="621196"/>
                </a:lnTo>
                <a:lnTo>
                  <a:pt x="1106277" y="622270"/>
                </a:lnTo>
                <a:lnTo>
                  <a:pt x="1106216" y="623342"/>
                </a:lnTo>
                <a:lnTo>
                  <a:pt x="1106149" y="624412"/>
                </a:lnTo>
                <a:lnTo>
                  <a:pt x="1106075" y="625481"/>
                </a:lnTo>
                <a:lnTo>
                  <a:pt x="1105995" y="626547"/>
                </a:lnTo>
                <a:lnTo>
                  <a:pt x="1105909" y="627612"/>
                </a:lnTo>
                <a:lnTo>
                  <a:pt x="1105817" y="628676"/>
                </a:lnTo>
                <a:lnTo>
                  <a:pt x="1105718" y="629737"/>
                </a:lnTo>
                <a:lnTo>
                  <a:pt x="1105613" y="630797"/>
                </a:lnTo>
                <a:lnTo>
                  <a:pt x="1105502" y="631855"/>
                </a:lnTo>
                <a:lnTo>
                  <a:pt x="1105385" y="632911"/>
                </a:lnTo>
                <a:lnTo>
                  <a:pt x="1105262" y="633965"/>
                </a:lnTo>
                <a:lnTo>
                  <a:pt x="1105132" y="635017"/>
                </a:lnTo>
                <a:lnTo>
                  <a:pt x="1104997" y="636068"/>
                </a:lnTo>
                <a:lnTo>
                  <a:pt x="1104855" y="637116"/>
                </a:lnTo>
                <a:lnTo>
                  <a:pt x="1104707" y="638162"/>
                </a:lnTo>
                <a:lnTo>
                  <a:pt x="1104553" y="639207"/>
                </a:lnTo>
                <a:lnTo>
                  <a:pt x="1104394" y="640250"/>
                </a:lnTo>
                <a:lnTo>
                  <a:pt x="1104228" y="641290"/>
                </a:lnTo>
                <a:lnTo>
                  <a:pt x="1104056" y="642329"/>
                </a:lnTo>
                <a:lnTo>
                  <a:pt x="1103878" y="643365"/>
                </a:lnTo>
                <a:lnTo>
                  <a:pt x="1103694" y="644400"/>
                </a:lnTo>
                <a:lnTo>
                  <a:pt x="1103504" y="645432"/>
                </a:lnTo>
                <a:lnTo>
                  <a:pt x="1103308" y="646462"/>
                </a:lnTo>
                <a:lnTo>
                  <a:pt x="1103107" y="647490"/>
                </a:lnTo>
                <a:lnTo>
                  <a:pt x="1102899" y="648516"/>
                </a:lnTo>
                <a:lnTo>
                  <a:pt x="1102686" y="649540"/>
                </a:lnTo>
                <a:lnTo>
                  <a:pt x="1102466" y="650562"/>
                </a:lnTo>
                <a:lnTo>
                  <a:pt x="1102241" y="651582"/>
                </a:lnTo>
                <a:lnTo>
                  <a:pt x="1102010" y="652599"/>
                </a:lnTo>
                <a:lnTo>
                  <a:pt x="1101773" y="653614"/>
                </a:lnTo>
                <a:lnTo>
                  <a:pt x="1101531" y="654627"/>
                </a:lnTo>
                <a:lnTo>
                  <a:pt x="1101282" y="655638"/>
                </a:lnTo>
                <a:lnTo>
                  <a:pt x="1101028" y="656646"/>
                </a:lnTo>
                <a:lnTo>
                  <a:pt x="1100768" y="657652"/>
                </a:lnTo>
                <a:lnTo>
                  <a:pt x="1100503" y="658656"/>
                </a:lnTo>
                <a:lnTo>
                  <a:pt x="1100232" y="659657"/>
                </a:lnTo>
                <a:lnTo>
                  <a:pt x="1099955" y="660656"/>
                </a:lnTo>
                <a:lnTo>
                  <a:pt x="1099672" y="661653"/>
                </a:lnTo>
                <a:lnTo>
                  <a:pt x="1099384" y="662647"/>
                </a:lnTo>
                <a:lnTo>
                  <a:pt x="1099090" y="663639"/>
                </a:lnTo>
                <a:lnTo>
                  <a:pt x="1098791" y="664629"/>
                </a:lnTo>
                <a:lnTo>
                  <a:pt x="1098485" y="665616"/>
                </a:lnTo>
                <a:lnTo>
                  <a:pt x="1098175" y="666601"/>
                </a:lnTo>
                <a:lnTo>
                  <a:pt x="1097859" y="667583"/>
                </a:lnTo>
                <a:lnTo>
                  <a:pt x="1097537" y="668562"/>
                </a:lnTo>
                <a:lnTo>
                  <a:pt x="1097210" y="669540"/>
                </a:lnTo>
                <a:lnTo>
                  <a:pt x="1096877" y="670514"/>
                </a:lnTo>
                <a:lnTo>
                  <a:pt x="1096539" y="671486"/>
                </a:lnTo>
                <a:lnTo>
                  <a:pt x="1096195" y="672456"/>
                </a:lnTo>
                <a:lnTo>
                  <a:pt x="1095846" y="673423"/>
                </a:lnTo>
                <a:lnTo>
                  <a:pt x="1095492" y="674387"/>
                </a:lnTo>
                <a:lnTo>
                  <a:pt x="1095132" y="675349"/>
                </a:lnTo>
                <a:lnTo>
                  <a:pt x="1094767" y="676308"/>
                </a:lnTo>
                <a:lnTo>
                  <a:pt x="1094396" y="677264"/>
                </a:lnTo>
                <a:lnTo>
                  <a:pt x="1094020" y="678218"/>
                </a:lnTo>
                <a:lnTo>
                  <a:pt x="1093639" y="679169"/>
                </a:lnTo>
                <a:lnTo>
                  <a:pt x="1093252" y="680117"/>
                </a:lnTo>
                <a:lnTo>
                  <a:pt x="1092860" y="681063"/>
                </a:lnTo>
                <a:lnTo>
                  <a:pt x="1092463" y="682005"/>
                </a:lnTo>
                <a:lnTo>
                  <a:pt x="1092061" y="682945"/>
                </a:lnTo>
                <a:lnTo>
                  <a:pt x="1091653" y="683883"/>
                </a:lnTo>
                <a:lnTo>
                  <a:pt x="1091240" y="684817"/>
                </a:lnTo>
                <a:lnTo>
                  <a:pt x="1090822" y="685749"/>
                </a:lnTo>
                <a:lnTo>
                  <a:pt x="1090399" y="686678"/>
                </a:lnTo>
                <a:lnTo>
                  <a:pt x="1089971" y="687603"/>
                </a:lnTo>
                <a:lnTo>
                  <a:pt x="1089537" y="688526"/>
                </a:lnTo>
                <a:lnTo>
                  <a:pt x="1089098" y="689447"/>
                </a:lnTo>
                <a:lnTo>
                  <a:pt x="1088655" y="690364"/>
                </a:lnTo>
                <a:lnTo>
                  <a:pt x="1088206" y="691278"/>
                </a:lnTo>
                <a:lnTo>
                  <a:pt x="1087752" y="692189"/>
                </a:lnTo>
                <a:lnTo>
                  <a:pt x="1087293" y="693098"/>
                </a:lnTo>
                <a:lnTo>
                  <a:pt x="1086829" y="694003"/>
                </a:lnTo>
                <a:lnTo>
                  <a:pt x="1086360" y="694905"/>
                </a:lnTo>
                <a:lnTo>
                  <a:pt x="1085886" y="695805"/>
                </a:lnTo>
                <a:lnTo>
                  <a:pt x="1085407" y="696701"/>
                </a:lnTo>
                <a:lnTo>
                  <a:pt x="1084923" y="697594"/>
                </a:lnTo>
                <a:lnTo>
                  <a:pt x="1084434" y="698484"/>
                </a:lnTo>
                <a:lnTo>
                  <a:pt x="1083940" y="699371"/>
                </a:lnTo>
                <a:lnTo>
                  <a:pt x="1083441" y="700255"/>
                </a:lnTo>
                <a:lnTo>
                  <a:pt x="1082938" y="701136"/>
                </a:lnTo>
                <a:lnTo>
                  <a:pt x="1082429" y="702014"/>
                </a:lnTo>
                <a:lnTo>
                  <a:pt x="1081916" y="702888"/>
                </a:lnTo>
                <a:lnTo>
                  <a:pt x="1081397" y="703759"/>
                </a:lnTo>
                <a:lnTo>
                  <a:pt x="1080874" y="704627"/>
                </a:lnTo>
                <a:lnTo>
                  <a:pt x="1080347" y="705492"/>
                </a:lnTo>
                <a:lnTo>
                  <a:pt x="1079814" y="706354"/>
                </a:lnTo>
                <a:lnTo>
                  <a:pt x="1079277" y="707212"/>
                </a:lnTo>
                <a:lnTo>
                  <a:pt x="1078735" y="708067"/>
                </a:lnTo>
                <a:lnTo>
                  <a:pt x="1078188" y="708919"/>
                </a:lnTo>
                <a:lnTo>
                  <a:pt x="1077637" y="709767"/>
                </a:lnTo>
                <a:lnTo>
                  <a:pt x="1077080" y="710612"/>
                </a:lnTo>
                <a:lnTo>
                  <a:pt x="1076520" y="711454"/>
                </a:lnTo>
                <a:lnTo>
                  <a:pt x="1075954" y="712292"/>
                </a:lnTo>
                <a:lnTo>
                  <a:pt x="1075384" y="713127"/>
                </a:lnTo>
                <a:lnTo>
                  <a:pt x="1074809" y="713958"/>
                </a:lnTo>
                <a:lnTo>
                  <a:pt x="1074230" y="714786"/>
                </a:lnTo>
                <a:lnTo>
                  <a:pt x="1073646" y="715611"/>
                </a:lnTo>
                <a:lnTo>
                  <a:pt x="1073058" y="716432"/>
                </a:lnTo>
                <a:lnTo>
                  <a:pt x="1072465" y="717250"/>
                </a:lnTo>
                <a:lnTo>
                  <a:pt x="1071867" y="718064"/>
                </a:lnTo>
                <a:lnTo>
                  <a:pt x="1071265" y="718875"/>
                </a:lnTo>
                <a:lnTo>
                  <a:pt x="1070659" y="719682"/>
                </a:lnTo>
                <a:lnTo>
                  <a:pt x="1070048" y="720485"/>
                </a:lnTo>
                <a:lnTo>
                  <a:pt x="1069432" y="721285"/>
                </a:lnTo>
                <a:lnTo>
                  <a:pt x="1068813" y="722081"/>
                </a:lnTo>
                <a:lnTo>
                  <a:pt x="1068188" y="722874"/>
                </a:lnTo>
                <a:lnTo>
                  <a:pt x="1067560" y="723663"/>
                </a:lnTo>
                <a:lnTo>
                  <a:pt x="1066927" y="724449"/>
                </a:lnTo>
                <a:lnTo>
                  <a:pt x="1066290" y="725230"/>
                </a:lnTo>
                <a:lnTo>
                  <a:pt x="1065648" y="726008"/>
                </a:lnTo>
                <a:lnTo>
                  <a:pt x="1065002" y="726783"/>
                </a:lnTo>
                <a:lnTo>
                  <a:pt x="1064352" y="727553"/>
                </a:lnTo>
                <a:lnTo>
                  <a:pt x="1063697" y="728320"/>
                </a:lnTo>
                <a:lnTo>
                  <a:pt x="1063038" y="729083"/>
                </a:lnTo>
                <a:lnTo>
                  <a:pt x="1062375" y="729843"/>
                </a:lnTo>
                <a:lnTo>
                  <a:pt x="1061708" y="730598"/>
                </a:lnTo>
                <a:lnTo>
                  <a:pt x="1061036" y="731350"/>
                </a:lnTo>
                <a:lnTo>
                  <a:pt x="1060361" y="732098"/>
                </a:lnTo>
                <a:lnTo>
                  <a:pt x="1059681" y="732842"/>
                </a:lnTo>
                <a:lnTo>
                  <a:pt x="1058997" y="733582"/>
                </a:lnTo>
                <a:lnTo>
                  <a:pt x="1058309" y="734318"/>
                </a:lnTo>
                <a:lnTo>
                  <a:pt x="1057617" y="735051"/>
                </a:lnTo>
                <a:lnTo>
                  <a:pt x="1056920" y="735779"/>
                </a:lnTo>
                <a:lnTo>
                  <a:pt x="1056220" y="736504"/>
                </a:lnTo>
                <a:lnTo>
                  <a:pt x="1055515" y="737224"/>
                </a:lnTo>
                <a:lnTo>
                  <a:pt x="1054807" y="737941"/>
                </a:lnTo>
                <a:lnTo>
                  <a:pt x="1054094" y="738653"/>
                </a:lnTo>
                <a:lnTo>
                  <a:pt x="1053378" y="739362"/>
                </a:lnTo>
                <a:lnTo>
                  <a:pt x="1052657" y="740066"/>
                </a:lnTo>
                <a:lnTo>
                  <a:pt x="1051933" y="740767"/>
                </a:lnTo>
                <a:lnTo>
                  <a:pt x="1051205" y="741463"/>
                </a:lnTo>
                <a:lnTo>
                  <a:pt x="1050472" y="742155"/>
                </a:lnTo>
                <a:lnTo>
                  <a:pt x="1049736" y="742843"/>
                </a:lnTo>
                <a:lnTo>
                  <a:pt x="1048996" y="743527"/>
                </a:lnTo>
                <a:lnTo>
                  <a:pt x="1048252" y="744207"/>
                </a:lnTo>
                <a:lnTo>
                  <a:pt x="1047504" y="744883"/>
                </a:lnTo>
                <a:lnTo>
                  <a:pt x="1046752" y="745554"/>
                </a:lnTo>
                <a:lnTo>
                  <a:pt x="1045997" y="746221"/>
                </a:lnTo>
                <a:lnTo>
                  <a:pt x="1045237" y="746884"/>
                </a:lnTo>
                <a:lnTo>
                  <a:pt x="1044474" y="747543"/>
                </a:lnTo>
                <a:lnTo>
                  <a:pt x="1043707" y="748198"/>
                </a:lnTo>
                <a:lnTo>
                  <a:pt x="1042937" y="748848"/>
                </a:lnTo>
                <a:lnTo>
                  <a:pt x="1042162" y="749494"/>
                </a:lnTo>
                <a:lnTo>
                  <a:pt x="1041384" y="750136"/>
                </a:lnTo>
                <a:lnTo>
                  <a:pt x="1040602" y="750773"/>
                </a:lnTo>
                <a:lnTo>
                  <a:pt x="1039817" y="751406"/>
                </a:lnTo>
                <a:lnTo>
                  <a:pt x="1039028" y="752035"/>
                </a:lnTo>
                <a:lnTo>
                  <a:pt x="1038235" y="752659"/>
                </a:lnTo>
                <a:lnTo>
                  <a:pt x="1037439" y="753279"/>
                </a:lnTo>
                <a:lnTo>
                  <a:pt x="1036639" y="753894"/>
                </a:lnTo>
                <a:lnTo>
                  <a:pt x="1035835" y="754505"/>
                </a:lnTo>
                <a:lnTo>
                  <a:pt x="1035028" y="755111"/>
                </a:lnTo>
                <a:lnTo>
                  <a:pt x="1034218" y="755713"/>
                </a:lnTo>
                <a:lnTo>
                  <a:pt x="1033404" y="756311"/>
                </a:lnTo>
                <a:lnTo>
                  <a:pt x="1032586" y="756904"/>
                </a:lnTo>
                <a:lnTo>
                  <a:pt x="1031765" y="757492"/>
                </a:lnTo>
                <a:lnTo>
                  <a:pt x="1030940" y="758076"/>
                </a:lnTo>
                <a:lnTo>
                  <a:pt x="1030112" y="758655"/>
                </a:lnTo>
                <a:lnTo>
                  <a:pt x="1029281" y="759230"/>
                </a:lnTo>
                <a:lnTo>
                  <a:pt x="1028446" y="759800"/>
                </a:lnTo>
                <a:lnTo>
                  <a:pt x="1027608" y="760366"/>
                </a:lnTo>
                <a:lnTo>
                  <a:pt x="1026766" y="760927"/>
                </a:lnTo>
                <a:lnTo>
                  <a:pt x="1025921" y="761483"/>
                </a:lnTo>
                <a:lnTo>
                  <a:pt x="1025072" y="762034"/>
                </a:lnTo>
                <a:lnTo>
                  <a:pt x="1024221" y="762581"/>
                </a:lnTo>
                <a:lnTo>
                  <a:pt x="1023366" y="763123"/>
                </a:lnTo>
                <a:lnTo>
                  <a:pt x="1022508" y="763660"/>
                </a:lnTo>
                <a:lnTo>
                  <a:pt x="1021646" y="764193"/>
                </a:lnTo>
                <a:lnTo>
                  <a:pt x="1020781" y="764721"/>
                </a:lnTo>
                <a:lnTo>
                  <a:pt x="1019913" y="765244"/>
                </a:lnTo>
                <a:lnTo>
                  <a:pt x="1019042" y="765762"/>
                </a:lnTo>
                <a:lnTo>
                  <a:pt x="1018167" y="766275"/>
                </a:lnTo>
                <a:lnTo>
                  <a:pt x="1017290" y="766784"/>
                </a:lnTo>
                <a:lnTo>
                  <a:pt x="1016409" y="767287"/>
                </a:lnTo>
                <a:lnTo>
                  <a:pt x="1015525" y="767786"/>
                </a:lnTo>
                <a:lnTo>
                  <a:pt x="1014638" y="768280"/>
                </a:lnTo>
                <a:lnTo>
                  <a:pt x="1013748" y="768769"/>
                </a:lnTo>
                <a:lnTo>
                  <a:pt x="1012855" y="769253"/>
                </a:lnTo>
                <a:lnTo>
                  <a:pt x="1011959" y="769732"/>
                </a:lnTo>
                <a:lnTo>
                  <a:pt x="1011059" y="770206"/>
                </a:lnTo>
                <a:lnTo>
                  <a:pt x="1010157" y="770675"/>
                </a:lnTo>
                <a:lnTo>
                  <a:pt x="1009252" y="771139"/>
                </a:lnTo>
                <a:lnTo>
                  <a:pt x="1008343" y="771598"/>
                </a:lnTo>
                <a:lnTo>
                  <a:pt x="1007432" y="772052"/>
                </a:lnTo>
                <a:lnTo>
                  <a:pt x="1006518" y="772501"/>
                </a:lnTo>
                <a:lnTo>
                  <a:pt x="1005600" y="772945"/>
                </a:lnTo>
                <a:lnTo>
                  <a:pt x="1004680" y="773383"/>
                </a:lnTo>
                <a:lnTo>
                  <a:pt x="1003757" y="773817"/>
                </a:lnTo>
                <a:lnTo>
                  <a:pt x="1002831" y="774245"/>
                </a:lnTo>
                <a:lnTo>
                  <a:pt x="1001903" y="774669"/>
                </a:lnTo>
                <a:lnTo>
                  <a:pt x="1000971" y="775087"/>
                </a:lnTo>
                <a:lnTo>
                  <a:pt x="1000036" y="775499"/>
                </a:lnTo>
                <a:lnTo>
                  <a:pt x="999099" y="775907"/>
                </a:lnTo>
                <a:lnTo>
                  <a:pt x="998159" y="776310"/>
                </a:lnTo>
                <a:lnTo>
                  <a:pt x="997216" y="776707"/>
                </a:lnTo>
                <a:lnTo>
                  <a:pt x="996271" y="777099"/>
                </a:lnTo>
                <a:lnTo>
                  <a:pt x="995323" y="777485"/>
                </a:lnTo>
                <a:lnTo>
                  <a:pt x="994372" y="777866"/>
                </a:lnTo>
                <a:lnTo>
                  <a:pt x="993418" y="778242"/>
                </a:lnTo>
                <a:lnTo>
                  <a:pt x="992461" y="778613"/>
                </a:lnTo>
                <a:lnTo>
                  <a:pt x="991502" y="778978"/>
                </a:lnTo>
                <a:lnTo>
                  <a:pt x="990541" y="779338"/>
                </a:lnTo>
                <a:lnTo>
                  <a:pt x="989576" y="779693"/>
                </a:lnTo>
                <a:lnTo>
                  <a:pt x="988609" y="780042"/>
                </a:lnTo>
                <a:lnTo>
                  <a:pt x="987640" y="780385"/>
                </a:lnTo>
                <a:lnTo>
                  <a:pt x="986668" y="780723"/>
                </a:lnTo>
                <a:lnTo>
                  <a:pt x="985693" y="781056"/>
                </a:lnTo>
                <a:lnTo>
                  <a:pt x="984716" y="781383"/>
                </a:lnTo>
                <a:lnTo>
                  <a:pt x="983737" y="781705"/>
                </a:lnTo>
                <a:lnTo>
                  <a:pt x="982754" y="782021"/>
                </a:lnTo>
                <a:lnTo>
                  <a:pt x="981770" y="782332"/>
                </a:lnTo>
                <a:lnTo>
                  <a:pt x="980783" y="782637"/>
                </a:lnTo>
                <a:lnTo>
                  <a:pt x="979793" y="782936"/>
                </a:lnTo>
                <a:lnTo>
                  <a:pt x="978801" y="783230"/>
                </a:lnTo>
                <a:lnTo>
                  <a:pt x="977807" y="783518"/>
                </a:lnTo>
                <a:lnTo>
                  <a:pt x="976810" y="783801"/>
                </a:lnTo>
                <a:lnTo>
                  <a:pt x="975811" y="784078"/>
                </a:lnTo>
                <a:lnTo>
                  <a:pt x="974810" y="784349"/>
                </a:lnTo>
                <a:lnTo>
                  <a:pt x="973806" y="784615"/>
                </a:lnTo>
                <a:lnTo>
                  <a:pt x="972800" y="784875"/>
                </a:lnTo>
                <a:lnTo>
                  <a:pt x="971791" y="785129"/>
                </a:lnTo>
                <a:lnTo>
                  <a:pt x="970781" y="785377"/>
                </a:lnTo>
                <a:lnTo>
                  <a:pt x="969768" y="785620"/>
                </a:lnTo>
                <a:lnTo>
                  <a:pt x="968753" y="785856"/>
                </a:lnTo>
                <a:lnTo>
                  <a:pt x="967735" y="786087"/>
                </a:lnTo>
                <a:lnTo>
                  <a:pt x="966716" y="786313"/>
                </a:lnTo>
                <a:lnTo>
                  <a:pt x="965694" y="786532"/>
                </a:lnTo>
                <a:lnTo>
                  <a:pt x="964670" y="786745"/>
                </a:lnTo>
                <a:lnTo>
                  <a:pt x="963644" y="786953"/>
                </a:lnTo>
                <a:lnTo>
                  <a:pt x="962616" y="787155"/>
                </a:lnTo>
                <a:lnTo>
                  <a:pt x="961586" y="787350"/>
                </a:lnTo>
                <a:lnTo>
                  <a:pt x="960553" y="787540"/>
                </a:lnTo>
                <a:lnTo>
                  <a:pt x="959519" y="787724"/>
                </a:lnTo>
                <a:lnTo>
                  <a:pt x="958482" y="787902"/>
                </a:lnTo>
                <a:lnTo>
                  <a:pt x="957444" y="788074"/>
                </a:lnTo>
                <a:lnTo>
                  <a:pt x="956403" y="788240"/>
                </a:lnTo>
                <a:lnTo>
                  <a:pt x="955361" y="788400"/>
                </a:lnTo>
                <a:lnTo>
                  <a:pt x="954316" y="788554"/>
                </a:lnTo>
                <a:lnTo>
                  <a:pt x="953270" y="788701"/>
                </a:lnTo>
                <a:lnTo>
                  <a:pt x="952221" y="788843"/>
                </a:lnTo>
                <a:lnTo>
                  <a:pt x="951171" y="788979"/>
                </a:lnTo>
                <a:lnTo>
                  <a:pt x="950119" y="789108"/>
                </a:lnTo>
                <a:lnTo>
                  <a:pt x="949064" y="789232"/>
                </a:lnTo>
                <a:lnTo>
                  <a:pt x="948008" y="789349"/>
                </a:lnTo>
                <a:lnTo>
                  <a:pt x="946950" y="789460"/>
                </a:lnTo>
                <a:lnTo>
                  <a:pt x="945891" y="789565"/>
                </a:lnTo>
                <a:lnTo>
                  <a:pt x="944829" y="789663"/>
                </a:lnTo>
                <a:lnTo>
                  <a:pt x="943766" y="789756"/>
                </a:lnTo>
                <a:lnTo>
                  <a:pt x="942701" y="789842"/>
                </a:lnTo>
                <a:lnTo>
                  <a:pt x="941634" y="789922"/>
                </a:lnTo>
                <a:lnTo>
                  <a:pt x="940565" y="789995"/>
                </a:lnTo>
                <a:lnTo>
                  <a:pt x="939495" y="790062"/>
                </a:lnTo>
                <a:lnTo>
                  <a:pt x="938423" y="790123"/>
                </a:lnTo>
                <a:lnTo>
                  <a:pt x="937349" y="790178"/>
                </a:lnTo>
                <a:lnTo>
                  <a:pt x="936274" y="790226"/>
                </a:lnTo>
                <a:lnTo>
                  <a:pt x="935197" y="790268"/>
                </a:lnTo>
                <a:lnTo>
                  <a:pt x="934118" y="790304"/>
                </a:lnTo>
                <a:lnTo>
                  <a:pt x="933038" y="790333"/>
                </a:lnTo>
                <a:lnTo>
                  <a:pt x="931956" y="790355"/>
                </a:lnTo>
                <a:lnTo>
                  <a:pt x="930873" y="790372"/>
                </a:lnTo>
                <a:lnTo>
                  <a:pt x="929788" y="790381"/>
                </a:lnTo>
                <a:lnTo>
                  <a:pt x="928701" y="790385"/>
                </a:lnTo>
                <a:lnTo>
                  <a:pt x="928701" y="810144"/>
                </a:lnTo>
                <a:lnTo>
                  <a:pt x="928701" y="810145"/>
                </a:lnTo>
                <a:close/>
                <a:moveTo>
                  <a:pt x="1126294" y="216153"/>
                </a:moveTo>
                <a:lnTo>
                  <a:pt x="1126283" y="214952"/>
                </a:lnTo>
                <a:lnTo>
                  <a:pt x="1126266" y="213753"/>
                </a:lnTo>
                <a:lnTo>
                  <a:pt x="1126241" y="212555"/>
                </a:lnTo>
                <a:lnTo>
                  <a:pt x="1126209" y="211359"/>
                </a:lnTo>
                <a:lnTo>
                  <a:pt x="1126169" y="210165"/>
                </a:lnTo>
                <a:lnTo>
                  <a:pt x="1126123" y="208973"/>
                </a:lnTo>
                <a:lnTo>
                  <a:pt x="1126070" y="207782"/>
                </a:lnTo>
                <a:lnTo>
                  <a:pt x="1126010" y="206594"/>
                </a:lnTo>
                <a:lnTo>
                  <a:pt x="1125942" y="205407"/>
                </a:lnTo>
                <a:lnTo>
                  <a:pt x="1125868" y="204222"/>
                </a:lnTo>
                <a:lnTo>
                  <a:pt x="1125787" y="203039"/>
                </a:lnTo>
                <a:lnTo>
                  <a:pt x="1125699" y="201858"/>
                </a:lnTo>
                <a:lnTo>
                  <a:pt x="1125604" y="200679"/>
                </a:lnTo>
                <a:lnTo>
                  <a:pt x="1125502" y="199502"/>
                </a:lnTo>
                <a:lnTo>
                  <a:pt x="1125393" y="198326"/>
                </a:lnTo>
                <a:lnTo>
                  <a:pt x="1125278" y="197153"/>
                </a:lnTo>
                <a:lnTo>
                  <a:pt x="1125155" y="195982"/>
                </a:lnTo>
                <a:lnTo>
                  <a:pt x="1125026" y="194813"/>
                </a:lnTo>
                <a:lnTo>
                  <a:pt x="1124890" y="193646"/>
                </a:lnTo>
                <a:lnTo>
                  <a:pt x="1124747" y="192481"/>
                </a:lnTo>
                <a:lnTo>
                  <a:pt x="1124597" y="191318"/>
                </a:lnTo>
                <a:lnTo>
                  <a:pt x="1124441" y="190157"/>
                </a:lnTo>
                <a:lnTo>
                  <a:pt x="1124278" y="188998"/>
                </a:lnTo>
                <a:lnTo>
                  <a:pt x="1124108" y="187842"/>
                </a:lnTo>
                <a:lnTo>
                  <a:pt x="1123932" y="186687"/>
                </a:lnTo>
                <a:lnTo>
                  <a:pt x="1123749" y="185535"/>
                </a:lnTo>
                <a:lnTo>
                  <a:pt x="1123559" y="184385"/>
                </a:lnTo>
                <a:lnTo>
                  <a:pt x="1123363" y="183238"/>
                </a:lnTo>
                <a:lnTo>
                  <a:pt x="1123160" y="182092"/>
                </a:lnTo>
                <a:lnTo>
                  <a:pt x="1122951" y="180949"/>
                </a:lnTo>
                <a:lnTo>
                  <a:pt x="1122735" y="179808"/>
                </a:lnTo>
                <a:lnTo>
                  <a:pt x="1122512" y="178670"/>
                </a:lnTo>
                <a:lnTo>
                  <a:pt x="1122283" y="177534"/>
                </a:lnTo>
                <a:lnTo>
                  <a:pt x="1122048" y="176400"/>
                </a:lnTo>
                <a:lnTo>
                  <a:pt x="1121806" y="175268"/>
                </a:lnTo>
                <a:lnTo>
                  <a:pt x="1121557" y="174139"/>
                </a:lnTo>
                <a:lnTo>
                  <a:pt x="1121303" y="173013"/>
                </a:lnTo>
                <a:lnTo>
                  <a:pt x="1121041" y="171889"/>
                </a:lnTo>
                <a:lnTo>
                  <a:pt x="1120774" y="170767"/>
                </a:lnTo>
                <a:lnTo>
                  <a:pt x="1120500" y="169648"/>
                </a:lnTo>
                <a:lnTo>
                  <a:pt x="1120219" y="168531"/>
                </a:lnTo>
                <a:lnTo>
                  <a:pt x="1119933" y="167417"/>
                </a:lnTo>
                <a:lnTo>
                  <a:pt x="1119640" y="166305"/>
                </a:lnTo>
                <a:lnTo>
                  <a:pt x="1119341" y="165196"/>
                </a:lnTo>
                <a:lnTo>
                  <a:pt x="1119035" y="164090"/>
                </a:lnTo>
                <a:lnTo>
                  <a:pt x="1118723" y="162986"/>
                </a:lnTo>
                <a:lnTo>
                  <a:pt x="1118405" y="161885"/>
                </a:lnTo>
                <a:lnTo>
                  <a:pt x="1118081" y="160786"/>
                </a:lnTo>
                <a:lnTo>
                  <a:pt x="1117751" y="159690"/>
                </a:lnTo>
                <a:lnTo>
                  <a:pt x="1117414" y="158597"/>
                </a:lnTo>
                <a:lnTo>
                  <a:pt x="1117072" y="157507"/>
                </a:lnTo>
                <a:lnTo>
                  <a:pt x="1116723" y="156419"/>
                </a:lnTo>
                <a:lnTo>
                  <a:pt x="1116368" y="155334"/>
                </a:lnTo>
                <a:lnTo>
                  <a:pt x="1116007" y="154251"/>
                </a:lnTo>
                <a:lnTo>
                  <a:pt x="1115640" y="153172"/>
                </a:lnTo>
                <a:lnTo>
                  <a:pt x="1115267" y="152095"/>
                </a:lnTo>
                <a:lnTo>
                  <a:pt x="1114888" y="151021"/>
                </a:lnTo>
                <a:lnTo>
                  <a:pt x="1114503" y="149950"/>
                </a:lnTo>
                <a:lnTo>
                  <a:pt x="1114111" y="148882"/>
                </a:lnTo>
                <a:lnTo>
                  <a:pt x="1113714" y="147817"/>
                </a:lnTo>
                <a:lnTo>
                  <a:pt x="1113311" y="146755"/>
                </a:lnTo>
                <a:lnTo>
                  <a:pt x="1112902" y="145695"/>
                </a:lnTo>
                <a:lnTo>
                  <a:pt x="1112488" y="144639"/>
                </a:lnTo>
                <a:lnTo>
                  <a:pt x="1112067" y="143585"/>
                </a:lnTo>
                <a:lnTo>
                  <a:pt x="1111640" y="142535"/>
                </a:lnTo>
                <a:lnTo>
                  <a:pt x="1111208" y="141487"/>
                </a:lnTo>
                <a:lnTo>
                  <a:pt x="1110770" y="140443"/>
                </a:lnTo>
                <a:lnTo>
                  <a:pt x="1110326" y="139401"/>
                </a:lnTo>
                <a:lnTo>
                  <a:pt x="1109876" y="138363"/>
                </a:lnTo>
                <a:lnTo>
                  <a:pt x="1109420" y="137328"/>
                </a:lnTo>
                <a:lnTo>
                  <a:pt x="1108959" y="136296"/>
                </a:lnTo>
                <a:lnTo>
                  <a:pt x="1108492" y="135267"/>
                </a:lnTo>
                <a:lnTo>
                  <a:pt x="1108019" y="134241"/>
                </a:lnTo>
                <a:lnTo>
                  <a:pt x="1107541" y="133218"/>
                </a:lnTo>
                <a:lnTo>
                  <a:pt x="1107057" y="132199"/>
                </a:lnTo>
                <a:lnTo>
                  <a:pt x="1106567" y="131182"/>
                </a:lnTo>
                <a:lnTo>
                  <a:pt x="1106072" y="130169"/>
                </a:lnTo>
                <a:lnTo>
                  <a:pt x="1105571" y="129159"/>
                </a:lnTo>
                <a:lnTo>
                  <a:pt x="1105064" y="128153"/>
                </a:lnTo>
                <a:lnTo>
                  <a:pt x="1104552" y="127150"/>
                </a:lnTo>
                <a:lnTo>
                  <a:pt x="1104035" y="126150"/>
                </a:lnTo>
                <a:lnTo>
                  <a:pt x="1103512" y="125153"/>
                </a:lnTo>
                <a:lnTo>
                  <a:pt x="1102983" y="124160"/>
                </a:lnTo>
                <a:lnTo>
                  <a:pt x="1102449" y="123170"/>
                </a:lnTo>
                <a:lnTo>
                  <a:pt x="1101910" y="122184"/>
                </a:lnTo>
                <a:lnTo>
                  <a:pt x="1101365" y="121201"/>
                </a:lnTo>
                <a:lnTo>
                  <a:pt x="1100814" y="120221"/>
                </a:lnTo>
                <a:lnTo>
                  <a:pt x="1100258" y="119245"/>
                </a:lnTo>
                <a:lnTo>
                  <a:pt x="1099697" y="118272"/>
                </a:lnTo>
                <a:lnTo>
                  <a:pt x="1099131" y="117303"/>
                </a:lnTo>
                <a:lnTo>
                  <a:pt x="1098559" y="116337"/>
                </a:lnTo>
                <a:lnTo>
                  <a:pt x="1097982" y="115375"/>
                </a:lnTo>
                <a:lnTo>
                  <a:pt x="1097399" y="114417"/>
                </a:lnTo>
                <a:lnTo>
                  <a:pt x="1096812" y="113462"/>
                </a:lnTo>
                <a:lnTo>
                  <a:pt x="1096219" y="112510"/>
                </a:lnTo>
                <a:lnTo>
                  <a:pt x="1095620" y="111562"/>
                </a:lnTo>
                <a:lnTo>
                  <a:pt x="1095017" y="110618"/>
                </a:lnTo>
                <a:lnTo>
                  <a:pt x="1094408" y="109678"/>
                </a:lnTo>
                <a:lnTo>
                  <a:pt x="1093795" y="108741"/>
                </a:lnTo>
                <a:lnTo>
                  <a:pt x="1093176" y="107808"/>
                </a:lnTo>
                <a:lnTo>
                  <a:pt x="1092552" y="106878"/>
                </a:lnTo>
                <a:lnTo>
                  <a:pt x="1091922" y="105953"/>
                </a:lnTo>
                <a:lnTo>
                  <a:pt x="1091288" y="105031"/>
                </a:lnTo>
                <a:lnTo>
                  <a:pt x="1090649" y="104113"/>
                </a:lnTo>
                <a:lnTo>
                  <a:pt x="1090004" y="103198"/>
                </a:lnTo>
                <a:lnTo>
                  <a:pt x="1089355" y="102288"/>
                </a:lnTo>
                <a:lnTo>
                  <a:pt x="1088700" y="101381"/>
                </a:lnTo>
                <a:lnTo>
                  <a:pt x="1088041" y="100478"/>
                </a:lnTo>
                <a:lnTo>
                  <a:pt x="1087377" y="99579"/>
                </a:lnTo>
                <a:lnTo>
                  <a:pt x="1086707" y="98684"/>
                </a:lnTo>
                <a:lnTo>
                  <a:pt x="1086033" y="97793"/>
                </a:lnTo>
                <a:lnTo>
                  <a:pt x="1085354" y="96906"/>
                </a:lnTo>
                <a:lnTo>
                  <a:pt x="1084670" y="96023"/>
                </a:lnTo>
                <a:lnTo>
                  <a:pt x="1083981" y="95143"/>
                </a:lnTo>
                <a:lnTo>
                  <a:pt x="1083287" y="94268"/>
                </a:lnTo>
                <a:lnTo>
                  <a:pt x="1082588" y="93397"/>
                </a:lnTo>
                <a:lnTo>
                  <a:pt x="1081885" y="92530"/>
                </a:lnTo>
                <a:lnTo>
                  <a:pt x="1081177" y="91667"/>
                </a:lnTo>
                <a:lnTo>
                  <a:pt x="1080464" y="90808"/>
                </a:lnTo>
                <a:lnTo>
                  <a:pt x="1079746" y="89953"/>
                </a:lnTo>
                <a:lnTo>
                  <a:pt x="1079023" y="89102"/>
                </a:lnTo>
                <a:lnTo>
                  <a:pt x="1078296" y="88255"/>
                </a:lnTo>
                <a:lnTo>
                  <a:pt x="1077564" y="87413"/>
                </a:lnTo>
                <a:lnTo>
                  <a:pt x="1076828" y="86574"/>
                </a:lnTo>
                <a:lnTo>
                  <a:pt x="1076086" y="85740"/>
                </a:lnTo>
                <a:lnTo>
                  <a:pt x="1075341" y="84910"/>
                </a:lnTo>
                <a:lnTo>
                  <a:pt x="1074590" y="84085"/>
                </a:lnTo>
                <a:lnTo>
                  <a:pt x="1073835" y="83263"/>
                </a:lnTo>
                <a:lnTo>
                  <a:pt x="1073076" y="82446"/>
                </a:lnTo>
                <a:lnTo>
                  <a:pt x="1072311" y="81633"/>
                </a:lnTo>
                <a:lnTo>
                  <a:pt x="1071543" y="80825"/>
                </a:lnTo>
                <a:lnTo>
                  <a:pt x="1070770" y="80021"/>
                </a:lnTo>
                <a:lnTo>
                  <a:pt x="1069992" y="79221"/>
                </a:lnTo>
                <a:lnTo>
                  <a:pt x="1069210" y="78426"/>
                </a:lnTo>
                <a:lnTo>
                  <a:pt x="1068423" y="77635"/>
                </a:lnTo>
                <a:lnTo>
                  <a:pt x="1067632" y="76848"/>
                </a:lnTo>
                <a:lnTo>
                  <a:pt x="1066837" y="76066"/>
                </a:lnTo>
                <a:lnTo>
                  <a:pt x="1066037" y="75288"/>
                </a:lnTo>
                <a:lnTo>
                  <a:pt x="1065233" y="74515"/>
                </a:lnTo>
                <a:lnTo>
                  <a:pt x="1064425" y="73746"/>
                </a:lnTo>
                <a:lnTo>
                  <a:pt x="1063612" y="72982"/>
                </a:lnTo>
                <a:lnTo>
                  <a:pt x="1062795" y="72223"/>
                </a:lnTo>
                <a:lnTo>
                  <a:pt x="1061973" y="71468"/>
                </a:lnTo>
                <a:lnTo>
                  <a:pt x="1061148" y="70717"/>
                </a:lnTo>
                <a:lnTo>
                  <a:pt x="1060318" y="69971"/>
                </a:lnTo>
                <a:lnTo>
                  <a:pt x="1059484" y="69230"/>
                </a:lnTo>
                <a:lnTo>
                  <a:pt x="1058645" y="68494"/>
                </a:lnTo>
                <a:lnTo>
                  <a:pt x="1057803" y="67762"/>
                </a:lnTo>
                <a:lnTo>
                  <a:pt x="1056956" y="67035"/>
                </a:lnTo>
                <a:lnTo>
                  <a:pt x="1056105" y="66312"/>
                </a:lnTo>
                <a:lnTo>
                  <a:pt x="1055250" y="65594"/>
                </a:lnTo>
                <a:lnTo>
                  <a:pt x="1054391" y="64881"/>
                </a:lnTo>
                <a:lnTo>
                  <a:pt x="1053528" y="64173"/>
                </a:lnTo>
                <a:lnTo>
                  <a:pt x="1052661" y="63470"/>
                </a:lnTo>
                <a:lnTo>
                  <a:pt x="1051790" y="62771"/>
                </a:lnTo>
                <a:lnTo>
                  <a:pt x="1050915" y="62077"/>
                </a:lnTo>
                <a:lnTo>
                  <a:pt x="1050035" y="61388"/>
                </a:lnTo>
                <a:lnTo>
                  <a:pt x="1049152" y="60704"/>
                </a:lnTo>
                <a:lnTo>
                  <a:pt x="1048265" y="60025"/>
                </a:lnTo>
                <a:lnTo>
                  <a:pt x="1047374" y="59351"/>
                </a:lnTo>
                <a:lnTo>
                  <a:pt x="1046479" y="58681"/>
                </a:lnTo>
                <a:lnTo>
                  <a:pt x="1045580" y="58017"/>
                </a:lnTo>
                <a:lnTo>
                  <a:pt x="1044677" y="57357"/>
                </a:lnTo>
                <a:lnTo>
                  <a:pt x="1043770" y="56703"/>
                </a:lnTo>
                <a:lnTo>
                  <a:pt x="1042860" y="56054"/>
                </a:lnTo>
                <a:lnTo>
                  <a:pt x="1041945" y="55409"/>
                </a:lnTo>
                <a:lnTo>
                  <a:pt x="1041027" y="54770"/>
                </a:lnTo>
                <a:lnTo>
                  <a:pt x="1040105" y="54136"/>
                </a:lnTo>
                <a:lnTo>
                  <a:pt x="1039180" y="53506"/>
                </a:lnTo>
                <a:lnTo>
                  <a:pt x="1038250" y="52882"/>
                </a:lnTo>
                <a:lnTo>
                  <a:pt x="1037317" y="52263"/>
                </a:lnTo>
                <a:lnTo>
                  <a:pt x="1036380" y="51650"/>
                </a:lnTo>
                <a:lnTo>
                  <a:pt x="1035440" y="51041"/>
                </a:lnTo>
                <a:lnTo>
                  <a:pt x="1034496" y="50437"/>
                </a:lnTo>
                <a:lnTo>
                  <a:pt x="1033548" y="49839"/>
                </a:lnTo>
                <a:lnTo>
                  <a:pt x="1032596" y="49246"/>
                </a:lnTo>
                <a:lnTo>
                  <a:pt x="1031641" y="48659"/>
                </a:lnTo>
                <a:lnTo>
                  <a:pt x="1030683" y="48076"/>
                </a:lnTo>
                <a:lnTo>
                  <a:pt x="1029721" y="47499"/>
                </a:lnTo>
                <a:lnTo>
                  <a:pt x="1028755" y="46927"/>
                </a:lnTo>
                <a:lnTo>
                  <a:pt x="1027786" y="46361"/>
                </a:lnTo>
                <a:lnTo>
                  <a:pt x="1026813" y="45799"/>
                </a:lnTo>
                <a:lnTo>
                  <a:pt x="1025837" y="45244"/>
                </a:lnTo>
                <a:lnTo>
                  <a:pt x="1024857" y="44693"/>
                </a:lnTo>
                <a:lnTo>
                  <a:pt x="1023874" y="44148"/>
                </a:lnTo>
                <a:lnTo>
                  <a:pt x="1022888" y="43609"/>
                </a:lnTo>
                <a:lnTo>
                  <a:pt x="1021898" y="43075"/>
                </a:lnTo>
                <a:lnTo>
                  <a:pt x="1020905" y="42546"/>
                </a:lnTo>
                <a:lnTo>
                  <a:pt x="1019908" y="42023"/>
                </a:lnTo>
                <a:lnTo>
                  <a:pt x="1018908" y="41505"/>
                </a:lnTo>
                <a:lnTo>
                  <a:pt x="1017905" y="40993"/>
                </a:lnTo>
                <a:lnTo>
                  <a:pt x="1016898" y="40487"/>
                </a:lnTo>
                <a:lnTo>
                  <a:pt x="1015889" y="39986"/>
                </a:lnTo>
                <a:lnTo>
                  <a:pt x="1014876" y="39491"/>
                </a:lnTo>
                <a:lnTo>
                  <a:pt x="1013859" y="39001"/>
                </a:lnTo>
                <a:lnTo>
                  <a:pt x="1012840" y="38517"/>
                </a:lnTo>
                <a:lnTo>
                  <a:pt x="1011817" y="38039"/>
                </a:lnTo>
                <a:lnTo>
                  <a:pt x="1010791" y="37566"/>
                </a:lnTo>
                <a:lnTo>
                  <a:pt x="1009762" y="37099"/>
                </a:lnTo>
                <a:lnTo>
                  <a:pt x="1008730" y="36638"/>
                </a:lnTo>
                <a:lnTo>
                  <a:pt x="1007695" y="36182"/>
                </a:lnTo>
                <a:lnTo>
                  <a:pt x="1006657" y="35732"/>
                </a:lnTo>
                <a:lnTo>
                  <a:pt x="1005615" y="35288"/>
                </a:lnTo>
                <a:lnTo>
                  <a:pt x="1004571" y="34850"/>
                </a:lnTo>
                <a:lnTo>
                  <a:pt x="1003523" y="34418"/>
                </a:lnTo>
                <a:lnTo>
                  <a:pt x="1002473" y="33991"/>
                </a:lnTo>
                <a:lnTo>
                  <a:pt x="1001419" y="33570"/>
                </a:lnTo>
                <a:lnTo>
                  <a:pt x="1000363" y="33155"/>
                </a:lnTo>
                <a:lnTo>
                  <a:pt x="999303" y="32746"/>
                </a:lnTo>
                <a:lnTo>
                  <a:pt x="998241" y="32343"/>
                </a:lnTo>
                <a:lnTo>
                  <a:pt x="997176" y="31946"/>
                </a:lnTo>
                <a:lnTo>
                  <a:pt x="996108" y="31555"/>
                </a:lnTo>
                <a:lnTo>
                  <a:pt x="995037" y="31170"/>
                </a:lnTo>
                <a:lnTo>
                  <a:pt x="993963" y="30791"/>
                </a:lnTo>
                <a:lnTo>
                  <a:pt x="992886" y="30418"/>
                </a:lnTo>
                <a:lnTo>
                  <a:pt x="991806" y="30051"/>
                </a:lnTo>
                <a:lnTo>
                  <a:pt x="990724" y="29690"/>
                </a:lnTo>
                <a:lnTo>
                  <a:pt x="989639" y="29335"/>
                </a:lnTo>
                <a:lnTo>
                  <a:pt x="988551" y="28986"/>
                </a:lnTo>
                <a:lnTo>
                  <a:pt x="987461" y="28644"/>
                </a:lnTo>
                <a:lnTo>
                  <a:pt x="986368" y="28307"/>
                </a:lnTo>
                <a:lnTo>
                  <a:pt x="985272" y="27977"/>
                </a:lnTo>
                <a:lnTo>
                  <a:pt x="984173" y="27652"/>
                </a:lnTo>
                <a:lnTo>
                  <a:pt x="983072" y="27335"/>
                </a:lnTo>
                <a:lnTo>
                  <a:pt x="981968" y="27023"/>
                </a:lnTo>
                <a:lnTo>
                  <a:pt x="980862" y="26717"/>
                </a:lnTo>
                <a:lnTo>
                  <a:pt x="979752" y="26418"/>
                </a:lnTo>
                <a:lnTo>
                  <a:pt x="978641" y="26125"/>
                </a:lnTo>
                <a:lnTo>
                  <a:pt x="977527" y="25838"/>
                </a:lnTo>
                <a:lnTo>
                  <a:pt x="976410" y="25558"/>
                </a:lnTo>
                <a:lnTo>
                  <a:pt x="975291" y="25284"/>
                </a:lnTo>
                <a:lnTo>
                  <a:pt x="974169" y="25016"/>
                </a:lnTo>
                <a:lnTo>
                  <a:pt x="973045" y="24755"/>
                </a:lnTo>
                <a:lnTo>
                  <a:pt x="971918" y="24500"/>
                </a:lnTo>
                <a:lnTo>
                  <a:pt x="970789" y="24252"/>
                </a:lnTo>
                <a:lnTo>
                  <a:pt x="969658" y="24010"/>
                </a:lnTo>
                <a:lnTo>
                  <a:pt x="968524" y="23775"/>
                </a:lnTo>
                <a:lnTo>
                  <a:pt x="967388" y="23546"/>
                </a:lnTo>
                <a:lnTo>
                  <a:pt x="966250" y="23323"/>
                </a:lnTo>
                <a:lnTo>
                  <a:pt x="965109" y="23107"/>
                </a:lnTo>
                <a:lnTo>
                  <a:pt x="963966" y="22898"/>
                </a:lnTo>
                <a:lnTo>
                  <a:pt x="962820" y="22695"/>
                </a:lnTo>
                <a:lnTo>
                  <a:pt x="961673" y="22499"/>
                </a:lnTo>
                <a:lnTo>
                  <a:pt x="960523" y="22309"/>
                </a:lnTo>
                <a:lnTo>
                  <a:pt x="959371" y="22126"/>
                </a:lnTo>
                <a:lnTo>
                  <a:pt x="958216" y="21949"/>
                </a:lnTo>
                <a:lnTo>
                  <a:pt x="957060" y="21780"/>
                </a:lnTo>
                <a:lnTo>
                  <a:pt x="955901" y="21617"/>
                </a:lnTo>
                <a:lnTo>
                  <a:pt x="954740" y="21460"/>
                </a:lnTo>
                <a:lnTo>
                  <a:pt x="953577" y="21311"/>
                </a:lnTo>
                <a:lnTo>
                  <a:pt x="952412" y="21168"/>
                </a:lnTo>
                <a:lnTo>
                  <a:pt x="951245" y="21032"/>
                </a:lnTo>
                <a:lnTo>
                  <a:pt x="950076" y="20903"/>
                </a:lnTo>
                <a:lnTo>
                  <a:pt x="948905" y="20780"/>
                </a:lnTo>
                <a:lnTo>
                  <a:pt x="947732" y="20665"/>
                </a:lnTo>
                <a:lnTo>
                  <a:pt x="946556" y="20556"/>
                </a:lnTo>
                <a:lnTo>
                  <a:pt x="945379" y="20454"/>
                </a:lnTo>
                <a:lnTo>
                  <a:pt x="944200" y="20359"/>
                </a:lnTo>
                <a:lnTo>
                  <a:pt x="943019" y="20271"/>
                </a:lnTo>
                <a:lnTo>
                  <a:pt x="941836" y="20190"/>
                </a:lnTo>
                <a:lnTo>
                  <a:pt x="940651" y="20115"/>
                </a:lnTo>
                <a:lnTo>
                  <a:pt x="939464" y="20048"/>
                </a:lnTo>
                <a:lnTo>
                  <a:pt x="938275" y="19988"/>
                </a:lnTo>
                <a:lnTo>
                  <a:pt x="937085" y="19935"/>
                </a:lnTo>
                <a:lnTo>
                  <a:pt x="935893" y="19888"/>
                </a:lnTo>
                <a:lnTo>
                  <a:pt x="934698" y="19849"/>
                </a:lnTo>
                <a:lnTo>
                  <a:pt x="933503" y="19817"/>
                </a:lnTo>
                <a:lnTo>
                  <a:pt x="932305" y="19792"/>
                </a:lnTo>
                <a:lnTo>
                  <a:pt x="931106" y="19774"/>
                </a:lnTo>
                <a:lnTo>
                  <a:pt x="929904" y="19764"/>
                </a:lnTo>
                <a:lnTo>
                  <a:pt x="928702" y="19760"/>
                </a:lnTo>
                <a:lnTo>
                  <a:pt x="928701" y="19760"/>
                </a:lnTo>
                <a:lnTo>
                  <a:pt x="928701" y="39519"/>
                </a:lnTo>
                <a:lnTo>
                  <a:pt x="929788" y="39523"/>
                </a:lnTo>
                <a:lnTo>
                  <a:pt x="930873" y="39532"/>
                </a:lnTo>
                <a:lnTo>
                  <a:pt x="931956" y="39549"/>
                </a:lnTo>
                <a:lnTo>
                  <a:pt x="933038" y="39571"/>
                </a:lnTo>
                <a:lnTo>
                  <a:pt x="934118" y="39600"/>
                </a:lnTo>
                <a:lnTo>
                  <a:pt x="935197" y="39636"/>
                </a:lnTo>
                <a:lnTo>
                  <a:pt x="936274" y="39678"/>
                </a:lnTo>
                <a:lnTo>
                  <a:pt x="937349" y="39726"/>
                </a:lnTo>
                <a:lnTo>
                  <a:pt x="938423" y="39781"/>
                </a:lnTo>
                <a:lnTo>
                  <a:pt x="939495" y="39841"/>
                </a:lnTo>
                <a:lnTo>
                  <a:pt x="940565" y="39909"/>
                </a:lnTo>
                <a:lnTo>
                  <a:pt x="941634" y="39982"/>
                </a:lnTo>
                <a:lnTo>
                  <a:pt x="942701" y="40062"/>
                </a:lnTo>
                <a:lnTo>
                  <a:pt x="943766" y="40148"/>
                </a:lnTo>
                <a:lnTo>
                  <a:pt x="944829" y="40241"/>
                </a:lnTo>
                <a:lnTo>
                  <a:pt x="945891" y="40339"/>
                </a:lnTo>
                <a:lnTo>
                  <a:pt x="946950" y="40444"/>
                </a:lnTo>
                <a:lnTo>
                  <a:pt x="948008" y="40555"/>
                </a:lnTo>
                <a:lnTo>
                  <a:pt x="949064" y="40672"/>
                </a:lnTo>
                <a:lnTo>
                  <a:pt x="950119" y="40796"/>
                </a:lnTo>
                <a:lnTo>
                  <a:pt x="951171" y="40925"/>
                </a:lnTo>
                <a:lnTo>
                  <a:pt x="952221" y="41061"/>
                </a:lnTo>
                <a:lnTo>
                  <a:pt x="953270" y="41203"/>
                </a:lnTo>
                <a:lnTo>
                  <a:pt x="954316" y="41350"/>
                </a:lnTo>
                <a:lnTo>
                  <a:pt x="955361" y="41504"/>
                </a:lnTo>
                <a:lnTo>
                  <a:pt x="956403" y="41664"/>
                </a:lnTo>
                <a:lnTo>
                  <a:pt x="957444" y="41830"/>
                </a:lnTo>
                <a:lnTo>
                  <a:pt x="958482" y="42002"/>
                </a:lnTo>
                <a:lnTo>
                  <a:pt x="959519" y="42180"/>
                </a:lnTo>
                <a:lnTo>
                  <a:pt x="960553" y="42364"/>
                </a:lnTo>
                <a:lnTo>
                  <a:pt x="961586" y="42554"/>
                </a:lnTo>
                <a:lnTo>
                  <a:pt x="962616" y="42749"/>
                </a:lnTo>
                <a:lnTo>
                  <a:pt x="963644" y="42951"/>
                </a:lnTo>
                <a:lnTo>
                  <a:pt x="964670" y="43159"/>
                </a:lnTo>
                <a:lnTo>
                  <a:pt x="965694" y="43372"/>
                </a:lnTo>
                <a:lnTo>
                  <a:pt x="966716" y="43591"/>
                </a:lnTo>
                <a:lnTo>
                  <a:pt x="967735" y="43817"/>
                </a:lnTo>
                <a:lnTo>
                  <a:pt x="968753" y="44048"/>
                </a:lnTo>
                <a:lnTo>
                  <a:pt x="969768" y="44284"/>
                </a:lnTo>
                <a:lnTo>
                  <a:pt x="970781" y="44527"/>
                </a:lnTo>
                <a:lnTo>
                  <a:pt x="971791" y="44775"/>
                </a:lnTo>
                <a:lnTo>
                  <a:pt x="972800" y="45029"/>
                </a:lnTo>
                <a:lnTo>
                  <a:pt x="973806" y="45289"/>
                </a:lnTo>
                <a:lnTo>
                  <a:pt x="974810" y="45555"/>
                </a:lnTo>
                <a:lnTo>
                  <a:pt x="975811" y="45826"/>
                </a:lnTo>
                <a:lnTo>
                  <a:pt x="976810" y="46103"/>
                </a:lnTo>
                <a:lnTo>
                  <a:pt x="977807" y="46386"/>
                </a:lnTo>
                <a:lnTo>
                  <a:pt x="978801" y="46674"/>
                </a:lnTo>
                <a:lnTo>
                  <a:pt x="979793" y="46968"/>
                </a:lnTo>
                <a:lnTo>
                  <a:pt x="980783" y="47267"/>
                </a:lnTo>
                <a:lnTo>
                  <a:pt x="981770" y="47572"/>
                </a:lnTo>
                <a:lnTo>
                  <a:pt x="982754" y="47883"/>
                </a:lnTo>
                <a:lnTo>
                  <a:pt x="983737" y="48199"/>
                </a:lnTo>
                <a:lnTo>
                  <a:pt x="984716" y="48521"/>
                </a:lnTo>
                <a:lnTo>
                  <a:pt x="985693" y="48848"/>
                </a:lnTo>
                <a:lnTo>
                  <a:pt x="986668" y="49180"/>
                </a:lnTo>
                <a:lnTo>
                  <a:pt x="987640" y="49519"/>
                </a:lnTo>
                <a:lnTo>
                  <a:pt x="988609" y="49862"/>
                </a:lnTo>
                <a:lnTo>
                  <a:pt x="989576" y="50211"/>
                </a:lnTo>
                <a:lnTo>
                  <a:pt x="990541" y="50566"/>
                </a:lnTo>
                <a:lnTo>
                  <a:pt x="991502" y="50926"/>
                </a:lnTo>
                <a:lnTo>
                  <a:pt x="992461" y="51291"/>
                </a:lnTo>
                <a:lnTo>
                  <a:pt x="993418" y="51661"/>
                </a:lnTo>
                <a:lnTo>
                  <a:pt x="994372" y="52037"/>
                </a:lnTo>
                <a:lnTo>
                  <a:pt x="995323" y="52419"/>
                </a:lnTo>
                <a:lnTo>
                  <a:pt x="996271" y="52805"/>
                </a:lnTo>
                <a:lnTo>
                  <a:pt x="997216" y="53197"/>
                </a:lnTo>
                <a:lnTo>
                  <a:pt x="998159" y="53594"/>
                </a:lnTo>
                <a:lnTo>
                  <a:pt x="999099" y="53997"/>
                </a:lnTo>
                <a:lnTo>
                  <a:pt x="1000036" y="54404"/>
                </a:lnTo>
                <a:lnTo>
                  <a:pt x="1000971" y="54817"/>
                </a:lnTo>
                <a:lnTo>
                  <a:pt x="1001903" y="55235"/>
                </a:lnTo>
                <a:lnTo>
                  <a:pt x="1002831" y="55659"/>
                </a:lnTo>
                <a:lnTo>
                  <a:pt x="1003757" y="56087"/>
                </a:lnTo>
                <a:lnTo>
                  <a:pt x="1004680" y="56521"/>
                </a:lnTo>
                <a:lnTo>
                  <a:pt x="1005600" y="56959"/>
                </a:lnTo>
                <a:lnTo>
                  <a:pt x="1006518" y="57403"/>
                </a:lnTo>
                <a:lnTo>
                  <a:pt x="1007432" y="57852"/>
                </a:lnTo>
                <a:lnTo>
                  <a:pt x="1008343" y="58306"/>
                </a:lnTo>
                <a:lnTo>
                  <a:pt x="1009252" y="58765"/>
                </a:lnTo>
                <a:lnTo>
                  <a:pt x="1010157" y="59229"/>
                </a:lnTo>
                <a:lnTo>
                  <a:pt x="1011059" y="59698"/>
                </a:lnTo>
                <a:lnTo>
                  <a:pt x="1011959" y="60172"/>
                </a:lnTo>
                <a:lnTo>
                  <a:pt x="1012855" y="60651"/>
                </a:lnTo>
                <a:lnTo>
                  <a:pt x="1013748" y="61135"/>
                </a:lnTo>
                <a:lnTo>
                  <a:pt x="1014638" y="61624"/>
                </a:lnTo>
                <a:lnTo>
                  <a:pt x="1015525" y="62118"/>
                </a:lnTo>
                <a:lnTo>
                  <a:pt x="1016409" y="62616"/>
                </a:lnTo>
                <a:lnTo>
                  <a:pt x="1017290" y="63120"/>
                </a:lnTo>
                <a:lnTo>
                  <a:pt x="1018167" y="63629"/>
                </a:lnTo>
                <a:lnTo>
                  <a:pt x="1019042" y="64142"/>
                </a:lnTo>
                <a:lnTo>
                  <a:pt x="1019913" y="64660"/>
                </a:lnTo>
                <a:lnTo>
                  <a:pt x="1020781" y="65183"/>
                </a:lnTo>
                <a:lnTo>
                  <a:pt x="1021646" y="65711"/>
                </a:lnTo>
                <a:lnTo>
                  <a:pt x="1022508" y="66243"/>
                </a:lnTo>
                <a:lnTo>
                  <a:pt x="1023366" y="66781"/>
                </a:lnTo>
                <a:lnTo>
                  <a:pt x="1024221" y="67323"/>
                </a:lnTo>
                <a:lnTo>
                  <a:pt x="1025072" y="67870"/>
                </a:lnTo>
                <a:lnTo>
                  <a:pt x="1025921" y="68421"/>
                </a:lnTo>
                <a:lnTo>
                  <a:pt x="1026766" y="68977"/>
                </a:lnTo>
                <a:lnTo>
                  <a:pt x="1027608" y="69538"/>
                </a:lnTo>
                <a:lnTo>
                  <a:pt x="1028446" y="70104"/>
                </a:lnTo>
                <a:lnTo>
                  <a:pt x="1029281" y="70674"/>
                </a:lnTo>
                <a:lnTo>
                  <a:pt x="1030112" y="71248"/>
                </a:lnTo>
                <a:lnTo>
                  <a:pt x="1030940" y="71828"/>
                </a:lnTo>
                <a:lnTo>
                  <a:pt x="1031765" y="72412"/>
                </a:lnTo>
                <a:lnTo>
                  <a:pt x="1032586" y="73000"/>
                </a:lnTo>
                <a:lnTo>
                  <a:pt x="1033404" y="73593"/>
                </a:lnTo>
                <a:lnTo>
                  <a:pt x="1034218" y="74190"/>
                </a:lnTo>
                <a:lnTo>
                  <a:pt x="1035028" y="74792"/>
                </a:lnTo>
                <a:lnTo>
                  <a:pt x="1035835" y="75399"/>
                </a:lnTo>
                <a:lnTo>
                  <a:pt x="1036639" y="76010"/>
                </a:lnTo>
                <a:lnTo>
                  <a:pt x="1037439" y="76625"/>
                </a:lnTo>
                <a:lnTo>
                  <a:pt x="1038235" y="77245"/>
                </a:lnTo>
                <a:lnTo>
                  <a:pt x="1039028" y="77869"/>
                </a:lnTo>
                <a:lnTo>
                  <a:pt x="1039817" y="78498"/>
                </a:lnTo>
                <a:lnTo>
                  <a:pt x="1040602" y="79131"/>
                </a:lnTo>
                <a:lnTo>
                  <a:pt x="1041384" y="79768"/>
                </a:lnTo>
                <a:lnTo>
                  <a:pt x="1042162" y="80410"/>
                </a:lnTo>
                <a:lnTo>
                  <a:pt x="1042937" y="81056"/>
                </a:lnTo>
                <a:lnTo>
                  <a:pt x="1043707" y="81706"/>
                </a:lnTo>
                <a:lnTo>
                  <a:pt x="1044474" y="82361"/>
                </a:lnTo>
                <a:lnTo>
                  <a:pt x="1045237" y="83019"/>
                </a:lnTo>
                <a:lnTo>
                  <a:pt x="1045997" y="83682"/>
                </a:lnTo>
                <a:lnTo>
                  <a:pt x="1046752" y="84350"/>
                </a:lnTo>
                <a:lnTo>
                  <a:pt x="1047504" y="85021"/>
                </a:lnTo>
                <a:lnTo>
                  <a:pt x="1048252" y="85697"/>
                </a:lnTo>
                <a:lnTo>
                  <a:pt x="1048996" y="86377"/>
                </a:lnTo>
                <a:lnTo>
                  <a:pt x="1049736" y="87061"/>
                </a:lnTo>
                <a:lnTo>
                  <a:pt x="1050472" y="87749"/>
                </a:lnTo>
                <a:lnTo>
                  <a:pt x="1051205" y="88441"/>
                </a:lnTo>
                <a:lnTo>
                  <a:pt x="1051933" y="89137"/>
                </a:lnTo>
                <a:lnTo>
                  <a:pt x="1052657" y="89838"/>
                </a:lnTo>
                <a:lnTo>
                  <a:pt x="1053378" y="90542"/>
                </a:lnTo>
                <a:lnTo>
                  <a:pt x="1054094" y="91251"/>
                </a:lnTo>
                <a:lnTo>
                  <a:pt x="1054807" y="91963"/>
                </a:lnTo>
                <a:lnTo>
                  <a:pt x="1055515" y="92680"/>
                </a:lnTo>
                <a:lnTo>
                  <a:pt x="1056220" y="93400"/>
                </a:lnTo>
                <a:lnTo>
                  <a:pt x="1056920" y="94125"/>
                </a:lnTo>
                <a:lnTo>
                  <a:pt x="1057617" y="94853"/>
                </a:lnTo>
                <a:lnTo>
                  <a:pt x="1058309" y="95585"/>
                </a:lnTo>
                <a:lnTo>
                  <a:pt x="1058997" y="96322"/>
                </a:lnTo>
                <a:lnTo>
                  <a:pt x="1059681" y="97062"/>
                </a:lnTo>
                <a:lnTo>
                  <a:pt x="1060361" y="97806"/>
                </a:lnTo>
                <a:lnTo>
                  <a:pt x="1061036" y="98554"/>
                </a:lnTo>
                <a:lnTo>
                  <a:pt x="1061708" y="99305"/>
                </a:lnTo>
                <a:lnTo>
                  <a:pt x="1062375" y="100061"/>
                </a:lnTo>
                <a:lnTo>
                  <a:pt x="1063038" y="100820"/>
                </a:lnTo>
                <a:lnTo>
                  <a:pt x="1063697" y="101583"/>
                </a:lnTo>
                <a:lnTo>
                  <a:pt x="1064352" y="102350"/>
                </a:lnTo>
                <a:lnTo>
                  <a:pt x="1065002" y="103121"/>
                </a:lnTo>
                <a:lnTo>
                  <a:pt x="1065648" y="103895"/>
                </a:lnTo>
                <a:lnTo>
                  <a:pt x="1066290" y="104673"/>
                </a:lnTo>
                <a:lnTo>
                  <a:pt x="1066927" y="105455"/>
                </a:lnTo>
                <a:lnTo>
                  <a:pt x="1067560" y="106241"/>
                </a:lnTo>
                <a:lnTo>
                  <a:pt x="1068188" y="107030"/>
                </a:lnTo>
                <a:lnTo>
                  <a:pt x="1068813" y="107822"/>
                </a:lnTo>
                <a:lnTo>
                  <a:pt x="1069432" y="108619"/>
                </a:lnTo>
                <a:lnTo>
                  <a:pt x="1070048" y="109419"/>
                </a:lnTo>
                <a:lnTo>
                  <a:pt x="1070659" y="110222"/>
                </a:lnTo>
                <a:lnTo>
                  <a:pt x="1071265" y="111029"/>
                </a:lnTo>
                <a:lnTo>
                  <a:pt x="1071867" y="111840"/>
                </a:lnTo>
                <a:lnTo>
                  <a:pt x="1072465" y="112654"/>
                </a:lnTo>
                <a:lnTo>
                  <a:pt x="1073058" y="113472"/>
                </a:lnTo>
                <a:lnTo>
                  <a:pt x="1073646" y="114293"/>
                </a:lnTo>
                <a:lnTo>
                  <a:pt x="1074230" y="115117"/>
                </a:lnTo>
                <a:lnTo>
                  <a:pt x="1074809" y="115945"/>
                </a:lnTo>
                <a:lnTo>
                  <a:pt x="1075384" y="116777"/>
                </a:lnTo>
                <a:lnTo>
                  <a:pt x="1075954" y="117612"/>
                </a:lnTo>
                <a:lnTo>
                  <a:pt x="1076520" y="118450"/>
                </a:lnTo>
                <a:lnTo>
                  <a:pt x="1077080" y="119292"/>
                </a:lnTo>
                <a:lnTo>
                  <a:pt x="1077637" y="120137"/>
                </a:lnTo>
                <a:lnTo>
                  <a:pt x="1078188" y="120985"/>
                </a:lnTo>
                <a:lnTo>
                  <a:pt x="1078735" y="121837"/>
                </a:lnTo>
                <a:lnTo>
                  <a:pt x="1079277" y="122692"/>
                </a:lnTo>
                <a:lnTo>
                  <a:pt x="1079814" y="123550"/>
                </a:lnTo>
                <a:lnTo>
                  <a:pt x="1080347" y="124412"/>
                </a:lnTo>
                <a:lnTo>
                  <a:pt x="1080874" y="125276"/>
                </a:lnTo>
                <a:lnTo>
                  <a:pt x="1081397" y="126144"/>
                </a:lnTo>
                <a:lnTo>
                  <a:pt x="1081916" y="127016"/>
                </a:lnTo>
                <a:lnTo>
                  <a:pt x="1082429" y="127890"/>
                </a:lnTo>
                <a:lnTo>
                  <a:pt x="1082938" y="128768"/>
                </a:lnTo>
                <a:lnTo>
                  <a:pt x="1083441" y="129649"/>
                </a:lnTo>
                <a:lnTo>
                  <a:pt x="1083940" y="130532"/>
                </a:lnTo>
                <a:lnTo>
                  <a:pt x="1084434" y="131419"/>
                </a:lnTo>
                <a:lnTo>
                  <a:pt x="1084923" y="132310"/>
                </a:lnTo>
                <a:lnTo>
                  <a:pt x="1085407" y="133203"/>
                </a:lnTo>
                <a:lnTo>
                  <a:pt x="1085886" y="134099"/>
                </a:lnTo>
                <a:lnTo>
                  <a:pt x="1086360" y="134998"/>
                </a:lnTo>
                <a:lnTo>
                  <a:pt x="1086829" y="135901"/>
                </a:lnTo>
                <a:lnTo>
                  <a:pt x="1087293" y="136806"/>
                </a:lnTo>
                <a:lnTo>
                  <a:pt x="1087752" y="137714"/>
                </a:lnTo>
                <a:lnTo>
                  <a:pt x="1088206" y="138626"/>
                </a:lnTo>
                <a:lnTo>
                  <a:pt x="1088655" y="139540"/>
                </a:lnTo>
                <a:lnTo>
                  <a:pt x="1089098" y="140457"/>
                </a:lnTo>
                <a:lnTo>
                  <a:pt x="1089537" y="141377"/>
                </a:lnTo>
                <a:lnTo>
                  <a:pt x="1089971" y="142300"/>
                </a:lnTo>
                <a:lnTo>
                  <a:pt x="1090399" y="143226"/>
                </a:lnTo>
                <a:lnTo>
                  <a:pt x="1090822" y="144155"/>
                </a:lnTo>
                <a:lnTo>
                  <a:pt x="1091240" y="145087"/>
                </a:lnTo>
                <a:lnTo>
                  <a:pt x="1091653" y="146021"/>
                </a:lnTo>
                <a:lnTo>
                  <a:pt x="1092061" y="146958"/>
                </a:lnTo>
                <a:lnTo>
                  <a:pt x="1092463" y="147898"/>
                </a:lnTo>
                <a:lnTo>
                  <a:pt x="1092860" y="148841"/>
                </a:lnTo>
                <a:lnTo>
                  <a:pt x="1093252" y="149787"/>
                </a:lnTo>
                <a:lnTo>
                  <a:pt x="1093639" y="150735"/>
                </a:lnTo>
                <a:lnTo>
                  <a:pt x="1094020" y="151686"/>
                </a:lnTo>
                <a:lnTo>
                  <a:pt x="1094396" y="152640"/>
                </a:lnTo>
                <a:lnTo>
                  <a:pt x="1094767" y="153596"/>
                </a:lnTo>
                <a:lnTo>
                  <a:pt x="1095132" y="154555"/>
                </a:lnTo>
                <a:lnTo>
                  <a:pt x="1095492" y="155517"/>
                </a:lnTo>
                <a:lnTo>
                  <a:pt x="1095846" y="156481"/>
                </a:lnTo>
                <a:lnTo>
                  <a:pt x="1096195" y="157448"/>
                </a:lnTo>
                <a:lnTo>
                  <a:pt x="1096539" y="158418"/>
                </a:lnTo>
                <a:lnTo>
                  <a:pt x="1096877" y="159390"/>
                </a:lnTo>
                <a:lnTo>
                  <a:pt x="1097210" y="160364"/>
                </a:lnTo>
                <a:lnTo>
                  <a:pt x="1097537" y="161341"/>
                </a:lnTo>
                <a:lnTo>
                  <a:pt x="1097859" y="162321"/>
                </a:lnTo>
                <a:lnTo>
                  <a:pt x="1098175" y="163303"/>
                </a:lnTo>
                <a:lnTo>
                  <a:pt x="1098485" y="164288"/>
                </a:lnTo>
                <a:lnTo>
                  <a:pt x="1098791" y="165275"/>
                </a:lnTo>
                <a:lnTo>
                  <a:pt x="1099090" y="166264"/>
                </a:lnTo>
                <a:lnTo>
                  <a:pt x="1099384" y="167256"/>
                </a:lnTo>
                <a:lnTo>
                  <a:pt x="1099672" y="168251"/>
                </a:lnTo>
                <a:lnTo>
                  <a:pt x="1099955" y="169247"/>
                </a:lnTo>
                <a:lnTo>
                  <a:pt x="1100232" y="170247"/>
                </a:lnTo>
                <a:lnTo>
                  <a:pt x="1100503" y="171248"/>
                </a:lnTo>
                <a:lnTo>
                  <a:pt x="1100768" y="172252"/>
                </a:lnTo>
                <a:lnTo>
                  <a:pt x="1101028" y="173258"/>
                </a:lnTo>
                <a:lnTo>
                  <a:pt x="1101282" y="174266"/>
                </a:lnTo>
                <a:lnTo>
                  <a:pt x="1101531" y="175277"/>
                </a:lnTo>
                <a:lnTo>
                  <a:pt x="1101773" y="176290"/>
                </a:lnTo>
                <a:lnTo>
                  <a:pt x="1102010" y="177305"/>
                </a:lnTo>
                <a:lnTo>
                  <a:pt x="1102241" y="178322"/>
                </a:lnTo>
                <a:lnTo>
                  <a:pt x="1102466" y="179342"/>
                </a:lnTo>
                <a:lnTo>
                  <a:pt x="1102686" y="180364"/>
                </a:lnTo>
                <a:lnTo>
                  <a:pt x="1102899" y="181387"/>
                </a:lnTo>
                <a:lnTo>
                  <a:pt x="1103107" y="182414"/>
                </a:lnTo>
                <a:lnTo>
                  <a:pt x="1103308" y="183442"/>
                </a:lnTo>
                <a:lnTo>
                  <a:pt x="1103504" y="184472"/>
                </a:lnTo>
                <a:lnTo>
                  <a:pt x="1103694" y="185504"/>
                </a:lnTo>
                <a:lnTo>
                  <a:pt x="1103878" y="186539"/>
                </a:lnTo>
                <a:lnTo>
                  <a:pt x="1104056" y="187575"/>
                </a:lnTo>
                <a:lnTo>
                  <a:pt x="1104228" y="188614"/>
                </a:lnTo>
                <a:lnTo>
                  <a:pt x="1104394" y="189654"/>
                </a:lnTo>
                <a:lnTo>
                  <a:pt x="1104553" y="190697"/>
                </a:lnTo>
                <a:lnTo>
                  <a:pt x="1104707" y="191741"/>
                </a:lnTo>
                <a:lnTo>
                  <a:pt x="1104855" y="192788"/>
                </a:lnTo>
                <a:lnTo>
                  <a:pt x="1104997" y="193836"/>
                </a:lnTo>
                <a:lnTo>
                  <a:pt x="1105132" y="194887"/>
                </a:lnTo>
                <a:lnTo>
                  <a:pt x="1105262" y="195939"/>
                </a:lnTo>
                <a:lnTo>
                  <a:pt x="1105385" y="196993"/>
                </a:lnTo>
                <a:lnTo>
                  <a:pt x="1105502" y="198049"/>
                </a:lnTo>
                <a:lnTo>
                  <a:pt x="1105613" y="199107"/>
                </a:lnTo>
                <a:lnTo>
                  <a:pt x="1105718" y="200167"/>
                </a:lnTo>
                <a:lnTo>
                  <a:pt x="1105817" y="201228"/>
                </a:lnTo>
                <a:lnTo>
                  <a:pt x="1105909" y="202291"/>
                </a:lnTo>
                <a:lnTo>
                  <a:pt x="1105995" y="203357"/>
                </a:lnTo>
                <a:lnTo>
                  <a:pt x="1106075" y="204423"/>
                </a:lnTo>
                <a:lnTo>
                  <a:pt x="1106149" y="205492"/>
                </a:lnTo>
                <a:lnTo>
                  <a:pt x="1106216" y="206562"/>
                </a:lnTo>
                <a:lnTo>
                  <a:pt x="1106277" y="207634"/>
                </a:lnTo>
                <a:lnTo>
                  <a:pt x="1106332" y="208708"/>
                </a:lnTo>
                <a:lnTo>
                  <a:pt x="1106380" y="209783"/>
                </a:lnTo>
                <a:lnTo>
                  <a:pt x="1106422" y="210860"/>
                </a:lnTo>
                <a:lnTo>
                  <a:pt x="1106457" y="211939"/>
                </a:lnTo>
                <a:lnTo>
                  <a:pt x="1106486" y="213019"/>
                </a:lnTo>
                <a:lnTo>
                  <a:pt x="1106509" y="214101"/>
                </a:lnTo>
                <a:lnTo>
                  <a:pt x="1106525" y="215184"/>
                </a:lnTo>
                <a:lnTo>
                  <a:pt x="1106535" y="216269"/>
                </a:lnTo>
                <a:lnTo>
                  <a:pt x="1106538" y="217356"/>
                </a:lnTo>
                <a:lnTo>
                  <a:pt x="1126298" y="217356"/>
                </a:lnTo>
                <a:close/>
                <a:moveTo>
                  <a:pt x="217356" y="19760"/>
                </a:moveTo>
                <a:lnTo>
                  <a:pt x="216153" y="19764"/>
                </a:lnTo>
                <a:lnTo>
                  <a:pt x="214952" y="19774"/>
                </a:lnTo>
                <a:lnTo>
                  <a:pt x="213752" y="19792"/>
                </a:lnTo>
                <a:lnTo>
                  <a:pt x="212555" y="19817"/>
                </a:lnTo>
                <a:lnTo>
                  <a:pt x="211359" y="19849"/>
                </a:lnTo>
                <a:lnTo>
                  <a:pt x="210165" y="19888"/>
                </a:lnTo>
                <a:lnTo>
                  <a:pt x="208972" y="19935"/>
                </a:lnTo>
                <a:lnTo>
                  <a:pt x="207782" y="19988"/>
                </a:lnTo>
                <a:lnTo>
                  <a:pt x="206593" y="20048"/>
                </a:lnTo>
                <a:lnTo>
                  <a:pt x="205406" y="20115"/>
                </a:lnTo>
                <a:lnTo>
                  <a:pt x="204222" y="20190"/>
                </a:lnTo>
                <a:lnTo>
                  <a:pt x="203039" y="20271"/>
                </a:lnTo>
                <a:lnTo>
                  <a:pt x="201857" y="20359"/>
                </a:lnTo>
                <a:lnTo>
                  <a:pt x="200678" y="20454"/>
                </a:lnTo>
                <a:lnTo>
                  <a:pt x="199501" y="20556"/>
                </a:lnTo>
                <a:lnTo>
                  <a:pt x="198326" y="20665"/>
                </a:lnTo>
                <a:lnTo>
                  <a:pt x="197153" y="20780"/>
                </a:lnTo>
                <a:lnTo>
                  <a:pt x="195981" y="20903"/>
                </a:lnTo>
                <a:lnTo>
                  <a:pt x="194812" y="21032"/>
                </a:lnTo>
                <a:lnTo>
                  <a:pt x="193645" y="21168"/>
                </a:lnTo>
                <a:lnTo>
                  <a:pt x="192480" y="21311"/>
                </a:lnTo>
                <a:lnTo>
                  <a:pt x="191317" y="21460"/>
                </a:lnTo>
                <a:lnTo>
                  <a:pt x="190156" y="21617"/>
                </a:lnTo>
                <a:lnTo>
                  <a:pt x="188998" y="21780"/>
                </a:lnTo>
                <a:lnTo>
                  <a:pt x="187841" y="21949"/>
                </a:lnTo>
                <a:lnTo>
                  <a:pt x="186687" y="22126"/>
                </a:lnTo>
                <a:lnTo>
                  <a:pt x="185535" y="22309"/>
                </a:lnTo>
                <a:lnTo>
                  <a:pt x="184385" y="22499"/>
                </a:lnTo>
                <a:lnTo>
                  <a:pt x="183237" y="22695"/>
                </a:lnTo>
                <a:lnTo>
                  <a:pt x="182092" y="22898"/>
                </a:lnTo>
                <a:lnTo>
                  <a:pt x="180949" y="23107"/>
                </a:lnTo>
                <a:lnTo>
                  <a:pt x="179808" y="23323"/>
                </a:lnTo>
                <a:lnTo>
                  <a:pt x="178669" y="23546"/>
                </a:lnTo>
                <a:lnTo>
                  <a:pt x="177533" y="23775"/>
                </a:lnTo>
                <a:lnTo>
                  <a:pt x="176399" y="24010"/>
                </a:lnTo>
                <a:lnTo>
                  <a:pt x="175268" y="24252"/>
                </a:lnTo>
                <a:lnTo>
                  <a:pt x="174139" y="24500"/>
                </a:lnTo>
                <a:lnTo>
                  <a:pt x="173013" y="24755"/>
                </a:lnTo>
                <a:lnTo>
                  <a:pt x="171888" y="25016"/>
                </a:lnTo>
                <a:lnTo>
                  <a:pt x="170767" y="25284"/>
                </a:lnTo>
                <a:lnTo>
                  <a:pt x="169648" y="25558"/>
                </a:lnTo>
                <a:lnTo>
                  <a:pt x="168531" y="25838"/>
                </a:lnTo>
                <a:lnTo>
                  <a:pt x="167417" y="26125"/>
                </a:lnTo>
                <a:lnTo>
                  <a:pt x="166305" y="26418"/>
                </a:lnTo>
                <a:lnTo>
                  <a:pt x="165196" y="26717"/>
                </a:lnTo>
                <a:lnTo>
                  <a:pt x="164090" y="27023"/>
                </a:lnTo>
                <a:lnTo>
                  <a:pt x="162986" y="27335"/>
                </a:lnTo>
                <a:lnTo>
                  <a:pt x="161885" y="27652"/>
                </a:lnTo>
                <a:lnTo>
                  <a:pt x="160786" y="27977"/>
                </a:lnTo>
                <a:lnTo>
                  <a:pt x="159690" y="28307"/>
                </a:lnTo>
                <a:lnTo>
                  <a:pt x="158597" y="28644"/>
                </a:lnTo>
                <a:lnTo>
                  <a:pt x="157506" y="28986"/>
                </a:lnTo>
                <a:lnTo>
                  <a:pt x="156418" y="29335"/>
                </a:lnTo>
                <a:lnTo>
                  <a:pt x="155333" y="29690"/>
                </a:lnTo>
                <a:lnTo>
                  <a:pt x="154251" y="30051"/>
                </a:lnTo>
                <a:lnTo>
                  <a:pt x="153172" y="30418"/>
                </a:lnTo>
                <a:lnTo>
                  <a:pt x="152095" y="30791"/>
                </a:lnTo>
                <a:lnTo>
                  <a:pt x="151021" y="31170"/>
                </a:lnTo>
                <a:lnTo>
                  <a:pt x="149950" y="31555"/>
                </a:lnTo>
                <a:lnTo>
                  <a:pt x="148882" y="31946"/>
                </a:lnTo>
                <a:lnTo>
                  <a:pt x="147817" y="32343"/>
                </a:lnTo>
                <a:lnTo>
                  <a:pt x="146754" y="32746"/>
                </a:lnTo>
                <a:lnTo>
                  <a:pt x="145695" y="33155"/>
                </a:lnTo>
                <a:lnTo>
                  <a:pt x="144639" y="33570"/>
                </a:lnTo>
                <a:lnTo>
                  <a:pt x="143585" y="33991"/>
                </a:lnTo>
                <a:lnTo>
                  <a:pt x="142535" y="34418"/>
                </a:lnTo>
                <a:lnTo>
                  <a:pt x="141487" y="34850"/>
                </a:lnTo>
                <a:lnTo>
                  <a:pt x="140443" y="35288"/>
                </a:lnTo>
                <a:lnTo>
                  <a:pt x="139401" y="35732"/>
                </a:lnTo>
                <a:lnTo>
                  <a:pt x="138363" y="36182"/>
                </a:lnTo>
                <a:lnTo>
                  <a:pt x="137328" y="36638"/>
                </a:lnTo>
                <a:lnTo>
                  <a:pt x="136295" y="37099"/>
                </a:lnTo>
                <a:lnTo>
                  <a:pt x="135266" y="37566"/>
                </a:lnTo>
                <a:lnTo>
                  <a:pt x="134241" y="38039"/>
                </a:lnTo>
                <a:lnTo>
                  <a:pt x="133218" y="38517"/>
                </a:lnTo>
                <a:lnTo>
                  <a:pt x="132198" y="39001"/>
                </a:lnTo>
                <a:lnTo>
                  <a:pt x="131182" y="39491"/>
                </a:lnTo>
                <a:lnTo>
                  <a:pt x="130169" y="39986"/>
                </a:lnTo>
                <a:lnTo>
                  <a:pt x="129159" y="40487"/>
                </a:lnTo>
                <a:lnTo>
                  <a:pt x="128153" y="40993"/>
                </a:lnTo>
                <a:lnTo>
                  <a:pt x="127149" y="41505"/>
                </a:lnTo>
                <a:lnTo>
                  <a:pt x="126150" y="42023"/>
                </a:lnTo>
                <a:lnTo>
                  <a:pt x="125153" y="42546"/>
                </a:lnTo>
                <a:lnTo>
                  <a:pt x="124160" y="43075"/>
                </a:lnTo>
                <a:lnTo>
                  <a:pt x="123170" y="43609"/>
                </a:lnTo>
                <a:lnTo>
                  <a:pt x="122183" y="44148"/>
                </a:lnTo>
                <a:lnTo>
                  <a:pt x="121200" y="44693"/>
                </a:lnTo>
                <a:lnTo>
                  <a:pt x="120221" y="45244"/>
                </a:lnTo>
                <a:lnTo>
                  <a:pt x="119245" y="45799"/>
                </a:lnTo>
                <a:lnTo>
                  <a:pt x="118272" y="46361"/>
                </a:lnTo>
                <a:lnTo>
                  <a:pt x="117303" y="46927"/>
                </a:lnTo>
                <a:lnTo>
                  <a:pt x="116337" y="47499"/>
                </a:lnTo>
                <a:lnTo>
                  <a:pt x="115375" y="48076"/>
                </a:lnTo>
                <a:lnTo>
                  <a:pt x="114416" y="48659"/>
                </a:lnTo>
                <a:lnTo>
                  <a:pt x="113461" y="49246"/>
                </a:lnTo>
                <a:lnTo>
                  <a:pt x="112510" y="49839"/>
                </a:lnTo>
                <a:lnTo>
                  <a:pt x="111562" y="50437"/>
                </a:lnTo>
                <a:lnTo>
                  <a:pt x="110618" y="51041"/>
                </a:lnTo>
                <a:lnTo>
                  <a:pt x="109677" y="51650"/>
                </a:lnTo>
                <a:lnTo>
                  <a:pt x="108741" y="52263"/>
                </a:lnTo>
                <a:lnTo>
                  <a:pt x="107807" y="52882"/>
                </a:lnTo>
                <a:lnTo>
                  <a:pt x="106878" y="53506"/>
                </a:lnTo>
                <a:lnTo>
                  <a:pt x="105952" y="54136"/>
                </a:lnTo>
                <a:lnTo>
                  <a:pt x="105030" y="54770"/>
                </a:lnTo>
                <a:lnTo>
                  <a:pt x="104112" y="55409"/>
                </a:lnTo>
                <a:lnTo>
                  <a:pt x="103198" y="56054"/>
                </a:lnTo>
                <a:lnTo>
                  <a:pt x="102287" y="56703"/>
                </a:lnTo>
                <a:lnTo>
                  <a:pt x="101381" y="57357"/>
                </a:lnTo>
                <a:lnTo>
                  <a:pt x="100478" y="58017"/>
                </a:lnTo>
                <a:lnTo>
                  <a:pt x="99579" y="58681"/>
                </a:lnTo>
                <a:lnTo>
                  <a:pt x="98684" y="59351"/>
                </a:lnTo>
                <a:lnTo>
                  <a:pt x="97793" y="60025"/>
                </a:lnTo>
                <a:lnTo>
                  <a:pt x="96906" y="60704"/>
                </a:lnTo>
                <a:lnTo>
                  <a:pt x="96022" y="61388"/>
                </a:lnTo>
                <a:lnTo>
                  <a:pt x="95143" y="62077"/>
                </a:lnTo>
                <a:lnTo>
                  <a:pt x="94268" y="62771"/>
                </a:lnTo>
                <a:lnTo>
                  <a:pt x="93397" y="63470"/>
                </a:lnTo>
                <a:lnTo>
                  <a:pt x="92530" y="64173"/>
                </a:lnTo>
                <a:lnTo>
                  <a:pt x="91666" y="64881"/>
                </a:lnTo>
                <a:lnTo>
                  <a:pt x="90807" y="65594"/>
                </a:lnTo>
                <a:lnTo>
                  <a:pt x="89952" y="66312"/>
                </a:lnTo>
                <a:lnTo>
                  <a:pt x="89102" y="67035"/>
                </a:lnTo>
                <a:lnTo>
                  <a:pt x="88255" y="67762"/>
                </a:lnTo>
                <a:lnTo>
                  <a:pt x="87412" y="68494"/>
                </a:lnTo>
                <a:lnTo>
                  <a:pt x="86574" y="69230"/>
                </a:lnTo>
                <a:lnTo>
                  <a:pt x="85740" y="69971"/>
                </a:lnTo>
                <a:lnTo>
                  <a:pt x="84910" y="70717"/>
                </a:lnTo>
                <a:lnTo>
                  <a:pt x="84084" y="71468"/>
                </a:lnTo>
                <a:lnTo>
                  <a:pt x="83263" y="72223"/>
                </a:lnTo>
                <a:lnTo>
                  <a:pt x="82446" y="72982"/>
                </a:lnTo>
                <a:lnTo>
                  <a:pt x="81633" y="73746"/>
                </a:lnTo>
                <a:lnTo>
                  <a:pt x="80825" y="74515"/>
                </a:lnTo>
                <a:lnTo>
                  <a:pt x="80020" y="75288"/>
                </a:lnTo>
                <a:lnTo>
                  <a:pt x="79221" y="76066"/>
                </a:lnTo>
                <a:lnTo>
                  <a:pt x="78425" y="76848"/>
                </a:lnTo>
                <a:lnTo>
                  <a:pt x="77634" y="77635"/>
                </a:lnTo>
                <a:lnTo>
                  <a:pt x="76848" y="78426"/>
                </a:lnTo>
                <a:lnTo>
                  <a:pt x="76066" y="79221"/>
                </a:lnTo>
                <a:lnTo>
                  <a:pt x="75288" y="80021"/>
                </a:lnTo>
                <a:lnTo>
                  <a:pt x="74515" y="80825"/>
                </a:lnTo>
                <a:lnTo>
                  <a:pt x="73746" y="81633"/>
                </a:lnTo>
                <a:lnTo>
                  <a:pt x="72982" y="82446"/>
                </a:lnTo>
                <a:lnTo>
                  <a:pt x="72222" y="83263"/>
                </a:lnTo>
                <a:lnTo>
                  <a:pt x="71467" y="84085"/>
                </a:lnTo>
                <a:lnTo>
                  <a:pt x="70717" y="84910"/>
                </a:lnTo>
                <a:lnTo>
                  <a:pt x="69971" y="85740"/>
                </a:lnTo>
                <a:lnTo>
                  <a:pt x="69230" y="86574"/>
                </a:lnTo>
                <a:lnTo>
                  <a:pt x="68493" y="87413"/>
                </a:lnTo>
                <a:lnTo>
                  <a:pt x="67761" y="88255"/>
                </a:lnTo>
                <a:lnTo>
                  <a:pt x="67034" y="89102"/>
                </a:lnTo>
                <a:lnTo>
                  <a:pt x="66312" y="89953"/>
                </a:lnTo>
                <a:lnTo>
                  <a:pt x="65594" y="90808"/>
                </a:lnTo>
                <a:lnTo>
                  <a:pt x="64881" y="91667"/>
                </a:lnTo>
                <a:lnTo>
                  <a:pt x="64173" y="92530"/>
                </a:lnTo>
                <a:lnTo>
                  <a:pt x="63469" y="93397"/>
                </a:lnTo>
                <a:lnTo>
                  <a:pt x="62771" y="94268"/>
                </a:lnTo>
                <a:lnTo>
                  <a:pt x="62077" y="95143"/>
                </a:lnTo>
                <a:lnTo>
                  <a:pt x="61388" y="96023"/>
                </a:lnTo>
                <a:lnTo>
                  <a:pt x="60704" y="96906"/>
                </a:lnTo>
                <a:lnTo>
                  <a:pt x="60025" y="97793"/>
                </a:lnTo>
                <a:lnTo>
                  <a:pt x="59350" y="98684"/>
                </a:lnTo>
                <a:lnTo>
                  <a:pt x="58681" y="99579"/>
                </a:lnTo>
                <a:lnTo>
                  <a:pt x="58017" y="100478"/>
                </a:lnTo>
                <a:lnTo>
                  <a:pt x="57357" y="101381"/>
                </a:lnTo>
                <a:lnTo>
                  <a:pt x="56703" y="102288"/>
                </a:lnTo>
                <a:lnTo>
                  <a:pt x="56053" y="103198"/>
                </a:lnTo>
                <a:lnTo>
                  <a:pt x="55409" y="104113"/>
                </a:lnTo>
                <a:lnTo>
                  <a:pt x="54769" y="105031"/>
                </a:lnTo>
                <a:lnTo>
                  <a:pt x="54135" y="105953"/>
                </a:lnTo>
                <a:lnTo>
                  <a:pt x="53506" y="106878"/>
                </a:lnTo>
                <a:lnTo>
                  <a:pt x="52882" y="107808"/>
                </a:lnTo>
                <a:lnTo>
                  <a:pt x="52263" y="108741"/>
                </a:lnTo>
                <a:lnTo>
                  <a:pt x="51649" y="109678"/>
                </a:lnTo>
                <a:lnTo>
                  <a:pt x="51041" y="110618"/>
                </a:lnTo>
                <a:lnTo>
                  <a:pt x="50437" y="111562"/>
                </a:lnTo>
                <a:lnTo>
                  <a:pt x="49839" y="112510"/>
                </a:lnTo>
                <a:lnTo>
                  <a:pt x="49246" y="113462"/>
                </a:lnTo>
                <a:lnTo>
                  <a:pt x="48658" y="114417"/>
                </a:lnTo>
                <a:lnTo>
                  <a:pt x="48076" y="115375"/>
                </a:lnTo>
                <a:lnTo>
                  <a:pt x="47499" y="116337"/>
                </a:lnTo>
                <a:lnTo>
                  <a:pt x="46927" y="117303"/>
                </a:lnTo>
                <a:lnTo>
                  <a:pt x="46360" y="118272"/>
                </a:lnTo>
                <a:lnTo>
                  <a:pt x="45799" y="119245"/>
                </a:lnTo>
                <a:lnTo>
                  <a:pt x="45243" y="120221"/>
                </a:lnTo>
                <a:lnTo>
                  <a:pt x="44693" y="121201"/>
                </a:lnTo>
                <a:lnTo>
                  <a:pt x="44148" y="122184"/>
                </a:lnTo>
                <a:lnTo>
                  <a:pt x="43608" y="123170"/>
                </a:lnTo>
                <a:lnTo>
                  <a:pt x="43074" y="124160"/>
                </a:lnTo>
                <a:lnTo>
                  <a:pt x="42546" y="125153"/>
                </a:lnTo>
                <a:lnTo>
                  <a:pt x="42023" y="126150"/>
                </a:lnTo>
                <a:lnTo>
                  <a:pt x="41505" y="127150"/>
                </a:lnTo>
                <a:lnTo>
                  <a:pt x="40993" y="128153"/>
                </a:lnTo>
                <a:lnTo>
                  <a:pt x="40486" y="129159"/>
                </a:lnTo>
                <a:lnTo>
                  <a:pt x="39986" y="130169"/>
                </a:lnTo>
                <a:lnTo>
                  <a:pt x="39490" y="131182"/>
                </a:lnTo>
                <a:lnTo>
                  <a:pt x="39001" y="132199"/>
                </a:lnTo>
                <a:lnTo>
                  <a:pt x="38516" y="133218"/>
                </a:lnTo>
                <a:lnTo>
                  <a:pt x="38038" y="134241"/>
                </a:lnTo>
                <a:lnTo>
                  <a:pt x="37565" y="135267"/>
                </a:lnTo>
                <a:lnTo>
                  <a:pt x="37098" y="136296"/>
                </a:lnTo>
                <a:lnTo>
                  <a:pt x="36637" y="137328"/>
                </a:lnTo>
                <a:lnTo>
                  <a:pt x="36181" y="138363"/>
                </a:lnTo>
                <a:lnTo>
                  <a:pt x="35732" y="139401"/>
                </a:lnTo>
                <a:lnTo>
                  <a:pt x="35288" y="140443"/>
                </a:lnTo>
                <a:lnTo>
                  <a:pt x="34849" y="141487"/>
                </a:lnTo>
                <a:lnTo>
                  <a:pt x="34417" y="142535"/>
                </a:lnTo>
                <a:lnTo>
                  <a:pt x="33990" y="143585"/>
                </a:lnTo>
                <a:lnTo>
                  <a:pt x="33570" y="144639"/>
                </a:lnTo>
                <a:lnTo>
                  <a:pt x="33155" y="145695"/>
                </a:lnTo>
                <a:lnTo>
                  <a:pt x="32746" y="146755"/>
                </a:lnTo>
                <a:lnTo>
                  <a:pt x="32343" y="147817"/>
                </a:lnTo>
                <a:lnTo>
                  <a:pt x="31946" y="148882"/>
                </a:lnTo>
                <a:lnTo>
                  <a:pt x="31555" y="149950"/>
                </a:lnTo>
                <a:lnTo>
                  <a:pt x="31170" y="151021"/>
                </a:lnTo>
                <a:lnTo>
                  <a:pt x="30791" y="152095"/>
                </a:lnTo>
                <a:lnTo>
                  <a:pt x="30417" y="153172"/>
                </a:lnTo>
                <a:lnTo>
                  <a:pt x="30050" y="154251"/>
                </a:lnTo>
                <a:lnTo>
                  <a:pt x="29689" y="155334"/>
                </a:lnTo>
                <a:lnTo>
                  <a:pt x="29335" y="156419"/>
                </a:lnTo>
                <a:lnTo>
                  <a:pt x="28986" y="157507"/>
                </a:lnTo>
                <a:lnTo>
                  <a:pt x="28643" y="158597"/>
                </a:lnTo>
                <a:lnTo>
                  <a:pt x="28307" y="159690"/>
                </a:lnTo>
                <a:lnTo>
                  <a:pt x="27976" y="160786"/>
                </a:lnTo>
                <a:lnTo>
                  <a:pt x="27652" y="161885"/>
                </a:lnTo>
                <a:lnTo>
                  <a:pt x="27334" y="162986"/>
                </a:lnTo>
                <a:lnTo>
                  <a:pt x="27022" y="164090"/>
                </a:lnTo>
                <a:lnTo>
                  <a:pt x="26717" y="165196"/>
                </a:lnTo>
                <a:lnTo>
                  <a:pt x="26417" y="166305"/>
                </a:lnTo>
                <a:lnTo>
                  <a:pt x="26124" y="167417"/>
                </a:lnTo>
                <a:lnTo>
                  <a:pt x="25838" y="168531"/>
                </a:lnTo>
                <a:lnTo>
                  <a:pt x="25557" y="169648"/>
                </a:lnTo>
                <a:lnTo>
                  <a:pt x="25283" y="170767"/>
                </a:lnTo>
                <a:lnTo>
                  <a:pt x="25016" y="171889"/>
                </a:lnTo>
                <a:lnTo>
                  <a:pt x="24755" y="173013"/>
                </a:lnTo>
                <a:lnTo>
                  <a:pt x="24500" y="174139"/>
                </a:lnTo>
                <a:lnTo>
                  <a:pt x="24251" y="175268"/>
                </a:lnTo>
                <a:lnTo>
                  <a:pt x="24009" y="176400"/>
                </a:lnTo>
                <a:lnTo>
                  <a:pt x="23774" y="177534"/>
                </a:lnTo>
                <a:lnTo>
                  <a:pt x="23545" y="178670"/>
                </a:lnTo>
                <a:lnTo>
                  <a:pt x="23322" y="179808"/>
                </a:lnTo>
                <a:lnTo>
                  <a:pt x="23106" y="180949"/>
                </a:lnTo>
                <a:lnTo>
                  <a:pt x="22897" y="182092"/>
                </a:lnTo>
                <a:lnTo>
                  <a:pt x="22694" y="183238"/>
                </a:lnTo>
                <a:lnTo>
                  <a:pt x="22498" y="184385"/>
                </a:lnTo>
                <a:lnTo>
                  <a:pt x="22308" y="185535"/>
                </a:lnTo>
                <a:lnTo>
                  <a:pt x="22125" y="186687"/>
                </a:lnTo>
                <a:lnTo>
                  <a:pt x="21949" y="187842"/>
                </a:lnTo>
                <a:lnTo>
                  <a:pt x="21779" y="188998"/>
                </a:lnTo>
                <a:lnTo>
                  <a:pt x="21616" y="190157"/>
                </a:lnTo>
                <a:lnTo>
                  <a:pt x="21460" y="191318"/>
                </a:lnTo>
                <a:lnTo>
                  <a:pt x="21310" y="192481"/>
                </a:lnTo>
                <a:lnTo>
                  <a:pt x="21167" y="193646"/>
                </a:lnTo>
                <a:lnTo>
                  <a:pt x="21031" y="194813"/>
                </a:lnTo>
                <a:lnTo>
                  <a:pt x="20902" y="195982"/>
                </a:lnTo>
                <a:lnTo>
                  <a:pt x="20780" y="197153"/>
                </a:lnTo>
                <a:lnTo>
                  <a:pt x="20664" y="198326"/>
                </a:lnTo>
                <a:lnTo>
                  <a:pt x="20555" y="199502"/>
                </a:lnTo>
                <a:lnTo>
                  <a:pt x="20453" y="200679"/>
                </a:lnTo>
                <a:lnTo>
                  <a:pt x="20358" y="201858"/>
                </a:lnTo>
                <a:lnTo>
                  <a:pt x="20270" y="203039"/>
                </a:lnTo>
                <a:lnTo>
                  <a:pt x="20189" y="204222"/>
                </a:lnTo>
                <a:lnTo>
                  <a:pt x="20115" y="205407"/>
                </a:lnTo>
                <a:lnTo>
                  <a:pt x="20048" y="206594"/>
                </a:lnTo>
                <a:lnTo>
                  <a:pt x="19987" y="207782"/>
                </a:lnTo>
                <a:lnTo>
                  <a:pt x="19934" y="208973"/>
                </a:lnTo>
                <a:lnTo>
                  <a:pt x="19888" y="210165"/>
                </a:lnTo>
                <a:lnTo>
                  <a:pt x="19849" y="211359"/>
                </a:lnTo>
                <a:lnTo>
                  <a:pt x="19817" y="212555"/>
                </a:lnTo>
                <a:lnTo>
                  <a:pt x="19792" y="213753"/>
                </a:lnTo>
                <a:lnTo>
                  <a:pt x="19774" y="214952"/>
                </a:lnTo>
                <a:lnTo>
                  <a:pt x="19763" y="216153"/>
                </a:lnTo>
                <a:lnTo>
                  <a:pt x="19759" y="217356"/>
                </a:lnTo>
                <a:lnTo>
                  <a:pt x="19760" y="217356"/>
                </a:lnTo>
                <a:lnTo>
                  <a:pt x="39519" y="217356"/>
                </a:lnTo>
                <a:lnTo>
                  <a:pt x="39522" y="216269"/>
                </a:lnTo>
                <a:lnTo>
                  <a:pt x="39532" y="215184"/>
                </a:lnTo>
                <a:lnTo>
                  <a:pt x="39548" y="214101"/>
                </a:lnTo>
                <a:lnTo>
                  <a:pt x="39571" y="213019"/>
                </a:lnTo>
                <a:lnTo>
                  <a:pt x="39600" y="211939"/>
                </a:lnTo>
                <a:lnTo>
                  <a:pt x="39636" y="210860"/>
                </a:lnTo>
                <a:lnTo>
                  <a:pt x="39677" y="209783"/>
                </a:lnTo>
                <a:lnTo>
                  <a:pt x="39726" y="208708"/>
                </a:lnTo>
                <a:lnTo>
                  <a:pt x="39780" y="207634"/>
                </a:lnTo>
                <a:lnTo>
                  <a:pt x="39841" y="206562"/>
                </a:lnTo>
                <a:lnTo>
                  <a:pt x="39909" y="205492"/>
                </a:lnTo>
                <a:lnTo>
                  <a:pt x="39982" y="204423"/>
                </a:lnTo>
                <a:lnTo>
                  <a:pt x="40062" y="203357"/>
                </a:lnTo>
                <a:lnTo>
                  <a:pt x="40148" y="202291"/>
                </a:lnTo>
                <a:lnTo>
                  <a:pt x="40241" y="201228"/>
                </a:lnTo>
                <a:lnTo>
                  <a:pt x="40339" y="200167"/>
                </a:lnTo>
                <a:lnTo>
                  <a:pt x="40444" y="199107"/>
                </a:lnTo>
                <a:lnTo>
                  <a:pt x="40555" y="198049"/>
                </a:lnTo>
                <a:lnTo>
                  <a:pt x="40672" y="196993"/>
                </a:lnTo>
                <a:lnTo>
                  <a:pt x="40796" y="195939"/>
                </a:lnTo>
                <a:lnTo>
                  <a:pt x="40925" y="194887"/>
                </a:lnTo>
                <a:lnTo>
                  <a:pt x="41061" y="193836"/>
                </a:lnTo>
                <a:lnTo>
                  <a:pt x="41202" y="192788"/>
                </a:lnTo>
                <a:lnTo>
                  <a:pt x="41350" y="191741"/>
                </a:lnTo>
                <a:lnTo>
                  <a:pt x="41504" y="190697"/>
                </a:lnTo>
                <a:lnTo>
                  <a:pt x="41664" y="189654"/>
                </a:lnTo>
                <a:lnTo>
                  <a:pt x="41830" y="188614"/>
                </a:lnTo>
                <a:lnTo>
                  <a:pt x="42002" y="187575"/>
                </a:lnTo>
                <a:lnTo>
                  <a:pt x="42180" y="186539"/>
                </a:lnTo>
                <a:lnTo>
                  <a:pt x="42363" y="185504"/>
                </a:lnTo>
                <a:lnTo>
                  <a:pt x="42553" y="184472"/>
                </a:lnTo>
                <a:lnTo>
                  <a:pt x="42749" y="183442"/>
                </a:lnTo>
                <a:lnTo>
                  <a:pt x="42951" y="182414"/>
                </a:lnTo>
                <a:lnTo>
                  <a:pt x="43158" y="181387"/>
                </a:lnTo>
                <a:lnTo>
                  <a:pt x="43372" y="180364"/>
                </a:lnTo>
                <a:lnTo>
                  <a:pt x="43591" y="179342"/>
                </a:lnTo>
                <a:lnTo>
                  <a:pt x="43816" y="178322"/>
                </a:lnTo>
                <a:lnTo>
                  <a:pt x="44047" y="177305"/>
                </a:lnTo>
                <a:lnTo>
                  <a:pt x="44284" y="176290"/>
                </a:lnTo>
                <a:lnTo>
                  <a:pt x="44527" y="175277"/>
                </a:lnTo>
                <a:lnTo>
                  <a:pt x="44775" y="174266"/>
                </a:lnTo>
                <a:lnTo>
                  <a:pt x="45029" y="173258"/>
                </a:lnTo>
                <a:lnTo>
                  <a:pt x="45289" y="172252"/>
                </a:lnTo>
                <a:lnTo>
                  <a:pt x="45555" y="171248"/>
                </a:lnTo>
                <a:lnTo>
                  <a:pt x="45826" y="170247"/>
                </a:lnTo>
                <a:lnTo>
                  <a:pt x="46103" y="169247"/>
                </a:lnTo>
                <a:lnTo>
                  <a:pt x="46385" y="168251"/>
                </a:lnTo>
                <a:lnTo>
                  <a:pt x="46674" y="167256"/>
                </a:lnTo>
                <a:lnTo>
                  <a:pt x="46967" y="166264"/>
                </a:lnTo>
                <a:lnTo>
                  <a:pt x="47267" y="165275"/>
                </a:lnTo>
                <a:lnTo>
                  <a:pt x="47572" y="164288"/>
                </a:lnTo>
                <a:lnTo>
                  <a:pt x="47882" y="163303"/>
                </a:lnTo>
                <a:lnTo>
                  <a:pt x="48199" y="162321"/>
                </a:lnTo>
                <a:lnTo>
                  <a:pt x="48520" y="161341"/>
                </a:lnTo>
                <a:lnTo>
                  <a:pt x="48847" y="160364"/>
                </a:lnTo>
                <a:lnTo>
                  <a:pt x="49180" y="159390"/>
                </a:lnTo>
                <a:lnTo>
                  <a:pt x="49518" y="158418"/>
                </a:lnTo>
                <a:lnTo>
                  <a:pt x="49862" y="157448"/>
                </a:lnTo>
                <a:lnTo>
                  <a:pt x="50211" y="156481"/>
                </a:lnTo>
                <a:lnTo>
                  <a:pt x="50565" y="155517"/>
                </a:lnTo>
                <a:lnTo>
                  <a:pt x="50925" y="154555"/>
                </a:lnTo>
                <a:lnTo>
                  <a:pt x="51291" y="153596"/>
                </a:lnTo>
                <a:lnTo>
                  <a:pt x="51661" y="152640"/>
                </a:lnTo>
                <a:lnTo>
                  <a:pt x="52037" y="151686"/>
                </a:lnTo>
                <a:lnTo>
                  <a:pt x="52418" y="150735"/>
                </a:lnTo>
                <a:lnTo>
                  <a:pt x="52805" y="149787"/>
                </a:lnTo>
                <a:lnTo>
                  <a:pt x="53197" y="148841"/>
                </a:lnTo>
                <a:lnTo>
                  <a:pt x="53594" y="147898"/>
                </a:lnTo>
                <a:lnTo>
                  <a:pt x="53997" y="146958"/>
                </a:lnTo>
                <a:lnTo>
                  <a:pt x="54404" y="146021"/>
                </a:lnTo>
                <a:lnTo>
                  <a:pt x="54817" y="145087"/>
                </a:lnTo>
                <a:lnTo>
                  <a:pt x="55235" y="144155"/>
                </a:lnTo>
                <a:lnTo>
                  <a:pt x="55658" y="143226"/>
                </a:lnTo>
                <a:lnTo>
                  <a:pt x="56087" y="142300"/>
                </a:lnTo>
                <a:lnTo>
                  <a:pt x="56520" y="141377"/>
                </a:lnTo>
                <a:lnTo>
                  <a:pt x="56959" y="140457"/>
                </a:lnTo>
                <a:lnTo>
                  <a:pt x="57403" y="139540"/>
                </a:lnTo>
                <a:lnTo>
                  <a:pt x="57852" y="138626"/>
                </a:lnTo>
                <a:lnTo>
                  <a:pt x="58306" y="137714"/>
                </a:lnTo>
                <a:lnTo>
                  <a:pt x="58765" y="136806"/>
                </a:lnTo>
                <a:lnTo>
                  <a:pt x="59229" y="135901"/>
                </a:lnTo>
                <a:lnTo>
                  <a:pt x="59698" y="134998"/>
                </a:lnTo>
                <a:lnTo>
                  <a:pt x="60172" y="134099"/>
                </a:lnTo>
                <a:lnTo>
                  <a:pt x="60651" y="133203"/>
                </a:lnTo>
                <a:lnTo>
                  <a:pt x="61135" y="132310"/>
                </a:lnTo>
                <a:lnTo>
                  <a:pt x="61624" y="131419"/>
                </a:lnTo>
                <a:lnTo>
                  <a:pt x="62117" y="130532"/>
                </a:lnTo>
                <a:lnTo>
                  <a:pt x="62616" y="129649"/>
                </a:lnTo>
                <a:lnTo>
                  <a:pt x="63120" y="128768"/>
                </a:lnTo>
                <a:lnTo>
                  <a:pt x="63628" y="127890"/>
                </a:lnTo>
                <a:lnTo>
                  <a:pt x="64142" y="127016"/>
                </a:lnTo>
                <a:lnTo>
                  <a:pt x="64660" y="126144"/>
                </a:lnTo>
                <a:lnTo>
                  <a:pt x="65183" y="125276"/>
                </a:lnTo>
                <a:lnTo>
                  <a:pt x="65711" y="124412"/>
                </a:lnTo>
                <a:lnTo>
                  <a:pt x="66243" y="123550"/>
                </a:lnTo>
                <a:lnTo>
                  <a:pt x="66781" y="122692"/>
                </a:lnTo>
                <a:lnTo>
                  <a:pt x="67323" y="121837"/>
                </a:lnTo>
                <a:lnTo>
                  <a:pt x="67869" y="120985"/>
                </a:lnTo>
                <a:lnTo>
                  <a:pt x="68421" y="120137"/>
                </a:lnTo>
                <a:lnTo>
                  <a:pt x="68977" y="119292"/>
                </a:lnTo>
                <a:lnTo>
                  <a:pt x="69538" y="118450"/>
                </a:lnTo>
                <a:lnTo>
                  <a:pt x="70103" y="117612"/>
                </a:lnTo>
                <a:lnTo>
                  <a:pt x="70673" y="116777"/>
                </a:lnTo>
                <a:lnTo>
                  <a:pt x="71248" y="115945"/>
                </a:lnTo>
                <a:lnTo>
                  <a:pt x="71827" y="115117"/>
                </a:lnTo>
                <a:lnTo>
                  <a:pt x="72411" y="114293"/>
                </a:lnTo>
                <a:lnTo>
                  <a:pt x="73000" y="113472"/>
                </a:lnTo>
                <a:lnTo>
                  <a:pt x="73593" y="112654"/>
                </a:lnTo>
                <a:lnTo>
                  <a:pt x="74190" y="111840"/>
                </a:lnTo>
                <a:lnTo>
                  <a:pt x="74792" y="111029"/>
                </a:lnTo>
                <a:lnTo>
                  <a:pt x="75399" y="110222"/>
                </a:lnTo>
                <a:lnTo>
                  <a:pt x="76010" y="109419"/>
                </a:lnTo>
                <a:lnTo>
                  <a:pt x="76625" y="108619"/>
                </a:lnTo>
                <a:lnTo>
                  <a:pt x="77245" y="107822"/>
                </a:lnTo>
                <a:lnTo>
                  <a:pt x="77869" y="107030"/>
                </a:lnTo>
                <a:lnTo>
                  <a:pt x="78498" y="106241"/>
                </a:lnTo>
                <a:lnTo>
                  <a:pt x="79131" y="105455"/>
                </a:lnTo>
                <a:lnTo>
                  <a:pt x="79768" y="104673"/>
                </a:lnTo>
                <a:lnTo>
                  <a:pt x="80410" y="103895"/>
                </a:lnTo>
                <a:lnTo>
                  <a:pt x="81055" y="103121"/>
                </a:lnTo>
                <a:lnTo>
                  <a:pt x="81706" y="102350"/>
                </a:lnTo>
                <a:lnTo>
                  <a:pt x="82360" y="101583"/>
                </a:lnTo>
                <a:lnTo>
                  <a:pt x="83019" y="100820"/>
                </a:lnTo>
                <a:lnTo>
                  <a:pt x="83682" y="100061"/>
                </a:lnTo>
                <a:lnTo>
                  <a:pt x="84349" y="99305"/>
                </a:lnTo>
                <a:lnTo>
                  <a:pt x="85021" y="98554"/>
                </a:lnTo>
                <a:lnTo>
                  <a:pt x="85697" y="97806"/>
                </a:lnTo>
                <a:lnTo>
                  <a:pt x="86376" y="97062"/>
                </a:lnTo>
                <a:lnTo>
                  <a:pt x="87060" y="96322"/>
                </a:lnTo>
                <a:lnTo>
                  <a:pt x="87748" y="95585"/>
                </a:lnTo>
                <a:lnTo>
                  <a:pt x="88441" y="94853"/>
                </a:lnTo>
                <a:lnTo>
                  <a:pt x="89137" y="94125"/>
                </a:lnTo>
                <a:lnTo>
                  <a:pt x="89837" y="93400"/>
                </a:lnTo>
                <a:lnTo>
                  <a:pt x="90542" y="92680"/>
                </a:lnTo>
                <a:lnTo>
                  <a:pt x="91250" y="91963"/>
                </a:lnTo>
                <a:lnTo>
                  <a:pt x="91963" y="91251"/>
                </a:lnTo>
                <a:lnTo>
                  <a:pt x="92679" y="90542"/>
                </a:lnTo>
                <a:lnTo>
                  <a:pt x="93400" y="89838"/>
                </a:lnTo>
                <a:lnTo>
                  <a:pt x="94124" y="89137"/>
                </a:lnTo>
                <a:lnTo>
                  <a:pt x="94853" y="88441"/>
                </a:lnTo>
                <a:lnTo>
                  <a:pt x="95585" y="87749"/>
                </a:lnTo>
                <a:lnTo>
                  <a:pt x="96321" y="87061"/>
                </a:lnTo>
                <a:lnTo>
                  <a:pt x="97062" y="86377"/>
                </a:lnTo>
                <a:lnTo>
                  <a:pt x="97806" y="85697"/>
                </a:lnTo>
                <a:lnTo>
                  <a:pt x="98553" y="85021"/>
                </a:lnTo>
                <a:lnTo>
                  <a:pt x="99305" y="84350"/>
                </a:lnTo>
                <a:lnTo>
                  <a:pt x="100061" y="83682"/>
                </a:lnTo>
                <a:lnTo>
                  <a:pt x="100820" y="83019"/>
                </a:lnTo>
                <a:lnTo>
                  <a:pt x="101583" y="82361"/>
                </a:lnTo>
                <a:lnTo>
                  <a:pt x="102350" y="81706"/>
                </a:lnTo>
                <a:lnTo>
                  <a:pt x="103121" y="81056"/>
                </a:lnTo>
                <a:lnTo>
                  <a:pt x="103895" y="80410"/>
                </a:lnTo>
                <a:lnTo>
                  <a:pt x="104673" y="79768"/>
                </a:lnTo>
                <a:lnTo>
                  <a:pt x="105455" y="79131"/>
                </a:lnTo>
                <a:lnTo>
                  <a:pt x="106240" y="78498"/>
                </a:lnTo>
                <a:lnTo>
                  <a:pt x="107029" y="77869"/>
                </a:lnTo>
                <a:lnTo>
                  <a:pt x="107822" y="77245"/>
                </a:lnTo>
                <a:lnTo>
                  <a:pt x="108618" y="76625"/>
                </a:lnTo>
                <a:lnTo>
                  <a:pt x="109418" y="76010"/>
                </a:lnTo>
                <a:lnTo>
                  <a:pt x="110222" y="75399"/>
                </a:lnTo>
                <a:lnTo>
                  <a:pt x="111029" y="74792"/>
                </a:lnTo>
                <a:lnTo>
                  <a:pt x="111840" y="74190"/>
                </a:lnTo>
                <a:lnTo>
                  <a:pt x="112654" y="73593"/>
                </a:lnTo>
                <a:lnTo>
                  <a:pt x="113471" y="73000"/>
                </a:lnTo>
                <a:lnTo>
                  <a:pt x="114292" y="72412"/>
                </a:lnTo>
                <a:lnTo>
                  <a:pt x="115117" y="71828"/>
                </a:lnTo>
                <a:lnTo>
                  <a:pt x="115945" y="71248"/>
                </a:lnTo>
                <a:lnTo>
                  <a:pt x="116777" y="70674"/>
                </a:lnTo>
                <a:lnTo>
                  <a:pt x="117612" y="70104"/>
                </a:lnTo>
                <a:lnTo>
                  <a:pt x="118450" y="69538"/>
                </a:lnTo>
                <a:lnTo>
                  <a:pt x="119291" y="68977"/>
                </a:lnTo>
                <a:lnTo>
                  <a:pt x="120137" y="68421"/>
                </a:lnTo>
                <a:lnTo>
                  <a:pt x="120985" y="67870"/>
                </a:lnTo>
                <a:lnTo>
                  <a:pt x="121837" y="67323"/>
                </a:lnTo>
                <a:lnTo>
                  <a:pt x="122692" y="66781"/>
                </a:lnTo>
                <a:lnTo>
                  <a:pt x="123550" y="66243"/>
                </a:lnTo>
                <a:lnTo>
                  <a:pt x="124411" y="65711"/>
                </a:lnTo>
                <a:lnTo>
                  <a:pt x="125276" y="65183"/>
                </a:lnTo>
                <a:lnTo>
                  <a:pt x="126144" y="64660"/>
                </a:lnTo>
                <a:lnTo>
                  <a:pt x="127015" y="64142"/>
                </a:lnTo>
                <a:lnTo>
                  <a:pt x="127890" y="63629"/>
                </a:lnTo>
                <a:lnTo>
                  <a:pt x="128768" y="63120"/>
                </a:lnTo>
                <a:lnTo>
                  <a:pt x="129648" y="62616"/>
                </a:lnTo>
                <a:lnTo>
                  <a:pt x="130532" y="62118"/>
                </a:lnTo>
                <a:lnTo>
                  <a:pt x="131419" y="61624"/>
                </a:lnTo>
                <a:lnTo>
                  <a:pt x="132309" y="61135"/>
                </a:lnTo>
                <a:lnTo>
                  <a:pt x="133203" y="60651"/>
                </a:lnTo>
                <a:lnTo>
                  <a:pt x="134099" y="60172"/>
                </a:lnTo>
                <a:lnTo>
                  <a:pt x="134998" y="59698"/>
                </a:lnTo>
                <a:lnTo>
                  <a:pt x="135901" y="59229"/>
                </a:lnTo>
                <a:lnTo>
                  <a:pt x="136806" y="58765"/>
                </a:lnTo>
                <a:lnTo>
                  <a:pt x="137714" y="58306"/>
                </a:lnTo>
                <a:lnTo>
                  <a:pt x="138626" y="57852"/>
                </a:lnTo>
                <a:lnTo>
                  <a:pt x="139540" y="57403"/>
                </a:lnTo>
                <a:lnTo>
                  <a:pt x="140457" y="56959"/>
                </a:lnTo>
                <a:lnTo>
                  <a:pt x="141377" y="56521"/>
                </a:lnTo>
                <a:lnTo>
                  <a:pt x="142300" y="56087"/>
                </a:lnTo>
                <a:lnTo>
                  <a:pt x="143226" y="55659"/>
                </a:lnTo>
                <a:lnTo>
                  <a:pt x="144155" y="55235"/>
                </a:lnTo>
                <a:lnTo>
                  <a:pt x="145086" y="54817"/>
                </a:lnTo>
                <a:lnTo>
                  <a:pt x="146021" y="54404"/>
                </a:lnTo>
                <a:lnTo>
                  <a:pt x="146958" y="53997"/>
                </a:lnTo>
                <a:lnTo>
                  <a:pt x="147898" y="53594"/>
                </a:lnTo>
                <a:lnTo>
                  <a:pt x="148841" y="53197"/>
                </a:lnTo>
                <a:lnTo>
                  <a:pt x="149787" y="52805"/>
                </a:lnTo>
                <a:lnTo>
                  <a:pt x="150735" y="52419"/>
                </a:lnTo>
                <a:lnTo>
                  <a:pt x="151686" y="52037"/>
                </a:lnTo>
                <a:lnTo>
                  <a:pt x="152640" y="51661"/>
                </a:lnTo>
                <a:lnTo>
                  <a:pt x="153596" y="51291"/>
                </a:lnTo>
                <a:lnTo>
                  <a:pt x="154555" y="50926"/>
                </a:lnTo>
                <a:lnTo>
                  <a:pt x="155517" y="50566"/>
                </a:lnTo>
                <a:lnTo>
                  <a:pt x="156481" y="50211"/>
                </a:lnTo>
                <a:lnTo>
                  <a:pt x="157448" y="49862"/>
                </a:lnTo>
                <a:lnTo>
                  <a:pt x="158417" y="49519"/>
                </a:lnTo>
                <a:lnTo>
                  <a:pt x="159389" y="49180"/>
                </a:lnTo>
                <a:lnTo>
                  <a:pt x="160364" y="48848"/>
                </a:lnTo>
                <a:lnTo>
                  <a:pt x="161341" y="48521"/>
                </a:lnTo>
                <a:lnTo>
                  <a:pt x="162321" y="48199"/>
                </a:lnTo>
                <a:lnTo>
                  <a:pt x="163303" y="47883"/>
                </a:lnTo>
                <a:lnTo>
                  <a:pt x="164288" y="47572"/>
                </a:lnTo>
                <a:lnTo>
                  <a:pt x="165275" y="47267"/>
                </a:lnTo>
                <a:lnTo>
                  <a:pt x="166264" y="46968"/>
                </a:lnTo>
                <a:lnTo>
                  <a:pt x="167256" y="46674"/>
                </a:lnTo>
                <a:lnTo>
                  <a:pt x="168251" y="46386"/>
                </a:lnTo>
                <a:lnTo>
                  <a:pt x="169247" y="46103"/>
                </a:lnTo>
                <a:lnTo>
                  <a:pt x="170246" y="45826"/>
                </a:lnTo>
                <a:lnTo>
                  <a:pt x="171248" y="45555"/>
                </a:lnTo>
                <a:lnTo>
                  <a:pt x="172252" y="45289"/>
                </a:lnTo>
                <a:lnTo>
                  <a:pt x="173258" y="45029"/>
                </a:lnTo>
                <a:lnTo>
                  <a:pt x="174266" y="44775"/>
                </a:lnTo>
                <a:lnTo>
                  <a:pt x="175277" y="44527"/>
                </a:lnTo>
                <a:lnTo>
                  <a:pt x="176290" y="44284"/>
                </a:lnTo>
                <a:lnTo>
                  <a:pt x="177305" y="44048"/>
                </a:lnTo>
                <a:lnTo>
                  <a:pt x="178322" y="43817"/>
                </a:lnTo>
                <a:lnTo>
                  <a:pt x="179342" y="43591"/>
                </a:lnTo>
                <a:lnTo>
                  <a:pt x="180363" y="43372"/>
                </a:lnTo>
                <a:lnTo>
                  <a:pt x="181387" y="43159"/>
                </a:lnTo>
                <a:lnTo>
                  <a:pt x="182413" y="42951"/>
                </a:lnTo>
                <a:lnTo>
                  <a:pt x="183442" y="42749"/>
                </a:lnTo>
                <a:lnTo>
                  <a:pt x="184472" y="42554"/>
                </a:lnTo>
                <a:lnTo>
                  <a:pt x="185504" y="42364"/>
                </a:lnTo>
                <a:lnTo>
                  <a:pt x="186539" y="42180"/>
                </a:lnTo>
                <a:lnTo>
                  <a:pt x="187575" y="42002"/>
                </a:lnTo>
                <a:lnTo>
                  <a:pt x="188614" y="41830"/>
                </a:lnTo>
                <a:lnTo>
                  <a:pt x="189654" y="41664"/>
                </a:lnTo>
                <a:lnTo>
                  <a:pt x="190697" y="41504"/>
                </a:lnTo>
                <a:lnTo>
                  <a:pt x="191741" y="41350"/>
                </a:lnTo>
                <a:lnTo>
                  <a:pt x="192788" y="41203"/>
                </a:lnTo>
                <a:lnTo>
                  <a:pt x="193836" y="41061"/>
                </a:lnTo>
                <a:lnTo>
                  <a:pt x="194887" y="40925"/>
                </a:lnTo>
                <a:lnTo>
                  <a:pt x="195939" y="40796"/>
                </a:lnTo>
                <a:lnTo>
                  <a:pt x="196993" y="40672"/>
                </a:lnTo>
                <a:lnTo>
                  <a:pt x="198049" y="40555"/>
                </a:lnTo>
                <a:lnTo>
                  <a:pt x="199107" y="40444"/>
                </a:lnTo>
                <a:lnTo>
                  <a:pt x="200167" y="40339"/>
                </a:lnTo>
                <a:lnTo>
                  <a:pt x="201228" y="40241"/>
                </a:lnTo>
                <a:lnTo>
                  <a:pt x="202291" y="40148"/>
                </a:lnTo>
                <a:lnTo>
                  <a:pt x="203356" y="40062"/>
                </a:lnTo>
                <a:lnTo>
                  <a:pt x="204423" y="39982"/>
                </a:lnTo>
                <a:lnTo>
                  <a:pt x="205492" y="39909"/>
                </a:lnTo>
                <a:lnTo>
                  <a:pt x="206562" y="39841"/>
                </a:lnTo>
                <a:lnTo>
                  <a:pt x="207634" y="39781"/>
                </a:lnTo>
                <a:lnTo>
                  <a:pt x="208708" y="39726"/>
                </a:lnTo>
                <a:lnTo>
                  <a:pt x="209783" y="39678"/>
                </a:lnTo>
                <a:lnTo>
                  <a:pt x="210860" y="39636"/>
                </a:lnTo>
                <a:lnTo>
                  <a:pt x="211939" y="39600"/>
                </a:lnTo>
                <a:lnTo>
                  <a:pt x="213019" y="39571"/>
                </a:lnTo>
                <a:lnTo>
                  <a:pt x="214101" y="39549"/>
                </a:lnTo>
                <a:lnTo>
                  <a:pt x="215184" y="39532"/>
                </a:lnTo>
                <a:lnTo>
                  <a:pt x="216269" y="39523"/>
                </a:lnTo>
                <a:lnTo>
                  <a:pt x="217356" y="39519"/>
                </a:lnTo>
                <a:lnTo>
                  <a:pt x="217356" y="19760"/>
                </a:lnTo>
                <a:close/>
              </a:path>
            </a:pathLst>
          </a:custGeom>
          <a:solidFill xmlns:a="http://schemas.openxmlformats.org/drawingml/2006/main">
            <a:srgbClr val="434343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ED41A36-FD24-4A2C-9BD7-4E63E38153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8db5f921b40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5671" y="946204"/>
            <a:ext cx="158077" cy="158077"/>
          </a:xfrm>
          <a:prstGeom xmlns:a="http://schemas.openxmlformats.org/drawingml/2006/main" prst="rect">
            <a:avLst/>
          </a:prstGeom>
        </p:spPr>
      </p:pic>
      <p:sp>
        <p:nvSpPr>
          <p:cNvPr id="157" name="uniskill-source-component-33">
            <a:extLst xmlns:a="http://schemas.openxmlformats.org/drawingml/2006/main">
              <a:ext uri="{FF2B5EF4-FFF2-40B4-BE49-F238E27FC236}">
                <a16:creationId xmlns:a16="http://schemas.microsoft.com/office/drawing/2014/main" id="{994739D6-29B4-41B9-B607-BB4B9536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5671" y="946204"/>
            <a:ext cx="158077" cy="158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8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26AA9208-573D-4CAC-8A4D-3CD89185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3489" y="2124746"/>
            <a:ext cx="1109366" cy="290704"/>
          </a:xfrm>
          <a:custGeom xmlns:a="http://schemas.openxmlformats.org/drawingml/2006/main">
            <a:pathLst>
              <a:path w="1109366" h="290704">
                <a:moveTo>
                  <a:pt x="490" y="80351"/>
                </a:moveTo>
                <a:cubicBezTo>
                  <a:pt x="0" y="43978"/>
                  <a:pt x="29090" y="14095"/>
                  <a:pt x="65463" y="13606"/>
                </a:cubicBezTo>
                <a:lnTo>
                  <a:pt x="1040182" y="490"/>
                </a:lnTo>
                <a:cubicBezTo>
                  <a:pt x="1076555" y="0"/>
                  <a:pt x="1106438" y="29090"/>
                  <a:pt x="1106927" y="65463"/>
                </a:cubicBezTo>
                <a:lnTo>
                  <a:pt x="1108877" y="210353"/>
                </a:lnTo>
                <a:cubicBezTo>
                  <a:pt x="1109366" y="246727"/>
                  <a:pt x="1080277" y="276610"/>
                  <a:pt x="1043904" y="277099"/>
                </a:cubicBezTo>
                <a:lnTo>
                  <a:pt x="69185" y="290215"/>
                </a:lnTo>
                <a:cubicBezTo>
                  <a:pt x="32812" y="290704"/>
                  <a:pt x="2929" y="261615"/>
                  <a:pt x="2439" y="225242"/>
                </a:cubicBezTo>
                <a:lnTo>
                  <a:pt x="490" y="80351"/>
                </a:lnTo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9FFEED30-11D9-4BD6-BA9C-5E801163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7261" y="2118518"/>
            <a:ext cx="1121823" cy="303161"/>
          </a:xfrm>
          <a:custGeom xmlns:a="http://schemas.openxmlformats.org/drawingml/2006/main">
            <a:pathLst>
              <a:path w="1121823" h="303161">
                <a:moveTo>
                  <a:pt x="50495" y="291927"/>
                </a:moveTo>
                <a:lnTo>
                  <a:pt x="51551" y="292330"/>
                </a:lnTo>
                <a:lnTo>
                  <a:pt x="52615" y="292716"/>
                </a:lnTo>
                <a:lnTo>
                  <a:pt x="53688" y="293084"/>
                </a:lnTo>
                <a:lnTo>
                  <a:pt x="54769" y="293434"/>
                </a:lnTo>
                <a:lnTo>
                  <a:pt x="55858" y="293766"/>
                </a:lnTo>
                <a:lnTo>
                  <a:pt x="56954" y="294079"/>
                </a:lnTo>
                <a:lnTo>
                  <a:pt x="58059" y="294374"/>
                </a:lnTo>
                <a:lnTo>
                  <a:pt x="59171" y="294650"/>
                </a:lnTo>
                <a:lnTo>
                  <a:pt x="60290" y="294907"/>
                </a:lnTo>
                <a:lnTo>
                  <a:pt x="61416" y="295145"/>
                </a:lnTo>
                <a:lnTo>
                  <a:pt x="62549" y="295363"/>
                </a:lnTo>
                <a:lnTo>
                  <a:pt x="63688" y="295563"/>
                </a:lnTo>
                <a:lnTo>
                  <a:pt x="64835" y="295742"/>
                </a:lnTo>
                <a:lnTo>
                  <a:pt x="65987" y="295902"/>
                </a:lnTo>
                <a:lnTo>
                  <a:pt x="67146" y="296041"/>
                </a:lnTo>
                <a:lnTo>
                  <a:pt x="68311" y="296161"/>
                </a:lnTo>
                <a:lnTo>
                  <a:pt x="69481" y="296260"/>
                </a:lnTo>
                <a:lnTo>
                  <a:pt x="70657" y="296338"/>
                </a:lnTo>
                <a:lnTo>
                  <a:pt x="71839" y="296396"/>
                </a:lnTo>
                <a:lnTo>
                  <a:pt x="73025" y="296433"/>
                </a:lnTo>
                <a:lnTo>
                  <a:pt x="74217" y="296449"/>
                </a:lnTo>
                <a:lnTo>
                  <a:pt x="75413" y="296443"/>
                </a:lnTo>
                <a:lnTo>
                  <a:pt x="75369" y="293150"/>
                </a:lnTo>
                <a:lnTo>
                  <a:pt x="74213" y="293155"/>
                </a:lnTo>
                <a:lnTo>
                  <a:pt x="73063" y="293140"/>
                </a:lnTo>
                <a:lnTo>
                  <a:pt x="71918" y="293103"/>
                </a:lnTo>
                <a:lnTo>
                  <a:pt x="70778" y="293046"/>
                </a:lnTo>
                <a:lnTo>
                  <a:pt x="69643" y="292969"/>
                </a:lnTo>
                <a:lnTo>
                  <a:pt x="68514" y="292872"/>
                </a:lnTo>
                <a:lnTo>
                  <a:pt x="67391" y="292755"/>
                </a:lnTo>
                <a:lnTo>
                  <a:pt x="66274" y="292618"/>
                </a:lnTo>
                <a:lnTo>
                  <a:pt x="65162" y="292461"/>
                </a:lnTo>
                <a:lnTo>
                  <a:pt x="64058" y="292285"/>
                </a:lnTo>
                <a:lnTo>
                  <a:pt x="62959" y="292090"/>
                </a:lnTo>
                <a:lnTo>
                  <a:pt x="61868" y="291876"/>
                </a:lnTo>
                <a:lnTo>
                  <a:pt x="60783" y="291643"/>
                </a:lnTo>
                <a:lnTo>
                  <a:pt x="59705" y="291391"/>
                </a:lnTo>
                <a:lnTo>
                  <a:pt x="58634" y="291121"/>
                </a:lnTo>
                <a:lnTo>
                  <a:pt x="57571" y="290833"/>
                </a:lnTo>
                <a:lnTo>
                  <a:pt x="56515" y="290526"/>
                </a:lnTo>
                <a:lnTo>
                  <a:pt x="55467" y="290201"/>
                </a:lnTo>
                <a:lnTo>
                  <a:pt x="54427" y="289859"/>
                </a:lnTo>
                <a:lnTo>
                  <a:pt x="53395" y="289499"/>
                </a:lnTo>
                <a:lnTo>
                  <a:pt x="52371" y="289121"/>
                </a:lnTo>
                <a:lnTo>
                  <a:pt x="51356" y="288726"/>
                </a:lnTo>
                <a:lnTo>
                  <a:pt x="50136" y="291783"/>
                </a:lnTo>
                <a:close/>
                <a:moveTo>
                  <a:pt x="8668" y="231470"/>
                </a:moveTo>
                <a:lnTo>
                  <a:pt x="8695" y="232667"/>
                </a:lnTo>
                <a:lnTo>
                  <a:pt x="8743" y="233857"/>
                </a:lnTo>
                <a:lnTo>
                  <a:pt x="8812" y="235043"/>
                </a:lnTo>
                <a:lnTo>
                  <a:pt x="8901" y="236222"/>
                </a:lnTo>
                <a:lnTo>
                  <a:pt x="9011" y="237396"/>
                </a:lnTo>
                <a:lnTo>
                  <a:pt x="9142" y="238563"/>
                </a:lnTo>
                <a:lnTo>
                  <a:pt x="9293" y="239724"/>
                </a:lnTo>
                <a:lnTo>
                  <a:pt x="9463" y="240879"/>
                </a:lnTo>
                <a:lnTo>
                  <a:pt x="9654" y="242027"/>
                </a:lnTo>
                <a:lnTo>
                  <a:pt x="9864" y="243168"/>
                </a:lnTo>
                <a:lnTo>
                  <a:pt x="10094" y="244302"/>
                </a:lnTo>
                <a:lnTo>
                  <a:pt x="10343" y="245428"/>
                </a:lnTo>
                <a:lnTo>
                  <a:pt x="10611" y="246548"/>
                </a:lnTo>
                <a:lnTo>
                  <a:pt x="10898" y="247659"/>
                </a:lnTo>
                <a:lnTo>
                  <a:pt x="11204" y="248763"/>
                </a:lnTo>
                <a:lnTo>
                  <a:pt x="11528" y="249859"/>
                </a:lnTo>
                <a:lnTo>
                  <a:pt x="11871" y="250947"/>
                </a:lnTo>
                <a:lnTo>
                  <a:pt x="12232" y="252027"/>
                </a:lnTo>
                <a:lnTo>
                  <a:pt x="12610" y="253098"/>
                </a:lnTo>
                <a:lnTo>
                  <a:pt x="13007" y="254160"/>
                </a:lnTo>
                <a:lnTo>
                  <a:pt x="13422" y="255214"/>
                </a:lnTo>
                <a:lnTo>
                  <a:pt x="13853" y="256258"/>
                </a:lnTo>
                <a:lnTo>
                  <a:pt x="14007" y="256612"/>
                </a:lnTo>
                <a:lnTo>
                  <a:pt x="17029" y="255311"/>
                </a:lnTo>
                <a:lnTo>
                  <a:pt x="16607" y="254306"/>
                </a:lnTo>
                <a:lnTo>
                  <a:pt x="16202" y="253293"/>
                </a:lnTo>
                <a:lnTo>
                  <a:pt x="15814" y="252271"/>
                </a:lnTo>
                <a:lnTo>
                  <a:pt x="15444" y="251241"/>
                </a:lnTo>
                <a:lnTo>
                  <a:pt x="15091" y="250202"/>
                </a:lnTo>
                <a:lnTo>
                  <a:pt x="14756" y="249155"/>
                </a:lnTo>
                <a:lnTo>
                  <a:pt x="14439" y="248100"/>
                </a:lnTo>
                <a:lnTo>
                  <a:pt x="14140" y="247037"/>
                </a:lnTo>
                <a:lnTo>
                  <a:pt x="13860" y="245966"/>
                </a:lnTo>
                <a:lnTo>
                  <a:pt x="13598" y="244888"/>
                </a:lnTo>
                <a:lnTo>
                  <a:pt x="13354" y="243802"/>
                </a:lnTo>
                <a:lnTo>
                  <a:pt x="13129" y="242710"/>
                </a:lnTo>
                <a:lnTo>
                  <a:pt x="12924" y="241610"/>
                </a:lnTo>
                <a:lnTo>
                  <a:pt x="12738" y="240503"/>
                </a:lnTo>
                <a:lnTo>
                  <a:pt x="12571" y="239390"/>
                </a:lnTo>
                <a:lnTo>
                  <a:pt x="12423" y="238271"/>
                </a:lnTo>
                <a:lnTo>
                  <a:pt x="12296" y="237145"/>
                </a:lnTo>
                <a:lnTo>
                  <a:pt x="12188" y="236012"/>
                </a:lnTo>
                <a:lnTo>
                  <a:pt x="12101" y="234874"/>
                </a:lnTo>
                <a:lnTo>
                  <a:pt x="12034" y="233730"/>
                </a:lnTo>
                <a:lnTo>
                  <a:pt x="11987" y="232581"/>
                </a:lnTo>
                <a:lnTo>
                  <a:pt x="11961" y="231426"/>
                </a:lnTo>
                <a:lnTo>
                  <a:pt x="8668" y="231470"/>
                </a:lnTo>
                <a:close/>
                <a:moveTo>
                  <a:pt x="8668" y="231470"/>
                </a:moveTo>
                <a:lnTo>
                  <a:pt x="11961" y="231426"/>
                </a:lnTo>
                <a:lnTo>
                  <a:pt x="11717" y="213314"/>
                </a:lnTo>
                <a:lnTo>
                  <a:pt x="8425" y="213358"/>
                </a:lnTo>
                <a:close/>
                <a:moveTo>
                  <a:pt x="7937" y="177136"/>
                </a:moveTo>
                <a:lnTo>
                  <a:pt x="11229" y="177092"/>
                </a:lnTo>
                <a:lnTo>
                  <a:pt x="10742" y="140869"/>
                </a:lnTo>
                <a:lnTo>
                  <a:pt x="7450" y="140913"/>
                </a:lnTo>
                <a:close/>
                <a:moveTo>
                  <a:pt x="6962" y="104691"/>
                </a:moveTo>
                <a:lnTo>
                  <a:pt x="10254" y="104647"/>
                </a:lnTo>
                <a:lnTo>
                  <a:pt x="10011" y="86535"/>
                </a:lnTo>
                <a:lnTo>
                  <a:pt x="6719" y="86580"/>
                </a:lnTo>
                <a:close/>
                <a:moveTo>
                  <a:pt x="11235" y="61661"/>
                </a:moveTo>
                <a:lnTo>
                  <a:pt x="10831" y="62716"/>
                </a:lnTo>
                <a:lnTo>
                  <a:pt x="10446" y="63781"/>
                </a:lnTo>
                <a:lnTo>
                  <a:pt x="10077" y="64853"/>
                </a:lnTo>
                <a:lnTo>
                  <a:pt x="9728" y="65934"/>
                </a:lnTo>
                <a:lnTo>
                  <a:pt x="9396" y="67023"/>
                </a:lnTo>
                <a:lnTo>
                  <a:pt x="9082" y="68120"/>
                </a:lnTo>
                <a:lnTo>
                  <a:pt x="8788" y="69224"/>
                </a:lnTo>
                <a:lnTo>
                  <a:pt x="8512" y="70336"/>
                </a:lnTo>
                <a:lnTo>
                  <a:pt x="8255" y="71455"/>
                </a:lnTo>
                <a:lnTo>
                  <a:pt x="8017" y="72581"/>
                </a:lnTo>
                <a:lnTo>
                  <a:pt x="7798" y="73714"/>
                </a:lnTo>
                <a:lnTo>
                  <a:pt x="7599" y="74854"/>
                </a:lnTo>
                <a:lnTo>
                  <a:pt x="7420" y="76000"/>
                </a:lnTo>
                <a:lnTo>
                  <a:pt x="7260" y="77153"/>
                </a:lnTo>
                <a:lnTo>
                  <a:pt x="7121" y="78311"/>
                </a:lnTo>
                <a:lnTo>
                  <a:pt x="7001" y="79476"/>
                </a:lnTo>
                <a:lnTo>
                  <a:pt x="6902" y="80646"/>
                </a:lnTo>
                <a:lnTo>
                  <a:pt x="6824" y="81823"/>
                </a:lnTo>
                <a:lnTo>
                  <a:pt x="6766" y="83004"/>
                </a:lnTo>
                <a:lnTo>
                  <a:pt x="6729" y="84191"/>
                </a:lnTo>
                <a:lnTo>
                  <a:pt x="6713" y="85383"/>
                </a:lnTo>
                <a:lnTo>
                  <a:pt x="6719" y="86579"/>
                </a:lnTo>
                <a:lnTo>
                  <a:pt x="6719" y="86580"/>
                </a:lnTo>
                <a:lnTo>
                  <a:pt x="10011" y="86535"/>
                </a:lnTo>
                <a:lnTo>
                  <a:pt x="10006" y="85380"/>
                </a:lnTo>
                <a:lnTo>
                  <a:pt x="10022" y="84229"/>
                </a:lnTo>
                <a:lnTo>
                  <a:pt x="10058" y="83084"/>
                </a:lnTo>
                <a:lnTo>
                  <a:pt x="10115" y="81944"/>
                </a:lnTo>
                <a:lnTo>
                  <a:pt x="10192" y="80809"/>
                </a:lnTo>
                <a:lnTo>
                  <a:pt x="10289" y="79680"/>
                </a:lnTo>
                <a:lnTo>
                  <a:pt x="10406" y="78557"/>
                </a:lnTo>
                <a:lnTo>
                  <a:pt x="10543" y="77440"/>
                </a:lnTo>
                <a:lnTo>
                  <a:pt x="10700" y="76328"/>
                </a:lnTo>
                <a:lnTo>
                  <a:pt x="10876" y="75224"/>
                </a:lnTo>
                <a:lnTo>
                  <a:pt x="11071" y="74125"/>
                </a:lnTo>
                <a:lnTo>
                  <a:pt x="11285" y="73033"/>
                </a:lnTo>
                <a:lnTo>
                  <a:pt x="11518" y="71949"/>
                </a:lnTo>
                <a:lnTo>
                  <a:pt x="11770" y="70871"/>
                </a:lnTo>
                <a:lnTo>
                  <a:pt x="12040" y="69800"/>
                </a:lnTo>
                <a:lnTo>
                  <a:pt x="12329" y="68737"/>
                </a:lnTo>
                <a:lnTo>
                  <a:pt x="12635" y="67681"/>
                </a:lnTo>
                <a:lnTo>
                  <a:pt x="12960" y="66633"/>
                </a:lnTo>
                <a:lnTo>
                  <a:pt x="13302" y="65593"/>
                </a:lnTo>
                <a:lnTo>
                  <a:pt x="13663" y="64561"/>
                </a:lnTo>
                <a:lnTo>
                  <a:pt x="14040" y="63538"/>
                </a:lnTo>
                <a:lnTo>
                  <a:pt x="14435" y="62523"/>
                </a:lnTo>
                <a:lnTo>
                  <a:pt x="11379" y="61303"/>
                </a:lnTo>
                <a:close/>
                <a:moveTo>
                  <a:pt x="70496" y="19861"/>
                </a:moveTo>
                <a:lnTo>
                  <a:pt x="69305" y="19908"/>
                </a:lnTo>
                <a:lnTo>
                  <a:pt x="68119" y="19977"/>
                </a:lnTo>
                <a:lnTo>
                  <a:pt x="66940" y="20067"/>
                </a:lnTo>
                <a:lnTo>
                  <a:pt x="65766" y="20177"/>
                </a:lnTo>
                <a:lnTo>
                  <a:pt x="64599" y="20307"/>
                </a:lnTo>
                <a:lnTo>
                  <a:pt x="63438" y="20458"/>
                </a:lnTo>
                <a:lnTo>
                  <a:pt x="62283" y="20629"/>
                </a:lnTo>
                <a:lnTo>
                  <a:pt x="61136" y="20819"/>
                </a:lnTo>
                <a:lnTo>
                  <a:pt x="59995" y="21030"/>
                </a:lnTo>
                <a:lnTo>
                  <a:pt x="58861" y="21259"/>
                </a:lnTo>
                <a:lnTo>
                  <a:pt x="57734" y="21508"/>
                </a:lnTo>
                <a:lnTo>
                  <a:pt x="56615" y="21776"/>
                </a:lnTo>
                <a:lnTo>
                  <a:pt x="55503" y="22063"/>
                </a:lnTo>
                <a:lnTo>
                  <a:pt x="54399" y="22369"/>
                </a:lnTo>
                <a:lnTo>
                  <a:pt x="53303" y="22693"/>
                </a:lnTo>
                <a:lnTo>
                  <a:pt x="52215" y="23036"/>
                </a:lnTo>
                <a:lnTo>
                  <a:pt x="51136" y="23397"/>
                </a:lnTo>
                <a:lnTo>
                  <a:pt x="50065" y="23776"/>
                </a:lnTo>
                <a:lnTo>
                  <a:pt x="49002" y="24173"/>
                </a:lnTo>
                <a:lnTo>
                  <a:pt x="47948" y="24587"/>
                </a:lnTo>
                <a:lnTo>
                  <a:pt x="46904" y="25019"/>
                </a:lnTo>
                <a:lnTo>
                  <a:pt x="46549" y="25173"/>
                </a:lnTo>
                <a:lnTo>
                  <a:pt x="47851" y="28195"/>
                </a:lnTo>
                <a:lnTo>
                  <a:pt x="48855" y="27773"/>
                </a:lnTo>
                <a:lnTo>
                  <a:pt x="49868" y="27368"/>
                </a:lnTo>
                <a:lnTo>
                  <a:pt x="50890" y="26981"/>
                </a:lnTo>
                <a:lnTo>
                  <a:pt x="51920" y="26610"/>
                </a:lnTo>
                <a:lnTo>
                  <a:pt x="52959" y="26258"/>
                </a:lnTo>
                <a:lnTo>
                  <a:pt x="54006" y="25923"/>
                </a:lnTo>
                <a:lnTo>
                  <a:pt x="55061" y="25605"/>
                </a:lnTo>
                <a:lnTo>
                  <a:pt x="56124" y="25307"/>
                </a:lnTo>
                <a:lnTo>
                  <a:pt x="57195" y="25026"/>
                </a:lnTo>
                <a:lnTo>
                  <a:pt x="58273" y="24764"/>
                </a:lnTo>
                <a:lnTo>
                  <a:pt x="59359" y="24520"/>
                </a:lnTo>
                <a:lnTo>
                  <a:pt x="60451" y="24296"/>
                </a:lnTo>
                <a:lnTo>
                  <a:pt x="61551" y="24090"/>
                </a:lnTo>
                <a:lnTo>
                  <a:pt x="62658" y="23904"/>
                </a:lnTo>
                <a:lnTo>
                  <a:pt x="63771" y="23737"/>
                </a:lnTo>
                <a:lnTo>
                  <a:pt x="64891" y="23589"/>
                </a:lnTo>
                <a:lnTo>
                  <a:pt x="66017" y="23462"/>
                </a:lnTo>
                <a:lnTo>
                  <a:pt x="67149" y="23354"/>
                </a:lnTo>
                <a:lnTo>
                  <a:pt x="68287" y="23267"/>
                </a:lnTo>
                <a:lnTo>
                  <a:pt x="69431" y="23200"/>
                </a:lnTo>
                <a:lnTo>
                  <a:pt x="70581" y="23153"/>
                </a:lnTo>
                <a:lnTo>
                  <a:pt x="71736" y="23127"/>
                </a:lnTo>
                <a:lnTo>
                  <a:pt x="71691" y="19834"/>
                </a:lnTo>
                <a:close/>
                <a:moveTo>
                  <a:pt x="71692" y="19834"/>
                </a:moveTo>
                <a:lnTo>
                  <a:pt x="71691" y="19834"/>
                </a:lnTo>
                <a:lnTo>
                  <a:pt x="71736" y="23127"/>
                </a:lnTo>
                <a:lnTo>
                  <a:pt x="92042" y="22854"/>
                </a:lnTo>
                <a:lnTo>
                  <a:pt x="91998" y="19561"/>
                </a:lnTo>
                <a:lnTo>
                  <a:pt x="91998" y="19561"/>
                </a:lnTo>
                <a:close/>
                <a:moveTo>
                  <a:pt x="132611" y="19014"/>
                </a:moveTo>
                <a:lnTo>
                  <a:pt x="132656" y="22307"/>
                </a:lnTo>
                <a:lnTo>
                  <a:pt x="173268" y="21760"/>
                </a:lnTo>
                <a:lnTo>
                  <a:pt x="173225" y="18468"/>
                </a:lnTo>
                <a:lnTo>
                  <a:pt x="173225" y="18468"/>
                </a:lnTo>
                <a:close/>
                <a:moveTo>
                  <a:pt x="213837" y="17921"/>
                </a:moveTo>
                <a:lnTo>
                  <a:pt x="213882" y="21214"/>
                </a:lnTo>
                <a:lnTo>
                  <a:pt x="254495" y="20667"/>
                </a:lnTo>
                <a:lnTo>
                  <a:pt x="254451" y="17375"/>
                </a:lnTo>
                <a:lnTo>
                  <a:pt x="254451" y="17374"/>
                </a:lnTo>
                <a:close/>
                <a:moveTo>
                  <a:pt x="295064" y="16828"/>
                </a:moveTo>
                <a:lnTo>
                  <a:pt x="295109" y="20121"/>
                </a:lnTo>
                <a:lnTo>
                  <a:pt x="335721" y="19575"/>
                </a:lnTo>
                <a:lnTo>
                  <a:pt x="335678" y="16281"/>
                </a:lnTo>
                <a:lnTo>
                  <a:pt x="335678" y="16281"/>
                </a:lnTo>
                <a:lnTo>
                  <a:pt x="295064" y="16828"/>
                </a:lnTo>
                <a:lnTo>
                  <a:pt x="295064" y="16828"/>
                </a:lnTo>
                <a:close/>
                <a:moveTo>
                  <a:pt x="376290" y="15735"/>
                </a:moveTo>
                <a:lnTo>
                  <a:pt x="376335" y="19028"/>
                </a:lnTo>
                <a:lnTo>
                  <a:pt x="416948" y="18482"/>
                </a:lnTo>
                <a:lnTo>
                  <a:pt x="416904" y="15188"/>
                </a:lnTo>
                <a:lnTo>
                  <a:pt x="376290" y="15735"/>
                </a:lnTo>
                <a:lnTo>
                  <a:pt x="376290" y="15735"/>
                </a:lnTo>
                <a:close/>
                <a:moveTo>
                  <a:pt x="457517" y="14642"/>
                </a:moveTo>
                <a:lnTo>
                  <a:pt x="457562" y="17935"/>
                </a:lnTo>
                <a:lnTo>
                  <a:pt x="498175" y="17388"/>
                </a:lnTo>
                <a:lnTo>
                  <a:pt x="498131" y="14096"/>
                </a:lnTo>
                <a:lnTo>
                  <a:pt x="498131" y="14095"/>
                </a:lnTo>
                <a:lnTo>
                  <a:pt x="457517" y="14642"/>
                </a:lnTo>
                <a:lnTo>
                  <a:pt x="457517" y="14642"/>
                </a:lnTo>
                <a:close/>
                <a:moveTo>
                  <a:pt x="538744" y="13549"/>
                </a:moveTo>
                <a:lnTo>
                  <a:pt x="538788" y="16842"/>
                </a:lnTo>
                <a:lnTo>
                  <a:pt x="579402" y="16295"/>
                </a:lnTo>
                <a:lnTo>
                  <a:pt x="579357" y="13003"/>
                </a:lnTo>
                <a:lnTo>
                  <a:pt x="579357" y="13002"/>
                </a:lnTo>
                <a:lnTo>
                  <a:pt x="538744" y="13549"/>
                </a:lnTo>
                <a:lnTo>
                  <a:pt x="538744" y="13549"/>
                </a:lnTo>
                <a:close/>
                <a:moveTo>
                  <a:pt x="619971" y="12456"/>
                </a:moveTo>
                <a:lnTo>
                  <a:pt x="620014" y="15749"/>
                </a:lnTo>
                <a:lnTo>
                  <a:pt x="660628" y="15202"/>
                </a:lnTo>
                <a:lnTo>
                  <a:pt x="660583" y="11909"/>
                </a:lnTo>
                <a:lnTo>
                  <a:pt x="660583" y="11909"/>
                </a:lnTo>
                <a:lnTo>
                  <a:pt x="619971" y="12456"/>
                </a:lnTo>
                <a:lnTo>
                  <a:pt x="619971" y="12456"/>
                </a:lnTo>
                <a:close/>
                <a:moveTo>
                  <a:pt x="701197" y="11363"/>
                </a:moveTo>
                <a:lnTo>
                  <a:pt x="701241" y="14656"/>
                </a:lnTo>
                <a:lnTo>
                  <a:pt x="741855" y="14110"/>
                </a:lnTo>
                <a:lnTo>
                  <a:pt x="741810" y="10816"/>
                </a:lnTo>
                <a:lnTo>
                  <a:pt x="741810" y="10816"/>
                </a:lnTo>
                <a:lnTo>
                  <a:pt x="701197" y="11363"/>
                </a:lnTo>
                <a:lnTo>
                  <a:pt x="701197" y="11363"/>
                </a:lnTo>
                <a:close/>
                <a:moveTo>
                  <a:pt x="782424" y="10270"/>
                </a:moveTo>
                <a:lnTo>
                  <a:pt x="782467" y="13563"/>
                </a:lnTo>
                <a:lnTo>
                  <a:pt x="823081" y="13017"/>
                </a:lnTo>
                <a:lnTo>
                  <a:pt x="823036" y="9724"/>
                </a:lnTo>
                <a:lnTo>
                  <a:pt x="823036" y="9723"/>
                </a:lnTo>
                <a:lnTo>
                  <a:pt x="782424" y="10270"/>
                </a:lnTo>
                <a:lnTo>
                  <a:pt x="782424" y="10270"/>
                </a:lnTo>
                <a:close/>
                <a:moveTo>
                  <a:pt x="863650" y="9177"/>
                </a:moveTo>
                <a:lnTo>
                  <a:pt x="863694" y="12470"/>
                </a:lnTo>
                <a:lnTo>
                  <a:pt x="904308" y="11923"/>
                </a:lnTo>
                <a:lnTo>
                  <a:pt x="904263" y="8631"/>
                </a:lnTo>
                <a:lnTo>
                  <a:pt x="904263" y="8630"/>
                </a:lnTo>
                <a:lnTo>
                  <a:pt x="863650" y="9177"/>
                </a:lnTo>
                <a:lnTo>
                  <a:pt x="863650" y="9177"/>
                </a:lnTo>
                <a:close/>
                <a:moveTo>
                  <a:pt x="944877" y="8084"/>
                </a:moveTo>
                <a:lnTo>
                  <a:pt x="944921" y="11377"/>
                </a:lnTo>
                <a:lnTo>
                  <a:pt x="985534" y="10830"/>
                </a:lnTo>
                <a:lnTo>
                  <a:pt x="985490" y="7537"/>
                </a:lnTo>
                <a:lnTo>
                  <a:pt x="985490" y="7537"/>
                </a:lnTo>
                <a:lnTo>
                  <a:pt x="944877" y="8084"/>
                </a:lnTo>
                <a:lnTo>
                  <a:pt x="944877" y="8084"/>
                </a:lnTo>
                <a:close/>
                <a:moveTo>
                  <a:pt x="1026103" y="6991"/>
                </a:moveTo>
                <a:lnTo>
                  <a:pt x="1026148" y="10284"/>
                </a:lnTo>
                <a:lnTo>
                  <a:pt x="1046454" y="10011"/>
                </a:lnTo>
                <a:lnTo>
                  <a:pt x="1046410" y="6718"/>
                </a:lnTo>
                <a:lnTo>
                  <a:pt x="1046410" y="6717"/>
                </a:lnTo>
                <a:lnTo>
                  <a:pt x="1026103" y="6991"/>
                </a:lnTo>
                <a:lnTo>
                  <a:pt x="1026103" y="6991"/>
                </a:lnTo>
                <a:close/>
                <a:moveTo>
                  <a:pt x="1046410" y="6718"/>
                </a:moveTo>
                <a:lnTo>
                  <a:pt x="1046454" y="10011"/>
                </a:lnTo>
                <a:lnTo>
                  <a:pt x="1047609" y="10005"/>
                </a:lnTo>
                <a:lnTo>
                  <a:pt x="1048760" y="10021"/>
                </a:lnTo>
                <a:lnTo>
                  <a:pt x="1049905" y="10058"/>
                </a:lnTo>
                <a:lnTo>
                  <a:pt x="1051045" y="10114"/>
                </a:lnTo>
                <a:lnTo>
                  <a:pt x="1052180" y="10192"/>
                </a:lnTo>
                <a:lnTo>
                  <a:pt x="1053309" y="10289"/>
                </a:lnTo>
                <a:lnTo>
                  <a:pt x="1054432" y="10406"/>
                </a:lnTo>
                <a:lnTo>
                  <a:pt x="1055550" y="10543"/>
                </a:lnTo>
                <a:lnTo>
                  <a:pt x="1056661" y="10700"/>
                </a:lnTo>
                <a:lnTo>
                  <a:pt x="1057766" y="10875"/>
                </a:lnTo>
                <a:lnTo>
                  <a:pt x="1058864" y="11071"/>
                </a:lnTo>
                <a:lnTo>
                  <a:pt x="1059956" y="11285"/>
                </a:lnTo>
                <a:lnTo>
                  <a:pt x="1061040" y="11518"/>
                </a:lnTo>
                <a:lnTo>
                  <a:pt x="1062118" y="11770"/>
                </a:lnTo>
                <a:lnTo>
                  <a:pt x="1063189" y="12040"/>
                </a:lnTo>
                <a:lnTo>
                  <a:pt x="1064252" y="12329"/>
                </a:lnTo>
                <a:lnTo>
                  <a:pt x="1065308" y="12635"/>
                </a:lnTo>
                <a:lnTo>
                  <a:pt x="1066356" y="12960"/>
                </a:lnTo>
                <a:lnTo>
                  <a:pt x="1067396" y="13302"/>
                </a:lnTo>
                <a:lnTo>
                  <a:pt x="1068428" y="13663"/>
                </a:lnTo>
                <a:lnTo>
                  <a:pt x="1069451" y="14040"/>
                </a:lnTo>
                <a:lnTo>
                  <a:pt x="1070466" y="14435"/>
                </a:lnTo>
                <a:lnTo>
                  <a:pt x="1071687" y="11377"/>
                </a:lnTo>
                <a:lnTo>
                  <a:pt x="1071330" y="11234"/>
                </a:lnTo>
                <a:lnTo>
                  <a:pt x="1070274" y="10830"/>
                </a:lnTo>
                <a:lnTo>
                  <a:pt x="1069210" y="10444"/>
                </a:lnTo>
                <a:lnTo>
                  <a:pt x="1068137" y="10076"/>
                </a:lnTo>
                <a:lnTo>
                  <a:pt x="1067056" y="9726"/>
                </a:lnTo>
                <a:lnTo>
                  <a:pt x="1065967" y="9394"/>
                </a:lnTo>
                <a:lnTo>
                  <a:pt x="1064870" y="9081"/>
                </a:lnTo>
                <a:lnTo>
                  <a:pt x="1063766" y="8786"/>
                </a:lnTo>
                <a:lnTo>
                  <a:pt x="1062654" y="8510"/>
                </a:lnTo>
                <a:lnTo>
                  <a:pt x="1061535" y="8253"/>
                </a:lnTo>
                <a:lnTo>
                  <a:pt x="1060409" y="8016"/>
                </a:lnTo>
                <a:lnTo>
                  <a:pt x="1059276" y="7797"/>
                </a:lnTo>
                <a:lnTo>
                  <a:pt x="1058136" y="7598"/>
                </a:lnTo>
                <a:lnTo>
                  <a:pt x="1056990" y="7418"/>
                </a:lnTo>
                <a:lnTo>
                  <a:pt x="1055838" y="7259"/>
                </a:lnTo>
                <a:lnTo>
                  <a:pt x="1054679" y="7119"/>
                </a:lnTo>
                <a:lnTo>
                  <a:pt x="1053514" y="7000"/>
                </a:lnTo>
                <a:lnTo>
                  <a:pt x="1052344" y="6901"/>
                </a:lnTo>
                <a:lnTo>
                  <a:pt x="1051168" y="6822"/>
                </a:lnTo>
                <a:lnTo>
                  <a:pt x="1049986" y="6764"/>
                </a:lnTo>
                <a:lnTo>
                  <a:pt x="1048799" y="6728"/>
                </a:lnTo>
                <a:lnTo>
                  <a:pt x="1047607" y="6712"/>
                </a:lnTo>
                <a:lnTo>
                  <a:pt x="1046411" y="6717"/>
                </a:lnTo>
                <a:lnTo>
                  <a:pt x="1046410" y="6717"/>
                </a:lnTo>
                <a:lnTo>
                  <a:pt x="1046410" y="6718"/>
                </a:lnTo>
                <a:close/>
                <a:moveTo>
                  <a:pt x="1113157" y="71691"/>
                </a:moveTo>
                <a:lnTo>
                  <a:pt x="1113130" y="70494"/>
                </a:lnTo>
                <a:lnTo>
                  <a:pt x="1113083" y="69303"/>
                </a:lnTo>
                <a:lnTo>
                  <a:pt x="1113014" y="68118"/>
                </a:lnTo>
                <a:lnTo>
                  <a:pt x="1112924" y="66938"/>
                </a:lnTo>
                <a:lnTo>
                  <a:pt x="1112814" y="65765"/>
                </a:lnTo>
                <a:lnTo>
                  <a:pt x="1112683" y="64597"/>
                </a:lnTo>
                <a:lnTo>
                  <a:pt x="1112533" y="63436"/>
                </a:lnTo>
                <a:lnTo>
                  <a:pt x="1112362" y="62282"/>
                </a:lnTo>
                <a:lnTo>
                  <a:pt x="1112171" y="61134"/>
                </a:lnTo>
                <a:lnTo>
                  <a:pt x="1111961" y="59993"/>
                </a:lnTo>
                <a:lnTo>
                  <a:pt x="1111731" y="58859"/>
                </a:lnTo>
                <a:lnTo>
                  <a:pt x="1111482" y="57732"/>
                </a:lnTo>
                <a:lnTo>
                  <a:pt x="1111214" y="56613"/>
                </a:lnTo>
                <a:lnTo>
                  <a:pt x="1110927" y="55501"/>
                </a:lnTo>
                <a:lnTo>
                  <a:pt x="1110622" y="54397"/>
                </a:lnTo>
                <a:lnTo>
                  <a:pt x="1110297" y="53301"/>
                </a:lnTo>
                <a:lnTo>
                  <a:pt x="1109955" y="52213"/>
                </a:lnTo>
                <a:lnTo>
                  <a:pt x="1109594" y="51134"/>
                </a:lnTo>
                <a:lnTo>
                  <a:pt x="1109215" y="50063"/>
                </a:lnTo>
                <a:lnTo>
                  <a:pt x="1108818" y="49000"/>
                </a:lnTo>
                <a:lnTo>
                  <a:pt x="1108404" y="47947"/>
                </a:lnTo>
                <a:lnTo>
                  <a:pt x="1107972" y="46902"/>
                </a:lnTo>
                <a:lnTo>
                  <a:pt x="1107818" y="46548"/>
                </a:lnTo>
                <a:lnTo>
                  <a:pt x="1104794" y="47850"/>
                </a:lnTo>
                <a:lnTo>
                  <a:pt x="1105216" y="48854"/>
                </a:lnTo>
                <a:lnTo>
                  <a:pt x="1105621" y="49868"/>
                </a:lnTo>
                <a:lnTo>
                  <a:pt x="1106009" y="50890"/>
                </a:lnTo>
                <a:lnTo>
                  <a:pt x="1106379" y="51920"/>
                </a:lnTo>
                <a:lnTo>
                  <a:pt x="1106732" y="52959"/>
                </a:lnTo>
                <a:lnTo>
                  <a:pt x="1107067" y="54006"/>
                </a:lnTo>
                <a:lnTo>
                  <a:pt x="1107384" y="55061"/>
                </a:lnTo>
                <a:lnTo>
                  <a:pt x="1107683" y="56124"/>
                </a:lnTo>
                <a:lnTo>
                  <a:pt x="1107963" y="57195"/>
                </a:lnTo>
                <a:lnTo>
                  <a:pt x="1108225" y="58273"/>
                </a:lnTo>
                <a:lnTo>
                  <a:pt x="1108469" y="59358"/>
                </a:lnTo>
                <a:lnTo>
                  <a:pt x="1108694" y="60451"/>
                </a:lnTo>
                <a:lnTo>
                  <a:pt x="1108899" y="61551"/>
                </a:lnTo>
                <a:lnTo>
                  <a:pt x="1109086" y="62657"/>
                </a:lnTo>
                <a:lnTo>
                  <a:pt x="1109253" y="63771"/>
                </a:lnTo>
                <a:lnTo>
                  <a:pt x="1109400" y="64890"/>
                </a:lnTo>
                <a:lnTo>
                  <a:pt x="1109527" y="66016"/>
                </a:lnTo>
                <a:lnTo>
                  <a:pt x="1109635" y="67149"/>
                </a:lnTo>
                <a:lnTo>
                  <a:pt x="1109723" y="68287"/>
                </a:lnTo>
                <a:lnTo>
                  <a:pt x="1109790" y="69431"/>
                </a:lnTo>
                <a:lnTo>
                  <a:pt x="1109837" y="70580"/>
                </a:lnTo>
                <a:lnTo>
                  <a:pt x="1109862" y="71735"/>
                </a:lnTo>
                <a:lnTo>
                  <a:pt x="1113155" y="71691"/>
                </a:lnTo>
                <a:lnTo>
                  <a:pt x="1113157" y="71691"/>
                </a:lnTo>
                <a:close/>
                <a:moveTo>
                  <a:pt x="1113155" y="71691"/>
                </a:moveTo>
                <a:lnTo>
                  <a:pt x="1109862" y="71735"/>
                </a:lnTo>
                <a:lnTo>
                  <a:pt x="1110106" y="89847"/>
                </a:lnTo>
                <a:lnTo>
                  <a:pt x="1113399" y="89802"/>
                </a:lnTo>
                <a:lnTo>
                  <a:pt x="1113401" y="89802"/>
                </a:lnTo>
                <a:lnTo>
                  <a:pt x="1113157" y="71691"/>
                </a:lnTo>
                <a:lnTo>
                  <a:pt x="1113155" y="71691"/>
                </a:lnTo>
                <a:close/>
                <a:moveTo>
                  <a:pt x="1113887" y="126025"/>
                </a:moveTo>
                <a:lnTo>
                  <a:pt x="1110593" y="126069"/>
                </a:lnTo>
                <a:lnTo>
                  <a:pt x="1111081" y="162292"/>
                </a:lnTo>
                <a:lnTo>
                  <a:pt x="1114374" y="162247"/>
                </a:lnTo>
                <a:lnTo>
                  <a:pt x="1114376" y="162247"/>
                </a:lnTo>
                <a:lnTo>
                  <a:pt x="1113888" y="126025"/>
                </a:lnTo>
                <a:lnTo>
                  <a:pt x="1113887" y="126025"/>
                </a:lnTo>
                <a:close/>
                <a:moveTo>
                  <a:pt x="1114861" y="198470"/>
                </a:moveTo>
                <a:lnTo>
                  <a:pt x="1111568" y="198515"/>
                </a:lnTo>
                <a:lnTo>
                  <a:pt x="1111812" y="216626"/>
                </a:lnTo>
                <a:lnTo>
                  <a:pt x="1115105" y="216582"/>
                </a:lnTo>
                <a:lnTo>
                  <a:pt x="1115107" y="216582"/>
                </a:lnTo>
                <a:lnTo>
                  <a:pt x="1115107" y="216581"/>
                </a:lnTo>
                <a:lnTo>
                  <a:pt x="1114863" y="198470"/>
                </a:lnTo>
                <a:lnTo>
                  <a:pt x="1114861" y="198470"/>
                </a:lnTo>
                <a:close/>
                <a:moveTo>
                  <a:pt x="1115105" y="216582"/>
                </a:moveTo>
                <a:lnTo>
                  <a:pt x="1111812" y="216626"/>
                </a:lnTo>
                <a:lnTo>
                  <a:pt x="1111817" y="217781"/>
                </a:lnTo>
                <a:lnTo>
                  <a:pt x="1111802" y="218932"/>
                </a:lnTo>
                <a:lnTo>
                  <a:pt x="1111765" y="220077"/>
                </a:lnTo>
                <a:lnTo>
                  <a:pt x="1111709" y="221217"/>
                </a:lnTo>
                <a:lnTo>
                  <a:pt x="1111631" y="222352"/>
                </a:lnTo>
                <a:lnTo>
                  <a:pt x="1111534" y="223481"/>
                </a:lnTo>
                <a:lnTo>
                  <a:pt x="1111417" y="224604"/>
                </a:lnTo>
                <a:lnTo>
                  <a:pt x="1111280" y="225721"/>
                </a:lnTo>
                <a:lnTo>
                  <a:pt x="1111124" y="226832"/>
                </a:lnTo>
                <a:lnTo>
                  <a:pt x="1110948" y="227937"/>
                </a:lnTo>
                <a:lnTo>
                  <a:pt x="1110753" y="229036"/>
                </a:lnTo>
                <a:lnTo>
                  <a:pt x="1110538" y="230127"/>
                </a:lnTo>
                <a:lnTo>
                  <a:pt x="1110305" y="231212"/>
                </a:lnTo>
                <a:lnTo>
                  <a:pt x="1110054" y="232290"/>
                </a:lnTo>
                <a:lnTo>
                  <a:pt x="1109783" y="233361"/>
                </a:lnTo>
                <a:lnTo>
                  <a:pt x="1109495" y="234424"/>
                </a:lnTo>
                <a:lnTo>
                  <a:pt x="1109188" y="235480"/>
                </a:lnTo>
                <a:lnTo>
                  <a:pt x="1108863" y="236528"/>
                </a:lnTo>
                <a:lnTo>
                  <a:pt x="1108521" y="237568"/>
                </a:lnTo>
                <a:lnTo>
                  <a:pt x="1108161" y="238600"/>
                </a:lnTo>
                <a:lnTo>
                  <a:pt x="1107783" y="239623"/>
                </a:lnTo>
                <a:lnTo>
                  <a:pt x="1107389" y="240639"/>
                </a:lnTo>
                <a:lnTo>
                  <a:pt x="1110446" y="241859"/>
                </a:lnTo>
                <a:lnTo>
                  <a:pt x="1110590" y="241500"/>
                </a:lnTo>
                <a:lnTo>
                  <a:pt x="1110994" y="240444"/>
                </a:lnTo>
                <a:lnTo>
                  <a:pt x="1111380" y="239380"/>
                </a:lnTo>
                <a:lnTo>
                  <a:pt x="1111748" y="238307"/>
                </a:lnTo>
                <a:lnTo>
                  <a:pt x="1112098" y="237226"/>
                </a:lnTo>
                <a:lnTo>
                  <a:pt x="1112429" y="236137"/>
                </a:lnTo>
                <a:lnTo>
                  <a:pt x="1112743" y="235041"/>
                </a:lnTo>
                <a:lnTo>
                  <a:pt x="1113037" y="233936"/>
                </a:lnTo>
                <a:lnTo>
                  <a:pt x="1113313" y="232824"/>
                </a:lnTo>
                <a:lnTo>
                  <a:pt x="1113570" y="231705"/>
                </a:lnTo>
                <a:lnTo>
                  <a:pt x="1113808" y="230579"/>
                </a:lnTo>
                <a:lnTo>
                  <a:pt x="1114027" y="229446"/>
                </a:lnTo>
                <a:lnTo>
                  <a:pt x="1114226" y="228307"/>
                </a:lnTo>
                <a:lnTo>
                  <a:pt x="1114406" y="227161"/>
                </a:lnTo>
                <a:lnTo>
                  <a:pt x="1114565" y="226008"/>
                </a:lnTo>
                <a:lnTo>
                  <a:pt x="1114705" y="224849"/>
                </a:lnTo>
                <a:lnTo>
                  <a:pt x="1114824" y="223685"/>
                </a:lnTo>
                <a:lnTo>
                  <a:pt x="1114923" y="222514"/>
                </a:lnTo>
                <a:lnTo>
                  <a:pt x="1115002" y="221338"/>
                </a:lnTo>
                <a:lnTo>
                  <a:pt x="1115060" y="220156"/>
                </a:lnTo>
                <a:lnTo>
                  <a:pt x="1115097" y="218970"/>
                </a:lnTo>
                <a:lnTo>
                  <a:pt x="1115112" y="217778"/>
                </a:lnTo>
                <a:lnTo>
                  <a:pt x="1115107" y="216582"/>
                </a:lnTo>
                <a:lnTo>
                  <a:pt x="1115105" y="216582"/>
                </a:lnTo>
                <a:close/>
                <a:moveTo>
                  <a:pt x="1050133" y="283327"/>
                </a:moveTo>
                <a:lnTo>
                  <a:pt x="1051330" y="283300"/>
                </a:lnTo>
                <a:lnTo>
                  <a:pt x="1052521" y="283252"/>
                </a:lnTo>
                <a:lnTo>
                  <a:pt x="1053706" y="283183"/>
                </a:lnTo>
                <a:lnTo>
                  <a:pt x="1054886" y="283094"/>
                </a:lnTo>
                <a:lnTo>
                  <a:pt x="1056059" y="282984"/>
                </a:lnTo>
                <a:lnTo>
                  <a:pt x="1057227" y="282853"/>
                </a:lnTo>
                <a:lnTo>
                  <a:pt x="1058388" y="282702"/>
                </a:lnTo>
                <a:lnTo>
                  <a:pt x="1059542" y="282532"/>
                </a:lnTo>
                <a:lnTo>
                  <a:pt x="1060690" y="282341"/>
                </a:lnTo>
                <a:lnTo>
                  <a:pt x="1061831" y="282131"/>
                </a:lnTo>
                <a:lnTo>
                  <a:pt x="1062965" y="281901"/>
                </a:lnTo>
                <a:lnTo>
                  <a:pt x="1064091" y="281652"/>
                </a:lnTo>
                <a:lnTo>
                  <a:pt x="1065211" y="281384"/>
                </a:lnTo>
                <a:lnTo>
                  <a:pt x="1066322" y="281097"/>
                </a:lnTo>
                <a:lnTo>
                  <a:pt x="1067426" y="280791"/>
                </a:lnTo>
                <a:lnTo>
                  <a:pt x="1068522" y="280467"/>
                </a:lnTo>
                <a:lnTo>
                  <a:pt x="1069610" y="280124"/>
                </a:lnTo>
                <a:lnTo>
                  <a:pt x="1070690" y="279763"/>
                </a:lnTo>
                <a:lnTo>
                  <a:pt x="1071761" y="279385"/>
                </a:lnTo>
                <a:lnTo>
                  <a:pt x="1072823" y="278988"/>
                </a:lnTo>
                <a:lnTo>
                  <a:pt x="1073877" y="278573"/>
                </a:lnTo>
                <a:lnTo>
                  <a:pt x="1074922" y="278142"/>
                </a:lnTo>
                <a:lnTo>
                  <a:pt x="1075274" y="277989"/>
                </a:lnTo>
                <a:lnTo>
                  <a:pt x="1073973" y="274965"/>
                </a:lnTo>
                <a:lnTo>
                  <a:pt x="1072969" y="275387"/>
                </a:lnTo>
                <a:lnTo>
                  <a:pt x="1071955" y="275792"/>
                </a:lnTo>
                <a:lnTo>
                  <a:pt x="1070934" y="276180"/>
                </a:lnTo>
                <a:lnTo>
                  <a:pt x="1069903" y="276551"/>
                </a:lnTo>
                <a:lnTo>
                  <a:pt x="1068864" y="276903"/>
                </a:lnTo>
                <a:lnTo>
                  <a:pt x="1067817" y="277238"/>
                </a:lnTo>
                <a:lnTo>
                  <a:pt x="1066762" y="277556"/>
                </a:lnTo>
                <a:lnTo>
                  <a:pt x="1065699" y="277855"/>
                </a:lnTo>
                <a:lnTo>
                  <a:pt x="1064628" y="278135"/>
                </a:lnTo>
                <a:lnTo>
                  <a:pt x="1063550" y="278397"/>
                </a:lnTo>
                <a:lnTo>
                  <a:pt x="1062465" y="278641"/>
                </a:lnTo>
                <a:lnTo>
                  <a:pt x="1061372" y="278865"/>
                </a:lnTo>
                <a:lnTo>
                  <a:pt x="1060272" y="279071"/>
                </a:lnTo>
                <a:lnTo>
                  <a:pt x="1059165" y="279257"/>
                </a:lnTo>
                <a:lnTo>
                  <a:pt x="1058052" y="279424"/>
                </a:lnTo>
                <a:lnTo>
                  <a:pt x="1056932" y="279572"/>
                </a:lnTo>
                <a:lnTo>
                  <a:pt x="1055806" y="279699"/>
                </a:lnTo>
                <a:lnTo>
                  <a:pt x="1054674" y="279807"/>
                </a:lnTo>
                <a:lnTo>
                  <a:pt x="1053536" y="279894"/>
                </a:lnTo>
                <a:lnTo>
                  <a:pt x="1052392" y="279962"/>
                </a:lnTo>
                <a:lnTo>
                  <a:pt x="1051243" y="280008"/>
                </a:lnTo>
                <a:lnTo>
                  <a:pt x="1050088" y="280034"/>
                </a:lnTo>
                <a:lnTo>
                  <a:pt x="1050132" y="283327"/>
                </a:lnTo>
                <a:close/>
                <a:moveTo>
                  <a:pt x="1050132" y="283327"/>
                </a:moveTo>
                <a:lnTo>
                  <a:pt x="1050088" y="280034"/>
                </a:lnTo>
                <a:lnTo>
                  <a:pt x="1029781" y="280308"/>
                </a:lnTo>
                <a:lnTo>
                  <a:pt x="1029826" y="283600"/>
                </a:lnTo>
                <a:close/>
                <a:moveTo>
                  <a:pt x="989212" y="284147"/>
                </a:moveTo>
                <a:lnTo>
                  <a:pt x="989168" y="280854"/>
                </a:lnTo>
                <a:lnTo>
                  <a:pt x="948554" y="281400"/>
                </a:lnTo>
                <a:lnTo>
                  <a:pt x="948599" y="284693"/>
                </a:lnTo>
                <a:close/>
                <a:moveTo>
                  <a:pt x="907985" y="285240"/>
                </a:moveTo>
                <a:lnTo>
                  <a:pt x="907941" y="281947"/>
                </a:lnTo>
                <a:lnTo>
                  <a:pt x="867328" y="282493"/>
                </a:lnTo>
                <a:lnTo>
                  <a:pt x="867372" y="285786"/>
                </a:lnTo>
                <a:close/>
                <a:moveTo>
                  <a:pt x="826759" y="286333"/>
                </a:moveTo>
                <a:lnTo>
                  <a:pt x="826715" y="283040"/>
                </a:lnTo>
                <a:lnTo>
                  <a:pt x="786101" y="283586"/>
                </a:lnTo>
                <a:lnTo>
                  <a:pt x="786146" y="286879"/>
                </a:lnTo>
                <a:close/>
                <a:moveTo>
                  <a:pt x="745532" y="287426"/>
                </a:moveTo>
                <a:lnTo>
                  <a:pt x="745489" y="284133"/>
                </a:lnTo>
                <a:lnTo>
                  <a:pt x="704875" y="284680"/>
                </a:lnTo>
                <a:lnTo>
                  <a:pt x="704919" y="287972"/>
                </a:lnTo>
                <a:close/>
                <a:moveTo>
                  <a:pt x="664306" y="288519"/>
                </a:moveTo>
                <a:lnTo>
                  <a:pt x="664261" y="285226"/>
                </a:lnTo>
                <a:lnTo>
                  <a:pt x="623648" y="285772"/>
                </a:lnTo>
                <a:lnTo>
                  <a:pt x="623692" y="289065"/>
                </a:lnTo>
                <a:close/>
                <a:moveTo>
                  <a:pt x="583079" y="289612"/>
                </a:moveTo>
                <a:lnTo>
                  <a:pt x="583034" y="286319"/>
                </a:lnTo>
                <a:lnTo>
                  <a:pt x="542422" y="286865"/>
                </a:lnTo>
                <a:lnTo>
                  <a:pt x="542466" y="290158"/>
                </a:lnTo>
                <a:close/>
                <a:moveTo>
                  <a:pt x="501853" y="290705"/>
                </a:moveTo>
                <a:lnTo>
                  <a:pt x="501808" y="287412"/>
                </a:lnTo>
                <a:lnTo>
                  <a:pt x="461195" y="287958"/>
                </a:lnTo>
                <a:lnTo>
                  <a:pt x="461239" y="291251"/>
                </a:lnTo>
                <a:lnTo>
                  <a:pt x="461239" y="291251"/>
                </a:lnTo>
                <a:close/>
                <a:moveTo>
                  <a:pt x="420626" y="291798"/>
                </a:moveTo>
                <a:lnTo>
                  <a:pt x="420582" y="288505"/>
                </a:lnTo>
                <a:lnTo>
                  <a:pt x="379969" y="289052"/>
                </a:lnTo>
                <a:lnTo>
                  <a:pt x="380013" y="292344"/>
                </a:lnTo>
                <a:close/>
                <a:moveTo>
                  <a:pt x="339400" y="292891"/>
                </a:moveTo>
                <a:lnTo>
                  <a:pt x="339355" y="289598"/>
                </a:lnTo>
                <a:lnTo>
                  <a:pt x="298742" y="290145"/>
                </a:lnTo>
                <a:lnTo>
                  <a:pt x="298786" y="293437"/>
                </a:lnTo>
                <a:close/>
                <a:moveTo>
                  <a:pt x="258173" y="293984"/>
                </a:moveTo>
                <a:lnTo>
                  <a:pt x="258129" y="290691"/>
                </a:lnTo>
                <a:lnTo>
                  <a:pt x="217516" y="291237"/>
                </a:lnTo>
                <a:lnTo>
                  <a:pt x="217560" y="294530"/>
                </a:lnTo>
                <a:lnTo>
                  <a:pt x="258173" y="293984"/>
                </a:lnTo>
                <a:lnTo>
                  <a:pt x="258173" y="293984"/>
                </a:lnTo>
                <a:close/>
                <a:moveTo>
                  <a:pt x="176946" y="295077"/>
                </a:moveTo>
                <a:lnTo>
                  <a:pt x="176902" y="291784"/>
                </a:lnTo>
                <a:lnTo>
                  <a:pt x="136288" y="292330"/>
                </a:lnTo>
                <a:lnTo>
                  <a:pt x="136333" y="295623"/>
                </a:lnTo>
                <a:lnTo>
                  <a:pt x="136333" y="295623"/>
                </a:lnTo>
                <a:lnTo>
                  <a:pt x="176946" y="295077"/>
                </a:lnTo>
                <a:lnTo>
                  <a:pt x="176946" y="295077"/>
                </a:lnTo>
                <a:close/>
                <a:moveTo>
                  <a:pt x="75414" y="296443"/>
                </a:moveTo>
                <a:lnTo>
                  <a:pt x="95719" y="296170"/>
                </a:lnTo>
                <a:lnTo>
                  <a:pt x="95676" y="292877"/>
                </a:lnTo>
                <a:lnTo>
                  <a:pt x="75369" y="293150"/>
                </a:lnTo>
                <a:lnTo>
                  <a:pt x="75413" y="296443"/>
                </a:lnTo>
                <a:close/>
                <a:moveTo>
                  <a:pt x="50495" y="291927"/>
                </a:moveTo>
                <a:lnTo>
                  <a:pt x="51551" y="292330"/>
                </a:lnTo>
                <a:lnTo>
                  <a:pt x="52615" y="292716"/>
                </a:lnTo>
                <a:lnTo>
                  <a:pt x="53688" y="293084"/>
                </a:lnTo>
                <a:lnTo>
                  <a:pt x="54769" y="293434"/>
                </a:lnTo>
                <a:lnTo>
                  <a:pt x="55858" y="293766"/>
                </a:lnTo>
                <a:lnTo>
                  <a:pt x="56954" y="294079"/>
                </a:lnTo>
                <a:lnTo>
                  <a:pt x="58059" y="294374"/>
                </a:lnTo>
                <a:lnTo>
                  <a:pt x="59171" y="294650"/>
                </a:lnTo>
                <a:lnTo>
                  <a:pt x="60290" y="294907"/>
                </a:lnTo>
                <a:lnTo>
                  <a:pt x="61416" y="295145"/>
                </a:lnTo>
                <a:lnTo>
                  <a:pt x="62549" y="295363"/>
                </a:lnTo>
                <a:lnTo>
                  <a:pt x="63688" y="295563"/>
                </a:lnTo>
                <a:lnTo>
                  <a:pt x="64835" y="295742"/>
                </a:lnTo>
                <a:lnTo>
                  <a:pt x="65987" y="295902"/>
                </a:lnTo>
                <a:lnTo>
                  <a:pt x="67146" y="296041"/>
                </a:lnTo>
                <a:lnTo>
                  <a:pt x="68311" y="296161"/>
                </a:lnTo>
                <a:lnTo>
                  <a:pt x="69481" y="296260"/>
                </a:lnTo>
                <a:lnTo>
                  <a:pt x="70657" y="296338"/>
                </a:lnTo>
                <a:lnTo>
                  <a:pt x="71839" y="296396"/>
                </a:lnTo>
                <a:lnTo>
                  <a:pt x="73025" y="296433"/>
                </a:lnTo>
                <a:lnTo>
                  <a:pt x="74217" y="296449"/>
                </a:lnTo>
                <a:lnTo>
                  <a:pt x="75413" y="296443"/>
                </a:lnTo>
                <a:lnTo>
                  <a:pt x="75324" y="289857"/>
                </a:lnTo>
                <a:lnTo>
                  <a:pt x="74177" y="289862"/>
                </a:lnTo>
                <a:lnTo>
                  <a:pt x="73035" y="289845"/>
                </a:lnTo>
                <a:lnTo>
                  <a:pt x="71898" y="289806"/>
                </a:lnTo>
                <a:lnTo>
                  <a:pt x="70767" y="289746"/>
                </a:lnTo>
                <a:lnTo>
                  <a:pt x="69642" y="289666"/>
                </a:lnTo>
                <a:lnTo>
                  <a:pt x="68522" y="289564"/>
                </a:lnTo>
                <a:lnTo>
                  <a:pt x="67409" y="289441"/>
                </a:lnTo>
                <a:lnTo>
                  <a:pt x="66302" y="289299"/>
                </a:lnTo>
                <a:lnTo>
                  <a:pt x="65202" y="289135"/>
                </a:lnTo>
                <a:lnTo>
                  <a:pt x="64108" y="288952"/>
                </a:lnTo>
                <a:lnTo>
                  <a:pt x="63022" y="288749"/>
                </a:lnTo>
                <a:lnTo>
                  <a:pt x="61942" y="288526"/>
                </a:lnTo>
                <a:lnTo>
                  <a:pt x="60870" y="288284"/>
                </a:lnTo>
                <a:lnTo>
                  <a:pt x="59805" y="288022"/>
                </a:lnTo>
                <a:lnTo>
                  <a:pt x="58748" y="287742"/>
                </a:lnTo>
                <a:lnTo>
                  <a:pt x="57699" y="287442"/>
                </a:lnTo>
                <a:lnTo>
                  <a:pt x="56657" y="287124"/>
                </a:lnTo>
                <a:lnTo>
                  <a:pt x="55624" y="286787"/>
                </a:lnTo>
                <a:lnTo>
                  <a:pt x="54600" y="286432"/>
                </a:lnTo>
                <a:lnTo>
                  <a:pt x="53584" y="286059"/>
                </a:lnTo>
                <a:lnTo>
                  <a:pt x="52577" y="285668"/>
                </a:lnTo>
                <a:lnTo>
                  <a:pt x="50136" y="291783"/>
                </a:lnTo>
                <a:close/>
                <a:moveTo>
                  <a:pt x="8668" y="231470"/>
                </a:moveTo>
                <a:lnTo>
                  <a:pt x="8695" y="232667"/>
                </a:lnTo>
                <a:lnTo>
                  <a:pt x="8743" y="233857"/>
                </a:lnTo>
                <a:lnTo>
                  <a:pt x="8812" y="235043"/>
                </a:lnTo>
                <a:lnTo>
                  <a:pt x="8901" y="236222"/>
                </a:lnTo>
                <a:lnTo>
                  <a:pt x="9011" y="237396"/>
                </a:lnTo>
                <a:lnTo>
                  <a:pt x="9142" y="238563"/>
                </a:lnTo>
                <a:lnTo>
                  <a:pt x="9293" y="239724"/>
                </a:lnTo>
                <a:lnTo>
                  <a:pt x="9463" y="240879"/>
                </a:lnTo>
                <a:lnTo>
                  <a:pt x="9654" y="242027"/>
                </a:lnTo>
                <a:lnTo>
                  <a:pt x="9864" y="243168"/>
                </a:lnTo>
                <a:lnTo>
                  <a:pt x="10094" y="244302"/>
                </a:lnTo>
                <a:lnTo>
                  <a:pt x="10343" y="245428"/>
                </a:lnTo>
                <a:lnTo>
                  <a:pt x="10611" y="246548"/>
                </a:lnTo>
                <a:lnTo>
                  <a:pt x="10898" y="247659"/>
                </a:lnTo>
                <a:lnTo>
                  <a:pt x="11204" y="248763"/>
                </a:lnTo>
                <a:lnTo>
                  <a:pt x="11528" y="249859"/>
                </a:lnTo>
                <a:lnTo>
                  <a:pt x="11871" y="250947"/>
                </a:lnTo>
                <a:lnTo>
                  <a:pt x="12232" y="252027"/>
                </a:lnTo>
                <a:lnTo>
                  <a:pt x="12610" y="253098"/>
                </a:lnTo>
                <a:lnTo>
                  <a:pt x="13007" y="254160"/>
                </a:lnTo>
                <a:lnTo>
                  <a:pt x="13422" y="255214"/>
                </a:lnTo>
                <a:lnTo>
                  <a:pt x="13853" y="256258"/>
                </a:lnTo>
                <a:lnTo>
                  <a:pt x="14007" y="256612"/>
                </a:lnTo>
                <a:lnTo>
                  <a:pt x="20054" y="254008"/>
                </a:lnTo>
                <a:lnTo>
                  <a:pt x="19636" y="253012"/>
                </a:lnTo>
                <a:lnTo>
                  <a:pt x="19236" y="252006"/>
                </a:lnTo>
                <a:lnTo>
                  <a:pt x="18853" y="250992"/>
                </a:lnTo>
                <a:lnTo>
                  <a:pt x="18489" y="249968"/>
                </a:lnTo>
                <a:lnTo>
                  <a:pt x="18142" y="248936"/>
                </a:lnTo>
                <a:lnTo>
                  <a:pt x="17815" y="247895"/>
                </a:lnTo>
                <a:lnTo>
                  <a:pt x="17506" y="246846"/>
                </a:lnTo>
                <a:lnTo>
                  <a:pt x="17215" y="245789"/>
                </a:lnTo>
                <a:lnTo>
                  <a:pt x="16944" y="244723"/>
                </a:lnTo>
                <a:lnTo>
                  <a:pt x="16692" y="243650"/>
                </a:lnTo>
                <a:lnTo>
                  <a:pt x="16460" y="242569"/>
                </a:lnTo>
                <a:lnTo>
                  <a:pt x="16248" y="241481"/>
                </a:lnTo>
                <a:lnTo>
                  <a:pt x="16055" y="240385"/>
                </a:lnTo>
                <a:lnTo>
                  <a:pt x="15882" y="239283"/>
                </a:lnTo>
                <a:lnTo>
                  <a:pt x="15730" y="238173"/>
                </a:lnTo>
                <a:lnTo>
                  <a:pt x="15598" y="237057"/>
                </a:lnTo>
                <a:lnTo>
                  <a:pt x="15487" y="235934"/>
                </a:lnTo>
                <a:lnTo>
                  <a:pt x="15397" y="234805"/>
                </a:lnTo>
                <a:lnTo>
                  <a:pt x="15328" y="233670"/>
                </a:lnTo>
                <a:lnTo>
                  <a:pt x="15280" y="232528"/>
                </a:lnTo>
                <a:lnTo>
                  <a:pt x="15254" y="231381"/>
                </a:lnTo>
                <a:lnTo>
                  <a:pt x="8668" y="231470"/>
                </a:lnTo>
                <a:close/>
                <a:moveTo>
                  <a:pt x="8668" y="231470"/>
                </a:moveTo>
                <a:lnTo>
                  <a:pt x="15254" y="231381"/>
                </a:lnTo>
                <a:lnTo>
                  <a:pt x="15010" y="213270"/>
                </a:lnTo>
                <a:lnTo>
                  <a:pt x="8425" y="213358"/>
                </a:lnTo>
                <a:close/>
                <a:moveTo>
                  <a:pt x="7937" y="177136"/>
                </a:moveTo>
                <a:lnTo>
                  <a:pt x="14522" y="177048"/>
                </a:lnTo>
                <a:lnTo>
                  <a:pt x="14035" y="140825"/>
                </a:lnTo>
                <a:lnTo>
                  <a:pt x="7450" y="140913"/>
                </a:lnTo>
                <a:close/>
                <a:moveTo>
                  <a:pt x="6962" y="104691"/>
                </a:moveTo>
                <a:lnTo>
                  <a:pt x="13547" y="104602"/>
                </a:lnTo>
                <a:lnTo>
                  <a:pt x="13304" y="86491"/>
                </a:lnTo>
                <a:lnTo>
                  <a:pt x="6719" y="86580"/>
                </a:lnTo>
                <a:close/>
                <a:moveTo>
                  <a:pt x="11235" y="61661"/>
                </a:moveTo>
                <a:lnTo>
                  <a:pt x="10831" y="62716"/>
                </a:lnTo>
                <a:lnTo>
                  <a:pt x="10446" y="63781"/>
                </a:lnTo>
                <a:lnTo>
                  <a:pt x="10077" y="64853"/>
                </a:lnTo>
                <a:lnTo>
                  <a:pt x="9728" y="65934"/>
                </a:lnTo>
                <a:lnTo>
                  <a:pt x="9396" y="67023"/>
                </a:lnTo>
                <a:lnTo>
                  <a:pt x="9082" y="68120"/>
                </a:lnTo>
                <a:lnTo>
                  <a:pt x="8788" y="69224"/>
                </a:lnTo>
                <a:lnTo>
                  <a:pt x="8512" y="70336"/>
                </a:lnTo>
                <a:lnTo>
                  <a:pt x="8255" y="71455"/>
                </a:lnTo>
                <a:lnTo>
                  <a:pt x="8017" y="72581"/>
                </a:lnTo>
                <a:lnTo>
                  <a:pt x="7798" y="73714"/>
                </a:lnTo>
                <a:lnTo>
                  <a:pt x="7599" y="74854"/>
                </a:lnTo>
                <a:lnTo>
                  <a:pt x="7420" y="76000"/>
                </a:lnTo>
                <a:lnTo>
                  <a:pt x="7260" y="77153"/>
                </a:lnTo>
                <a:lnTo>
                  <a:pt x="7121" y="78311"/>
                </a:lnTo>
                <a:lnTo>
                  <a:pt x="7001" y="79476"/>
                </a:lnTo>
                <a:lnTo>
                  <a:pt x="6902" y="80646"/>
                </a:lnTo>
                <a:lnTo>
                  <a:pt x="6824" y="81823"/>
                </a:lnTo>
                <a:lnTo>
                  <a:pt x="6766" y="83004"/>
                </a:lnTo>
                <a:lnTo>
                  <a:pt x="6729" y="84191"/>
                </a:lnTo>
                <a:lnTo>
                  <a:pt x="6713" y="85383"/>
                </a:lnTo>
                <a:lnTo>
                  <a:pt x="6719" y="86579"/>
                </a:lnTo>
                <a:lnTo>
                  <a:pt x="6719" y="86580"/>
                </a:lnTo>
                <a:lnTo>
                  <a:pt x="13304" y="86491"/>
                </a:lnTo>
                <a:lnTo>
                  <a:pt x="13299" y="85343"/>
                </a:lnTo>
                <a:lnTo>
                  <a:pt x="13316" y="84201"/>
                </a:lnTo>
                <a:lnTo>
                  <a:pt x="13355" y="83065"/>
                </a:lnTo>
                <a:lnTo>
                  <a:pt x="13415" y="81933"/>
                </a:lnTo>
                <a:lnTo>
                  <a:pt x="13496" y="80808"/>
                </a:lnTo>
                <a:lnTo>
                  <a:pt x="13597" y="79689"/>
                </a:lnTo>
                <a:lnTo>
                  <a:pt x="13720" y="78576"/>
                </a:lnTo>
                <a:lnTo>
                  <a:pt x="13863" y="77469"/>
                </a:lnTo>
                <a:lnTo>
                  <a:pt x="14026" y="76368"/>
                </a:lnTo>
                <a:lnTo>
                  <a:pt x="14209" y="75275"/>
                </a:lnTo>
                <a:lnTo>
                  <a:pt x="14412" y="74188"/>
                </a:lnTo>
                <a:lnTo>
                  <a:pt x="14635" y="73108"/>
                </a:lnTo>
                <a:lnTo>
                  <a:pt x="14877" y="72036"/>
                </a:lnTo>
                <a:lnTo>
                  <a:pt x="15139" y="70971"/>
                </a:lnTo>
                <a:lnTo>
                  <a:pt x="15419" y="69914"/>
                </a:lnTo>
                <a:lnTo>
                  <a:pt x="15719" y="68865"/>
                </a:lnTo>
                <a:lnTo>
                  <a:pt x="16037" y="67824"/>
                </a:lnTo>
                <a:lnTo>
                  <a:pt x="16374" y="66791"/>
                </a:lnTo>
                <a:lnTo>
                  <a:pt x="16729" y="65766"/>
                </a:lnTo>
                <a:lnTo>
                  <a:pt x="17103" y="64750"/>
                </a:lnTo>
                <a:lnTo>
                  <a:pt x="17494" y="63743"/>
                </a:lnTo>
                <a:lnTo>
                  <a:pt x="11379" y="61303"/>
                </a:lnTo>
                <a:close/>
                <a:moveTo>
                  <a:pt x="70496" y="19861"/>
                </a:moveTo>
                <a:lnTo>
                  <a:pt x="69305" y="19908"/>
                </a:lnTo>
                <a:lnTo>
                  <a:pt x="68119" y="19977"/>
                </a:lnTo>
                <a:lnTo>
                  <a:pt x="66940" y="20067"/>
                </a:lnTo>
                <a:lnTo>
                  <a:pt x="65766" y="20177"/>
                </a:lnTo>
                <a:lnTo>
                  <a:pt x="64599" y="20307"/>
                </a:lnTo>
                <a:lnTo>
                  <a:pt x="63438" y="20458"/>
                </a:lnTo>
                <a:lnTo>
                  <a:pt x="62283" y="20629"/>
                </a:lnTo>
                <a:lnTo>
                  <a:pt x="61136" y="20819"/>
                </a:lnTo>
                <a:lnTo>
                  <a:pt x="59995" y="21030"/>
                </a:lnTo>
                <a:lnTo>
                  <a:pt x="58861" y="21259"/>
                </a:lnTo>
                <a:lnTo>
                  <a:pt x="57734" y="21508"/>
                </a:lnTo>
                <a:lnTo>
                  <a:pt x="56615" y="21776"/>
                </a:lnTo>
                <a:lnTo>
                  <a:pt x="55503" y="22063"/>
                </a:lnTo>
                <a:lnTo>
                  <a:pt x="54399" y="22369"/>
                </a:lnTo>
                <a:lnTo>
                  <a:pt x="53303" y="22693"/>
                </a:lnTo>
                <a:lnTo>
                  <a:pt x="52215" y="23036"/>
                </a:lnTo>
                <a:lnTo>
                  <a:pt x="51136" y="23397"/>
                </a:lnTo>
                <a:lnTo>
                  <a:pt x="50065" y="23776"/>
                </a:lnTo>
                <a:lnTo>
                  <a:pt x="49002" y="24173"/>
                </a:lnTo>
                <a:lnTo>
                  <a:pt x="47948" y="24587"/>
                </a:lnTo>
                <a:lnTo>
                  <a:pt x="46904" y="25019"/>
                </a:lnTo>
                <a:lnTo>
                  <a:pt x="46549" y="25173"/>
                </a:lnTo>
                <a:lnTo>
                  <a:pt x="49153" y="31220"/>
                </a:lnTo>
                <a:lnTo>
                  <a:pt x="50149" y="30802"/>
                </a:lnTo>
                <a:lnTo>
                  <a:pt x="51154" y="30401"/>
                </a:lnTo>
                <a:lnTo>
                  <a:pt x="52169" y="30019"/>
                </a:lnTo>
                <a:lnTo>
                  <a:pt x="53192" y="29654"/>
                </a:lnTo>
                <a:lnTo>
                  <a:pt x="54225" y="29308"/>
                </a:lnTo>
                <a:lnTo>
                  <a:pt x="55266" y="28980"/>
                </a:lnTo>
                <a:lnTo>
                  <a:pt x="56315" y="28671"/>
                </a:lnTo>
                <a:lnTo>
                  <a:pt x="57372" y="28381"/>
                </a:lnTo>
                <a:lnTo>
                  <a:pt x="58438" y="28110"/>
                </a:lnTo>
                <a:lnTo>
                  <a:pt x="59511" y="27858"/>
                </a:lnTo>
                <a:lnTo>
                  <a:pt x="60592" y="27626"/>
                </a:lnTo>
                <a:lnTo>
                  <a:pt x="61680" y="27414"/>
                </a:lnTo>
                <a:lnTo>
                  <a:pt x="62776" y="27221"/>
                </a:lnTo>
                <a:lnTo>
                  <a:pt x="63878" y="27048"/>
                </a:lnTo>
                <a:lnTo>
                  <a:pt x="64988" y="26896"/>
                </a:lnTo>
                <a:lnTo>
                  <a:pt x="66104" y="26764"/>
                </a:lnTo>
                <a:lnTo>
                  <a:pt x="67227" y="26653"/>
                </a:lnTo>
                <a:lnTo>
                  <a:pt x="68356" y="26563"/>
                </a:lnTo>
                <a:lnTo>
                  <a:pt x="69491" y="26494"/>
                </a:lnTo>
                <a:lnTo>
                  <a:pt x="70632" y="26446"/>
                </a:lnTo>
                <a:lnTo>
                  <a:pt x="71779" y="26420"/>
                </a:lnTo>
                <a:lnTo>
                  <a:pt x="71691" y="19834"/>
                </a:lnTo>
                <a:close/>
                <a:moveTo>
                  <a:pt x="71692" y="19834"/>
                </a:moveTo>
                <a:lnTo>
                  <a:pt x="71691" y="19834"/>
                </a:lnTo>
                <a:lnTo>
                  <a:pt x="71779" y="26420"/>
                </a:lnTo>
                <a:lnTo>
                  <a:pt x="92087" y="26146"/>
                </a:lnTo>
                <a:lnTo>
                  <a:pt x="91998" y="19561"/>
                </a:lnTo>
                <a:lnTo>
                  <a:pt x="91998" y="19561"/>
                </a:lnTo>
                <a:close/>
                <a:moveTo>
                  <a:pt x="132611" y="19014"/>
                </a:moveTo>
                <a:lnTo>
                  <a:pt x="132699" y="25600"/>
                </a:lnTo>
                <a:lnTo>
                  <a:pt x="173313" y="25054"/>
                </a:lnTo>
                <a:lnTo>
                  <a:pt x="173225" y="18468"/>
                </a:lnTo>
                <a:lnTo>
                  <a:pt x="173225" y="18468"/>
                </a:lnTo>
                <a:close/>
                <a:moveTo>
                  <a:pt x="213837" y="17921"/>
                </a:moveTo>
                <a:lnTo>
                  <a:pt x="213926" y="24507"/>
                </a:lnTo>
                <a:lnTo>
                  <a:pt x="254540" y="23961"/>
                </a:lnTo>
                <a:lnTo>
                  <a:pt x="254451" y="17375"/>
                </a:lnTo>
                <a:lnTo>
                  <a:pt x="254451" y="17374"/>
                </a:lnTo>
                <a:close/>
                <a:moveTo>
                  <a:pt x="295064" y="16828"/>
                </a:moveTo>
                <a:lnTo>
                  <a:pt x="295152" y="23414"/>
                </a:lnTo>
                <a:lnTo>
                  <a:pt x="335766" y="22867"/>
                </a:lnTo>
                <a:lnTo>
                  <a:pt x="335678" y="16281"/>
                </a:lnTo>
                <a:lnTo>
                  <a:pt x="335678" y="16281"/>
                </a:lnTo>
                <a:lnTo>
                  <a:pt x="295064" y="16828"/>
                </a:lnTo>
                <a:lnTo>
                  <a:pt x="295064" y="16828"/>
                </a:lnTo>
                <a:close/>
                <a:moveTo>
                  <a:pt x="376290" y="15735"/>
                </a:moveTo>
                <a:lnTo>
                  <a:pt x="376379" y="22321"/>
                </a:lnTo>
                <a:lnTo>
                  <a:pt x="416993" y="21774"/>
                </a:lnTo>
                <a:lnTo>
                  <a:pt x="416904" y="15188"/>
                </a:lnTo>
                <a:lnTo>
                  <a:pt x="376290" y="15735"/>
                </a:lnTo>
                <a:lnTo>
                  <a:pt x="376290" y="15735"/>
                </a:lnTo>
                <a:close/>
                <a:moveTo>
                  <a:pt x="457517" y="14642"/>
                </a:moveTo>
                <a:lnTo>
                  <a:pt x="457605" y="21228"/>
                </a:lnTo>
                <a:lnTo>
                  <a:pt x="498219" y="20681"/>
                </a:lnTo>
                <a:lnTo>
                  <a:pt x="498131" y="14096"/>
                </a:lnTo>
                <a:lnTo>
                  <a:pt x="498131" y="14095"/>
                </a:lnTo>
                <a:lnTo>
                  <a:pt x="457517" y="14642"/>
                </a:lnTo>
                <a:lnTo>
                  <a:pt x="457517" y="14642"/>
                </a:lnTo>
                <a:close/>
                <a:moveTo>
                  <a:pt x="538744" y="13549"/>
                </a:moveTo>
                <a:lnTo>
                  <a:pt x="538833" y="20135"/>
                </a:lnTo>
                <a:lnTo>
                  <a:pt x="579446" y="19589"/>
                </a:lnTo>
                <a:lnTo>
                  <a:pt x="579357" y="13003"/>
                </a:lnTo>
                <a:lnTo>
                  <a:pt x="579357" y="13002"/>
                </a:lnTo>
                <a:lnTo>
                  <a:pt x="538744" y="13549"/>
                </a:lnTo>
                <a:lnTo>
                  <a:pt x="538744" y="13549"/>
                </a:lnTo>
                <a:close/>
                <a:moveTo>
                  <a:pt x="619971" y="12456"/>
                </a:moveTo>
                <a:lnTo>
                  <a:pt x="620059" y="19042"/>
                </a:lnTo>
                <a:lnTo>
                  <a:pt x="660672" y="18496"/>
                </a:lnTo>
                <a:lnTo>
                  <a:pt x="660583" y="11909"/>
                </a:lnTo>
                <a:lnTo>
                  <a:pt x="660583" y="11909"/>
                </a:lnTo>
                <a:lnTo>
                  <a:pt x="619971" y="12456"/>
                </a:lnTo>
                <a:lnTo>
                  <a:pt x="619971" y="12456"/>
                </a:lnTo>
                <a:close/>
                <a:moveTo>
                  <a:pt x="701197" y="11363"/>
                </a:moveTo>
                <a:lnTo>
                  <a:pt x="701286" y="17949"/>
                </a:lnTo>
                <a:lnTo>
                  <a:pt x="741899" y="17402"/>
                </a:lnTo>
                <a:lnTo>
                  <a:pt x="741810" y="10816"/>
                </a:lnTo>
                <a:lnTo>
                  <a:pt x="741810" y="10816"/>
                </a:lnTo>
                <a:lnTo>
                  <a:pt x="701197" y="11363"/>
                </a:lnTo>
                <a:lnTo>
                  <a:pt x="701197" y="11363"/>
                </a:lnTo>
                <a:close/>
                <a:moveTo>
                  <a:pt x="782424" y="10270"/>
                </a:moveTo>
                <a:lnTo>
                  <a:pt x="782512" y="16856"/>
                </a:lnTo>
                <a:lnTo>
                  <a:pt x="823125" y="16309"/>
                </a:lnTo>
                <a:lnTo>
                  <a:pt x="823036" y="9724"/>
                </a:lnTo>
                <a:lnTo>
                  <a:pt x="823036" y="9723"/>
                </a:lnTo>
                <a:lnTo>
                  <a:pt x="782424" y="10270"/>
                </a:lnTo>
                <a:lnTo>
                  <a:pt x="782424" y="10270"/>
                </a:lnTo>
                <a:close/>
                <a:moveTo>
                  <a:pt x="863650" y="9177"/>
                </a:moveTo>
                <a:lnTo>
                  <a:pt x="863739" y="15763"/>
                </a:lnTo>
                <a:lnTo>
                  <a:pt x="904351" y="15217"/>
                </a:lnTo>
                <a:lnTo>
                  <a:pt x="904263" y="8631"/>
                </a:lnTo>
                <a:lnTo>
                  <a:pt x="904263" y="8630"/>
                </a:lnTo>
                <a:lnTo>
                  <a:pt x="863650" y="9177"/>
                </a:lnTo>
                <a:lnTo>
                  <a:pt x="863650" y="9177"/>
                </a:lnTo>
                <a:close/>
                <a:moveTo>
                  <a:pt x="944877" y="8084"/>
                </a:moveTo>
                <a:lnTo>
                  <a:pt x="944965" y="14670"/>
                </a:lnTo>
                <a:lnTo>
                  <a:pt x="985579" y="14124"/>
                </a:lnTo>
                <a:lnTo>
                  <a:pt x="985490" y="7537"/>
                </a:lnTo>
                <a:lnTo>
                  <a:pt x="985490" y="7537"/>
                </a:lnTo>
                <a:lnTo>
                  <a:pt x="944877" y="8084"/>
                </a:lnTo>
                <a:lnTo>
                  <a:pt x="944877" y="8084"/>
                </a:lnTo>
                <a:close/>
                <a:moveTo>
                  <a:pt x="1026103" y="6991"/>
                </a:moveTo>
                <a:lnTo>
                  <a:pt x="1026192" y="13577"/>
                </a:lnTo>
                <a:lnTo>
                  <a:pt x="1046498" y="13304"/>
                </a:lnTo>
                <a:lnTo>
                  <a:pt x="1046410" y="6718"/>
                </a:lnTo>
                <a:lnTo>
                  <a:pt x="1046410" y="6717"/>
                </a:lnTo>
                <a:lnTo>
                  <a:pt x="1026103" y="6991"/>
                </a:lnTo>
                <a:lnTo>
                  <a:pt x="1026103" y="6991"/>
                </a:lnTo>
                <a:close/>
                <a:moveTo>
                  <a:pt x="1046410" y="6718"/>
                </a:moveTo>
                <a:lnTo>
                  <a:pt x="1046498" y="13304"/>
                </a:lnTo>
                <a:lnTo>
                  <a:pt x="1047646" y="13299"/>
                </a:lnTo>
                <a:lnTo>
                  <a:pt x="1048788" y="13316"/>
                </a:lnTo>
                <a:lnTo>
                  <a:pt x="1049924" y="13355"/>
                </a:lnTo>
                <a:lnTo>
                  <a:pt x="1051056" y="13415"/>
                </a:lnTo>
                <a:lnTo>
                  <a:pt x="1052181" y="13495"/>
                </a:lnTo>
                <a:lnTo>
                  <a:pt x="1053300" y="13597"/>
                </a:lnTo>
                <a:lnTo>
                  <a:pt x="1054413" y="13719"/>
                </a:lnTo>
                <a:lnTo>
                  <a:pt x="1055520" y="13862"/>
                </a:lnTo>
                <a:lnTo>
                  <a:pt x="1056621" y="14025"/>
                </a:lnTo>
                <a:lnTo>
                  <a:pt x="1057714" y="14209"/>
                </a:lnTo>
                <a:lnTo>
                  <a:pt x="1058801" y="14412"/>
                </a:lnTo>
                <a:lnTo>
                  <a:pt x="1059881" y="14635"/>
                </a:lnTo>
                <a:lnTo>
                  <a:pt x="1060953" y="14877"/>
                </a:lnTo>
                <a:lnTo>
                  <a:pt x="1062018" y="15139"/>
                </a:lnTo>
                <a:lnTo>
                  <a:pt x="1063075" y="15419"/>
                </a:lnTo>
                <a:lnTo>
                  <a:pt x="1064124" y="15719"/>
                </a:lnTo>
                <a:lnTo>
                  <a:pt x="1065166" y="16037"/>
                </a:lnTo>
                <a:lnTo>
                  <a:pt x="1066199" y="16374"/>
                </a:lnTo>
                <a:lnTo>
                  <a:pt x="1067223" y="16729"/>
                </a:lnTo>
                <a:lnTo>
                  <a:pt x="1068239" y="17102"/>
                </a:lnTo>
                <a:lnTo>
                  <a:pt x="1069246" y="17494"/>
                </a:lnTo>
                <a:lnTo>
                  <a:pt x="1071687" y="11377"/>
                </a:lnTo>
                <a:lnTo>
                  <a:pt x="1071330" y="11234"/>
                </a:lnTo>
                <a:lnTo>
                  <a:pt x="1070274" y="10830"/>
                </a:lnTo>
                <a:lnTo>
                  <a:pt x="1069210" y="10444"/>
                </a:lnTo>
                <a:lnTo>
                  <a:pt x="1068137" y="10076"/>
                </a:lnTo>
                <a:lnTo>
                  <a:pt x="1067056" y="9726"/>
                </a:lnTo>
                <a:lnTo>
                  <a:pt x="1065967" y="9394"/>
                </a:lnTo>
                <a:lnTo>
                  <a:pt x="1064870" y="9081"/>
                </a:lnTo>
                <a:lnTo>
                  <a:pt x="1063766" y="8786"/>
                </a:lnTo>
                <a:lnTo>
                  <a:pt x="1062654" y="8510"/>
                </a:lnTo>
                <a:lnTo>
                  <a:pt x="1061535" y="8253"/>
                </a:lnTo>
                <a:lnTo>
                  <a:pt x="1060409" y="8016"/>
                </a:lnTo>
                <a:lnTo>
                  <a:pt x="1059276" y="7797"/>
                </a:lnTo>
                <a:lnTo>
                  <a:pt x="1058136" y="7598"/>
                </a:lnTo>
                <a:lnTo>
                  <a:pt x="1056990" y="7418"/>
                </a:lnTo>
                <a:lnTo>
                  <a:pt x="1055838" y="7259"/>
                </a:lnTo>
                <a:lnTo>
                  <a:pt x="1054679" y="7119"/>
                </a:lnTo>
                <a:lnTo>
                  <a:pt x="1053514" y="7000"/>
                </a:lnTo>
                <a:lnTo>
                  <a:pt x="1052344" y="6901"/>
                </a:lnTo>
                <a:lnTo>
                  <a:pt x="1051168" y="6822"/>
                </a:lnTo>
                <a:lnTo>
                  <a:pt x="1049986" y="6764"/>
                </a:lnTo>
                <a:lnTo>
                  <a:pt x="1048799" y="6728"/>
                </a:lnTo>
                <a:lnTo>
                  <a:pt x="1047607" y="6712"/>
                </a:lnTo>
                <a:lnTo>
                  <a:pt x="1046411" y="6717"/>
                </a:lnTo>
                <a:lnTo>
                  <a:pt x="1046410" y="6717"/>
                </a:lnTo>
                <a:lnTo>
                  <a:pt x="1046410" y="6718"/>
                </a:lnTo>
                <a:close/>
                <a:moveTo>
                  <a:pt x="1113157" y="71691"/>
                </a:moveTo>
                <a:lnTo>
                  <a:pt x="1113130" y="70494"/>
                </a:lnTo>
                <a:lnTo>
                  <a:pt x="1113083" y="69303"/>
                </a:lnTo>
                <a:lnTo>
                  <a:pt x="1113014" y="68118"/>
                </a:lnTo>
                <a:lnTo>
                  <a:pt x="1112924" y="66938"/>
                </a:lnTo>
                <a:lnTo>
                  <a:pt x="1112814" y="65765"/>
                </a:lnTo>
                <a:lnTo>
                  <a:pt x="1112683" y="64597"/>
                </a:lnTo>
                <a:lnTo>
                  <a:pt x="1112533" y="63436"/>
                </a:lnTo>
                <a:lnTo>
                  <a:pt x="1112362" y="62282"/>
                </a:lnTo>
                <a:lnTo>
                  <a:pt x="1112171" y="61134"/>
                </a:lnTo>
                <a:lnTo>
                  <a:pt x="1111961" y="59993"/>
                </a:lnTo>
                <a:lnTo>
                  <a:pt x="1111731" y="58859"/>
                </a:lnTo>
                <a:lnTo>
                  <a:pt x="1111482" y="57732"/>
                </a:lnTo>
                <a:lnTo>
                  <a:pt x="1111214" y="56613"/>
                </a:lnTo>
                <a:lnTo>
                  <a:pt x="1110927" y="55501"/>
                </a:lnTo>
                <a:lnTo>
                  <a:pt x="1110622" y="54397"/>
                </a:lnTo>
                <a:lnTo>
                  <a:pt x="1110297" y="53301"/>
                </a:lnTo>
                <a:lnTo>
                  <a:pt x="1109955" y="52213"/>
                </a:lnTo>
                <a:lnTo>
                  <a:pt x="1109594" y="51134"/>
                </a:lnTo>
                <a:lnTo>
                  <a:pt x="1109215" y="50063"/>
                </a:lnTo>
                <a:lnTo>
                  <a:pt x="1108818" y="49000"/>
                </a:lnTo>
                <a:lnTo>
                  <a:pt x="1108404" y="47947"/>
                </a:lnTo>
                <a:lnTo>
                  <a:pt x="1107972" y="46902"/>
                </a:lnTo>
                <a:lnTo>
                  <a:pt x="1107818" y="46548"/>
                </a:lnTo>
                <a:lnTo>
                  <a:pt x="1101769" y="49153"/>
                </a:lnTo>
                <a:lnTo>
                  <a:pt x="1102187" y="50149"/>
                </a:lnTo>
                <a:lnTo>
                  <a:pt x="1102588" y="51154"/>
                </a:lnTo>
                <a:lnTo>
                  <a:pt x="1102970" y="52169"/>
                </a:lnTo>
                <a:lnTo>
                  <a:pt x="1103335" y="53193"/>
                </a:lnTo>
                <a:lnTo>
                  <a:pt x="1103681" y="54225"/>
                </a:lnTo>
                <a:lnTo>
                  <a:pt x="1104009" y="55266"/>
                </a:lnTo>
                <a:lnTo>
                  <a:pt x="1104318" y="56315"/>
                </a:lnTo>
                <a:lnTo>
                  <a:pt x="1104608" y="57372"/>
                </a:lnTo>
                <a:lnTo>
                  <a:pt x="1104879" y="58438"/>
                </a:lnTo>
                <a:lnTo>
                  <a:pt x="1105131" y="59511"/>
                </a:lnTo>
                <a:lnTo>
                  <a:pt x="1105363" y="60592"/>
                </a:lnTo>
                <a:lnTo>
                  <a:pt x="1105575" y="61680"/>
                </a:lnTo>
                <a:lnTo>
                  <a:pt x="1105768" y="62776"/>
                </a:lnTo>
                <a:lnTo>
                  <a:pt x="1105941" y="63878"/>
                </a:lnTo>
                <a:lnTo>
                  <a:pt x="1106093" y="64988"/>
                </a:lnTo>
                <a:lnTo>
                  <a:pt x="1106225" y="66104"/>
                </a:lnTo>
                <a:lnTo>
                  <a:pt x="1106336" y="67227"/>
                </a:lnTo>
                <a:lnTo>
                  <a:pt x="1106426" y="68356"/>
                </a:lnTo>
                <a:lnTo>
                  <a:pt x="1106495" y="69491"/>
                </a:lnTo>
                <a:lnTo>
                  <a:pt x="1106543" y="70632"/>
                </a:lnTo>
                <a:lnTo>
                  <a:pt x="1106570" y="71779"/>
                </a:lnTo>
                <a:lnTo>
                  <a:pt x="1113155" y="71691"/>
                </a:lnTo>
                <a:lnTo>
                  <a:pt x="1113157" y="71691"/>
                </a:lnTo>
                <a:close/>
                <a:moveTo>
                  <a:pt x="1113155" y="71691"/>
                </a:moveTo>
                <a:lnTo>
                  <a:pt x="1106570" y="71779"/>
                </a:lnTo>
                <a:lnTo>
                  <a:pt x="1106813" y="89891"/>
                </a:lnTo>
                <a:lnTo>
                  <a:pt x="1113399" y="89802"/>
                </a:lnTo>
                <a:lnTo>
                  <a:pt x="1113401" y="89802"/>
                </a:lnTo>
                <a:lnTo>
                  <a:pt x="1113157" y="71691"/>
                </a:lnTo>
                <a:lnTo>
                  <a:pt x="1113155" y="71691"/>
                </a:lnTo>
                <a:close/>
                <a:moveTo>
                  <a:pt x="1113887" y="126025"/>
                </a:moveTo>
                <a:lnTo>
                  <a:pt x="1107300" y="126114"/>
                </a:lnTo>
                <a:lnTo>
                  <a:pt x="1107788" y="162336"/>
                </a:lnTo>
                <a:lnTo>
                  <a:pt x="1114374" y="162247"/>
                </a:lnTo>
                <a:lnTo>
                  <a:pt x="1114376" y="162247"/>
                </a:lnTo>
                <a:lnTo>
                  <a:pt x="1113888" y="126025"/>
                </a:lnTo>
                <a:lnTo>
                  <a:pt x="1113887" y="126025"/>
                </a:lnTo>
                <a:close/>
                <a:moveTo>
                  <a:pt x="1114861" y="198470"/>
                </a:moveTo>
                <a:lnTo>
                  <a:pt x="1108275" y="198559"/>
                </a:lnTo>
                <a:lnTo>
                  <a:pt x="1108519" y="216670"/>
                </a:lnTo>
                <a:lnTo>
                  <a:pt x="1115105" y="216582"/>
                </a:lnTo>
                <a:lnTo>
                  <a:pt x="1115107" y="216582"/>
                </a:lnTo>
                <a:lnTo>
                  <a:pt x="1115107" y="216581"/>
                </a:lnTo>
                <a:lnTo>
                  <a:pt x="1114863" y="198470"/>
                </a:lnTo>
                <a:lnTo>
                  <a:pt x="1114861" y="198470"/>
                </a:lnTo>
                <a:close/>
                <a:moveTo>
                  <a:pt x="1115105" y="216582"/>
                </a:moveTo>
                <a:lnTo>
                  <a:pt x="1108519" y="216670"/>
                </a:lnTo>
                <a:lnTo>
                  <a:pt x="1108523" y="217817"/>
                </a:lnTo>
                <a:lnTo>
                  <a:pt x="1108506" y="218960"/>
                </a:lnTo>
                <a:lnTo>
                  <a:pt x="1108468" y="220096"/>
                </a:lnTo>
                <a:lnTo>
                  <a:pt x="1108408" y="221227"/>
                </a:lnTo>
                <a:lnTo>
                  <a:pt x="1108327" y="222353"/>
                </a:lnTo>
                <a:lnTo>
                  <a:pt x="1108226" y="223472"/>
                </a:lnTo>
                <a:lnTo>
                  <a:pt x="1108103" y="224586"/>
                </a:lnTo>
                <a:lnTo>
                  <a:pt x="1107960" y="225692"/>
                </a:lnTo>
                <a:lnTo>
                  <a:pt x="1107797" y="226793"/>
                </a:lnTo>
                <a:lnTo>
                  <a:pt x="1107614" y="227886"/>
                </a:lnTo>
                <a:lnTo>
                  <a:pt x="1107411" y="228973"/>
                </a:lnTo>
                <a:lnTo>
                  <a:pt x="1107188" y="230053"/>
                </a:lnTo>
                <a:lnTo>
                  <a:pt x="1106946" y="231125"/>
                </a:lnTo>
                <a:lnTo>
                  <a:pt x="1106684" y="232190"/>
                </a:lnTo>
                <a:lnTo>
                  <a:pt x="1106404" y="233247"/>
                </a:lnTo>
                <a:lnTo>
                  <a:pt x="1106104" y="234296"/>
                </a:lnTo>
                <a:lnTo>
                  <a:pt x="1105786" y="235337"/>
                </a:lnTo>
                <a:lnTo>
                  <a:pt x="1105449" y="236370"/>
                </a:lnTo>
                <a:lnTo>
                  <a:pt x="1105094" y="237395"/>
                </a:lnTo>
                <a:lnTo>
                  <a:pt x="1104721" y="238411"/>
                </a:lnTo>
                <a:lnTo>
                  <a:pt x="1104329" y="239418"/>
                </a:lnTo>
                <a:lnTo>
                  <a:pt x="1110446" y="241859"/>
                </a:lnTo>
                <a:lnTo>
                  <a:pt x="1110590" y="241500"/>
                </a:lnTo>
                <a:lnTo>
                  <a:pt x="1110994" y="240444"/>
                </a:lnTo>
                <a:lnTo>
                  <a:pt x="1111380" y="239380"/>
                </a:lnTo>
                <a:lnTo>
                  <a:pt x="1111748" y="238307"/>
                </a:lnTo>
                <a:lnTo>
                  <a:pt x="1112098" y="237226"/>
                </a:lnTo>
                <a:lnTo>
                  <a:pt x="1112429" y="236137"/>
                </a:lnTo>
                <a:lnTo>
                  <a:pt x="1112743" y="235041"/>
                </a:lnTo>
                <a:lnTo>
                  <a:pt x="1113037" y="233936"/>
                </a:lnTo>
                <a:lnTo>
                  <a:pt x="1113313" y="232824"/>
                </a:lnTo>
                <a:lnTo>
                  <a:pt x="1113570" y="231705"/>
                </a:lnTo>
                <a:lnTo>
                  <a:pt x="1113808" y="230579"/>
                </a:lnTo>
                <a:lnTo>
                  <a:pt x="1114027" y="229446"/>
                </a:lnTo>
                <a:lnTo>
                  <a:pt x="1114226" y="228307"/>
                </a:lnTo>
                <a:lnTo>
                  <a:pt x="1114406" y="227161"/>
                </a:lnTo>
                <a:lnTo>
                  <a:pt x="1114565" y="226008"/>
                </a:lnTo>
                <a:lnTo>
                  <a:pt x="1114705" y="224849"/>
                </a:lnTo>
                <a:lnTo>
                  <a:pt x="1114824" y="223685"/>
                </a:lnTo>
                <a:lnTo>
                  <a:pt x="1114923" y="222514"/>
                </a:lnTo>
                <a:lnTo>
                  <a:pt x="1115002" y="221338"/>
                </a:lnTo>
                <a:lnTo>
                  <a:pt x="1115060" y="220156"/>
                </a:lnTo>
                <a:lnTo>
                  <a:pt x="1115097" y="218970"/>
                </a:lnTo>
                <a:lnTo>
                  <a:pt x="1115112" y="217778"/>
                </a:lnTo>
                <a:lnTo>
                  <a:pt x="1115107" y="216582"/>
                </a:lnTo>
                <a:lnTo>
                  <a:pt x="1115105" y="216582"/>
                </a:lnTo>
                <a:close/>
                <a:moveTo>
                  <a:pt x="1050133" y="283327"/>
                </a:moveTo>
                <a:lnTo>
                  <a:pt x="1051330" y="283300"/>
                </a:lnTo>
                <a:lnTo>
                  <a:pt x="1052521" y="283252"/>
                </a:lnTo>
                <a:lnTo>
                  <a:pt x="1053706" y="283183"/>
                </a:lnTo>
                <a:lnTo>
                  <a:pt x="1054886" y="283094"/>
                </a:lnTo>
                <a:lnTo>
                  <a:pt x="1056059" y="282984"/>
                </a:lnTo>
                <a:lnTo>
                  <a:pt x="1057227" y="282853"/>
                </a:lnTo>
                <a:lnTo>
                  <a:pt x="1058388" y="282702"/>
                </a:lnTo>
                <a:lnTo>
                  <a:pt x="1059542" y="282532"/>
                </a:lnTo>
                <a:lnTo>
                  <a:pt x="1060690" y="282341"/>
                </a:lnTo>
                <a:lnTo>
                  <a:pt x="1061831" y="282131"/>
                </a:lnTo>
                <a:lnTo>
                  <a:pt x="1062965" y="281901"/>
                </a:lnTo>
                <a:lnTo>
                  <a:pt x="1064091" y="281652"/>
                </a:lnTo>
                <a:lnTo>
                  <a:pt x="1065211" y="281384"/>
                </a:lnTo>
                <a:lnTo>
                  <a:pt x="1066322" y="281097"/>
                </a:lnTo>
                <a:lnTo>
                  <a:pt x="1067426" y="280791"/>
                </a:lnTo>
                <a:lnTo>
                  <a:pt x="1068522" y="280467"/>
                </a:lnTo>
                <a:lnTo>
                  <a:pt x="1069610" y="280124"/>
                </a:lnTo>
                <a:lnTo>
                  <a:pt x="1070690" y="279763"/>
                </a:lnTo>
                <a:lnTo>
                  <a:pt x="1071761" y="279385"/>
                </a:lnTo>
                <a:lnTo>
                  <a:pt x="1072823" y="278988"/>
                </a:lnTo>
                <a:lnTo>
                  <a:pt x="1073877" y="278573"/>
                </a:lnTo>
                <a:lnTo>
                  <a:pt x="1074922" y="278142"/>
                </a:lnTo>
                <a:lnTo>
                  <a:pt x="1075274" y="277989"/>
                </a:lnTo>
                <a:lnTo>
                  <a:pt x="1072670" y="271941"/>
                </a:lnTo>
                <a:lnTo>
                  <a:pt x="1071674" y="272359"/>
                </a:lnTo>
                <a:lnTo>
                  <a:pt x="1070668" y="272759"/>
                </a:lnTo>
                <a:lnTo>
                  <a:pt x="1069654" y="273142"/>
                </a:lnTo>
                <a:lnTo>
                  <a:pt x="1068630" y="273507"/>
                </a:lnTo>
                <a:lnTo>
                  <a:pt x="1067598" y="273853"/>
                </a:lnTo>
                <a:lnTo>
                  <a:pt x="1066557" y="274180"/>
                </a:lnTo>
                <a:lnTo>
                  <a:pt x="1065508" y="274489"/>
                </a:lnTo>
                <a:lnTo>
                  <a:pt x="1064450" y="274780"/>
                </a:lnTo>
                <a:lnTo>
                  <a:pt x="1063385" y="275051"/>
                </a:lnTo>
                <a:lnTo>
                  <a:pt x="1062312" y="275302"/>
                </a:lnTo>
                <a:lnTo>
                  <a:pt x="1061231" y="275535"/>
                </a:lnTo>
                <a:lnTo>
                  <a:pt x="1060143" y="275747"/>
                </a:lnTo>
                <a:lnTo>
                  <a:pt x="1059047" y="275940"/>
                </a:lnTo>
                <a:lnTo>
                  <a:pt x="1057944" y="276113"/>
                </a:lnTo>
                <a:lnTo>
                  <a:pt x="1056835" y="276265"/>
                </a:lnTo>
                <a:lnTo>
                  <a:pt x="1055719" y="276397"/>
                </a:lnTo>
                <a:lnTo>
                  <a:pt x="1054596" y="276508"/>
                </a:lnTo>
                <a:lnTo>
                  <a:pt x="1053467" y="276598"/>
                </a:lnTo>
                <a:lnTo>
                  <a:pt x="1052331" y="276667"/>
                </a:lnTo>
                <a:lnTo>
                  <a:pt x="1051190" y="276715"/>
                </a:lnTo>
                <a:lnTo>
                  <a:pt x="1050043" y="276741"/>
                </a:lnTo>
                <a:lnTo>
                  <a:pt x="1050132" y="283327"/>
                </a:lnTo>
                <a:close/>
                <a:moveTo>
                  <a:pt x="1050132" y="283327"/>
                </a:moveTo>
                <a:lnTo>
                  <a:pt x="1050043" y="276741"/>
                </a:lnTo>
                <a:lnTo>
                  <a:pt x="1029737" y="277014"/>
                </a:lnTo>
                <a:lnTo>
                  <a:pt x="1029826" y="283600"/>
                </a:lnTo>
                <a:close/>
                <a:moveTo>
                  <a:pt x="989212" y="284147"/>
                </a:moveTo>
                <a:lnTo>
                  <a:pt x="989123" y="277561"/>
                </a:lnTo>
                <a:lnTo>
                  <a:pt x="948510" y="278107"/>
                </a:lnTo>
                <a:lnTo>
                  <a:pt x="948599" y="284693"/>
                </a:lnTo>
                <a:close/>
                <a:moveTo>
                  <a:pt x="907985" y="285240"/>
                </a:moveTo>
                <a:lnTo>
                  <a:pt x="907897" y="278654"/>
                </a:lnTo>
                <a:lnTo>
                  <a:pt x="867284" y="279201"/>
                </a:lnTo>
                <a:lnTo>
                  <a:pt x="867372" y="285786"/>
                </a:lnTo>
                <a:close/>
                <a:moveTo>
                  <a:pt x="826759" y="286333"/>
                </a:moveTo>
                <a:lnTo>
                  <a:pt x="826670" y="279747"/>
                </a:lnTo>
                <a:lnTo>
                  <a:pt x="786057" y="280294"/>
                </a:lnTo>
                <a:lnTo>
                  <a:pt x="786146" y="286879"/>
                </a:lnTo>
                <a:close/>
                <a:moveTo>
                  <a:pt x="745532" y="287426"/>
                </a:moveTo>
                <a:lnTo>
                  <a:pt x="745444" y="280840"/>
                </a:lnTo>
                <a:lnTo>
                  <a:pt x="704831" y="281386"/>
                </a:lnTo>
                <a:lnTo>
                  <a:pt x="704919" y="287972"/>
                </a:lnTo>
                <a:close/>
                <a:moveTo>
                  <a:pt x="664306" y="288519"/>
                </a:moveTo>
                <a:lnTo>
                  <a:pt x="664217" y="281933"/>
                </a:lnTo>
                <a:lnTo>
                  <a:pt x="623604" y="282479"/>
                </a:lnTo>
                <a:lnTo>
                  <a:pt x="623692" y="289065"/>
                </a:lnTo>
                <a:close/>
                <a:moveTo>
                  <a:pt x="583079" y="289612"/>
                </a:moveTo>
                <a:lnTo>
                  <a:pt x="582991" y="283026"/>
                </a:lnTo>
                <a:lnTo>
                  <a:pt x="542377" y="283573"/>
                </a:lnTo>
                <a:lnTo>
                  <a:pt x="542466" y="290158"/>
                </a:lnTo>
                <a:close/>
                <a:moveTo>
                  <a:pt x="501853" y="290705"/>
                </a:moveTo>
                <a:lnTo>
                  <a:pt x="501764" y="284119"/>
                </a:lnTo>
                <a:lnTo>
                  <a:pt x="461151" y="284666"/>
                </a:lnTo>
                <a:lnTo>
                  <a:pt x="461239" y="291251"/>
                </a:lnTo>
                <a:lnTo>
                  <a:pt x="461239" y="291251"/>
                </a:lnTo>
                <a:close/>
                <a:moveTo>
                  <a:pt x="420626" y="291798"/>
                </a:moveTo>
                <a:lnTo>
                  <a:pt x="420538" y="285212"/>
                </a:lnTo>
                <a:lnTo>
                  <a:pt x="379924" y="285758"/>
                </a:lnTo>
                <a:lnTo>
                  <a:pt x="380013" y="292344"/>
                </a:lnTo>
                <a:close/>
                <a:moveTo>
                  <a:pt x="339400" y="292891"/>
                </a:moveTo>
                <a:lnTo>
                  <a:pt x="339311" y="286305"/>
                </a:lnTo>
                <a:lnTo>
                  <a:pt x="298698" y="286851"/>
                </a:lnTo>
                <a:lnTo>
                  <a:pt x="298786" y="293437"/>
                </a:lnTo>
                <a:close/>
                <a:moveTo>
                  <a:pt x="258173" y="293984"/>
                </a:moveTo>
                <a:lnTo>
                  <a:pt x="258085" y="287398"/>
                </a:lnTo>
                <a:lnTo>
                  <a:pt x="217471" y="287944"/>
                </a:lnTo>
                <a:lnTo>
                  <a:pt x="217560" y="294530"/>
                </a:lnTo>
                <a:lnTo>
                  <a:pt x="258173" y="293984"/>
                </a:lnTo>
                <a:lnTo>
                  <a:pt x="258173" y="293984"/>
                </a:lnTo>
                <a:close/>
                <a:moveTo>
                  <a:pt x="176946" y="295077"/>
                </a:moveTo>
                <a:lnTo>
                  <a:pt x="176858" y="288491"/>
                </a:lnTo>
                <a:lnTo>
                  <a:pt x="136245" y="289038"/>
                </a:lnTo>
                <a:lnTo>
                  <a:pt x="136333" y="295623"/>
                </a:lnTo>
                <a:lnTo>
                  <a:pt x="136333" y="295623"/>
                </a:lnTo>
                <a:lnTo>
                  <a:pt x="176946" y="295077"/>
                </a:lnTo>
                <a:lnTo>
                  <a:pt x="176946" y="295077"/>
                </a:lnTo>
                <a:close/>
                <a:moveTo>
                  <a:pt x="75414" y="296443"/>
                </a:moveTo>
                <a:lnTo>
                  <a:pt x="95719" y="296170"/>
                </a:lnTo>
                <a:lnTo>
                  <a:pt x="95631" y="289584"/>
                </a:lnTo>
                <a:lnTo>
                  <a:pt x="75324" y="289857"/>
                </a:lnTo>
                <a:lnTo>
                  <a:pt x="75413" y="29644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559804BB-4A7B-4FE0-A442-308FCA19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5932" y="2198435"/>
            <a:ext cx="115371" cy="135624"/>
          </a:xfrm>
          <a:custGeom xmlns:a="http://schemas.openxmlformats.org/drawingml/2006/main">
            <a:pathLst>
              <a:path w="115371" h="135624">
                <a:moveTo>
                  <a:pt x="115164" y="99975"/>
                </a:moveTo>
                <a:lnTo>
                  <a:pt x="57479" y="135624"/>
                </a:lnTo>
                <a:lnTo>
                  <a:pt x="0" y="103462"/>
                </a:lnTo>
                <a:lnTo>
                  <a:pt x="206" y="35650"/>
                </a:lnTo>
                <a:lnTo>
                  <a:pt x="57891" y="0"/>
                </a:lnTo>
                <a:lnTo>
                  <a:pt x="115371" y="32162"/>
                </a:lnTo>
                <a:lnTo>
                  <a:pt x="115164" y="99975"/>
                </a:lnTo>
              </a:path>
            </a:pathLst>
          </a:custGeom>
          <a:solidFill xmlns:a="http://schemas.openxmlformats.org/drawingml/2006/main">
            <a:srgbClr val="F2E8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BE78D9AE-A2A1-4612-9CA9-18C6A072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9333" y="2190795"/>
            <a:ext cx="128567" cy="150905"/>
          </a:xfrm>
          <a:custGeom xmlns:a="http://schemas.openxmlformats.org/drawingml/2006/main">
            <a:pathLst>
              <a:path w="128567" h="150905">
                <a:moveTo>
                  <a:pt x="121970" y="39803"/>
                </a:moveTo>
                <a:lnTo>
                  <a:pt x="121970" y="39803"/>
                </a:lnTo>
                <a:lnTo>
                  <a:pt x="121970" y="39802"/>
                </a:lnTo>
                <a:lnTo>
                  <a:pt x="121970" y="39802"/>
                </a:lnTo>
                <a:lnTo>
                  <a:pt x="121970" y="39803"/>
                </a:lnTo>
                <a:close/>
                <a:moveTo>
                  <a:pt x="64078" y="143265"/>
                </a:moveTo>
                <a:lnTo>
                  <a:pt x="121763" y="107615"/>
                </a:lnTo>
                <a:lnTo>
                  <a:pt x="118300" y="102012"/>
                </a:lnTo>
                <a:lnTo>
                  <a:pt x="60615" y="137662"/>
                </a:lnTo>
                <a:lnTo>
                  <a:pt x="64077" y="143265"/>
                </a:lnTo>
                <a:close/>
                <a:moveTo>
                  <a:pt x="64078" y="143265"/>
                </a:moveTo>
                <a:lnTo>
                  <a:pt x="67294" y="137517"/>
                </a:lnTo>
                <a:lnTo>
                  <a:pt x="9815" y="105355"/>
                </a:lnTo>
                <a:lnTo>
                  <a:pt x="6599" y="111103"/>
                </a:lnTo>
                <a:close/>
                <a:moveTo>
                  <a:pt x="6805" y="43290"/>
                </a:moveTo>
                <a:lnTo>
                  <a:pt x="6599" y="111103"/>
                </a:lnTo>
                <a:lnTo>
                  <a:pt x="6599" y="111103"/>
                </a:lnTo>
                <a:lnTo>
                  <a:pt x="13185" y="111123"/>
                </a:lnTo>
                <a:lnTo>
                  <a:pt x="13391" y="43310"/>
                </a:lnTo>
                <a:lnTo>
                  <a:pt x="6805" y="43290"/>
                </a:lnTo>
                <a:close/>
                <a:moveTo>
                  <a:pt x="6805" y="43290"/>
                </a:moveTo>
                <a:lnTo>
                  <a:pt x="6805" y="43291"/>
                </a:lnTo>
                <a:lnTo>
                  <a:pt x="10267" y="48893"/>
                </a:lnTo>
                <a:lnTo>
                  <a:pt x="67953" y="13243"/>
                </a:lnTo>
                <a:lnTo>
                  <a:pt x="64490" y="7640"/>
                </a:lnTo>
                <a:close/>
                <a:moveTo>
                  <a:pt x="64490" y="7640"/>
                </a:moveTo>
                <a:lnTo>
                  <a:pt x="64490" y="7640"/>
                </a:lnTo>
                <a:lnTo>
                  <a:pt x="61274" y="13388"/>
                </a:lnTo>
                <a:lnTo>
                  <a:pt x="118754" y="45551"/>
                </a:lnTo>
                <a:lnTo>
                  <a:pt x="121970" y="39803"/>
                </a:lnTo>
                <a:lnTo>
                  <a:pt x="121970" y="39802"/>
                </a:lnTo>
                <a:close/>
                <a:moveTo>
                  <a:pt x="121970" y="39803"/>
                </a:moveTo>
                <a:lnTo>
                  <a:pt x="115383" y="39782"/>
                </a:lnTo>
                <a:lnTo>
                  <a:pt x="115176" y="107595"/>
                </a:lnTo>
                <a:lnTo>
                  <a:pt x="121763" y="107615"/>
                </a:lnTo>
                <a:lnTo>
                  <a:pt x="121763" y="107615"/>
                </a:lnTo>
                <a:lnTo>
                  <a:pt x="121970" y="39803"/>
                </a:lnTo>
                <a:lnTo>
                  <a:pt x="121970" y="39803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59662851-420F-43E2-930E-E29398CA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7119" y="2203398"/>
            <a:ext cx="115371" cy="135624"/>
          </a:xfrm>
          <a:custGeom xmlns:a="http://schemas.openxmlformats.org/drawingml/2006/main">
            <a:pathLst>
              <a:path w="115371" h="135624">
                <a:moveTo>
                  <a:pt x="115164" y="99975"/>
                </a:moveTo>
                <a:lnTo>
                  <a:pt x="57479" y="135624"/>
                </a:lnTo>
                <a:lnTo>
                  <a:pt x="0" y="103462"/>
                </a:lnTo>
                <a:lnTo>
                  <a:pt x="206" y="35650"/>
                </a:lnTo>
                <a:lnTo>
                  <a:pt x="57891" y="0"/>
                </a:lnTo>
                <a:lnTo>
                  <a:pt x="115371" y="32162"/>
                </a:lnTo>
                <a:lnTo>
                  <a:pt x="115164" y="99975"/>
                </a:lnTo>
              </a:path>
            </a:pathLst>
          </a:custGeom>
          <a:solidFill xmlns:a="http://schemas.openxmlformats.org/drawingml/2006/main">
            <a:srgbClr val="61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AC8C2F94-4265-44BB-9F1C-443FA57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0521" y="2195757"/>
            <a:ext cx="128567" cy="150905"/>
          </a:xfrm>
          <a:custGeom xmlns:a="http://schemas.openxmlformats.org/drawingml/2006/main">
            <a:pathLst>
              <a:path w="128567" h="150905">
                <a:moveTo>
                  <a:pt x="64077" y="143265"/>
                </a:moveTo>
                <a:lnTo>
                  <a:pt x="64077" y="143265"/>
                </a:lnTo>
                <a:lnTo>
                  <a:pt x="64077" y="143265"/>
                </a:lnTo>
                <a:lnTo>
                  <a:pt x="64078" y="143265"/>
                </a:lnTo>
                <a:lnTo>
                  <a:pt x="64077" y="143265"/>
                </a:lnTo>
                <a:close/>
                <a:moveTo>
                  <a:pt x="6599" y="111103"/>
                </a:moveTo>
                <a:lnTo>
                  <a:pt x="6598" y="111103"/>
                </a:lnTo>
                <a:lnTo>
                  <a:pt x="6598" y="111103"/>
                </a:lnTo>
                <a:lnTo>
                  <a:pt x="6599" y="111103"/>
                </a:lnTo>
                <a:lnTo>
                  <a:pt x="6599" y="111103"/>
                </a:lnTo>
                <a:close/>
                <a:moveTo>
                  <a:pt x="121763" y="107615"/>
                </a:moveTo>
                <a:lnTo>
                  <a:pt x="121763" y="107614"/>
                </a:lnTo>
                <a:lnTo>
                  <a:pt x="118300" y="102012"/>
                </a:lnTo>
                <a:lnTo>
                  <a:pt x="60615" y="137662"/>
                </a:lnTo>
                <a:lnTo>
                  <a:pt x="64077" y="143265"/>
                </a:lnTo>
                <a:lnTo>
                  <a:pt x="64078" y="143265"/>
                </a:lnTo>
                <a:close/>
                <a:moveTo>
                  <a:pt x="64077" y="143265"/>
                </a:moveTo>
                <a:lnTo>
                  <a:pt x="67294" y="137517"/>
                </a:lnTo>
                <a:lnTo>
                  <a:pt x="9815" y="105355"/>
                </a:lnTo>
                <a:lnTo>
                  <a:pt x="6599" y="111103"/>
                </a:lnTo>
                <a:lnTo>
                  <a:pt x="6599" y="111103"/>
                </a:lnTo>
                <a:lnTo>
                  <a:pt x="64077" y="143265"/>
                </a:lnTo>
                <a:lnTo>
                  <a:pt x="64077" y="143265"/>
                </a:lnTo>
                <a:close/>
                <a:moveTo>
                  <a:pt x="6599" y="111103"/>
                </a:moveTo>
                <a:lnTo>
                  <a:pt x="13185" y="111123"/>
                </a:lnTo>
                <a:lnTo>
                  <a:pt x="13391" y="43310"/>
                </a:lnTo>
                <a:lnTo>
                  <a:pt x="6805" y="43290"/>
                </a:lnTo>
                <a:lnTo>
                  <a:pt x="6805" y="43290"/>
                </a:lnTo>
                <a:lnTo>
                  <a:pt x="6598" y="111103"/>
                </a:lnTo>
                <a:lnTo>
                  <a:pt x="6599" y="111103"/>
                </a:lnTo>
                <a:close/>
                <a:moveTo>
                  <a:pt x="64490" y="7640"/>
                </a:moveTo>
                <a:lnTo>
                  <a:pt x="6805" y="43290"/>
                </a:lnTo>
                <a:lnTo>
                  <a:pt x="10267" y="48893"/>
                </a:lnTo>
                <a:lnTo>
                  <a:pt x="67953" y="13243"/>
                </a:lnTo>
                <a:lnTo>
                  <a:pt x="64490" y="7641"/>
                </a:lnTo>
                <a:close/>
                <a:moveTo>
                  <a:pt x="121969" y="39803"/>
                </a:moveTo>
                <a:lnTo>
                  <a:pt x="64490" y="7640"/>
                </a:lnTo>
                <a:lnTo>
                  <a:pt x="64490" y="7640"/>
                </a:lnTo>
                <a:lnTo>
                  <a:pt x="61274" y="13388"/>
                </a:lnTo>
                <a:lnTo>
                  <a:pt x="118754" y="45551"/>
                </a:lnTo>
                <a:lnTo>
                  <a:pt x="121969" y="39803"/>
                </a:lnTo>
                <a:close/>
                <a:moveTo>
                  <a:pt x="121969" y="39803"/>
                </a:moveTo>
                <a:lnTo>
                  <a:pt x="121969" y="39803"/>
                </a:lnTo>
                <a:lnTo>
                  <a:pt x="115383" y="39782"/>
                </a:lnTo>
                <a:lnTo>
                  <a:pt x="115176" y="107595"/>
                </a:lnTo>
                <a:lnTo>
                  <a:pt x="121763" y="107615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B3B32E1C-F6EB-402E-BAE4-FF90CC97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2787" y="2543054"/>
            <a:ext cx="118557" cy="131731"/>
          </a:xfrm>
          <a:custGeom xmlns:a="http://schemas.openxmlformats.org/drawingml/2006/main">
            <a:pathLst>
              <a:path w="118557" h="131731">
                <a:moveTo>
                  <a:pt x="118345" y="97104"/>
                </a:moveTo>
                <a:lnTo>
                  <a:pt x="59067" y="131731"/>
                </a:lnTo>
                <a:lnTo>
                  <a:pt x="0" y="100492"/>
                </a:lnTo>
                <a:lnTo>
                  <a:pt x="212" y="34627"/>
                </a:lnTo>
                <a:lnTo>
                  <a:pt x="59491" y="0"/>
                </a:lnTo>
                <a:lnTo>
                  <a:pt x="118557" y="31239"/>
                </a:lnTo>
                <a:lnTo>
                  <a:pt x="118345" y="97104"/>
                </a:lnTo>
              </a:path>
            </a:pathLst>
          </a:custGeom>
          <a:solidFill xmlns:a="http://schemas.openxmlformats.org/drawingml/2006/main">
            <a:srgbClr val="61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F9D0EAAA-6305-47E2-B816-21B95DF8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6187" y="2535519"/>
            <a:ext cx="131756" cy="146800"/>
          </a:xfrm>
          <a:custGeom xmlns:a="http://schemas.openxmlformats.org/drawingml/2006/main">
            <a:pathLst>
              <a:path w="131756" h="146800">
                <a:moveTo>
                  <a:pt x="124945" y="104639"/>
                </a:moveTo>
                <a:lnTo>
                  <a:pt x="124945" y="104639"/>
                </a:lnTo>
                <a:lnTo>
                  <a:pt x="124945" y="104639"/>
                </a:lnTo>
                <a:lnTo>
                  <a:pt x="124945" y="104639"/>
                </a:lnTo>
                <a:lnTo>
                  <a:pt x="124945" y="104639"/>
                </a:lnTo>
                <a:close/>
                <a:moveTo>
                  <a:pt x="65666" y="139266"/>
                </a:moveTo>
                <a:lnTo>
                  <a:pt x="65666" y="139266"/>
                </a:lnTo>
                <a:lnTo>
                  <a:pt x="65666" y="139266"/>
                </a:lnTo>
                <a:lnTo>
                  <a:pt x="65666" y="139266"/>
                </a:lnTo>
                <a:lnTo>
                  <a:pt x="65666" y="139266"/>
                </a:lnTo>
                <a:close/>
                <a:moveTo>
                  <a:pt x="124945" y="104639"/>
                </a:moveTo>
                <a:lnTo>
                  <a:pt x="121623" y="98952"/>
                </a:lnTo>
                <a:lnTo>
                  <a:pt x="62344" y="133578"/>
                </a:lnTo>
                <a:lnTo>
                  <a:pt x="65666" y="139266"/>
                </a:lnTo>
                <a:lnTo>
                  <a:pt x="65666" y="139266"/>
                </a:lnTo>
                <a:lnTo>
                  <a:pt x="124945" y="104639"/>
                </a:lnTo>
                <a:lnTo>
                  <a:pt x="124945" y="104639"/>
                </a:lnTo>
                <a:close/>
                <a:moveTo>
                  <a:pt x="65666" y="139266"/>
                </a:moveTo>
                <a:lnTo>
                  <a:pt x="68746" y="133443"/>
                </a:lnTo>
                <a:lnTo>
                  <a:pt x="9679" y="102204"/>
                </a:lnTo>
                <a:lnTo>
                  <a:pt x="6600" y="108027"/>
                </a:lnTo>
                <a:lnTo>
                  <a:pt x="6600" y="108027"/>
                </a:lnTo>
                <a:lnTo>
                  <a:pt x="65666" y="139266"/>
                </a:lnTo>
                <a:lnTo>
                  <a:pt x="65666" y="139266"/>
                </a:lnTo>
                <a:close/>
                <a:moveTo>
                  <a:pt x="6812" y="42162"/>
                </a:moveTo>
                <a:lnTo>
                  <a:pt x="6600" y="108027"/>
                </a:lnTo>
                <a:lnTo>
                  <a:pt x="6600" y="108027"/>
                </a:lnTo>
                <a:lnTo>
                  <a:pt x="13186" y="108048"/>
                </a:lnTo>
                <a:lnTo>
                  <a:pt x="13398" y="42183"/>
                </a:lnTo>
                <a:lnTo>
                  <a:pt x="6812" y="42161"/>
                </a:lnTo>
                <a:close/>
                <a:moveTo>
                  <a:pt x="66091" y="7535"/>
                </a:moveTo>
                <a:lnTo>
                  <a:pt x="6812" y="42162"/>
                </a:lnTo>
                <a:lnTo>
                  <a:pt x="6812" y="42162"/>
                </a:lnTo>
                <a:lnTo>
                  <a:pt x="10134" y="47849"/>
                </a:lnTo>
                <a:lnTo>
                  <a:pt x="69413" y="13222"/>
                </a:lnTo>
                <a:lnTo>
                  <a:pt x="66091" y="7535"/>
                </a:lnTo>
                <a:close/>
                <a:moveTo>
                  <a:pt x="66091" y="7535"/>
                </a:moveTo>
                <a:lnTo>
                  <a:pt x="63011" y="13357"/>
                </a:lnTo>
                <a:lnTo>
                  <a:pt x="122078" y="44596"/>
                </a:lnTo>
                <a:lnTo>
                  <a:pt x="125157" y="38774"/>
                </a:lnTo>
                <a:close/>
                <a:moveTo>
                  <a:pt x="125157" y="38774"/>
                </a:moveTo>
                <a:lnTo>
                  <a:pt x="125157" y="38774"/>
                </a:lnTo>
                <a:lnTo>
                  <a:pt x="118570" y="38753"/>
                </a:lnTo>
                <a:lnTo>
                  <a:pt x="118358" y="104618"/>
                </a:lnTo>
                <a:lnTo>
                  <a:pt x="124945" y="104639"/>
                </a:lnTo>
                <a:lnTo>
                  <a:pt x="124945" y="104639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EBD8DD85-942F-42EB-AC60-FD12792B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1526" y="2200916"/>
            <a:ext cx="115371" cy="135624"/>
          </a:xfrm>
          <a:custGeom xmlns:a="http://schemas.openxmlformats.org/drawingml/2006/main">
            <a:pathLst>
              <a:path w="115371" h="135624">
                <a:moveTo>
                  <a:pt x="115164" y="99975"/>
                </a:moveTo>
                <a:lnTo>
                  <a:pt x="57479" y="135624"/>
                </a:lnTo>
                <a:lnTo>
                  <a:pt x="0" y="103462"/>
                </a:lnTo>
                <a:lnTo>
                  <a:pt x="206" y="35650"/>
                </a:lnTo>
                <a:lnTo>
                  <a:pt x="57891" y="0"/>
                </a:lnTo>
                <a:lnTo>
                  <a:pt x="115371" y="32162"/>
                </a:lnTo>
                <a:lnTo>
                  <a:pt x="115164" y="99975"/>
                </a:lnTo>
              </a:path>
            </a:pathLst>
          </a:custGeom>
          <a:solidFill xmlns:a="http://schemas.openxmlformats.org/drawingml/2006/main">
            <a:srgbClr val="399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08AD0C53-CD8D-4033-BC42-E050C5FA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4927" y="2193276"/>
            <a:ext cx="128567" cy="150905"/>
          </a:xfrm>
          <a:custGeom xmlns:a="http://schemas.openxmlformats.org/drawingml/2006/main">
            <a:pathLst>
              <a:path w="128567" h="150905">
                <a:moveTo>
                  <a:pt x="64077" y="143265"/>
                </a:moveTo>
                <a:lnTo>
                  <a:pt x="64077" y="143265"/>
                </a:lnTo>
                <a:lnTo>
                  <a:pt x="64078" y="143265"/>
                </a:lnTo>
                <a:lnTo>
                  <a:pt x="64078" y="143265"/>
                </a:lnTo>
                <a:lnTo>
                  <a:pt x="64077" y="143265"/>
                </a:lnTo>
                <a:close/>
                <a:moveTo>
                  <a:pt x="6599" y="111103"/>
                </a:moveTo>
                <a:lnTo>
                  <a:pt x="6599" y="111103"/>
                </a:lnTo>
                <a:lnTo>
                  <a:pt x="6599" y="111103"/>
                </a:lnTo>
                <a:lnTo>
                  <a:pt x="6599" y="111103"/>
                </a:lnTo>
                <a:close/>
                <a:moveTo>
                  <a:pt x="121763" y="107615"/>
                </a:moveTo>
                <a:lnTo>
                  <a:pt x="118300" y="102012"/>
                </a:lnTo>
                <a:lnTo>
                  <a:pt x="60615" y="137662"/>
                </a:lnTo>
                <a:lnTo>
                  <a:pt x="64077" y="143265"/>
                </a:lnTo>
                <a:lnTo>
                  <a:pt x="64078" y="143265"/>
                </a:lnTo>
                <a:lnTo>
                  <a:pt x="121763" y="107615"/>
                </a:lnTo>
                <a:close/>
                <a:moveTo>
                  <a:pt x="64077" y="143265"/>
                </a:moveTo>
                <a:lnTo>
                  <a:pt x="67294" y="137517"/>
                </a:lnTo>
                <a:lnTo>
                  <a:pt x="9815" y="105355"/>
                </a:lnTo>
                <a:lnTo>
                  <a:pt x="6599" y="111103"/>
                </a:lnTo>
                <a:lnTo>
                  <a:pt x="6599" y="111103"/>
                </a:lnTo>
                <a:lnTo>
                  <a:pt x="6599" y="111103"/>
                </a:lnTo>
                <a:lnTo>
                  <a:pt x="64077" y="143265"/>
                </a:lnTo>
                <a:lnTo>
                  <a:pt x="64077" y="143265"/>
                </a:lnTo>
                <a:close/>
                <a:moveTo>
                  <a:pt x="6599" y="111103"/>
                </a:moveTo>
                <a:lnTo>
                  <a:pt x="13185" y="111123"/>
                </a:lnTo>
                <a:lnTo>
                  <a:pt x="13391" y="43310"/>
                </a:lnTo>
                <a:lnTo>
                  <a:pt x="6805" y="43290"/>
                </a:lnTo>
                <a:lnTo>
                  <a:pt x="6804" y="43290"/>
                </a:lnTo>
                <a:lnTo>
                  <a:pt x="6599" y="111103"/>
                </a:lnTo>
                <a:lnTo>
                  <a:pt x="6599" y="111103"/>
                </a:lnTo>
                <a:close/>
                <a:moveTo>
                  <a:pt x="6805" y="43290"/>
                </a:moveTo>
                <a:lnTo>
                  <a:pt x="10267" y="48893"/>
                </a:lnTo>
                <a:lnTo>
                  <a:pt x="67953" y="13243"/>
                </a:lnTo>
                <a:lnTo>
                  <a:pt x="64490" y="7641"/>
                </a:lnTo>
                <a:close/>
                <a:moveTo>
                  <a:pt x="121969" y="39803"/>
                </a:moveTo>
                <a:lnTo>
                  <a:pt x="64490" y="7640"/>
                </a:lnTo>
                <a:lnTo>
                  <a:pt x="64490" y="7641"/>
                </a:lnTo>
                <a:lnTo>
                  <a:pt x="61274" y="13388"/>
                </a:lnTo>
                <a:lnTo>
                  <a:pt x="118754" y="45551"/>
                </a:lnTo>
                <a:lnTo>
                  <a:pt x="121969" y="39803"/>
                </a:lnTo>
                <a:close/>
                <a:moveTo>
                  <a:pt x="121969" y="39803"/>
                </a:moveTo>
                <a:lnTo>
                  <a:pt x="121969" y="39803"/>
                </a:lnTo>
                <a:lnTo>
                  <a:pt x="115383" y="39782"/>
                </a:lnTo>
                <a:lnTo>
                  <a:pt x="115176" y="107595"/>
                </a:lnTo>
                <a:lnTo>
                  <a:pt x="121763" y="107615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58E5C25B-2629-4DD0-AD94-FB10ED6F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0338" y="2195953"/>
            <a:ext cx="115371" cy="135624"/>
          </a:xfrm>
          <a:custGeom xmlns:a="http://schemas.openxmlformats.org/drawingml/2006/main">
            <a:pathLst>
              <a:path w="115371" h="135624">
                <a:moveTo>
                  <a:pt x="115164" y="99975"/>
                </a:moveTo>
                <a:lnTo>
                  <a:pt x="57479" y="135624"/>
                </a:lnTo>
                <a:lnTo>
                  <a:pt x="0" y="103462"/>
                </a:lnTo>
                <a:lnTo>
                  <a:pt x="206" y="35650"/>
                </a:lnTo>
                <a:lnTo>
                  <a:pt x="57891" y="0"/>
                </a:lnTo>
                <a:lnTo>
                  <a:pt x="115371" y="32162"/>
                </a:lnTo>
                <a:lnTo>
                  <a:pt x="115164" y="99975"/>
                </a:lnTo>
              </a:path>
            </a:pathLst>
          </a:custGeom>
          <a:solidFill xmlns:a="http://schemas.openxmlformats.org/drawingml/2006/main">
            <a:srgbClr val="78BC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D67E5F16-E8EC-48FB-8EEC-ADE2E925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3739" y="2188313"/>
            <a:ext cx="128567" cy="150905"/>
          </a:xfrm>
          <a:custGeom xmlns:a="http://schemas.openxmlformats.org/drawingml/2006/main">
            <a:pathLst>
              <a:path w="128567" h="150905">
                <a:moveTo>
                  <a:pt x="121763" y="107615"/>
                </a:moveTo>
                <a:lnTo>
                  <a:pt x="121763" y="107615"/>
                </a:lnTo>
                <a:lnTo>
                  <a:pt x="121763" y="107615"/>
                </a:lnTo>
                <a:lnTo>
                  <a:pt x="121763" y="107615"/>
                </a:lnTo>
                <a:lnTo>
                  <a:pt x="121763" y="107615"/>
                </a:lnTo>
                <a:close/>
                <a:moveTo>
                  <a:pt x="64077" y="143265"/>
                </a:moveTo>
                <a:lnTo>
                  <a:pt x="64077" y="143265"/>
                </a:lnTo>
                <a:lnTo>
                  <a:pt x="64078" y="143265"/>
                </a:lnTo>
                <a:lnTo>
                  <a:pt x="64077" y="143265"/>
                </a:lnTo>
                <a:close/>
                <a:moveTo>
                  <a:pt x="121763" y="107615"/>
                </a:moveTo>
                <a:lnTo>
                  <a:pt x="118300" y="102012"/>
                </a:lnTo>
                <a:lnTo>
                  <a:pt x="60615" y="137662"/>
                </a:lnTo>
                <a:lnTo>
                  <a:pt x="64077" y="143265"/>
                </a:lnTo>
                <a:lnTo>
                  <a:pt x="64078" y="143265"/>
                </a:lnTo>
                <a:lnTo>
                  <a:pt x="64078" y="143265"/>
                </a:lnTo>
                <a:lnTo>
                  <a:pt x="121763" y="107615"/>
                </a:lnTo>
                <a:lnTo>
                  <a:pt x="121763" y="107615"/>
                </a:lnTo>
                <a:close/>
                <a:moveTo>
                  <a:pt x="64077" y="143265"/>
                </a:moveTo>
                <a:lnTo>
                  <a:pt x="67294" y="137517"/>
                </a:lnTo>
                <a:lnTo>
                  <a:pt x="9815" y="105355"/>
                </a:lnTo>
                <a:lnTo>
                  <a:pt x="6599" y="111103"/>
                </a:lnTo>
                <a:lnTo>
                  <a:pt x="6599" y="111103"/>
                </a:lnTo>
                <a:lnTo>
                  <a:pt x="64077" y="143265"/>
                </a:lnTo>
                <a:lnTo>
                  <a:pt x="64077" y="143265"/>
                </a:lnTo>
                <a:close/>
                <a:moveTo>
                  <a:pt x="6805" y="43291"/>
                </a:moveTo>
                <a:lnTo>
                  <a:pt x="6599" y="111103"/>
                </a:lnTo>
                <a:lnTo>
                  <a:pt x="13185" y="111123"/>
                </a:lnTo>
                <a:lnTo>
                  <a:pt x="13391" y="43310"/>
                </a:lnTo>
                <a:lnTo>
                  <a:pt x="6806" y="43290"/>
                </a:lnTo>
                <a:close/>
                <a:moveTo>
                  <a:pt x="6805" y="43291"/>
                </a:moveTo>
                <a:lnTo>
                  <a:pt x="6805" y="43292"/>
                </a:lnTo>
                <a:lnTo>
                  <a:pt x="10267" y="48893"/>
                </a:lnTo>
                <a:lnTo>
                  <a:pt x="67953" y="13243"/>
                </a:lnTo>
                <a:lnTo>
                  <a:pt x="64490" y="7641"/>
                </a:lnTo>
                <a:close/>
                <a:moveTo>
                  <a:pt x="64491" y="7641"/>
                </a:moveTo>
                <a:lnTo>
                  <a:pt x="64489" y="7642"/>
                </a:lnTo>
                <a:lnTo>
                  <a:pt x="61274" y="13388"/>
                </a:lnTo>
                <a:lnTo>
                  <a:pt x="118754" y="45551"/>
                </a:lnTo>
                <a:lnTo>
                  <a:pt x="121969" y="39803"/>
                </a:lnTo>
                <a:close/>
                <a:moveTo>
                  <a:pt x="121970" y="39803"/>
                </a:moveTo>
                <a:lnTo>
                  <a:pt x="121969" y="39803"/>
                </a:lnTo>
                <a:lnTo>
                  <a:pt x="115383" y="39782"/>
                </a:lnTo>
                <a:lnTo>
                  <a:pt x="115176" y="107595"/>
                </a:lnTo>
                <a:lnTo>
                  <a:pt x="121763" y="107615"/>
                </a:lnTo>
                <a:lnTo>
                  <a:pt x="121763" y="107615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2001F9E0-FF69-469F-A265-C718CA5B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6127" y="2205968"/>
            <a:ext cx="115371" cy="135624"/>
          </a:xfrm>
          <a:custGeom xmlns:a="http://schemas.openxmlformats.org/drawingml/2006/main">
            <a:pathLst>
              <a:path w="115371" h="135624">
                <a:moveTo>
                  <a:pt x="115164" y="99975"/>
                </a:moveTo>
                <a:lnTo>
                  <a:pt x="57479" y="135624"/>
                </a:lnTo>
                <a:lnTo>
                  <a:pt x="0" y="103462"/>
                </a:lnTo>
                <a:lnTo>
                  <a:pt x="206" y="35650"/>
                </a:lnTo>
                <a:lnTo>
                  <a:pt x="57891" y="0"/>
                </a:lnTo>
                <a:lnTo>
                  <a:pt x="115371" y="32162"/>
                </a:lnTo>
                <a:lnTo>
                  <a:pt x="115164" y="99975"/>
                </a:lnTo>
              </a:path>
            </a:pathLst>
          </a:custGeom>
          <a:solidFill xmlns:a="http://schemas.openxmlformats.org/drawingml/2006/main">
            <a:srgbClr val="F870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FA5CB334-2F7E-4368-A14A-5C38460A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9528" y="2198328"/>
            <a:ext cx="128567" cy="150905"/>
          </a:xfrm>
          <a:custGeom xmlns:a="http://schemas.openxmlformats.org/drawingml/2006/main">
            <a:pathLst>
              <a:path w="128567" h="150905">
                <a:moveTo>
                  <a:pt x="64077" y="143265"/>
                </a:moveTo>
                <a:lnTo>
                  <a:pt x="64077" y="143265"/>
                </a:lnTo>
                <a:lnTo>
                  <a:pt x="64078" y="143265"/>
                </a:lnTo>
                <a:lnTo>
                  <a:pt x="64078" y="143265"/>
                </a:lnTo>
                <a:lnTo>
                  <a:pt x="64077" y="143265"/>
                </a:lnTo>
                <a:close/>
                <a:moveTo>
                  <a:pt x="121762" y="107615"/>
                </a:moveTo>
                <a:lnTo>
                  <a:pt x="121762" y="107614"/>
                </a:lnTo>
                <a:lnTo>
                  <a:pt x="118300" y="102012"/>
                </a:lnTo>
                <a:lnTo>
                  <a:pt x="60615" y="137662"/>
                </a:lnTo>
                <a:lnTo>
                  <a:pt x="64077" y="143265"/>
                </a:lnTo>
                <a:lnTo>
                  <a:pt x="64078" y="143265"/>
                </a:lnTo>
                <a:close/>
                <a:moveTo>
                  <a:pt x="64077" y="143265"/>
                </a:moveTo>
                <a:lnTo>
                  <a:pt x="67294" y="137517"/>
                </a:lnTo>
                <a:lnTo>
                  <a:pt x="9815" y="105355"/>
                </a:lnTo>
                <a:lnTo>
                  <a:pt x="6599" y="111102"/>
                </a:lnTo>
                <a:lnTo>
                  <a:pt x="6599" y="111103"/>
                </a:lnTo>
                <a:lnTo>
                  <a:pt x="64077" y="143265"/>
                </a:lnTo>
                <a:lnTo>
                  <a:pt x="64077" y="143265"/>
                </a:lnTo>
                <a:close/>
                <a:moveTo>
                  <a:pt x="6805" y="43290"/>
                </a:moveTo>
                <a:lnTo>
                  <a:pt x="6599" y="111103"/>
                </a:lnTo>
                <a:lnTo>
                  <a:pt x="13185" y="111123"/>
                </a:lnTo>
                <a:lnTo>
                  <a:pt x="13391" y="43310"/>
                </a:lnTo>
                <a:lnTo>
                  <a:pt x="6805" y="43290"/>
                </a:lnTo>
                <a:close/>
                <a:moveTo>
                  <a:pt x="6805" y="43290"/>
                </a:moveTo>
                <a:lnTo>
                  <a:pt x="6805" y="43291"/>
                </a:lnTo>
                <a:lnTo>
                  <a:pt x="10267" y="48893"/>
                </a:lnTo>
                <a:lnTo>
                  <a:pt x="67953" y="13243"/>
                </a:lnTo>
                <a:lnTo>
                  <a:pt x="64490" y="7641"/>
                </a:lnTo>
                <a:close/>
                <a:moveTo>
                  <a:pt x="121969" y="39803"/>
                </a:moveTo>
                <a:lnTo>
                  <a:pt x="64491" y="7640"/>
                </a:lnTo>
                <a:lnTo>
                  <a:pt x="64489" y="7641"/>
                </a:lnTo>
                <a:lnTo>
                  <a:pt x="61274" y="13388"/>
                </a:lnTo>
                <a:lnTo>
                  <a:pt x="118754" y="45551"/>
                </a:lnTo>
                <a:lnTo>
                  <a:pt x="121969" y="39803"/>
                </a:lnTo>
                <a:close/>
                <a:moveTo>
                  <a:pt x="121969" y="39803"/>
                </a:moveTo>
                <a:lnTo>
                  <a:pt x="121969" y="39803"/>
                </a:lnTo>
                <a:lnTo>
                  <a:pt x="115383" y="39782"/>
                </a:lnTo>
                <a:lnTo>
                  <a:pt x="115176" y="107595"/>
                </a:lnTo>
                <a:lnTo>
                  <a:pt x="121762" y="107615"/>
                </a:lnTo>
                <a:lnTo>
                  <a:pt x="121762" y="107615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23A9B3BE-8D69-495E-8A5D-9787EF32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9133" y="2543054"/>
            <a:ext cx="118557" cy="131731"/>
          </a:xfrm>
          <a:custGeom xmlns:a="http://schemas.openxmlformats.org/drawingml/2006/main">
            <a:pathLst>
              <a:path w="118557" h="131731">
                <a:moveTo>
                  <a:pt x="118345" y="97104"/>
                </a:moveTo>
                <a:lnTo>
                  <a:pt x="59067" y="131731"/>
                </a:lnTo>
                <a:lnTo>
                  <a:pt x="0" y="100492"/>
                </a:lnTo>
                <a:lnTo>
                  <a:pt x="212" y="34627"/>
                </a:lnTo>
                <a:lnTo>
                  <a:pt x="59491" y="0"/>
                </a:lnTo>
                <a:lnTo>
                  <a:pt x="118557" y="31239"/>
                </a:lnTo>
                <a:lnTo>
                  <a:pt x="118345" y="97104"/>
                </a:lnTo>
              </a:path>
            </a:pathLst>
          </a:custGeom>
          <a:solidFill xmlns:a="http://schemas.openxmlformats.org/drawingml/2006/main">
            <a:srgbClr val="F870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5C69B9BD-6B84-413E-80A4-F590E574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2534" y="2535519"/>
            <a:ext cx="131756" cy="146800"/>
          </a:xfrm>
          <a:custGeom xmlns:a="http://schemas.openxmlformats.org/drawingml/2006/main">
            <a:pathLst>
              <a:path w="131756" h="146800">
                <a:moveTo>
                  <a:pt x="124945" y="104639"/>
                </a:moveTo>
                <a:lnTo>
                  <a:pt x="124945" y="104639"/>
                </a:lnTo>
                <a:lnTo>
                  <a:pt x="124945" y="104639"/>
                </a:lnTo>
                <a:lnTo>
                  <a:pt x="124945" y="104639"/>
                </a:lnTo>
                <a:lnTo>
                  <a:pt x="124945" y="104639"/>
                </a:lnTo>
                <a:close/>
                <a:moveTo>
                  <a:pt x="65666" y="139266"/>
                </a:moveTo>
                <a:lnTo>
                  <a:pt x="65666" y="139266"/>
                </a:lnTo>
                <a:lnTo>
                  <a:pt x="65666" y="139266"/>
                </a:lnTo>
                <a:lnTo>
                  <a:pt x="65666" y="139266"/>
                </a:lnTo>
                <a:close/>
                <a:moveTo>
                  <a:pt x="124945" y="104639"/>
                </a:moveTo>
                <a:lnTo>
                  <a:pt x="121623" y="98952"/>
                </a:lnTo>
                <a:lnTo>
                  <a:pt x="62344" y="133578"/>
                </a:lnTo>
                <a:lnTo>
                  <a:pt x="65666" y="139266"/>
                </a:lnTo>
                <a:lnTo>
                  <a:pt x="65666" y="139266"/>
                </a:lnTo>
                <a:lnTo>
                  <a:pt x="65667" y="139266"/>
                </a:lnTo>
                <a:lnTo>
                  <a:pt x="124945" y="104639"/>
                </a:lnTo>
                <a:lnTo>
                  <a:pt x="124945" y="104639"/>
                </a:lnTo>
                <a:close/>
                <a:moveTo>
                  <a:pt x="65666" y="139266"/>
                </a:moveTo>
                <a:lnTo>
                  <a:pt x="68746" y="133443"/>
                </a:lnTo>
                <a:lnTo>
                  <a:pt x="9679" y="102204"/>
                </a:lnTo>
                <a:lnTo>
                  <a:pt x="6600" y="108027"/>
                </a:lnTo>
                <a:lnTo>
                  <a:pt x="6600" y="108027"/>
                </a:lnTo>
                <a:lnTo>
                  <a:pt x="65666" y="139266"/>
                </a:lnTo>
                <a:lnTo>
                  <a:pt x="65666" y="139266"/>
                </a:lnTo>
                <a:close/>
                <a:moveTo>
                  <a:pt x="6812" y="42162"/>
                </a:moveTo>
                <a:lnTo>
                  <a:pt x="6600" y="108027"/>
                </a:lnTo>
                <a:lnTo>
                  <a:pt x="6600" y="108027"/>
                </a:lnTo>
                <a:lnTo>
                  <a:pt x="13186" y="108048"/>
                </a:lnTo>
                <a:lnTo>
                  <a:pt x="13398" y="42183"/>
                </a:lnTo>
                <a:lnTo>
                  <a:pt x="6812" y="42161"/>
                </a:lnTo>
                <a:close/>
                <a:moveTo>
                  <a:pt x="6812" y="42162"/>
                </a:moveTo>
                <a:lnTo>
                  <a:pt x="6812" y="42162"/>
                </a:lnTo>
                <a:lnTo>
                  <a:pt x="10134" y="47849"/>
                </a:lnTo>
                <a:lnTo>
                  <a:pt x="69413" y="13222"/>
                </a:lnTo>
                <a:lnTo>
                  <a:pt x="66090" y="7535"/>
                </a:lnTo>
                <a:close/>
                <a:moveTo>
                  <a:pt x="66091" y="7535"/>
                </a:moveTo>
                <a:lnTo>
                  <a:pt x="66090" y="7536"/>
                </a:lnTo>
                <a:lnTo>
                  <a:pt x="63011" y="13357"/>
                </a:lnTo>
                <a:lnTo>
                  <a:pt x="122078" y="44596"/>
                </a:lnTo>
                <a:lnTo>
                  <a:pt x="125157" y="38774"/>
                </a:lnTo>
                <a:close/>
                <a:moveTo>
                  <a:pt x="125157" y="38774"/>
                </a:moveTo>
                <a:lnTo>
                  <a:pt x="125157" y="38774"/>
                </a:lnTo>
                <a:lnTo>
                  <a:pt x="118570" y="38753"/>
                </a:lnTo>
                <a:lnTo>
                  <a:pt x="118358" y="104618"/>
                </a:lnTo>
                <a:lnTo>
                  <a:pt x="124945" y="104639"/>
                </a:lnTo>
                <a:lnTo>
                  <a:pt x="124945" y="104639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1D9D69B1-6877-4299-B9D5-5883FDB8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4904" y="1927598"/>
            <a:ext cx="804349" cy="131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Video Prompt</a:t>
            </a:r>
          </a:p>
        </p:txBody>
      </p:sp>
      <p:sp>
        <p:nvSpPr>
          <p:cNvPr id="175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DE6232D1-B2AA-4886-A75D-18623091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7898" y="1927598"/>
            <a:ext cx="907329" cy="131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Extracted Skills</a:t>
            </a:r>
          </a:p>
        </p:txBody>
      </p:sp>
      <p:sp>
        <p:nvSpPr>
          <p:cNvPr id="176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5D046454-B8BB-4520-A324-B352E643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3076" y="1124040"/>
            <a:ext cx="750866" cy="13173"/>
          </a:xfrm>
          <a:custGeom xmlns:a="http://schemas.openxmlformats.org/drawingml/2006/main">
            <a:pathLst>
              <a:path w="750866" h="13173">
                <a:moveTo>
                  <a:pt x="750866" y="6587"/>
                </a:moveTo>
                <a:lnTo>
                  <a:pt x="750866" y="0"/>
                </a:lnTo>
                <a:lnTo>
                  <a:pt x="142140" y="0"/>
                </a:lnTo>
                <a:lnTo>
                  <a:pt x="142140" y="6587"/>
                </a:lnTo>
                <a:lnTo>
                  <a:pt x="142140" y="13173"/>
                </a:lnTo>
                <a:lnTo>
                  <a:pt x="750866" y="13173"/>
                </a:lnTo>
                <a:lnTo>
                  <a:pt x="750866" y="6587"/>
                </a:lnTo>
                <a:moveTo>
                  <a:pt x="142140" y="6587"/>
                </a:moveTo>
                <a:lnTo>
                  <a:pt x="142140" y="0"/>
                </a:lnTo>
                <a:lnTo>
                  <a:pt x="0" y="0"/>
                </a:lnTo>
                <a:lnTo>
                  <a:pt x="0" y="6587"/>
                </a:lnTo>
                <a:lnTo>
                  <a:pt x="0" y="13173"/>
                </a:lnTo>
                <a:lnTo>
                  <a:pt x="142140" y="13173"/>
                </a:lnTo>
                <a:lnTo>
                  <a:pt x="142140" y="6587"/>
                </a:lnTo>
              </a:path>
            </a:pathLst>
          </a:custGeom>
          <a:solidFill xmlns:a="http://schemas.openxmlformats.org/drawingml/2006/main">
            <a:srgbClr val="AFB0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43669DCF-4C84-46F1-B18E-BF771A2A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3268" y="1400675"/>
            <a:ext cx="1566103" cy="546683"/>
          </a:xfrm>
          <a:custGeom xmlns:a="http://schemas.openxmlformats.org/drawingml/2006/main">
            <a:pathLst>
              <a:path w="1566103" h="546683">
                <a:moveTo>
                  <a:pt x="1528076" y="546683"/>
                </a:moveTo>
                <a:lnTo>
                  <a:pt x="1490049" y="480817"/>
                </a:lnTo>
                <a:lnTo>
                  <a:pt x="1566103" y="480817"/>
                </a:lnTo>
                <a:lnTo>
                  <a:pt x="1528076" y="546683"/>
                </a:lnTo>
                <a:moveTo>
                  <a:pt x="1528076" y="6587"/>
                </a:moveTo>
                <a:lnTo>
                  <a:pt x="1528076" y="0"/>
                </a:lnTo>
                <a:lnTo>
                  <a:pt x="1534663" y="0"/>
                </a:lnTo>
                <a:lnTo>
                  <a:pt x="1534663" y="6587"/>
                </a:lnTo>
                <a:lnTo>
                  <a:pt x="1528076" y="6587"/>
                </a:lnTo>
                <a:moveTo>
                  <a:pt x="1528076" y="487404"/>
                </a:moveTo>
                <a:lnTo>
                  <a:pt x="1521490" y="487404"/>
                </a:lnTo>
                <a:lnTo>
                  <a:pt x="1521490" y="6587"/>
                </a:lnTo>
                <a:lnTo>
                  <a:pt x="1528076" y="6587"/>
                </a:lnTo>
                <a:lnTo>
                  <a:pt x="1534663" y="6587"/>
                </a:lnTo>
                <a:lnTo>
                  <a:pt x="1534663" y="487404"/>
                </a:lnTo>
                <a:lnTo>
                  <a:pt x="1528076" y="487404"/>
                </a:lnTo>
                <a:moveTo>
                  <a:pt x="1528076" y="6587"/>
                </a:moveTo>
                <a:lnTo>
                  <a:pt x="1528076" y="13173"/>
                </a:lnTo>
                <a:lnTo>
                  <a:pt x="0" y="13173"/>
                </a:lnTo>
                <a:lnTo>
                  <a:pt x="0" y="6587"/>
                </a:lnTo>
                <a:lnTo>
                  <a:pt x="0" y="0"/>
                </a:lnTo>
                <a:lnTo>
                  <a:pt x="1528076" y="0"/>
                </a:lnTo>
                <a:lnTo>
                  <a:pt x="1528076" y="6587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FF5123E4-12F4-42D2-BBD5-4C13283B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8172" y="1255771"/>
            <a:ext cx="935288" cy="13173"/>
          </a:xfrm>
          <a:custGeom xmlns:a="http://schemas.openxmlformats.org/drawingml/2006/main">
            <a:pathLst>
              <a:path w="935288" h="13173">
                <a:moveTo>
                  <a:pt x="935288" y="6587"/>
                </a:moveTo>
                <a:lnTo>
                  <a:pt x="935288" y="0"/>
                </a:lnTo>
                <a:lnTo>
                  <a:pt x="177050" y="0"/>
                </a:lnTo>
                <a:lnTo>
                  <a:pt x="177050" y="6587"/>
                </a:lnTo>
                <a:lnTo>
                  <a:pt x="177050" y="13173"/>
                </a:lnTo>
                <a:lnTo>
                  <a:pt x="935288" y="13173"/>
                </a:lnTo>
                <a:lnTo>
                  <a:pt x="935288" y="6587"/>
                </a:lnTo>
                <a:moveTo>
                  <a:pt x="177050" y="6587"/>
                </a:moveTo>
                <a:lnTo>
                  <a:pt x="177050" y="0"/>
                </a:lnTo>
                <a:lnTo>
                  <a:pt x="0" y="0"/>
                </a:lnTo>
                <a:lnTo>
                  <a:pt x="0" y="6587"/>
                </a:lnTo>
                <a:lnTo>
                  <a:pt x="0" y="13173"/>
                </a:lnTo>
                <a:lnTo>
                  <a:pt x="177050" y="13173"/>
                </a:lnTo>
                <a:lnTo>
                  <a:pt x="177050" y="6587"/>
                </a:lnTo>
              </a:path>
            </a:pathLst>
          </a:custGeom>
          <a:solidFill xmlns:a="http://schemas.openxmlformats.org/drawingml/2006/main">
            <a:srgbClr val="5E5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172C4C52-3910-4334-8F6B-DF40F9A7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8556" y="998896"/>
            <a:ext cx="1106538" cy="790385"/>
          </a:xfrm>
          <a:custGeom xmlns:a="http://schemas.openxmlformats.org/drawingml/2006/main">
            <a:pathLst>
              <a:path w="1106538" h="790385">
                <a:moveTo>
                  <a:pt x="0" y="197596"/>
                </a:moveTo>
                <a:cubicBezTo>
                  <a:pt x="0" y="88467"/>
                  <a:pt x="88467" y="0"/>
                  <a:pt x="197596" y="0"/>
                </a:cubicBezTo>
                <a:lnTo>
                  <a:pt x="908942" y="0"/>
                </a:lnTo>
                <a:cubicBezTo>
                  <a:pt x="1018072" y="0"/>
                  <a:pt x="1106538" y="88467"/>
                  <a:pt x="1106538" y="197596"/>
                </a:cubicBezTo>
                <a:lnTo>
                  <a:pt x="1106538" y="592789"/>
                </a:lnTo>
                <a:cubicBezTo>
                  <a:pt x="1106538" y="701918"/>
                  <a:pt x="1018072" y="790385"/>
                  <a:pt x="908942" y="790385"/>
                </a:cubicBezTo>
                <a:lnTo>
                  <a:pt x="197596" y="790385"/>
                </a:lnTo>
                <a:cubicBezTo>
                  <a:pt x="88467" y="790385"/>
                  <a:pt x="0" y="701918"/>
                  <a:pt x="0" y="592789"/>
                </a:cubicBezTo>
                <a:lnTo>
                  <a:pt x="0" y="197596"/>
                </a:lnTo>
              </a:path>
            </a:pathLst>
          </a:custGeom>
          <a:solidFill xmlns:a="http://schemas.openxmlformats.org/drawingml/2006/main">
            <a:srgbClr val="D9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A9922525-2F14-4FDC-8F03-BFE9E081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8796" y="979137"/>
            <a:ext cx="1146057" cy="829904"/>
          </a:xfrm>
          <a:custGeom xmlns:a="http://schemas.openxmlformats.org/drawingml/2006/main">
            <a:pathLst>
              <a:path w="1146057" h="829904">
                <a:moveTo>
                  <a:pt x="217356" y="19760"/>
                </a:moveTo>
                <a:lnTo>
                  <a:pt x="217356" y="39519"/>
                </a:lnTo>
                <a:lnTo>
                  <a:pt x="928701" y="39519"/>
                </a:lnTo>
                <a:lnTo>
                  <a:pt x="928701" y="19760"/>
                </a:lnTo>
                <a:lnTo>
                  <a:pt x="928701" y="19760"/>
                </a:lnTo>
                <a:lnTo>
                  <a:pt x="217356" y="19760"/>
                </a:lnTo>
                <a:lnTo>
                  <a:pt x="217356" y="19760"/>
                </a:lnTo>
                <a:lnTo>
                  <a:pt x="217356" y="19760"/>
                </a:lnTo>
                <a:close/>
                <a:moveTo>
                  <a:pt x="1126298" y="217356"/>
                </a:moveTo>
                <a:lnTo>
                  <a:pt x="1106538" y="217356"/>
                </a:lnTo>
                <a:lnTo>
                  <a:pt x="1106538" y="612548"/>
                </a:lnTo>
                <a:lnTo>
                  <a:pt x="1126298" y="612548"/>
                </a:lnTo>
                <a:lnTo>
                  <a:pt x="1126298" y="612548"/>
                </a:lnTo>
                <a:lnTo>
                  <a:pt x="1126298" y="612548"/>
                </a:lnTo>
                <a:lnTo>
                  <a:pt x="1126298" y="217356"/>
                </a:lnTo>
                <a:lnTo>
                  <a:pt x="1126298" y="217356"/>
                </a:lnTo>
                <a:close/>
                <a:moveTo>
                  <a:pt x="928701" y="810144"/>
                </a:moveTo>
                <a:lnTo>
                  <a:pt x="928701" y="790385"/>
                </a:lnTo>
                <a:lnTo>
                  <a:pt x="217356" y="790385"/>
                </a:lnTo>
                <a:lnTo>
                  <a:pt x="217356" y="810144"/>
                </a:lnTo>
                <a:close/>
                <a:moveTo>
                  <a:pt x="19760" y="612548"/>
                </a:moveTo>
                <a:lnTo>
                  <a:pt x="19760" y="612548"/>
                </a:lnTo>
                <a:lnTo>
                  <a:pt x="39519" y="612548"/>
                </a:lnTo>
                <a:lnTo>
                  <a:pt x="39519" y="217356"/>
                </a:lnTo>
                <a:lnTo>
                  <a:pt x="19760" y="217356"/>
                </a:lnTo>
                <a:close/>
                <a:moveTo>
                  <a:pt x="19763" y="613751"/>
                </a:moveTo>
                <a:lnTo>
                  <a:pt x="19774" y="614952"/>
                </a:lnTo>
                <a:lnTo>
                  <a:pt x="19792" y="616151"/>
                </a:lnTo>
                <a:lnTo>
                  <a:pt x="19817" y="617349"/>
                </a:lnTo>
                <a:lnTo>
                  <a:pt x="19849" y="618545"/>
                </a:lnTo>
                <a:lnTo>
                  <a:pt x="19888" y="619739"/>
                </a:lnTo>
                <a:lnTo>
                  <a:pt x="19934" y="620931"/>
                </a:lnTo>
                <a:lnTo>
                  <a:pt x="19988" y="622122"/>
                </a:lnTo>
                <a:lnTo>
                  <a:pt x="20048" y="623310"/>
                </a:lnTo>
                <a:lnTo>
                  <a:pt x="20115" y="624497"/>
                </a:lnTo>
                <a:lnTo>
                  <a:pt x="20189" y="625682"/>
                </a:lnTo>
                <a:lnTo>
                  <a:pt x="20271" y="626865"/>
                </a:lnTo>
                <a:lnTo>
                  <a:pt x="20359" y="628046"/>
                </a:lnTo>
                <a:lnTo>
                  <a:pt x="20454" y="629225"/>
                </a:lnTo>
                <a:lnTo>
                  <a:pt x="20556" y="630402"/>
                </a:lnTo>
                <a:lnTo>
                  <a:pt x="20664" y="631578"/>
                </a:lnTo>
                <a:lnTo>
                  <a:pt x="20780" y="632751"/>
                </a:lnTo>
                <a:lnTo>
                  <a:pt x="20902" y="633922"/>
                </a:lnTo>
                <a:lnTo>
                  <a:pt x="21032" y="635091"/>
                </a:lnTo>
                <a:lnTo>
                  <a:pt x="21168" y="636258"/>
                </a:lnTo>
                <a:lnTo>
                  <a:pt x="21311" y="637423"/>
                </a:lnTo>
                <a:lnTo>
                  <a:pt x="21460" y="638586"/>
                </a:lnTo>
                <a:lnTo>
                  <a:pt x="21617" y="639747"/>
                </a:lnTo>
                <a:lnTo>
                  <a:pt x="21780" y="640906"/>
                </a:lnTo>
                <a:lnTo>
                  <a:pt x="21949" y="642062"/>
                </a:lnTo>
                <a:lnTo>
                  <a:pt x="22126" y="643217"/>
                </a:lnTo>
                <a:lnTo>
                  <a:pt x="22309" y="644369"/>
                </a:lnTo>
                <a:lnTo>
                  <a:pt x="22498" y="645519"/>
                </a:lnTo>
                <a:lnTo>
                  <a:pt x="22695" y="646666"/>
                </a:lnTo>
                <a:lnTo>
                  <a:pt x="22897" y="647812"/>
                </a:lnTo>
                <a:lnTo>
                  <a:pt x="23107" y="648955"/>
                </a:lnTo>
                <a:lnTo>
                  <a:pt x="23323" y="650096"/>
                </a:lnTo>
                <a:lnTo>
                  <a:pt x="23545" y="651234"/>
                </a:lnTo>
                <a:lnTo>
                  <a:pt x="23774" y="652370"/>
                </a:lnTo>
                <a:lnTo>
                  <a:pt x="24010" y="653504"/>
                </a:lnTo>
                <a:lnTo>
                  <a:pt x="24252" y="654636"/>
                </a:lnTo>
                <a:lnTo>
                  <a:pt x="24500" y="655765"/>
                </a:lnTo>
                <a:lnTo>
                  <a:pt x="24755" y="656891"/>
                </a:lnTo>
                <a:lnTo>
                  <a:pt x="25016" y="658015"/>
                </a:lnTo>
                <a:lnTo>
                  <a:pt x="25284" y="659137"/>
                </a:lnTo>
                <a:lnTo>
                  <a:pt x="25558" y="660256"/>
                </a:lnTo>
                <a:lnTo>
                  <a:pt x="25838" y="661373"/>
                </a:lnTo>
                <a:lnTo>
                  <a:pt x="26125" y="662487"/>
                </a:lnTo>
                <a:lnTo>
                  <a:pt x="26418" y="663599"/>
                </a:lnTo>
                <a:lnTo>
                  <a:pt x="26717" y="664708"/>
                </a:lnTo>
                <a:lnTo>
                  <a:pt x="27023" y="665814"/>
                </a:lnTo>
                <a:lnTo>
                  <a:pt x="27334" y="666918"/>
                </a:lnTo>
                <a:lnTo>
                  <a:pt x="27652" y="668019"/>
                </a:lnTo>
                <a:lnTo>
                  <a:pt x="27976" y="669118"/>
                </a:lnTo>
                <a:lnTo>
                  <a:pt x="28307" y="670214"/>
                </a:lnTo>
                <a:lnTo>
                  <a:pt x="28643" y="671307"/>
                </a:lnTo>
                <a:lnTo>
                  <a:pt x="28986" y="672397"/>
                </a:lnTo>
                <a:lnTo>
                  <a:pt x="29335" y="673485"/>
                </a:lnTo>
                <a:lnTo>
                  <a:pt x="29690" y="674570"/>
                </a:lnTo>
                <a:lnTo>
                  <a:pt x="30051" y="675653"/>
                </a:lnTo>
                <a:lnTo>
                  <a:pt x="30418" y="676732"/>
                </a:lnTo>
                <a:lnTo>
                  <a:pt x="30791" y="677809"/>
                </a:lnTo>
                <a:lnTo>
                  <a:pt x="31170" y="678883"/>
                </a:lnTo>
                <a:lnTo>
                  <a:pt x="31555" y="679954"/>
                </a:lnTo>
                <a:lnTo>
                  <a:pt x="31946" y="681022"/>
                </a:lnTo>
                <a:lnTo>
                  <a:pt x="32343" y="682087"/>
                </a:lnTo>
                <a:lnTo>
                  <a:pt x="32746" y="683149"/>
                </a:lnTo>
                <a:lnTo>
                  <a:pt x="33155" y="684209"/>
                </a:lnTo>
                <a:lnTo>
                  <a:pt x="33570" y="685265"/>
                </a:lnTo>
                <a:lnTo>
                  <a:pt x="33991" y="686319"/>
                </a:lnTo>
                <a:lnTo>
                  <a:pt x="34417" y="687369"/>
                </a:lnTo>
                <a:lnTo>
                  <a:pt x="34850" y="688417"/>
                </a:lnTo>
                <a:lnTo>
                  <a:pt x="35288" y="689461"/>
                </a:lnTo>
                <a:lnTo>
                  <a:pt x="35732" y="690503"/>
                </a:lnTo>
                <a:lnTo>
                  <a:pt x="36182" y="691541"/>
                </a:lnTo>
                <a:lnTo>
                  <a:pt x="36637" y="692576"/>
                </a:lnTo>
                <a:lnTo>
                  <a:pt x="37099" y="693608"/>
                </a:lnTo>
                <a:lnTo>
                  <a:pt x="37566" y="694637"/>
                </a:lnTo>
                <a:lnTo>
                  <a:pt x="38038" y="695663"/>
                </a:lnTo>
                <a:lnTo>
                  <a:pt x="38517" y="696686"/>
                </a:lnTo>
                <a:lnTo>
                  <a:pt x="39001" y="697705"/>
                </a:lnTo>
                <a:lnTo>
                  <a:pt x="39490" y="698722"/>
                </a:lnTo>
                <a:lnTo>
                  <a:pt x="39986" y="699735"/>
                </a:lnTo>
                <a:lnTo>
                  <a:pt x="40487" y="700745"/>
                </a:lnTo>
                <a:lnTo>
                  <a:pt x="40993" y="701751"/>
                </a:lnTo>
                <a:lnTo>
                  <a:pt x="41505" y="702754"/>
                </a:lnTo>
                <a:lnTo>
                  <a:pt x="42023" y="703754"/>
                </a:lnTo>
                <a:lnTo>
                  <a:pt x="42546" y="704751"/>
                </a:lnTo>
                <a:lnTo>
                  <a:pt x="43075" y="705744"/>
                </a:lnTo>
                <a:lnTo>
                  <a:pt x="43609" y="706734"/>
                </a:lnTo>
                <a:lnTo>
                  <a:pt x="44148" y="707720"/>
                </a:lnTo>
                <a:lnTo>
                  <a:pt x="44693" y="708703"/>
                </a:lnTo>
                <a:lnTo>
                  <a:pt x="45243" y="709683"/>
                </a:lnTo>
                <a:lnTo>
                  <a:pt x="45799" y="710659"/>
                </a:lnTo>
                <a:lnTo>
                  <a:pt x="46360" y="711632"/>
                </a:lnTo>
                <a:lnTo>
                  <a:pt x="46927" y="712601"/>
                </a:lnTo>
                <a:lnTo>
                  <a:pt x="47499" y="713567"/>
                </a:lnTo>
                <a:lnTo>
                  <a:pt x="48076" y="714529"/>
                </a:lnTo>
                <a:lnTo>
                  <a:pt x="48658" y="715488"/>
                </a:lnTo>
                <a:lnTo>
                  <a:pt x="49246" y="716443"/>
                </a:lnTo>
                <a:lnTo>
                  <a:pt x="49839" y="717394"/>
                </a:lnTo>
                <a:lnTo>
                  <a:pt x="50437" y="718342"/>
                </a:lnTo>
                <a:lnTo>
                  <a:pt x="51041" y="719286"/>
                </a:lnTo>
                <a:lnTo>
                  <a:pt x="51649" y="720226"/>
                </a:lnTo>
                <a:lnTo>
                  <a:pt x="52263" y="721163"/>
                </a:lnTo>
                <a:lnTo>
                  <a:pt x="52882" y="722096"/>
                </a:lnTo>
                <a:lnTo>
                  <a:pt x="53506" y="723026"/>
                </a:lnTo>
                <a:lnTo>
                  <a:pt x="54135" y="723951"/>
                </a:lnTo>
                <a:lnTo>
                  <a:pt x="54770" y="724873"/>
                </a:lnTo>
                <a:lnTo>
                  <a:pt x="55409" y="725791"/>
                </a:lnTo>
                <a:lnTo>
                  <a:pt x="56053" y="726706"/>
                </a:lnTo>
                <a:lnTo>
                  <a:pt x="56703" y="727616"/>
                </a:lnTo>
                <a:lnTo>
                  <a:pt x="57357" y="728523"/>
                </a:lnTo>
                <a:lnTo>
                  <a:pt x="58017" y="729426"/>
                </a:lnTo>
                <a:lnTo>
                  <a:pt x="58681" y="730325"/>
                </a:lnTo>
                <a:lnTo>
                  <a:pt x="59350" y="731220"/>
                </a:lnTo>
                <a:lnTo>
                  <a:pt x="60025" y="732111"/>
                </a:lnTo>
                <a:lnTo>
                  <a:pt x="60704" y="732998"/>
                </a:lnTo>
                <a:lnTo>
                  <a:pt x="61388" y="733881"/>
                </a:lnTo>
                <a:lnTo>
                  <a:pt x="62077" y="734761"/>
                </a:lnTo>
                <a:lnTo>
                  <a:pt x="62771" y="735636"/>
                </a:lnTo>
                <a:lnTo>
                  <a:pt x="63469" y="736507"/>
                </a:lnTo>
                <a:lnTo>
                  <a:pt x="64173" y="737374"/>
                </a:lnTo>
                <a:lnTo>
                  <a:pt x="64881" y="738237"/>
                </a:lnTo>
                <a:lnTo>
                  <a:pt x="65594" y="739096"/>
                </a:lnTo>
                <a:lnTo>
                  <a:pt x="66312" y="739951"/>
                </a:lnTo>
                <a:lnTo>
                  <a:pt x="67034" y="740802"/>
                </a:lnTo>
                <a:lnTo>
                  <a:pt x="67762" y="741649"/>
                </a:lnTo>
                <a:lnTo>
                  <a:pt x="68493" y="742491"/>
                </a:lnTo>
                <a:lnTo>
                  <a:pt x="69230" y="743330"/>
                </a:lnTo>
                <a:lnTo>
                  <a:pt x="69971" y="744164"/>
                </a:lnTo>
                <a:lnTo>
                  <a:pt x="70717" y="744994"/>
                </a:lnTo>
                <a:lnTo>
                  <a:pt x="71467" y="745819"/>
                </a:lnTo>
                <a:lnTo>
                  <a:pt x="72222" y="746641"/>
                </a:lnTo>
                <a:lnTo>
                  <a:pt x="72982" y="747458"/>
                </a:lnTo>
                <a:lnTo>
                  <a:pt x="73746" y="748271"/>
                </a:lnTo>
                <a:lnTo>
                  <a:pt x="74515" y="749079"/>
                </a:lnTo>
                <a:lnTo>
                  <a:pt x="75288" y="749883"/>
                </a:lnTo>
                <a:lnTo>
                  <a:pt x="76066" y="750683"/>
                </a:lnTo>
                <a:lnTo>
                  <a:pt x="76848" y="751478"/>
                </a:lnTo>
                <a:lnTo>
                  <a:pt x="77634" y="752269"/>
                </a:lnTo>
                <a:lnTo>
                  <a:pt x="78425" y="753056"/>
                </a:lnTo>
                <a:lnTo>
                  <a:pt x="79221" y="753838"/>
                </a:lnTo>
                <a:lnTo>
                  <a:pt x="80020" y="754616"/>
                </a:lnTo>
                <a:lnTo>
                  <a:pt x="80825" y="755389"/>
                </a:lnTo>
                <a:lnTo>
                  <a:pt x="81633" y="756158"/>
                </a:lnTo>
                <a:lnTo>
                  <a:pt x="82446" y="756922"/>
                </a:lnTo>
                <a:lnTo>
                  <a:pt x="83263" y="757681"/>
                </a:lnTo>
                <a:lnTo>
                  <a:pt x="84084" y="758436"/>
                </a:lnTo>
                <a:lnTo>
                  <a:pt x="84910" y="759187"/>
                </a:lnTo>
                <a:lnTo>
                  <a:pt x="85740" y="759933"/>
                </a:lnTo>
                <a:lnTo>
                  <a:pt x="86574" y="760674"/>
                </a:lnTo>
                <a:lnTo>
                  <a:pt x="87412" y="761410"/>
                </a:lnTo>
                <a:lnTo>
                  <a:pt x="88255" y="762142"/>
                </a:lnTo>
                <a:lnTo>
                  <a:pt x="89102" y="762869"/>
                </a:lnTo>
                <a:lnTo>
                  <a:pt x="89952" y="763592"/>
                </a:lnTo>
                <a:lnTo>
                  <a:pt x="90807" y="764310"/>
                </a:lnTo>
                <a:lnTo>
                  <a:pt x="91666" y="765023"/>
                </a:lnTo>
                <a:lnTo>
                  <a:pt x="92529" y="765731"/>
                </a:lnTo>
                <a:lnTo>
                  <a:pt x="93397" y="766434"/>
                </a:lnTo>
                <a:lnTo>
                  <a:pt x="94268" y="767133"/>
                </a:lnTo>
                <a:lnTo>
                  <a:pt x="95143" y="767827"/>
                </a:lnTo>
                <a:lnTo>
                  <a:pt x="96022" y="768516"/>
                </a:lnTo>
                <a:lnTo>
                  <a:pt x="96906" y="769200"/>
                </a:lnTo>
                <a:lnTo>
                  <a:pt x="97793" y="769879"/>
                </a:lnTo>
                <a:lnTo>
                  <a:pt x="98684" y="770553"/>
                </a:lnTo>
                <a:lnTo>
                  <a:pt x="99579" y="771223"/>
                </a:lnTo>
                <a:lnTo>
                  <a:pt x="100478" y="771887"/>
                </a:lnTo>
                <a:lnTo>
                  <a:pt x="101381" y="772547"/>
                </a:lnTo>
                <a:lnTo>
                  <a:pt x="102287" y="773201"/>
                </a:lnTo>
                <a:lnTo>
                  <a:pt x="103198" y="773850"/>
                </a:lnTo>
                <a:lnTo>
                  <a:pt x="104112" y="774495"/>
                </a:lnTo>
                <a:lnTo>
                  <a:pt x="105030" y="775134"/>
                </a:lnTo>
                <a:lnTo>
                  <a:pt x="105952" y="775769"/>
                </a:lnTo>
                <a:lnTo>
                  <a:pt x="106878" y="776398"/>
                </a:lnTo>
                <a:lnTo>
                  <a:pt x="107807" y="777022"/>
                </a:lnTo>
                <a:lnTo>
                  <a:pt x="108741" y="777641"/>
                </a:lnTo>
                <a:lnTo>
                  <a:pt x="109677" y="778255"/>
                </a:lnTo>
                <a:lnTo>
                  <a:pt x="110618" y="778863"/>
                </a:lnTo>
                <a:lnTo>
                  <a:pt x="111562" y="779467"/>
                </a:lnTo>
                <a:lnTo>
                  <a:pt x="112510" y="780065"/>
                </a:lnTo>
                <a:lnTo>
                  <a:pt x="113461" y="780658"/>
                </a:lnTo>
                <a:lnTo>
                  <a:pt x="114416" y="781245"/>
                </a:lnTo>
                <a:lnTo>
                  <a:pt x="115375" y="781828"/>
                </a:lnTo>
                <a:lnTo>
                  <a:pt x="116337" y="782405"/>
                </a:lnTo>
                <a:lnTo>
                  <a:pt x="117303" y="782977"/>
                </a:lnTo>
                <a:lnTo>
                  <a:pt x="118272" y="783543"/>
                </a:lnTo>
                <a:lnTo>
                  <a:pt x="119244" y="784105"/>
                </a:lnTo>
                <a:lnTo>
                  <a:pt x="120221" y="784660"/>
                </a:lnTo>
                <a:lnTo>
                  <a:pt x="121200" y="785211"/>
                </a:lnTo>
                <a:lnTo>
                  <a:pt x="122183" y="785756"/>
                </a:lnTo>
                <a:lnTo>
                  <a:pt x="123170" y="786295"/>
                </a:lnTo>
                <a:lnTo>
                  <a:pt x="124160" y="786829"/>
                </a:lnTo>
                <a:lnTo>
                  <a:pt x="125153" y="787358"/>
                </a:lnTo>
                <a:lnTo>
                  <a:pt x="126149" y="787881"/>
                </a:lnTo>
                <a:lnTo>
                  <a:pt x="127149" y="788399"/>
                </a:lnTo>
                <a:lnTo>
                  <a:pt x="128153" y="788911"/>
                </a:lnTo>
                <a:lnTo>
                  <a:pt x="129159" y="789417"/>
                </a:lnTo>
                <a:lnTo>
                  <a:pt x="130169" y="789918"/>
                </a:lnTo>
                <a:lnTo>
                  <a:pt x="131182" y="790413"/>
                </a:lnTo>
                <a:lnTo>
                  <a:pt x="132198" y="790903"/>
                </a:lnTo>
                <a:lnTo>
                  <a:pt x="133218" y="791387"/>
                </a:lnTo>
                <a:lnTo>
                  <a:pt x="134240" y="791866"/>
                </a:lnTo>
                <a:lnTo>
                  <a:pt x="135266" y="792338"/>
                </a:lnTo>
                <a:lnTo>
                  <a:pt x="136295" y="792805"/>
                </a:lnTo>
                <a:lnTo>
                  <a:pt x="137327" y="793267"/>
                </a:lnTo>
                <a:lnTo>
                  <a:pt x="138363" y="793722"/>
                </a:lnTo>
                <a:lnTo>
                  <a:pt x="139401" y="794172"/>
                </a:lnTo>
                <a:lnTo>
                  <a:pt x="140443" y="794616"/>
                </a:lnTo>
                <a:lnTo>
                  <a:pt x="141487" y="795054"/>
                </a:lnTo>
                <a:lnTo>
                  <a:pt x="142534" y="795487"/>
                </a:lnTo>
                <a:lnTo>
                  <a:pt x="143585" y="795913"/>
                </a:lnTo>
                <a:lnTo>
                  <a:pt x="144638" y="796334"/>
                </a:lnTo>
                <a:lnTo>
                  <a:pt x="145695" y="796749"/>
                </a:lnTo>
                <a:lnTo>
                  <a:pt x="146754" y="797158"/>
                </a:lnTo>
                <a:lnTo>
                  <a:pt x="147817" y="797561"/>
                </a:lnTo>
                <a:lnTo>
                  <a:pt x="148882" y="797958"/>
                </a:lnTo>
                <a:lnTo>
                  <a:pt x="149950" y="798349"/>
                </a:lnTo>
                <a:lnTo>
                  <a:pt x="151021" y="798734"/>
                </a:lnTo>
                <a:lnTo>
                  <a:pt x="152095" y="799113"/>
                </a:lnTo>
                <a:lnTo>
                  <a:pt x="153172" y="799486"/>
                </a:lnTo>
                <a:lnTo>
                  <a:pt x="154251" y="799853"/>
                </a:lnTo>
                <a:lnTo>
                  <a:pt x="155333" y="800214"/>
                </a:lnTo>
                <a:lnTo>
                  <a:pt x="156418" y="800569"/>
                </a:lnTo>
                <a:lnTo>
                  <a:pt x="157506" y="800918"/>
                </a:lnTo>
                <a:lnTo>
                  <a:pt x="158597" y="801260"/>
                </a:lnTo>
                <a:lnTo>
                  <a:pt x="159690" y="801597"/>
                </a:lnTo>
                <a:lnTo>
                  <a:pt x="160786" y="801927"/>
                </a:lnTo>
                <a:lnTo>
                  <a:pt x="161885" y="802252"/>
                </a:lnTo>
                <a:lnTo>
                  <a:pt x="162986" y="802570"/>
                </a:lnTo>
                <a:lnTo>
                  <a:pt x="164090" y="802881"/>
                </a:lnTo>
                <a:lnTo>
                  <a:pt x="165196" y="803187"/>
                </a:lnTo>
                <a:lnTo>
                  <a:pt x="166305" y="803486"/>
                </a:lnTo>
                <a:lnTo>
                  <a:pt x="167417" y="803779"/>
                </a:lnTo>
                <a:lnTo>
                  <a:pt x="168531" y="804066"/>
                </a:lnTo>
                <a:lnTo>
                  <a:pt x="169648" y="804346"/>
                </a:lnTo>
                <a:lnTo>
                  <a:pt x="170767" y="804620"/>
                </a:lnTo>
                <a:lnTo>
                  <a:pt x="171888" y="804888"/>
                </a:lnTo>
                <a:lnTo>
                  <a:pt x="173013" y="805149"/>
                </a:lnTo>
                <a:lnTo>
                  <a:pt x="174139" y="805404"/>
                </a:lnTo>
                <a:lnTo>
                  <a:pt x="175268" y="805652"/>
                </a:lnTo>
                <a:lnTo>
                  <a:pt x="176400" y="805894"/>
                </a:lnTo>
                <a:lnTo>
                  <a:pt x="177533" y="806130"/>
                </a:lnTo>
                <a:lnTo>
                  <a:pt x="178670" y="806359"/>
                </a:lnTo>
                <a:lnTo>
                  <a:pt x="179808" y="806581"/>
                </a:lnTo>
                <a:lnTo>
                  <a:pt x="180949" y="806797"/>
                </a:lnTo>
                <a:lnTo>
                  <a:pt x="182092" y="807006"/>
                </a:lnTo>
                <a:lnTo>
                  <a:pt x="183237" y="807209"/>
                </a:lnTo>
                <a:lnTo>
                  <a:pt x="184385" y="807406"/>
                </a:lnTo>
                <a:lnTo>
                  <a:pt x="185535" y="807595"/>
                </a:lnTo>
                <a:lnTo>
                  <a:pt x="186687" y="807778"/>
                </a:lnTo>
                <a:lnTo>
                  <a:pt x="187841" y="807955"/>
                </a:lnTo>
                <a:lnTo>
                  <a:pt x="188998" y="808124"/>
                </a:lnTo>
                <a:lnTo>
                  <a:pt x="190157" y="808287"/>
                </a:lnTo>
                <a:lnTo>
                  <a:pt x="191317" y="808444"/>
                </a:lnTo>
                <a:lnTo>
                  <a:pt x="192480" y="808593"/>
                </a:lnTo>
                <a:lnTo>
                  <a:pt x="193645" y="808736"/>
                </a:lnTo>
                <a:lnTo>
                  <a:pt x="194812" y="808872"/>
                </a:lnTo>
                <a:lnTo>
                  <a:pt x="195982" y="809001"/>
                </a:lnTo>
                <a:lnTo>
                  <a:pt x="197153" y="809124"/>
                </a:lnTo>
                <a:lnTo>
                  <a:pt x="198326" y="809239"/>
                </a:lnTo>
                <a:lnTo>
                  <a:pt x="199501" y="809348"/>
                </a:lnTo>
                <a:lnTo>
                  <a:pt x="200679" y="809450"/>
                </a:lnTo>
                <a:lnTo>
                  <a:pt x="201858" y="809545"/>
                </a:lnTo>
                <a:lnTo>
                  <a:pt x="203039" y="809633"/>
                </a:lnTo>
                <a:lnTo>
                  <a:pt x="204222" y="809714"/>
                </a:lnTo>
                <a:lnTo>
                  <a:pt x="205407" y="809789"/>
                </a:lnTo>
                <a:lnTo>
                  <a:pt x="206594" y="809856"/>
                </a:lnTo>
                <a:lnTo>
                  <a:pt x="207782" y="809916"/>
                </a:lnTo>
                <a:lnTo>
                  <a:pt x="208973" y="809969"/>
                </a:lnTo>
                <a:lnTo>
                  <a:pt x="210165" y="810016"/>
                </a:lnTo>
                <a:lnTo>
                  <a:pt x="211359" y="810055"/>
                </a:lnTo>
                <a:lnTo>
                  <a:pt x="212555" y="810087"/>
                </a:lnTo>
                <a:lnTo>
                  <a:pt x="213753" y="810112"/>
                </a:lnTo>
                <a:lnTo>
                  <a:pt x="214952" y="810130"/>
                </a:lnTo>
                <a:lnTo>
                  <a:pt x="216153" y="810140"/>
                </a:lnTo>
                <a:lnTo>
                  <a:pt x="217356" y="810144"/>
                </a:lnTo>
                <a:lnTo>
                  <a:pt x="217356" y="810144"/>
                </a:lnTo>
                <a:lnTo>
                  <a:pt x="217356" y="790385"/>
                </a:lnTo>
                <a:lnTo>
                  <a:pt x="216269" y="790381"/>
                </a:lnTo>
                <a:lnTo>
                  <a:pt x="215184" y="790372"/>
                </a:lnTo>
                <a:lnTo>
                  <a:pt x="214101" y="790355"/>
                </a:lnTo>
                <a:lnTo>
                  <a:pt x="213019" y="790333"/>
                </a:lnTo>
                <a:lnTo>
                  <a:pt x="211939" y="790304"/>
                </a:lnTo>
                <a:lnTo>
                  <a:pt x="210860" y="790268"/>
                </a:lnTo>
                <a:lnTo>
                  <a:pt x="209783" y="790226"/>
                </a:lnTo>
                <a:lnTo>
                  <a:pt x="208708" y="790178"/>
                </a:lnTo>
                <a:lnTo>
                  <a:pt x="207634" y="790123"/>
                </a:lnTo>
                <a:lnTo>
                  <a:pt x="206562" y="790062"/>
                </a:lnTo>
                <a:lnTo>
                  <a:pt x="205492" y="789995"/>
                </a:lnTo>
                <a:lnTo>
                  <a:pt x="204423" y="789922"/>
                </a:lnTo>
                <a:lnTo>
                  <a:pt x="203356" y="789842"/>
                </a:lnTo>
                <a:lnTo>
                  <a:pt x="202291" y="789756"/>
                </a:lnTo>
                <a:lnTo>
                  <a:pt x="201228" y="789663"/>
                </a:lnTo>
                <a:lnTo>
                  <a:pt x="200167" y="789565"/>
                </a:lnTo>
                <a:lnTo>
                  <a:pt x="199107" y="789460"/>
                </a:lnTo>
                <a:lnTo>
                  <a:pt x="198049" y="789349"/>
                </a:lnTo>
                <a:lnTo>
                  <a:pt x="196993" y="789232"/>
                </a:lnTo>
                <a:lnTo>
                  <a:pt x="195939" y="789108"/>
                </a:lnTo>
                <a:lnTo>
                  <a:pt x="194887" y="788979"/>
                </a:lnTo>
                <a:lnTo>
                  <a:pt x="193836" y="788843"/>
                </a:lnTo>
                <a:lnTo>
                  <a:pt x="192788" y="788701"/>
                </a:lnTo>
                <a:lnTo>
                  <a:pt x="191741" y="788554"/>
                </a:lnTo>
                <a:lnTo>
                  <a:pt x="190697" y="788400"/>
                </a:lnTo>
                <a:lnTo>
                  <a:pt x="189654" y="788240"/>
                </a:lnTo>
                <a:lnTo>
                  <a:pt x="188614" y="788074"/>
                </a:lnTo>
                <a:lnTo>
                  <a:pt x="187575" y="787902"/>
                </a:lnTo>
                <a:lnTo>
                  <a:pt x="186539" y="787724"/>
                </a:lnTo>
                <a:lnTo>
                  <a:pt x="185504" y="787540"/>
                </a:lnTo>
                <a:lnTo>
                  <a:pt x="184472" y="787350"/>
                </a:lnTo>
                <a:lnTo>
                  <a:pt x="183442" y="787155"/>
                </a:lnTo>
                <a:lnTo>
                  <a:pt x="182413" y="786953"/>
                </a:lnTo>
                <a:lnTo>
                  <a:pt x="181387" y="786745"/>
                </a:lnTo>
                <a:lnTo>
                  <a:pt x="180363" y="786532"/>
                </a:lnTo>
                <a:lnTo>
                  <a:pt x="179342" y="786313"/>
                </a:lnTo>
                <a:lnTo>
                  <a:pt x="178322" y="786087"/>
                </a:lnTo>
                <a:lnTo>
                  <a:pt x="177305" y="785856"/>
                </a:lnTo>
                <a:lnTo>
                  <a:pt x="176290" y="785620"/>
                </a:lnTo>
                <a:lnTo>
                  <a:pt x="175277" y="785377"/>
                </a:lnTo>
                <a:lnTo>
                  <a:pt x="174266" y="785129"/>
                </a:lnTo>
                <a:lnTo>
                  <a:pt x="173258" y="784875"/>
                </a:lnTo>
                <a:lnTo>
                  <a:pt x="172252" y="784615"/>
                </a:lnTo>
                <a:lnTo>
                  <a:pt x="171248" y="784349"/>
                </a:lnTo>
                <a:lnTo>
                  <a:pt x="170246" y="784078"/>
                </a:lnTo>
                <a:lnTo>
                  <a:pt x="169247" y="783801"/>
                </a:lnTo>
                <a:lnTo>
                  <a:pt x="168251" y="783518"/>
                </a:lnTo>
                <a:lnTo>
                  <a:pt x="167256" y="783230"/>
                </a:lnTo>
                <a:lnTo>
                  <a:pt x="166264" y="782936"/>
                </a:lnTo>
                <a:lnTo>
                  <a:pt x="165275" y="782637"/>
                </a:lnTo>
                <a:lnTo>
                  <a:pt x="164288" y="782332"/>
                </a:lnTo>
                <a:lnTo>
                  <a:pt x="163303" y="782021"/>
                </a:lnTo>
                <a:lnTo>
                  <a:pt x="162321" y="781705"/>
                </a:lnTo>
                <a:lnTo>
                  <a:pt x="161341" y="781383"/>
                </a:lnTo>
                <a:lnTo>
                  <a:pt x="160364" y="781056"/>
                </a:lnTo>
                <a:lnTo>
                  <a:pt x="159389" y="780723"/>
                </a:lnTo>
                <a:lnTo>
                  <a:pt x="158417" y="780385"/>
                </a:lnTo>
                <a:lnTo>
                  <a:pt x="157448" y="780042"/>
                </a:lnTo>
                <a:lnTo>
                  <a:pt x="156481" y="779693"/>
                </a:lnTo>
                <a:lnTo>
                  <a:pt x="155517" y="779338"/>
                </a:lnTo>
                <a:lnTo>
                  <a:pt x="154555" y="778978"/>
                </a:lnTo>
                <a:lnTo>
                  <a:pt x="153596" y="778613"/>
                </a:lnTo>
                <a:lnTo>
                  <a:pt x="152640" y="778242"/>
                </a:lnTo>
                <a:lnTo>
                  <a:pt x="151686" y="777866"/>
                </a:lnTo>
                <a:lnTo>
                  <a:pt x="150735" y="777485"/>
                </a:lnTo>
                <a:lnTo>
                  <a:pt x="149787" y="777099"/>
                </a:lnTo>
                <a:lnTo>
                  <a:pt x="148841" y="776707"/>
                </a:lnTo>
                <a:lnTo>
                  <a:pt x="147898" y="776310"/>
                </a:lnTo>
                <a:lnTo>
                  <a:pt x="146958" y="775907"/>
                </a:lnTo>
                <a:lnTo>
                  <a:pt x="146021" y="775499"/>
                </a:lnTo>
                <a:lnTo>
                  <a:pt x="145086" y="775087"/>
                </a:lnTo>
                <a:lnTo>
                  <a:pt x="144155" y="774669"/>
                </a:lnTo>
                <a:lnTo>
                  <a:pt x="143226" y="774245"/>
                </a:lnTo>
                <a:lnTo>
                  <a:pt x="142300" y="773817"/>
                </a:lnTo>
                <a:lnTo>
                  <a:pt x="141377" y="773383"/>
                </a:lnTo>
                <a:lnTo>
                  <a:pt x="140457" y="772945"/>
                </a:lnTo>
                <a:lnTo>
                  <a:pt x="139540" y="772501"/>
                </a:lnTo>
                <a:lnTo>
                  <a:pt x="138626" y="772052"/>
                </a:lnTo>
                <a:lnTo>
                  <a:pt x="137714" y="771598"/>
                </a:lnTo>
                <a:lnTo>
                  <a:pt x="136806" y="771139"/>
                </a:lnTo>
                <a:lnTo>
                  <a:pt x="135901" y="770675"/>
                </a:lnTo>
                <a:lnTo>
                  <a:pt x="134998" y="770206"/>
                </a:lnTo>
                <a:lnTo>
                  <a:pt x="134099" y="769732"/>
                </a:lnTo>
                <a:lnTo>
                  <a:pt x="133203" y="769253"/>
                </a:lnTo>
                <a:lnTo>
                  <a:pt x="132309" y="768769"/>
                </a:lnTo>
                <a:lnTo>
                  <a:pt x="131419" y="768280"/>
                </a:lnTo>
                <a:lnTo>
                  <a:pt x="130532" y="767786"/>
                </a:lnTo>
                <a:lnTo>
                  <a:pt x="129648" y="767287"/>
                </a:lnTo>
                <a:lnTo>
                  <a:pt x="128768" y="766784"/>
                </a:lnTo>
                <a:lnTo>
                  <a:pt x="127890" y="766275"/>
                </a:lnTo>
                <a:lnTo>
                  <a:pt x="127015" y="765762"/>
                </a:lnTo>
                <a:lnTo>
                  <a:pt x="126144" y="765244"/>
                </a:lnTo>
                <a:lnTo>
                  <a:pt x="125276" y="764721"/>
                </a:lnTo>
                <a:lnTo>
                  <a:pt x="124411" y="764193"/>
                </a:lnTo>
                <a:lnTo>
                  <a:pt x="123550" y="763660"/>
                </a:lnTo>
                <a:lnTo>
                  <a:pt x="122692" y="763123"/>
                </a:lnTo>
                <a:lnTo>
                  <a:pt x="121837" y="762581"/>
                </a:lnTo>
                <a:lnTo>
                  <a:pt x="120985" y="762034"/>
                </a:lnTo>
                <a:lnTo>
                  <a:pt x="120137" y="761483"/>
                </a:lnTo>
                <a:lnTo>
                  <a:pt x="119291" y="760927"/>
                </a:lnTo>
                <a:lnTo>
                  <a:pt x="118450" y="760366"/>
                </a:lnTo>
                <a:lnTo>
                  <a:pt x="117612" y="759800"/>
                </a:lnTo>
                <a:lnTo>
                  <a:pt x="116777" y="759230"/>
                </a:lnTo>
                <a:lnTo>
                  <a:pt x="115945" y="758655"/>
                </a:lnTo>
                <a:lnTo>
                  <a:pt x="115117" y="758076"/>
                </a:lnTo>
                <a:lnTo>
                  <a:pt x="114292" y="757492"/>
                </a:lnTo>
                <a:lnTo>
                  <a:pt x="113471" y="756904"/>
                </a:lnTo>
                <a:lnTo>
                  <a:pt x="112654" y="756311"/>
                </a:lnTo>
                <a:lnTo>
                  <a:pt x="111840" y="755713"/>
                </a:lnTo>
                <a:lnTo>
                  <a:pt x="111029" y="755111"/>
                </a:lnTo>
                <a:lnTo>
                  <a:pt x="110222" y="754505"/>
                </a:lnTo>
                <a:lnTo>
                  <a:pt x="109418" y="753894"/>
                </a:lnTo>
                <a:lnTo>
                  <a:pt x="108618" y="753279"/>
                </a:lnTo>
                <a:lnTo>
                  <a:pt x="107822" y="752659"/>
                </a:lnTo>
                <a:lnTo>
                  <a:pt x="107029" y="752035"/>
                </a:lnTo>
                <a:lnTo>
                  <a:pt x="106240" y="751406"/>
                </a:lnTo>
                <a:lnTo>
                  <a:pt x="105455" y="750773"/>
                </a:lnTo>
                <a:lnTo>
                  <a:pt x="104673" y="750136"/>
                </a:lnTo>
                <a:lnTo>
                  <a:pt x="103895" y="749494"/>
                </a:lnTo>
                <a:lnTo>
                  <a:pt x="103121" y="748848"/>
                </a:lnTo>
                <a:lnTo>
                  <a:pt x="102350" y="748198"/>
                </a:lnTo>
                <a:lnTo>
                  <a:pt x="101583" y="747543"/>
                </a:lnTo>
                <a:lnTo>
                  <a:pt x="100820" y="746885"/>
                </a:lnTo>
                <a:lnTo>
                  <a:pt x="100061" y="746221"/>
                </a:lnTo>
                <a:lnTo>
                  <a:pt x="99305" y="745554"/>
                </a:lnTo>
                <a:lnTo>
                  <a:pt x="98553" y="744883"/>
                </a:lnTo>
                <a:lnTo>
                  <a:pt x="97806" y="744207"/>
                </a:lnTo>
                <a:lnTo>
                  <a:pt x="97062" y="743527"/>
                </a:lnTo>
                <a:lnTo>
                  <a:pt x="96321" y="742843"/>
                </a:lnTo>
                <a:lnTo>
                  <a:pt x="95585" y="742155"/>
                </a:lnTo>
                <a:lnTo>
                  <a:pt x="94853" y="741463"/>
                </a:lnTo>
                <a:lnTo>
                  <a:pt x="94124" y="740767"/>
                </a:lnTo>
                <a:lnTo>
                  <a:pt x="93400" y="740066"/>
                </a:lnTo>
                <a:lnTo>
                  <a:pt x="92679" y="739362"/>
                </a:lnTo>
                <a:lnTo>
                  <a:pt x="91963" y="738653"/>
                </a:lnTo>
                <a:lnTo>
                  <a:pt x="91250" y="737941"/>
                </a:lnTo>
                <a:lnTo>
                  <a:pt x="90542" y="737224"/>
                </a:lnTo>
                <a:lnTo>
                  <a:pt x="89837" y="736504"/>
                </a:lnTo>
                <a:lnTo>
                  <a:pt x="89137" y="735779"/>
                </a:lnTo>
                <a:lnTo>
                  <a:pt x="88441" y="735051"/>
                </a:lnTo>
                <a:lnTo>
                  <a:pt x="87748" y="734318"/>
                </a:lnTo>
                <a:lnTo>
                  <a:pt x="87060" y="733582"/>
                </a:lnTo>
                <a:lnTo>
                  <a:pt x="86376" y="732842"/>
                </a:lnTo>
                <a:lnTo>
                  <a:pt x="85697" y="732098"/>
                </a:lnTo>
                <a:lnTo>
                  <a:pt x="85021" y="731350"/>
                </a:lnTo>
                <a:lnTo>
                  <a:pt x="84349" y="730598"/>
                </a:lnTo>
                <a:lnTo>
                  <a:pt x="83682" y="729843"/>
                </a:lnTo>
                <a:lnTo>
                  <a:pt x="83019" y="729084"/>
                </a:lnTo>
                <a:lnTo>
                  <a:pt x="82360" y="728320"/>
                </a:lnTo>
                <a:lnTo>
                  <a:pt x="81706" y="727554"/>
                </a:lnTo>
                <a:lnTo>
                  <a:pt x="81055" y="726783"/>
                </a:lnTo>
                <a:lnTo>
                  <a:pt x="80410" y="726009"/>
                </a:lnTo>
                <a:lnTo>
                  <a:pt x="79768" y="725230"/>
                </a:lnTo>
                <a:lnTo>
                  <a:pt x="79131" y="724449"/>
                </a:lnTo>
                <a:lnTo>
                  <a:pt x="78498" y="723663"/>
                </a:lnTo>
                <a:lnTo>
                  <a:pt x="77869" y="722874"/>
                </a:lnTo>
                <a:lnTo>
                  <a:pt x="77245" y="722081"/>
                </a:lnTo>
                <a:lnTo>
                  <a:pt x="76625" y="721285"/>
                </a:lnTo>
                <a:lnTo>
                  <a:pt x="76010" y="720485"/>
                </a:lnTo>
                <a:lnTo>
                  <a:pt x="75399" y="719682"/>
                </a:lnTo>
                <a:lnTo>
                  <a:pt x="74792" y="718875"/>
                </a:lnTo>
                <a:lnTo>
                  <a:pt x="74190" y="718064"/>
                </a:lnTo>
                <a:lnTo>
                  <a:pt x="73593" y="717250"/>
                </a:lnTo>
                <a:lnTo>
                  <a:pt x="73000" y="716432"/>
                </a:lnTo>
                <a:lnTo>
                  <a:pt x="72411" y="715611"/>
                </a:lnTo>
                <a:lnTo>
                  <a:pt x="71827" y="714787"/>
                </a:lnTo>
                <a:lnTo>
                  <a:pt x="71248" y="713958"/>
                </a:lnTo>
                <a:lnTo>
                  <a:pt x="70673" y="713127"/>
                </a:lnTo>
                <a:lnTo>
                  <a:pt x="70103" y="712292"/>
                </a:lnTo>
                <a:lnTo>
                  <a:pt x="69538" y="711454"/>
                </a:lnTo>
                <a:lnTo>
                  <a:pt x="68977" y="710612"/>
                </a:lnTo>
                <a:lnTo>
                  <a:pt x="68421" y="709767"/>
                </a:lnTo>
                <a:lnTo>
                  <a:pt x="67869" y="708919"/>
                </a:lnTo>
                <a:lnTo>
                  <a:pt x="67323" y="708067"/>
                </a:lnTo>
                <a:lnTo>
                  <a:pt x="66781" y="707212"/>
                </a:lnTo>
                <a:lnTo>
                  <a:pt x="66243" y="706354"/>
                </a:lnTo>
                <a:lnTo>
                  <a:pt x="65711" y="705492"/>
                </a:lnTo>
                <a:lnTo>
                  <a:pt x="65183" y="704627"/>
                </a:lnTo>
                <a:lnTo>
                  <a:pt x="64660" y="703759"/>
                </a:lnTo>
                <a:lnTo>
                  <a:pt x="64142" y="702888"/>
                </a:lnTo>
                <a:lnTo>
                  <a:pt x="63628" y="702014"/>
                </a:lnTo>
                <a:lnTo>
                  <a:pt x="63120" y="701136"/>
                </a:lnTo>
                <a:lnTo>
                  <a:pt x="62616" y="700255"/>
                </a:lnTo>
                <a:lnTo>
                  <a:pt x="62117" y="699371"/>
                </a:lnTo>
                <a:lnTo>
                  <a:pt x="61624" y="698484"/>
                </a:lnTo>
                <a:lnTo>
                  <a:pt x="61135" y="697594"/>
                </a:lnTo>
                <a:lnTo>
                  <a:pt x="60651" y="696701"/>
                </a:lnTo>
                <a:lnTo>
                  <a:pt x="60172" y="695805"/>
                </a:lnTo>
                <a:lnTo>
                  <a:pt x="59698" y="694906"/>
                </a:lnTo>
                <a:lnTo>
                  <a:pt x="59229" y="694003"/>
                </a:lnTo>
                <a:lnTo>
                  <a:pt x="58765" y="693098"/>
                </a:lnTo>
                <a:lnTo>
                  <a:pt x="58306" y="692189"/>
                </a:lnTo>
                <a:lnTo>
                  <a:pt x="57852" y="691278"/>
                </a:lnTo>
                <a:lnTo>
                  <a:pt x="57403" y="690364"/>
                </a:lnTo>
                <a:lnTo>
                  <a:pt x="56959" y="689447"/>
                </a:lnTo>
                <a:lnTo>
                  <a:pt x="56520" y="688527"/>
                </a:lnTo>
                <a:lnTo>
                  <a:pt x="56087" y="687604"/>
                </a:lnTo>
                <a:lnTo>
                  <a:pt x="55658" y="686678"/>
                </a:lnTo>
                <a:lnTo>
                  <a:pt x="55235" y="685749"/>
                </a:lnTo>
                <a:lnTo>
                  <a:pt x="54817" y="684817"/>
                </a:lnTo>
                <a:lnTo>
                  <a:pt x="54404" y="683883"/>
                </a:lnTo>
                <a:lnTo>
                  <a:pt x="53997" y="682946"/>
                </a:lnTo>
                <a:lnTo>
                  <a:pt x="53594" y="682006"/>
                </a:lnTo>
                <a:lnTo>
                  <a:pt x="53197" y="681063"/>
                </a:lnTo>
                <a:lnTo>
                  <a:pt x="52805" y="680117"/>
                </a:lnTo>
                <a:lnTo>
                  <a:pt x="52418" y="679169"/>
                </a:lnTo>
                <a:lnTo>
                  <a:pt x="52037" y="678218"/>
                </a:lnTo>
                <a:lnTo>
                  <a:pt x="51661" y="677264"/>
                </a:lnTo>
                <a:lnTo>
                  <a:pt x="51291" y="676308"/>
                </a:lnTo>
                <a:lnTo>
                  <a:pt x="50925" y="675349"/>
                </a:lnTo>
                <a:lnTo>
                  <a:pt x="50565" y="674387"/>
                </a:lnTo>
                <a:lnTo>
                  <a:pt x="50211" y="673423"/>
                </a:lnTo>
                <a:lnTo>
                  <a:pt x="49862" y="672456"/>
                </a:lnTo>
                <a:lnTo>
                  <a:pt x="49518" y="671486"/>
                </a:lnTo>
                <a:lnTo>
                  <a:pt x="49180" y="670514"/>
                </a:lnTo>
                <a:lnTo>
                  <a:pt x="48847" y="669540"/>
                </a:lnTo>
                <a:lnTo>
                  <a:pt x="48520" y="668563"/>
                </a:lnTo>
                <a:lnTo>
                  <a:pt x="48199" y="667583"/>
                </a:lnTo>
                <a:lnTo>
                  <a:pt x="47882" y="666601"/>
                </a:lnTo>
                <a:lnTo>
                  <a:pt x="47572" y="665616"/>
                </a:lnTo>
                <a:lnTo>
                  <a:pt x="47267" y="664629"/>
                </a:lnTo>
                <a:lnTo>
                  <a:pt x="46967" y="663640"/>
                </a:lnTo>
                <a:lnTo>
                  <a:pt x="46674" y="662648"/>
                </a:lnTo>
                <a:lnTo>
                  <a:pt x="46385" y="661653"/>
                </a:lnTo>
                <a:lnTo>
                  <a:pt x="46103" y="660657"/>
                </a:lnTo>
                <a:lnTo>
                  <a:pt x="45826" y="659657"/>
                </a:lnTo>
                <a:lnTo>
                  <a:pt x="45555" y="658656"/>
                </a:lnTo>
                <a:lnTo>
                  <a:pt x="45289" y="657652"/>
                </a:lnTo>
                <a:lnTo>
                  <a:pt x="45029" y="656646"/>
                </a:lnTo>
                <a:lnTo>
                  <a:pt x="44775" y="655638"/>
                </a:lnTo>
                <a:lnTo>
                  <a:pt x="44527" y="654627"/>
                </a:lnTo>
                <a:lnTo>
                  <a:pt x="44284" y="653614"/>
                </a:lnTo>
                <a:lnTo>
                  <a:pt x="44047" y="652599"/>
                </a:lnTo>
                <a:lnTo>
                  <a:pt x="43816" y="651582"/>
                </a:lnTo>
                <a:lnTo>
                  <a:pt x="43591" y="650562"/>
                </a:lnTo>
                <a:lnTo>
                  <a:pt x="43372" y="649540"/>
                </a:lnTo>
                <a:lnTo>
                  <a:pt x="43158" y="648517"/>
                </a:lnTo>
                <a:lnTo>
                  <a:pt x="42951" y="647490"/>
                </a:lnTo>
                <a:lnTo>
                  <a:pt x="42749" y="646462"/>
                </a:lnTo>
                <a:lnTo>
                  <a:pt x="42553" y="645432"/>
                </a:lnTo>
                <a:lnTo>
                  <a:pt x="42363" y="644400"/>
                </a:lnTo>
                <a:lnTo>
                  <a:pt x="42180" y="643365"/>
                </a:lnTo>
                <a:lnTo>
                  <a:pt x="42002" y="642329"/>
                </a:lnTo>
                <a:lnTo>
                  <a:pt x="41830" y="641290"/>
                </a:lnTo>
                <a:lnTo>
                  <a:pt x="41664" y="640250"/>
                </a:lnTo>
                <a:lnTo>
                  <a:pt x="41504" y="639207"/>
                </a:lnTo>
                <a:lnTo>
                  <a:pt x="41350" y="638163"/>
                </a:lnTo>
                <a:lnTo>
                  <a:pt x="41202" y="637116"/>
                </a:lnTo>
                <a:lnTo>
                  <a:pt x="41061" y="636068"/>
                </a:lnTo>
                <a:lnTo>
                  <a:pt x="40925" y="635017"/>
                </a:lnTo>
                <a:lnTo>
                  <a:pt x="40796" y="633965"/>
                </a:lnTo>
                <a:lnTo>
                  <a:pt x="40672" y="632911"/>
                </a:lnTo>
                <a:lnTo>
                  <a:pt x="40555" y="631855"/>
                </a:lnTo>
                <a:lnTo>
                  <a:pt x="40444" y="630797"/>
                </a:lnTo>
                <a:lnTo>
                  <a:pt x="40339" y="629737"/>
                </a:lnTo>
                <a:lnTo>
                  <a:pt x="40241" y="628676"/>
                </a:lnTo>
                <a:lnTo>
                  <a:pt x="40148" y="627613"/>
                </a:lnTo>
                <a:lnTo>
                  <a:pt x="40062" y="626548"/>
                </a:lnTo>
                <a:lnTo>
                  <a:pt x="39982" y="625481"/>
                </a:lnTo>
                <a:lnTo>
                  <a:pt x="39909" y="624412"/>
                </a:lnTo>
                <a:lnTo>
                  <a:pt x="39841" y="623342"/>
                </a:lnTo>
                <a:lnTo>
                  <a:pt x="39780" y="622270"/>
                </a:lnTo>
                <a:lnTo>
                  <a:pt x="39726" y="621196"/>
                </a:lnTo>
                <a:lnTo>
                  <a:pt x="39677" y="620121"/>
                </a:lnTo>
                <a:lnTo>
                  <a:pt x="39636" y="619044"/>
                </a:lnTo>
                <a:lnTo>
                  <a:pt x="39600" y="617965"/>
                </a:lnTo>
                <a:lnTo>
                  <a:pt x="39571" y="616885"/>
                </a:lnTo>
                <a:lnTo>
                  <a:pt x="39548" y="615803"/>
                </a:lnTo>
                <a:lnTo>
                  <a:pt x="39532" y="614720"/>
                </a:lnTo>
                <a:lnTo>
                  <a:pt x="39522" y="613635"/>
                </a:lnTo>
                <a:lnTo>
                  <a:pt x="39519" y="612548"/>
                </a:lnTo>
                <a:lnTo>
                  <a:pt x="19760" y="612548"/>
                </a:lnTo>
                <a:close/>
                <a:moveTo>
                  <a:pt x="1126298" y="612548"/>
                </a:moveTo>
                <a:lnTo>
                  <a:pt x="1106538" y="612548"/>
                </a:lnTo>
                <a:lnTo>
                  <a:pt x="1106535" y="613635"/>
                </a:lnTo>
                <a:lnTo>
                  <a:pt x="1106525" y="614720"/>
                </a:lnTo>
                <a:lnTo>
                  <a:pt x="1106509" y="615803"/>
                </a:lnTo>
                <a:lnTo>
                  <a:pt x="1106486" y="616885"/>
                </a:lnTo>
                <a:lnTo>
                  <a:pt x="1106457" y="617965"/>
                </a:lnTo>
                <a:lnTo>
                  <a:pt x="1106422" y="619044"/>
                </a:lnTo>
                <a:lnTo>
                  <a:pt x="1106380" y="620121"/>
                </a:lnTo>
                <a:lnTo>
                  <a:pt x="1106332" y="621196"/>
                </a:lnTo>
                <a:lnTo>
                  <a:pt x="1106277" y="622270"/>
                </a:lnTo>
                <a:lnTo>
                  <a:pt x="1106216" y="623342"/>
                </a:lnTo>
                <a:lnTo>
                  <a:pt x="1106149" y="624412"/>
                </a:lnTo>
                <a:lnTo>
                  <a:pt x="1106075" y="625481"/>
                </a:lnTo>
                <a:lnTo>
                  <a:pt x="1105995" y="626548"/>
                </a:lnTo>
                <a:lnTo>
                  <a:pt x="1105909" y="627613"/>
                </a:lnTo>
                <a:lnTo>
                  <a:pt x="1105817" y="628676"/>
                </a:lnTo>
                <a:lnTo>
                  <a:pt x="1105718" y="629737"/>
                </a:lnTo>
                <a:lnTo>
                  <a:pt x="1105613" y="630797"/>
                </a:lnTo>
                <a:lnTo>
                  <a:pt x="1105502" y="631855"/>
                </a:lnTo>
                <a:lnTo>
                  <a:pt x="1105385" y="632911"/>
                </a:lnTo>
                <a:lnTo>
                  <a:pt x="1105262" y="633965"/>
                </a:lnTo>
                <a:lnTo>
                  <a:pt x="1105132" y="635017"/>
                </a:lnTo>
                <a:lnTo>
                  <a:pt x="1104997" y="636068"/>
                </a:lnTo>
                <a:lnTo>
                  <a:pt x="1104855" y="637116"/>
                </a:lnTo>
                <a:lnTo>
                  <a:pt x="1104707" y="638163"/>
                </a:lnTo>
                <a:lnTo>
                  <a:pt x="1104553" y="639207"/>
                </a:lnTo>
                <a:lnTo>
                  <a:pt x="1104394" y="640250"/>
                </a:lnTo>
                <a:lnTo>
                  <a:pt x="1104228" y="641290"/>
                </a:lnTo>
                <a:lnTo>
                  <a:pt x="1104056" y="642329"/>
                </a:lnTo>
                <a:lnTo>
                  <a:pt x="1103878" y="643365"/>
                </a:lnTo>
                <a:lnTo>
                  <a:pt x="1103694" y="644400"/>
                </a:lnTo>
                <a:lnTo>
                  <a:pt x="1103504" y="645432"/>
                </a:lnTo>
                <a:lnTo>
                  <a:pt x="1103308" y="646462"/>
                </a:lnTo>
                <a:lnTo>
                  <a:pt x="1103107" y="647490"/>
                </a:lnTo>
                <a:lnTo>
                  <a:pt x="1102899" y="648517"/>
                </a:lnTo>
                <a:lnTo>
                  <a:pt x="1102686" y="649540"/>
                </a:lnTo>
                <a:lnTo>
                  <a:pt x="1102466" y="650562"/>
                </a:lnTo>
                <a:lnTo>
                  <a:pt x="1102241" y="651582"/>
                </a:lnTo>
                <a:lnTo>
                  <a:pt x="1102010" y="652599"/>
                </a:lnTo>
                <a:lnTo>
                  <a:pt x="1101773" y="653614"/>
                </a:lnTo>
                <a:lnTo>
                  <a:pt x="1101531" y="654627"/>
                </a:lnTo>
                <a:lnTo>
                  <a:pt x="1101282" y="655638"/>
                </a:lnTo>
                <a:lnTo>
                  <a:pt x="1101028" y="656646"/>
                </a:lnTo>
                <a:lnTo>
                  <a:pt x="1100768" y="657652"/>
                </a:lnTo>
                <a:lnTo>
                  <a:pt x="1100503" y="658656"/>
                </a:lnTo>
                <a:lnTo>
                  <a:pt x="1100232" y="659657"/>
                </a:lnTo>
                <a:lnTo>
                  <a:pt x="1099955" y="660657"/>
                </a:lnTo>
                <a:lnTo>
                  <a:pt x="1099672" y="661653"/>
                </a:lnTo>
                <a:lnTo>
                  <a:pt x="1099384" y="662648"/>
                </a:lnTo>
                <a:lnTo>
                  <a:pt x="1099090" y="663640"/>
                </a:lnTo>
                <a:lnTo>
                  <a:pt x="1098791" y="664629"/>
                </a:lnTo>
                <a:lnTo>
                  <a:pt x="1098485" y="665616"/>
                </a:lnTo>
                <a:lnTo>
                  <a:pt x="1098175" y="666601"/>
                </a:lnTo>
                <a:lnTo>
                  <a:pt x="1097859" y="667583"/>
                </a:lnTo>
                <a:lnTo>
                  <a:pt x="1097537" y="668563"/>
                </a:lnTo>
                <a:lnTo>
                  <a:pt x="1097210" y="669540"/>
                </a:lnTo>
                <a:lnTo>
                  <a:pt x="1096877" y="670514"/>
                </a:lnTo>
                <a:lnTo>
                  <a:pt x="1096539" y="671486"/>
                </a:lnTo>
                <a:lnTo>
                  <a:pt x="1096195" y="672456"/>
                </a:lnTo>
                <a:lnTo>
                  <a:pt x="1095846" y="673423"/>
                </a:lnTo>
                <a:lnTo>
                  <a:pt x="1095492" y="674387"/>
                </a:lnTo>
                <a:lnTo>
                  <a:pt x="1095132" y="675349"/>
                </a:lnTo>
                <a:lnTo>
                  <a:pt x="1094767" y="676308"/>
                </a:lnTo>
                <a:lnTo>
                  <a:pt x="1094396" y="677264"/>
                </a:lnTo>
                <a:lnTo>
                  <a:pt x="1094020" y="678218"/>
                </a:lnTo>
                <a:lnTo>
                  <a:pt x="1093639" y="679169"/>
                </a:lnTo>
                <a:lnTo>
                  <a:pt x="1093252" y="680117"/>
                </a:lnTo>
                <a:lnTo>
                  <a:pt x="1092860" y="681063"/>
                </a:lnTo>
                <a:lnTo>
                  <a:pt x="1092463" y="682006"/>
                </a:lnTo>
                <a:lnTo>
                  <a:pt x="1092061" y="682946"/>
                </a:lnTo>
                <a:lnTo>
                  <a:pt x="1091653" y="683883"/>
                </a:lnTo>
                <a:lnTo>
                  <a:pt x="1091240" y="684817"/>
                </a:lnTo>
                <a:lnTo>
                  <a:pt x="1090822" y="685749"/>
                </a:lnTo>
                <a:lnTo>
                  <a:pt x="1090399" y="686678"/>
                </a:lnTo>
                <a:lnTo>
                  <a:pt x="1089971" y="687604"/>
                </a:lnTo>
                <a:lnTo>
                  <a:pt x="1089537" y="688527"/>
                </a:lnTo>
                <a:lnTo>
                  <a:pt x="1089098" y="689447"/>
                </a:lnTo>
                <a:lnTo>
                  <a:pt x="1088655" y="690364"/>
                </a:lnTo>
                <a:lnTo>
                  <a:pt x="1088206" y="691278"/>
                </a:lnTo>
                <a:lnTo>
                  <a:pt x="1087752" y="692189"/>
                </a:lnTo>
                <a:lnTo>
                  <a:pt x="1087293" y="693098"/>
                </a:lnTo>
                <a:lnTo>
                  <a:pt x="1086829" y="694003"/>
                </a:lnTo>
                <a:lnTo>
                  <a:pt x="1086360" y="694906"/>
                </a:lnTo>
                <a:lnTo>
                  <a:pt x="1085886" y="695805"/>
                </a:lnTo>
                <a:lnTo>
                  <a:pt x="1085407" y="696701"/>
                </a:lnTo>
                <a:lnTo>
                  <a:pt x="1084923" y="697594"/>
                </a:lnTo>
                <a:lnTo>
                  <a:pt x="1084434" y="698484"/>
                </a:lnTo>
                <a:lnTo>
                  <a:pt x="1083940" y="699371"/>
                </a:lnTo>
                <a:lnTo>
                  <a:pt x="1083441" y="700255"/>
                </a:lnTo>
                <a:lnTo>
                  <a:pt x="1082938" y="701136"/>
                </a:lnTo>
                <a:lnTo>
                  <a:pt x="1082429" y="702014"/>
                </a:lnTo>
                <a:lnTo>
                  <a:pt x="1081916" y="702888"/>
                </a:lnTo>
                <a:lnTo>
                  <a:pt x="1081397" y="703759"/>
                </a:lnTo>
                <a:lnTo>
                  <a:pt x="1080874" y="704627"/>
                </a:lnTo>
                <a:lnTo>
                  <a:pt x="1080347" y="705492"/>
                </a:lnTo>
                <a:lnTo>
                  <a:pt x="1079814" y="706354"/>
                </a:lnTo>
                <a:lnTo>
                  <a:pt x="1079277" y="707212"/>
                </a:lnTo>
                <a:lnTo>
                  <a:pt x="1078735" y="708067"/>
                </a:lnTo>
                <a:lnTo>
                  <a:pt x="1078188" y="708919"/>
                </a:lnTo>
                <a:lnTo>
                  <a:pt x="1077637" y="709767"/>
                </a:lnTo>
                <a:lnTo>
                  <a:pt x="1077080" y="710612"/>
                </a:lnTo>
                <a:lnTo>
                  <a:pt x="1076520" y="711454"/>
                </a:lnTo>
                <a:lnTo>
                  <a:pt x="1075954" y="712292"/>
                </a:lnTo>
                <a:lnTo>
                  <a:pt x="1075384" y="713127"/>
                </a:lnTo>
                <a:lnTo>
                  <a:pt x="1074809" y="713958"/>
                </a:lnTo>
                <a:lnTo>
                  <a:pt x="1074230" y="714787"/>
                </a:lnTo>
                <a:lnTo>
                  <a:pt x="1073646" y="715611"/>
                </a:lnTo>
                <a:lnTo>
                  <a:pt x="1073058" y="716432"/>
                </a:lnTo>
                <a:lnTo>
                  <a:pt x="1072465" y="717250"/>
                </a:lnTo>
                <a:lnTo>
                  <a:pt x="1071867" y="718064"/>
                </a:lnTo>
                <a:lnTo>
                  <a:pt x="1071265" y="718875"/>
                </a:lnTo>
                <a:lnTo>
                  <a:pt x="1070659" y="719682"/>
                </a:lnTo>
                <a:lnTo>
                  <a:pt x="1070048" y="720485"/>
                </a:lnTo>
                <a:lnTo>
                  <a:pt x="1069432" y="721285"/>
                </a:lnTo>
                <a:lnTo>
                  <a:pt x="1068813" y="722081"/>
                </a:lnTo>
                <a:lnTo>
                  <a:pt x="1068188" y="722874"/>
                </a:lnTo>
                <a:lnTo>
                  <a:pt x="1067560" y="723663"/>
                </a:lnTo>
                <a:lnTo>
                  <a:pt x="1066927" y="724449"/>
                </a:lnTo>
                <a:lnTo>
                  <a:pt x="1066290" y="725230"/>
                </a:lnTo>
                <a:lnTo>
                  <a:pt x="1065648" y="726009"/>
                </a:lnTo>
                <a:lnTo>
                  <a:pt x="1065002" y="726783"/>
                </a:lnTo>
                <a:lnTo>
                  <a:pt x="1064352" y="727554"/>
                </a:lnTo>
                <a:lnTo>
                  <a:pt x="1063697" y="728320"/>
                </a:lnTo>
                <a:lnTo>
                  <a:pt x="1063038" y="729084"/>
                </a:lnTo>
                <a:lnTo>
                  <a:pt x="1062375" y="729843"/>
                </a:lnTo>
                <a:lnTo>
                  <a:pt x="1061708" y="730598"/>
                </a:lnTo>
                <a:lnTo>
                  <a:pt x="1061036" y="731350"/>
                </a:lnTo>
                <a:lnTo>
                  <a:pt x="1060361" y="732098"/>
                </a:lnTo>
                <a:lnTo>
                  <a:pt x="1059681" y="732842"/>
                </a:lnTo>
                <a:lnTo>
                  <a:pt x="1058997" y="733582"/>
                </a:lnTo>
                <a:lnTo>
                  <a:pt x="1058309" y="734318"/>
                </a:lnTo>
                <a:lnTo>
                  <a:pt x="1057617" y="735051"/>
                </a:lnTo>
                <a:lnTo>
                  <a:pt x="1056920" y="735779"/>
                </a:lnTo>
                <a:lnTo>
                  <a:pt x="1056220" y="736504"/>
                </a:lnTo>
                <a:lnTo>
                  <a:pt x="1055515" y="737224"/>
                </a:lnTo>
                <a:lnTo>
                  <a:pt x="1054807" y="737941"/>
                </a:lnTo>
                <a:lnTo>
                  <a:pt x="1054094" y="738653"/>
                </a:lnTo>
                <a:lnTo>
                  <a:pt x="1053378" y="739362"/>
                </a:lnTo>
                <a:lnTo>
                  <a:pt x="1052657" y="740066"/>
                </a:lnTo>
                <a:lnTo>
                  <a:pt x="1051933" y="740767"/>
                </a:lnTo>
                <a:lnTo>
                  <a:pt x="1051205" y="741463"/>
                </a:lnTo>
                <a:lnTo>
                  <a:pt x="1050472" y="742155"/>
                </a:lnTo>
                <a:lnTo>
                  <a:pt x="1049736" y="742843"/>
                </a:lnTo>
                <a:lnTo>
                  <a:pt x="1048996" y="743527"/>
                </a:lnTo>
                <a:lnTo>
                  <a:pt x="1048252" y="744207"/>
                </a:lnTo>
                <a:lnTo>
                  <a:pt x="1047504" y="744883"/>
                </a:lnTo>
                <a:lnTo>
                  <a:pt x="1046752" y="745554"/>
                </a:lnTo>
                <a:lnTo>
                  <a:pt x="1045997" y="746221"/>
                </a:lnTo>
                <a:lnTo>
                  <a:pt x="1045237" y="746885"/>
                </a:lnTo>
                <a:lnTo>
                  <a:pt x="1044474" y="747543"/>
                </a:lnTo>
                <a:lnTo>
                  <a:pt x="1043707" y="748198"/>
                </a:lnTo>
                <a:lnTo>
                  <a:pt x="1042937" y="748848"/>
                </a:lnTo>
                <a:lnTo>
                  <a:pt x="1042162" y="749494"/>
                </a:lnTo>
                <a:lnTo>
                  <a:pt x="1041384" y="750136"/>
                </a:lnTo>
                <a:lnTo>
                  <a:pt x="1040602" y="750773"/>
                </a:lnTo>
                <a:lnTo>
                  <a:pt x="1039817" y="751406"/>
                </a:lnTo>
                <a:lnTo>
                  <a:pt x="1039028" y="752035"/>
                </a:lnTo>
                <a:lnTo>
                  <a:pt x="1038235" y="752659"/>
                </a:lnTo>
                <a:lnTo>
                  <a:pt x="1037439" y="753279"/>
                </a:lnTo>
                <a:lnTo>
                  <a:pt x="1036639" y="753894"/>
                </a:lnTo>
                <a:lnTo>
                  <a:pt x="1035835" y="754505"/>
                </a:lnTo>
                <a:lnTo>
                  <a:pt x="1035028" y="755111"/>
                </a:lnTo>
                <a:lnTo>
                  <a:pt x="1034218" y="755713"/>
                </a:lnTo>
                <a:lnTo>
                  <a:pt x="1033404" y="756311"/>
                </a:lnTo>
                <a:lnTo>
                  <a:pt x="1032586" y="756904"/>
                </a:lnTo>
                <a:lnTo>
                  <a:pt x="1031765" y="757492"/>
                </a:lnTo>
                <a:lnTo>
                  <a:pt x="1030940" y="758076"/>
                </a:lnTo>
                <a:lnTo>
                  <a:pt x="1030112" y="758655"/>
                </a:lnTo>
                <a:lnTo>
                  <a:pt x="1029281" y="759230"/>
                </a:lnTo>
                <a:lnTo>
                  <a:pt x="1028446" y="759800"/>
                </a:lnTo>
                <a:lnTo>
                  <a:pt x="1027608" y="760366"/>
                </a:lnTo>
                <a:lnTo>
                  <a:pt x="1026766" y="760927"/>
                </a:lnTo>
                <a:lnTo>
                  <a:pt x="1025921" y="761483"/>
                </a:lnTo>
                <a:lnTo>
                  <a:pt x="1025072" y="762034"/>
                </a:lnTo>
                <a:lnTo>
                  <a:pt x="1024221" y="762581"/>
                </a:lnTo>
                <a:lnTo>
                  <a:pt x="1023366" y="763123"/>
                </a:lnTo>
                <a:lnTo>
                  <a:pt x="1022508" y="763660"/>
                </a:lnTo>
                <a:lnTo>
                  <a:pt x="1021646" y="764193"/>
                </a:lnTo>
                <a:lnTo>
                  <a:pt x="1020781" y="764721"/>
                </a:lnTo>
                <a:lnTo>
                  <a:pt x="1019913" y="765244"/>
                </a:lnTo>
                <a:lnTo>
                  <a:pt x="1019042" y="765762"/>
                </a:lnTo>
                <a:lnTo>
                  <a:pt x="1018167" y="766275"/>
                </a:lnTo>
                <a:lnTo>
                  <a:pt x="1017290" y="766784"/>
                </a:lnTo>
                <a:lnTo>
                  <a:pt x="1016409" y="767287"/>
                </a:lnTo>
                <a:lnTo>
                  <a:pt x="1015525" y="767786"/>
                </a:lnTo>
                <a:lnTo>
                  <a:pt x="1014638" y="768280"/>
                </a:lnTo>
                <a:lnTo>
                  <a:pt x="1013748" y="768769"/>
                </a:lnTo>
                <a:lnTo>
                  <a:pt x="1012855" y="769253"/>
                </a:lnTo>
                <a:lnTo>
                  <a:pt x="1011959" y="769732"/>
                </a:lnTo>
                <a:lnTo>
                  <a:pt x="1011059" y="770206"/>
                </a:lnTo>
                <a:lnTo>
                  <a:pt x="1010157" y="770675"/>
                </a:lnTo>
                <a:lnTo>
                  <a:pt x="1009252" y="771139"/>
                </a:lnTo>
                <a:lnTo>
                  <a:pt x="1008343" y="771598"/>
                </a:lnTo>
                <a:lnTo>
                  <a:pt x="1007432" y="772052"/>
                </a:lnTo>
                <a:lnTo>
                  <a:pt x="1006518" y="772501"/>
                </a:lnTo>
                <a:lnTo>
                  <a:pt x="1005600" y="772945"/>
                </a:lnTo>
                <a:lnTo>
                  <a:pt x="1004680" y="773383"/>
                </a:lnTo>
                <a:lnTo>
                  <a:pt x="1003757" y="773817"/>
                </a:lnTo>
                <a:lnTo>
                  <a:pt x="1002831" y="774245"/>
                </a:lnTo>
                <a:lnTo>
                  <a:pt x="1001903" y="774669"/>
                </a:lnTo>
                <a:lnTo>
                  <a:pt x="1000971" y="775087"/>
                </a:lnTo>
                <a:lnTo>
                  <a:pt x="1000036" y="775499"/>
                </a:lnTo>
                <a:lnTo>
                  <a:pt x="999099" y="775907"/>
                </a:lnTo>
                <a:lnTo>
                  <a:pt x="998159" y="776310"/>
                </a:lnTo>
                <a:lnTo>
                  <a:pt x="997216" y="776707"/>
                </a:lnTo>
                <a:lnTo>
                  <a:pt x="996271" y="777099"/>
                </a:lnTo>
                <a:lnTo>
                  <a:pt x="995323" y="777485"/>
                </a:lnTo>
                <a:lnTo>
                  <a:pt x="994372" y="777866"/>
                </a:lnTo>
                <a:lnTo>
                  <a:pt x="993418" y="778242"/>
                </a:lnTo>
                <a:lnTo>
                  <a:pt x="992461" y="778613"/>
                </a:lnTo>
                <a:lnTo>
                  <a:pt x="991502" y="778978"/>
                </a:lnTo>
                <a:lnTo>
                  <a:pt x="990541" y="779338"/>
                </a:lnTo>
                <a:lnTo>
                  <a:pt x="989576" y="779693"/>
                </a:lnTo>
                <a:lnTo>
                  <a:pt x="988609" y="780042"/>
                </a:lnTo>
                <a:lnTo>
                  <a:pt x="987640" y="780385"/>
                </a:lnTo>
                <a:lnTo>
                  <a:pt x="986668" y="780723"/>
                </a:lnTo>
                <a:lnTo>
                  <a:pt x="985693" y="781056"/>
                </a:lnTo>
                <a:lnTo>
                  <a:pt x="984716" y="781383"/>
                </a:lnTo>
                <a:lnTo>
                  <a:pt x="983737" y="781705"/>
                </a:lnTo>
                <a:lnTo>
                  <a:pt x="982754" y="782021"/>
                </a:lnTo>
                <a:lnTo>
                  <a:pt x="981770" y="782332"/>
                </a:lnTo>
                <a:lnTo>
                  <a:pt x="980783" y="782637"/>
                </a:lnTo>
                <a:lnTo>
                  <a:pt x="979793" y="782936"/>
                </a:lnTo>
                <a:lnTo>
                  <a:pt x="978801" y="783230"/>
                </a:lnTo>
                <a:lnTo>
                  <a:pt x="977807" y="783518"/>
                </a:lnTo>
                <a:lnTo>
                  <a:pt x="976810" y="783801"/>
                </a:lnTo>
                <a:lnTo>
                  <a:pt x="975811" y="784078"/>
                </a:lnTo>
                <a:lnTo>
                  <a:pt x="974810" y="784349"/>
                </a:lnTo>
                <a:lnTo>
                  <a:pt x="973806" y="784615"/>
                </a:lnTo>
                <a:lnTo>
                  <a:pt x="972800" y="784875"/>
                </a:lnTo>
                <a:lnTo>
                  <a:pt x="971791" y="785129"/>
                </a:lnTo>
                <a:lnTo>
                  <a:pt x="970781" y="785377"/>
                </a:lnTo>
                <a:lnTo>
                  <a:pt x="969768" y="785620"/>
                </a:lnTo>
                <a:lnTo>
                  <a:pt x="968753" y="785856"/>
                </a:lnTo>
                <a:lnTo>
                  <a:pt x="967735" y="786087"/>
                </a:lnTo>
                <a:lnTo>
                  <a:pt x="966716" y="786313"/>
                </a:lnTo>
                <a:lnTo>
                  <a:pt x="965694" y="786532"/>
                </a:lnTo>
                <a:lnTo>
                  <a:pt x="964670" y="786745"/>
                </a:lnTo>
                <a:lnTo>
                  <a:pt x="963644" y="786953"/>
                </a:lnTo>
                <a:lnTo>
                  <a:pt x="962616" y="787155"/>
                </a:lnTo>
                <a:lnTo>
                  <a:pt x="961586" y="787350"/>
                </a:lnTo>
                <a:lnTo>
                  <a:pt x="960553" y="787540"/>
                </a:lnTo>
                <a:lnTo>
                  <a:pt x="959519" y="787724"/>
                </a:lnTo>
                <a:lnTo>
                  <a:pt x="958482" y="787902"/>
                </a:lnTo>
                <a:lnTo>
                  <a:pt x="957444" y="788074"/>
                </a:lnTo>
                <a:lnTo>
                  <a:pt x="956403" y="788240"/>
                </a:lnTo>
                <a:lnTo>
                  <a:pt x="955361" y="788400"/>
                </a:lnTo>
                <a:lnTo>
                  <a:pt x="954316" y="788554"/>
                </a:lnTo>
                <a:lnTo>
                  <a:pt x="953270" y="788701"/>
                </a:lnTo>
                <a:lnTo>
                  <a:pt x="952221" y="788843"/>
                </a:lnTo>
                <a:lnTo>
                  <a:pt x="951171" y="788979"/>
                </a:lnTo>
                <a:lnTo>
                  <a:pt x="950119" y="789108"/>
                </a:lnTo>
                <a:lnTo>
                  <a:pt x="949064" y="789232"/>
                </a:lnTo>
                <a:lnTo>
                  <a:pt x="948008" y="789349"/>
                </a:lnTo>
                <a:lnTo>
                  <a:pt x="946950" y="789460"/>
                </a:lnTo>
                <a:lnTo>
                  <a:pt x="945891" y="789565"/>
                </a:lnTo>
                <a:lnTo>
                  <a:pt x="944829" y="789663"/>
                </a:lnTo>
                <a:lnTo>
                  <a:pt x="943766" y="789756"/>
                </a:lnTo>
                <a:lnTo>
                  <a:pt x="942701" y="789842"/>
                </a:lnTo>
                <a:lnTo>
                  <a:pt x="941634" y="789922"/>
                </a:lnTo>
                <a:lnTo>
                  <a:pt x="940565" y="789995"/>
                </a:lnTo>
                <a:lnTo>
                  <a:pt x="939495" y="790062"/>
                </a:lnTo>
                <a:lnTo>
                  <a:pt x="938423" y="790123"/>
                </a:lnTo>
                <a:lnTo>
                  <a:pt x="937349" y="790178"/>
                </a:lnTo>
                <a:lnTo>
                  <a:pt x="936274" y="790226"/>
                </a:lnTo>
                <a:lnTo>
                  <a:pt x="935197" y="790268"/>
                </a:lnTo>
                <a:lnTo>
                  <a:pt x="934118" y="790304"/>
                </a:lnTo>
                <a:lnTo>
                  <a:pt x="933038" y="790333"/>
                </a:lnTo>
                <a:lnTo>
                  <a:pt x="931956" y="790355"/>
                </a:lnTo>
                <a:lnTo>
                  <a:pt x="930873" y="790372"/>
                </a:lnTo>
                <a:lnTo>
                  <a:pt x="929788" y="790381"/>
                </a:lnTo>
                <a:lnTo>
                  <a:pt x="928701" y="790385"/>
                </a:lnTo>
                <a:lnTo>
                  <a:pt x="928701" y="810144"/>
                </a:lnTo>
                <a:lnTo>
                  <a:pt x="928702" y="810144"/>
                </a:lnTo>
                <a:lnTo>
                  <a:pt x="929905" y="810140"/>
                </a:lnTo>
                <a:lnTo>
                  <a:pt x="931106" y="810130"/>
                </a:lnTo>
                <a:lnTo>
                  <a:pt x="932305" y="810112"/>
                </a:lnTo>
                <a:lnTo>
                  <a:pt x="933503" y="810087"/>
                </a:lnTo>
                <a:lnTo>
                  <a:pt x="934699" y="810055"/>
                </a:lnTo>
                <a:lnTo>
                  <a:pt x="935893" y="810016"/>
                </a:lnTo>
                <a:lnTo>
                  <a:pt x="937085" y="809969"/>
                </a:lnTo>
                <a:lnTo>
                  <a:pt x="938276" y="809916"/>
                </a:lnTo>
                <a:lnTo>
                  <a:pt x="939464" y="809856"/>
                </a:lnTo>
                <a:lnTo>
                  <a:pt x="940651" y="809789"/>
                </a:lnTo>
                <a:lnTo>
                  <a:pt x="941836" y="809714"/>
                </a:lnTo>
                <a:lnTo>
                  <a:pt x="943019" y="809633"/>
                </a:lnTo>
                <a:lnTo>
                  <a:pt x="944200" y="809545"/>
                </a:lnTo>
                <a:lnTo>
                  <a:pt x="945379" y="809450"/>
                </a:lnTo>
                <a:lnTo>
                  <a:pt x="946557" y="809348"/>
                </a:lnTo>
                <a:lnTo>
                  <a:pt x="947732" y="809239"/>
                </a:lnTo>
                <a:lnTo>
                  <a:pt x="948905" y="809124"/>
                </a:lnTo>
                <a:lnTo>
                  <a:pt x="950076" y="809001"/>
                </a:lnTo>
                <a:lnTo>
                  <a:pt x="951246" y="808872"/>
                </a:lnTo>
                <a:lnTo>
                  <a:pt x="952413" y="808736"/>
                </a:lnTo>
                <a:lnTo>
                  <a:pt x="953578" y="808593"/>
                </a:lnTo>
                <a:lnTo>
                  <a:pt x="954741" y="808444"/>
                </a:lnTo>
                <a:lnTo>
                  <a:pt x="955901" y="808287"/>
                </a:lnTo>
                <a:lnTo>
                  <a:pt x="957060" y="808124"/>
                </a:lnTo>
                <a:lnTo>
                  <a:pt x="958217" y="807955"/>
                </a:lnTo>
                <a:lnTo>
                  <a:pt x="959371" y="807778"/>
                </a:lnTo>
                <a:lnTo>
                  <a:pt x="960523" y="807595"/>
                </a:lnTo>
                <a:lnTo>
                  <a:pt x="961673" y="807406"/>
                </a:lnTo>
                <a:lnTo>
                  <a:pt x="962821" y="807209"/>
                </a:lnTo>
                <a:lnTo>
                  <a:pt x="963966" y="807006"/>
                </a:lnTo>
                <a:lnTo>
                  <a:pt x="965109" y="806797"/>
                </a:lnTo>
                <a:lnTo>
                  <a:pt x="966250" y="806581"/>
                </a:lnTo>
                <a:lnTo>
                  <a:pt x="967389" y="806359"/>
                </a:lnTo>
                <a:lnTo>
                  <a:pt x="968525" y="806130"/>
                </a:lnTo>
                <a:lnTo>
                  <a:pt x="969658" y="805894"/>
                </a:lnTo>
                <a:lnTo>
                  <a:pt x="970790" y="805652"/>
                </a:lnTo>
                <a:lnTo>
                  <a:pt x="971919" y="805404"/>
                </a:lnTo>
                <a:lnTo>
                  <a:pt x="973045" y="805149"/>
                </a:lnTo>
                <a:lnTo>
                  <a:pt x="974170" y="804888"/>
                </a:lnTo>
                <a:lnTo>
                  <a:pt x="975291" y="804620"/>
                </a:lnTo>
                <a:lnTo>
                  <a:pt x="976410" y="804346"/>
                </a:lnTo>
                <a:lnTo>
                  <a:pt x="977527" y="804066"/>
                </a:lnTo>
                <a:lnTo>
                  <a:pt x="978641" y="803779"/>
                </a:lnTo>
                <a:lnTo>
                  <a:pt x="979753" y="803486"/>
                </a:lnTo>
                <a:lnTo>
                  <a:pt x="980862" y="803187"/>
                </a:lnTo>
                <a:lnTo>
                  <a:pt x="981968" y="802881"/>
                </a:lnTo>
                <a:lnTo>
                  <a:pt x="983072" y="802570"/>
                </a:lnTo>
                <a:lnTo>
                  <a:pt x="984174" y="802252"/>
                </a:lnTo>
                <a:lnTo>
                  <a:pt x="985272" y="801927"/>
                </a:lnTo>
                <a:lnTo>
                  <a:pt x="986368" y="801597"/>
                </a:lnTo>
                <a:lnTo>
                  <a:pt x="987461" y="801260"/>
                </a:lnTo>
                <a:lnTo>
                  <a:pt x="988552" y="800918"/>
                </a:lnTo>
                <a:lnTo>
                  <a:pt x="989640" y="800569"/>
                </a:lnTo>
                <a:lnTo>
                  <a:pt x="990725" y="800214"/>
                </a:lnTo>
                <a:lnTo>
                  <a:pt x="991807" y="799853"/>
                </a:lnTo>
                <a:lnTo>
                  <a:pt x="992886" y="799486"/>
                </a:lnTo>
                <a:lnTo>
                  <a:pt x="993963" y="799113"/>
                </a:lnTo>
                <a:lnTo>
                  <a:pt x="995037" y="798734"/>
                </a:lnTo>
                <a:lnTo>
                  <a:pt x="996108" y="798349"/>
                </a:lnTo>
                <a:lnTo>
                  <a:pt x="997176" y="797958"/>
                </a:lnTo>
                <a:lnTo>
                  <a:pt x="998241" y="797561"/>
                </a:lnTo>
                <a:lnTo>
                  <a:pt x="999304" y="797158"/>
                </a:lnTo>
                <a:lnTo>
                  <a:pt x="1000363" y="796749"/>
                </a:lnTo>
                <a:lnTo>
                  <a:pt x="1001420" y="796334"/>
                </a:lnTo>
                <a:lnTo>
                  <a:pt x="1002473" y="795913"/>
                </a:lnTo>
                <a:lnTo>
                  <a:pt x="1003524" y="795487"/>
                </a:lnTo>
                <a:lnTo>
                  <a:pt x="1004571" y="795054"/>
                </a:lnTo>
                <a:lnTo>
                  <a:pt x="1005616" y="794616"/>
                </a:lnTo>
                <a:lnTo>
                  <a:pt x="1006657" y="794172"/>
                </a:lnTo>
                <a:lnTo>
                  <a:pt x="1007695" y="793722"/>
                </a:lnTo>
                <a:lnTo>
                  <a:pt x="1008731" y="793267"/>
                </a:lnTo>
                <a:lnTo>
                  <a:pt x="1009763" y="792805"/>
                </a:lnTo>
                <a:lnTo>
                  <a:pt x="1010792" y="792338"/>
                </a:lnTo>
                <a:lnTo>
                  <a:pt x="1011818" y="791866"/>
                </a:lnTo>
                <a:lnTo>
                  <a:pt x="1012840" y="791387"/>
                </a:lnTo>
                <a:lnTo>
                  <a:pt x="1013860" y="790903"/>
                </a:lnTo>
                <a:lnTo>
                  <a:pt x="1014876" y="790413"/>
                </a:lnTo>
                <a:lnTo>
                  <a:pt x="1015889" y="789918"/>
                </a:lnTo>
                <a:lnTo>
                  <a:pt x="1016899" y="789417"/>
                </a:lnTo>
                <a:lnTo>
                  <a:pt x="1017905" y="788911"/>
                </a:lnTo>
                <a:lnTo>
                  <a:pt x="1018909" y="788399"/>
                </a:lnTo>
                <a:lnTo>
                  <a:pt x="1019909" y="787881"/>
                </a:lnTo>
                <a:lnTo>
                  <a:pt x="1020905" y="787358"/>
                </a:lnTo>
                <a:lnTo>
                  <a:pt x="1021898" y="786829"/>
                </a:lnTo>
                <a:lnTo>
                  <a:pt x="1022888" y="786295"/>
                </a:lnTo>
                <a:lnTo>
                  <a:pt x="1023875" y="785756"/>
                </a:lnTo>
                <a:lnTo>
                  <a:pt x="1024858" y="785211"/>
                </a:lnTo>
                <a:lnTo>
                  <a:pt x="1025837" y="784660"/>
                </a:lnTo>
                <a:lnTo>
                  <a:pt x="1026814" y="784105"/>
                </a:lnTo>
                <a:lnTo>
                  <a:pt x="1027786" y="783543"/>
                </a:lnTo>
                <a:lnTo>
                  <a:pt x="1028755" y="782977"/>
                </a:lnTo>
                <a:lnTo>
                  <a:pt x="1029721" y="782405"/>
                </a:lnTo>
                <a:lnTo>
                  <a:pt x="1030683" y="781828"/>
                </a:lnTo>
                <a:lnTo>
                  <a:pt x="1031642" y="781245"/>
                </a:lnTo>
                <a:lnTo>
                  <a:pt x="1032597" y="780658"/>
                </a:lnTo>
                <a:lnTo>
                  <a:pt x="1033548" y="780065"/>
                </a:lnTo>
                <a:lnTo>
                  <a:pt x="1034496" y="779467"/>
                </a:lnTo>
                <a:lnTo>
                  <a:pt x="1035440" y="778863"/>
                </a:lnTo>
                <a:lnTo>
                  <a:pt x="1036381" y="778255"/>
                </a:lnTo>
                <a:lnTo>
                  <a:pt x="1037318" y="777641"/>
                </a:lnTo>
                <a:lnTo>
                  <a:pt x="1038251" y="777022"/>
                </a:lnTo>
                <a:lnTo>
                  <a:pt x="1039180" y="776398"/>
                </a:lnTo>
                <a:lnTo>
                  <a:pt x="1040106" y="775769"/>
                </a:lnTo>
                <a:lnTo>
                  <a:pt x="1041028" y="775134"/>
                </a:lnTo>
                <a:lnTo>
                  <a:pt x="1041946" y="774495"/>
                </a:lnTo>
                <a:lnTo>
                  <a:pt x="1042860" y="773850"/>
                </a:lnTo>
                <a:lnTo>
                  <a:pt x="1043771" y="773201"/>
                </a:lnTo>
                <a:lnTo>
                  <a:pt x="1044677" y="772547"/>
                </a:lnTo>
                <a:lnTo>
                  <a:pt x="1045580" y="771887"/>
                </a:lnTo>
                <a:lnTo>
                  <a:pt x="1046479" y="771223"/>
                </a:lnTo>
                <a:lnTo>
                  <a:pt x="1047374" y="770553"/>
                </a:lnTo>
                <a:lnTo>
                  <a:pt x="1048265" y="769879"/>
                </a:lnTo>
                <a:lnTo>
                  <a:pt x="1049152" y="769200"/>
                </a:lnTo>
                <a:lnTo>
                  <a:pt x="1050036" y="768516"/>
                </a:lnTo>
                <a:lnTo>
                  <a:pt x="1050915" y="767827"/>
                </a:lnTo>
                <a:lnTo>
                  <a:pt x="1051790" y="767133"/>
                </a:lnTo>
                <a:lnTo>
                  <a:pt x="1052661" y="766434"/>
                </a:lnTo>
                <a:lnTo>
                  <a:pt x="1053529" y="765731"/>
                </a:lnTo>
                <a:lnTo>
                  <a:pt x="1054392" y="765023"/>
                </a:lnTo>
                <a:lnTo>
                  <a:pt x="1055251" y="764310"/>
                </a:lnTo>
                <a:lnTo>
                  <a:pt x="1056106" y="763592"/>
                </a:lnTo>
                <a:lnTo>
                  <a:pt x="1056956" y="762869"/>
                </a:lnTo>
                <a:lnTo>
                  <a:pt x="1057803" y="762142"/>
                </a:lnTo>
                <a:lnTo>
                  <a:pt x="1058646" y="761410"/>
                </a:lnTo>
                <a:lnTo>
                  <a:pt x="1059484" y="760674"/>
                </a:lnTo>
                <a:lnTo>
                  <a:pt x="1060318" y="759933"/>
                </a:lnTo>
                <a:lnTo>
                  <a:pt x="1061148" y="759187"/>
                </a:lnTo>
                <a:lnTo>
                  <a:pt x="1061974" y="758436"/>
                </a:lnTo>
                <a:lnTo>
                  <a:pt x="1062795" y="757681"/>
                </a:lnTo>
                <a:lnTo>
                  <a:pt x="1063612" y="756922"/>
                </a:lnTo>
                <a:lnTo>
                  <a:pt x="1064425" y="756158"/>
                </a:lnTo>
                <a:lnTo>
                  <a:pt x="1065233" y="755389"/>
                </a:lnTo>
                <a:lnTo>
                  <a:pt x="1066038" y="754616"/>
                </a:lnTo>
                <a:lnTo>
                  <a:pt x="1066837" y="753838"/>
                </a:lnTo>
                <a:lnTo>
                  <a:pt x="1067633" y="753056"/>
                </a:lnTo>
                <a:lnTo>
                  <a:pt x="1068424" y="752269"/>
                </a:lnTo>
                <a:lnTo>
                  <a:pt x="1069210" y="751478"/>
                </a:lnTo>
                <a:lnTo>
                  <a:pt x="1069992" y="750683"/>
                </a:lnTo>
                <a:lnTo>
                  <a:pt x="1070770" y="749883"/>
                </a:lnTo>
                <a:lnTo>
                  <a:pt x="1071543" y="749079"/>
                </a:lnTo>
                <a:lnTo>
                  <a:pt x="1072312" y="748271"/>
                </a:lnTo>
                <a:lnTo>
                  <a:pt x="1073076" y="747458"/>
                </a:lnTo>
                <a:lnTo>
                  <a:pt x="1073836" y="746641"/>
                </a:lnTo>
                <a:lnTo>
                  <a:pt x="1074591" y="745819"/>
                </a:lnTo>
                <a:lnTo>
                  <a:pt x="1075341" y="744994"/>
                </a:lnTo>
                <a:lnTo>
                  <a:pt x="1076087" y="744164"/>
                </a:lnTo>
                <a:lnTo>
                  <a:pt x="1076828" y="743330"/>
                </a:lnTo>
                <a:lnTo>
                  <a:pt x="1077565" y="742491"/>
                </a:lnTo>
                <a:lnTo>
                  <a:pt x="1078297" y="741649"/>
                </a:lnTo>
                <a:lnTo>
                  <a:pt x="1079024" y="740802"/>
                </a:lnTo>
                <a:lnTo>
                  <a:pt x="1079746" y="739951"/>
                </a:lnTo>
                <a:lnTo>
                  <a:pt x="1080464" y="739096"/>
                </a:lnTo>
                <a:lnTo>
                  <a:pt x="1081177" y="738237"/>
                </a:lnTo>
                <a:lnTo>
                  <a:pt x="1081885" y="737374"/>
                </a:lnTo>
                <a:lnTo>
                  <a:pt x="1082589" y="736507"/>
                </a:lnTo>
                <a:lnTo>
                  <a:pt x="1083287" y="735636"/>
                </a:lnTo>
                <a:lnTo>
                  <a:pt x="1083981" y="734761"/>
                </a:lnTo>
                <a:lnTo>
                  <a:pt x="1084670" y="733881"/>
                </a:lnTo>
                <a:lnTo>
                  <a:pt x="1085354" y="732998"/>
                </a:lnTo>
                <a:lnTo>
                  <a:pt x="1086033" y="732111"/>
                </a:lnTo>
                <a:lnTo>
                  <a:pt x="1086708" y="731220"/>
                </a:lnTo>
                <a:lnTo>
                  <a:pt x="1087377" y="730325"/>
                </a:lnTo>
                <a:lnTo>
                  <a:pt x="1088041" y="729426"/>
                </a:lnTo>
                <a:lnTo>
                  <a:pt x="1088701" y="728523"/>
                </a:lnTo>
                <a:lnTo>
                  <a:pt x="1089355" y="727616"/>
                </a:lnTo>
                <a:lnTo>
                  <a:pt x="1090005" y="726706"/>
                </a:lnTo>
                <a:lnTo>
                  <a:pt x="1090649" y="725791"/>
                </a:lnTo>
                <a:lnTo>
                  <a:pt x="1091288" y="724873"/>
                </a:lnTo>
                <a:lnTo>
                  <a:pt x="1091923" y="723951"/>
                </a:lnTo>
                <a:lnTo>
                  <a:pt x="1092552" y="723026"/>
                </a:lnTo>
                <a:lnTo>
                  <a:pt x="1093176" y="722096"/>
                </a:lnTo>
                <a:lnTo>
                  <a:pt x="1093795" y="721163"/>
                </a:lnTo>
                <a:lnTo>
                  <a:pt x="1094409" y="720226"/>
                </a:lnTo>
                <a:lnTo>
                  <a:pt x="1095017" y="719286"/>
                </a:lnTo>
                <a:lnTo>
                  <a:pt x="1095621" y="718342"/>
                </a:lnTo>
                <a:lnTo>
                  <a:pt x="1096219" y="717394"/>
                </a:lnTo>
                <a:lnTo>
                  <a:pt x="1096812" y="716443"/>
                </a:lnTo>
                <a:lnTo>
                  <a:pt x="1097400" y="715488"/>
                </a:lnTo>
                <a:lnTo>
                  <a:pt x="1097982" y="714529"/>
                </a:lnTo>
                <a:lnTo>
                  <a:pt x="1098559" y="713567"/>
                </a:lnTo>
                <a:lnTo>
                  <a:pt x="1099131" y="712601"/>
                </a:lnTo>
                <a:lnTo>
                  <a:pt x="1099698" y="711632"/>
                </a:lnTo>
                <a:lnTo>
                  <a:pt x="1100259" y="710659"/>
                </a:lnTo>
                <a:lnTo>
                  <a:pt x="1100815" y="709683"/>
                </a:lnTo>
                <a:lnTo>
                  <a:pt x="1101365" y="708703"/>
                </a:lnTo>
                <a:lnTo>
                  <a:pt x="1101910" y="707720"/>
                </a:lnTo>
                <a:lnTo>
                  <a:pt x="1102449" y="706734"/>
                </a:lnTo>
                <a:lnTo>
                  <a:pt x="1102984" y="705744"/>
                </a:lnTo>
                <a:lnTo>
                  <a:pt x="1103512" y="704751"/>
                </a:lnTo>
                <a:lnTo>
                  <a:pt x="1104035" y="703754"/>
                </a:lnTo>
                <a:lnTo>
                  <a:pt x="1104553" y="702754"/>
                </a:lnTo>
                <a:lnTo>
                  <a:pt x="1105065" y="701751"/>
                </a:lnTo>
                <a:lnTo>
                  <a:pt x="1105571" y="700745"/>
                </a:lnTo>
                <a:lnTo>
                  <a:pt x="1106072" y="699735"/>
                </a:lnTo>
                <a:lnTo>
                  <a:pt x="1106568" y="698722"/>
                </a:lnTo>
                <a:lnTo>
                  <a:pt x="1107057" y="697705"/>
                </a:lnTo>
                <a:lnTo>
                  <a:pt x="1107541" y="696686"/>
                </a:lnTo>
                <a:lnTo>
                  <a:pt x="1108020" y="695663"/>
                </a:lnTo>
                <a:lnTo>
                  <a:pt x="1108492" y="694637"/>
                </a:lnTo>
                <a:lnTo>
                  <a:pt x="1108959" y="693608"/>
                </a:lnTo>
                <a:lnTo>
                  <a:pt x="1109421" y="692576"/>
                </a:lnTo>
                <a:lnTo>
                  <a:pt x="1109876" y="691541"/>
                </a:lnTo>
                <a:lnTo>
                  <a:pt x="1110326" y="690503"/>
                </a:lnTo>
                <a:lnTo>
                  <a:pt x="1110770" y="689461"/>
                </a:lnTo>
                <a:lnTo>
                  <a:pt x="1111208" y="688417"/>
                </a:lnTo>
                <a:lnTo>
                  <a:pt x="1111641" y="687369"/>
                </a:lnTo>
                <a:lnTo>
                  <a:pt x="1112067" y="686319"/>
                </a:lnTo>
                <a:lnTo>
                  <a:pt x="1112488" y="685265"/>
                </a:lnTo>
                <a:lnTo>
                  <a:pt x="1112903" y="684209"/>
                </a:lnTo>
                <a:lnTo>
                  <a:pt x="1113312" y="683149"/>
                </a:lnTo>
                <a:lnTo>
                  <a:pt x="1113715" y="682087"/>
                </a:lnTo>
                <a:lnTo>
                  <a:pt x="1114112" y="681022"/>
                </a:lnTo>
                <a:lnTo>
                  <a:pt x="1114503" y="679954"/>
                </a:lnTo>
                <a:lnTo>
                  <a:pt x="1114888" y="678883"/>
                </a:lnTo>
                <a:lnTo>
                  <a:pt x="1115267" y="677809"/>
                </a:lnTo>
                <a:lnTo>
                  <a:pt x="1115640" y="676732"/>
                </a:lnTo>
                <a:lnTo>
                  <a:pt x="1116007" y="675653"/>
                </a:lnTo>
                <a:lnTo>
                  <a:pt x="1116368" y="674570"/>
                </a:lnTo>
                <a:lnTo>
                  <a:pt x="1116723" y="673485"/>
                </a:lnTo>
                <a:lnTo>
                  <a:pt x="1117072" y="672397"/>
                </a:lnTo>
                <a:lnTo>
                  <a:pt x="1117415" y="671307"/>
                </a:lnTo>
                <a:lnTo>
                  <a:pt x="1117751" y="670214"/>
                </a:lnTo>
                <a:lnTo>
                  <a:pt x="1118082" y="669118"/>
                </a:lnTo>
                <a:lnTo>
                  <a:pt x="1118406" y="668019"/>
                </a:lnTo>
                <a:lnTo>
                  <a:pt x="1118724" y="666918"/>
                </a:lnTo>
                <a:lnTo>
                  <a:pt x="1119036" y="665814"/>
                </a:lnTo>
                <a:lnTo>
                  <a:pt x="1119341" y="664708"/>
                </a:lnTo>
                <a:lnTo>
                  <a:pt x="1119640" y="663599"/>
                </a:lnTo>
                <a:lnTo>
                  <a:pt x="1119933" y="662487"/>
                </a:lnTo>
                <a:lnTo>
                  <a:pt x="1120220" y="661373"/>
                </a:lnTo>
                <a:lnTo>
                  <a:pt x="1120500" y="660256"/>
                </a:lnTo>
                <a:lnTo>
                  <a:pt x="1120774" y="659137"/>
                </a:lnTo>
                <a:lnTo>
                  <a:pt x="1121042" y="658015"/>
                </a:lnTo>
                <a:lnTo>
                  <a:pt x="1121303" y="656891"/>
                </a:lnTo>
                <a:lnTo>
                  <a:pt x="1121558" y="655765"/>
                </a:lnTo>
                <a:lnTo>
                  <a:pt x="1121806" y="654636"/>
                </a:lnTo>
                <a:lnTo>
                  <a:pt x="1122048" y="653504"/>
                </a:lnTo>
                <a:lnTo>
                  <a:pt x="1122284" y="652370"/>
                </a:lnTo>
                <a:lnTo>
                  <a:pt x="1122513" y="651234"/>
                </a:lnTo>
                <a:lnTo>
                  <a:pt x="1122735" y="650096"/>
                </a:lnTo>
                <a:lnTo>
                  <a:pt x="1122951" y="648955"/>
                </a:lnTo>
                <a:lnTo>
                  <a:pt x="1123161" y="647812"/>
                </a:lnTo>
                <a:lnTo>
                  <a:pt x="1123363" y="646666"/>
                </a:lnTo>
                <a:lnTo>
                  <a:pt x="1123560" y="645519"/>
                </a:lnTo>
                <a:lnTo>
                  <a:pt x="1123749" y="644369"/>
                </a:lnTo>
                <a:lnTo>
                  <a:pt x="1123932" y="643217"/>
                </a:lnTo>
                <a:lnTo>
                  <a:pt x="1124109" y="642062"/>
                </a:lnTo>
                <a:lnTo>
                  <a:pt x="1124278" y="640906"/>
                </a:lnTo>
                <a:lnTo>
                  <a:pt x="1124442" y="639747"/>
                </a:lnTo>
                <a:lnTo>
                  <a:pt x="1124598" y="638586"/>
                </a:lnTo>
                <a:lnTo>
                  <a:pt x="1124747" y="637423"/>
                </a:lnTo>
                <a:lnTo>
                  <a:pt x="1124890" y="636258"/>
                </a:lnTo>
                <a:lnTo>
                  <a:pt x="1125026" y="635091"/>
                </a:lnTo>
                <a:lnTo>
                  <a:pt x="1125156" y="633922"/>
                </a:lnTo>
                <a:lnTo>
                  <a:pt x="1125278" y="632751"/>
                </a:lnTo>
                <a:lnTo>
                  <a:pt x="1125394" y="631578"/>
                </a:lnTo>
                <a:lnTo>
                  <a:pt x="1125502" y="630402"/>
                </a:lnTo>
                <a:lnTo>
                  <a:pt x="1125604" y="629225"/>
                </a:lnTo>
                <a:lnTo>
                  <a:pt x="1125699" y="628046"/>
                </a:lnTo>
                <a:lnTo>
                  <a:pt x="1125787" y="626865"/>
                </a:lnTo>
                <a:lnTo>
                  <a:pt x="1125869" y="625682"/>
                </a:lnTo>
                <a:lnTo>
                  <a:pt x="1125943" y="624497"/>
                </a:lnTo>
                <a:lnTo>
                  <a:pt x="1126010" y="623310"/>
                </a:lnTo>
                <a:lnTo>
                  <a:pt x="1126070" y="622122"/>
                </a:lnTo>
                <a:lnTo>
                  <a:pt x="1126124" y="620931"/>
                </a:lnTo>
                <a:lnTo>
                  <a:pt x="1126170" y="619739"/>
                </a:lnTo>
                <a:lnTo>
                  <a:pt x="1126209" y="618545"/>
                </a:lnTo>
                <a:lnTo>
                  <a:pt x="1126241" y="617349"/>
                </a:lnTo>
                <a:lnTo>
                  <a:pt x="1126266" y="616151"/>
                </a:lnTo>
                <a:lnTo>
                  <a:pt x="1126284" y="614952"/>
                </a:lnTo>
                <a:lnTo>
                  <a:pt x="1126295" y="613751"/>
                </a:lnTo>
                <a:lnTo>
                  <a:pt x="1126298" y="612548"/>
                </a:lnTo>
                <a:lnTo>
                  <a:pt x="1126298" y="612548"/>
                </a:lnTo>
                <a:close/>
                <a:moveTo>
                  <a:pt x="928701" y="19760"/>
                </a:moveTo>
                <a:lnTo>
                  <a:pt x="928701" y="39519"/>
                </a:lnTo>
                <a:lnTo>
                  <a:pt x="929788" y="39523"/>
                </a:lnTo>
                <a:lnTo>
                  <a:pt x="930873" y="39532"/>
                </a:lnTo>
                <a:lnTo>
                  <a:pt x="931956" y="39549"/>
                </a:lnTo>
                <a:lnTo>
                  <a:pt x="933038" y="39571"/>
                </a:lnTo>
                <a:lnTo>
                  <a:pt x="934118" y="39600"/>
                </a:lnTo>
                <a:lnTo>
                  <a:pt x="935197" y="39636"/>
                </a:lnTo>
                <a:lnTo>
                  <a:pt x="936274" y="39678"/>
                </a:lnTo>
                <a:lnTo>
                  <a:pt x="937349" y="39726"/>
                </a:lnTo>
                <a:lnTo>
                  <a:pt x="938423" y="39781"/>
                </a:lnTo>
                <a:lnTo>
                  <a:pt x="939495" y="39841"/>
                </a:lnTo>
                <a:lnTo>
                  <a:pt x="940565" y="39909"/>
                </a:lnTo>
                <a:lnTo>
                  <a:pt x="941634" y="39982"/>
                </a:lnTo>
                <a:lnTo>
                  <a:pt x="942701" y="40062"/>
                </a:lnTo>
                <a:lnTo>
                  <a:pt x="943766" y="40148"/>
                </a:lnTo>
                <a:lnTo>
                  <a:pt x="944829" y="40241"/>
                </a:lnTo>
                <a:lnTo>
                  <a:pt x="945891" y="40339"/>
                </a:lnTo>
                <a:lnTo>
                  <a:pt x="946950" y="40444"/>
                </a:lnTo>
                <a:lnTo>
                  <a:pt x="948008" y="40555"/>
                </a:lnTo>
                <a:lnTo>
                  <a:pt x="949064" y="40672"/>
                </a:lnTo>
                <a:lnTo>
                  <a:pt x="950119" y="40796"/>
                </a:lnTo>
                <a:lnTo>
                  <a:pt x="951171" y="40925"/>
                </a:lnTo>
                <a:lnTo>
                  <a:pt x="952221" y="41061"/>
                </a:lnTo>
                <a:lnTo>
                  <a:pt x="953270" y="41203"/>
                </a:lnTo>
                <a:lnTo>
                  <a:pt x="954316" y="41350"/>
                </a:lnTo>
                <a:lnTo>
                  <a:pt x="955361" y="41504"/>
                </a:lnTo>
                <a:lnTo>
                  <a:pt x="956403" y="41664"/>
                </a:lnTo>
                <a:lnTo>
                  <a:pt x="957444" y="41830"/>
                </a:lnTo>
                <a:lnTo>
                  <a:pt x="958482" y="42002"/>
                </a:lnTo>
                <a:lnTo>
                  <a:pt x="959519" y="42180"/>
                </a:lnTo>
                <a:lnTo>
                  <a:pt x="960553" y="42364"/>
                </a:lnTo>
                <a:lnTo>
                  <a:pt x="961586" y="42554"/>
                </a:lnTo>
                <a:lnTo>
                  <a:pt x="962616" y="42749"/>
                </a:lnTo>
                <a:lnTo>
                  <a:pt x="963644" y="42951"/>
                </a:lnTo>
                <a:lnTo>
                  <a:pt x="964670" y="43159"/>
                </a:lnTo>
                <a:lnTo>
                  <a:pt x="965694" y="43372"/>
                </a:lnTo>
                <a:lnTo>
                  <a:pt x="966716" y="43591"/>
                </a:lnTo>
                <a:lnTo>
                  <a:pt x="967735" y="43817"/>
                </a:lnTo>
                <a:lnTo>
                  <a:pt x="968753" y="44048"/>
                </a:lnTo>
                <a:lnTo>
                  <a:pt x="969768" y="44284"/>
                </a:lnTo>
                <a:lnTo>
                  <a:pt x="970781" y="44527"/>
                </a:lnTo>
                <a:lnTo>
                  <a:pt x="971791" y="44775"/>
                </a:lnTo>
                <a:lnTo>
                  <a:pt x="972800" y="45029"/>
                </a:lnTo>
                <a:lnTo>
                  <a:pt x="973806" y="45289"/>
                </a:lnTo>
                <a:lnTo>
                  <a:pt x="974810" y="45555"/>
                </a:lnTo>
                <a:lnTo>
                  <a:pt x="975811" y="45826"/>
                </a:lnTo>
                <a:lnTo>
                  <a:pt x="976810" y="46103"/>
                </a:lnTo>
                <a:lnTo>
                  <a:pt x="977807" y="46386"/>
                </a:lnTo>
                <a:lnTo>
                  <a:pt x="978801" y="46674"/>
                </a:lnTo>
                <a:lnTo>
                  <a:pt x="979793" y="46968"/>
                </a:lnTo>
                <a:lnTo>
                  <a:pt x="980783" y="47267"/>
                </a:lnTo>
                <a:lnTo>
                  <a:pt x="981770" y="47572"/>
                </a:lnTo>
                <a:lnTo>
                  <a:pt x="982754" y="47883"/>
                </a:lnTo>
                <a:lnTo>
                  <a:pt x="983737" y="48199"/>
                </a:lnTo>
                <a:lnTo>
                  <a:pt x="984716" y="48521"/>
                </a:lnTo>
                <a:lnTo>
                  <a:pt x="985693" y="48848"/>
                </a:lnTo>
                <a:lnTo>
                  <a:pt x="986668" y="49180"/>
                </a:lnTo>
                <a:lnTo>
                  <a:pt x="987640" y="49519"/>
                </a:lnTo>
                <a:lnTo>
                  <a:pt x="988609" y="49862"/>
                </a:lnTo>
                <a:lnTo>
                  <a:pt x="989576" y="50211"/>
                </a:lnTo>
                <a:lnTo>
                  <a:pt x="990541" y="50566"/>
                </a:lnTo>
                <a:lnTo>
                  <a:pt x="991502" y="50926"/>
                </a:lnTo>
                <a:lnTo>
                  <a:pt x="992461" y="51291"/>
                </a:lnTo>
                <a:lnTo>
                  <a:pt x="993418" y="51661"/>
                </a:lnTo>
                <a:lnTo>
                  <a:pt x="994372" y="52037"/>
                </a:lnTo>
                <a:lnTo>
                  <a:pt x="995323" y="52419"/>
                </a:lnTo>
                <a:lnTo>
                  <a:pt x="996271" y="52805"/>
                </a:lnTo>
                <a:lnTo>
                  <a:pt x="997216" y="53197"/>
                </a:lnTo>
                <a:lnTo>
                  <a:pt x="998159" y="53594"/>
                </a:lnTo>
                <a:lnTo>
                  <a:pt x="999099" y="53997"/>
                </a:lnTo>
                <a:lnTo>
                  <a:pt x="1000036" y="54404"/>
                </a:lnTo>
                <a:lnTo>
                  <a:pt x="1000971" y="54817"/>
                </a:lnTo>
                <a:lnTo>
                  <a:pt x="1001903" y="55235"/>
                </a:lnTo>
                <a:lnTo>
                  <a:pt x="1002831" y="55659"/>
                </a:lnTo>
                <a:lnTo>
                  <a:pt x="1003757" y="56087"/>
                </a:lnTo>
                <a:lnTo>
                  <a:pt x="1004680" y="56521"/>
                </a:lnTo>
                <a:lnTo>
                  <a:pt x="1005600" y="56959"/>
                </a:lnTo>
                <a:lnTo>
                  <a:pt x="1006518" y="57403"/>
                </a:lnTo>
                <a:lnTo>
                  <a:pt x="1007432" y="57852"/>
                </a:lnTo>
                <a:lnTo>
                  <a:pt x="1008343" y="58306"/>
                </a:lnTo>
                <a:lnTo>
                  <a:pt x="1009252" y="58765"/>
                </a:lnTo>
                <a:lnTo>
                  <a:pt x="1010157" y="59229"/>
                </a:lnTo>
                <a:lnTo>
                  <a:pt x="1011059" y="59698"/>
                </a:lnTo>
                <a:lnTo>
                  <a:pt x="1011959" y="60172"/>
                </a:lnTo>
                <a:lnTo>
                  <a:pt x="1012855" y="60651"/>
                </a:lnTo>
                <a:lnTo>
                  <a:pt x="1013748" y="61135"/>
                </a:lnTo>
                <a:lnTo>
                  <a:pt x="1014638" y="61624"/>
                </a:lnTo>
                <a:lnTo>
                  <a:pt x="1015525" y="62118"/>
                </a:lnTo>
                <a:lnTo>
                  <a:pt x="1016409" y="62616"/>
                </a:lnTo>
                <a:lnTo>
                  <a:pt x="1017290" y="63120"/>
                </a:lnTo>
                <a:lnTo>
                  <a:pt x="1018167" y="63629"/>
                </a:lnTo>
                <a:lnTo>
                  <a:pt x="1019042" y="64142"/>
                </a:lnTo>
                <a:lnTo>
                  <a:pt x="1019913" y="64660"/>
                </a:lnTo>
                <a:lnTo>
                  <a:pt x="1020781" y="65183"/>
                </a:lnTo>
                <a:lnTo>
                  <a:pt x="1021646" y="65711"/>
                </a:lnTo>
                <a:lnTo>
                  <a:pt x="1022508" y="66243"/>
                </a:lnTo>
                <a:lnTo>
                  <a:pt x="1023366" y="66781"/>
                </a:lnTo>
                <a:lnTo>
                  <a:pt x="1024221" y="67323"/>
                </a:lnTo>
                <a:lnTo>
                  <a:pt x="1025072" y="67870"/>
                </a:lnTo>
                <a:lnTo>
                  <a:pt x="1025921" y="68421"/>
                </a:lnTo>
                <a:lnTo>
                  <a:pt x="1026766" y="68977"/>
                </a:lnTo>
                <a:lnTo>
                  <a:pt x="1027608" y="69538"/>
                </a:lnTo>
                <a:lnTo>
                  <a:pt x="1028446" y="70104"/>
                </a:lnTo>
                <a:lnTo>
                  <a:pt x="1029281" y="70674"/>
                </a:lnTo>
                <a:lnTo>
                  <a:pt x="1030112" y="71248"/>
                </a:lnTo>
                <a:lnTo>
                  <a:pt x="1030940" y="71828"/>
                </a:lnTo>
                <a:lnTo>
                  <a:pt x="1031765" y="72412"/>
                </a:lnTo>
                <a:lnTo>
                  <a:pt x="1032586" y="73000"/>
                </a:lnTo>
                <a:lnTo>
                  <a:pt x="1033404" y="73593"/>
                </a:lnTo>
                <a:lnTo>
                  <a:pt x="1034218" y="74190"/>
                </a:lnTo>
                <a:lnTo>
                  <a:pt x="1035028" y="74792"/>
                </a:lnTo>
                <a:lnTo>
                  <a:pt x="1035835" y="75399"/>
                </a:lnTo>
                <a:lnTo>
                  <a:pt x="1036639" y="76010"/>
                </a:lnTo>
                <a:lnTo>
                  <a:pt x="1037439" y="76625"/>
                </a:lnTo>
                <a:lnTo>
                  <a:pt x="1038235" y="77245"/>
                </a:lnTo>
                <a:lnTo>
                  <a:pt x="1039028" y="77869"/>
                </a:lnTo>
                <a:lnTo>
                  <a:pt x="1039817" y="78498"/>
                </a:lnTo>
                <a:lnTo>
                  <a:pt x="1040602" y="79131"/>
                </a:lnTo>
                <a:lnTo>
                  <a:pt x="1041384" y="79768"/>
                </a:lnTo>
                <a:lnTo>
                  <a:pt x="1042162" y="80410"/>
                </a:lnTo>
                <a:lnTo>
                  <a:pt x="1042937" y="81056"/>
                </a:lnTo>
                <a:lnTo>
                  <a:pt x="1043707" y="81706"/>
                </a:lnTo>
                <a:lnTo>
                  <a:pt x="1044474" y="82361"/>
                </a:lnTo>
                <a:lnTo>
                  <a:pt x="1045237" y="83019"/>
                </a:lnTo>
                <a:lnTo>
                  <a:pt x="1045997" y="83682"/>
                </a:lnTo>
                <a:lnTo>
                  <a:pt x="1046752" y="84350"/>
                </a:lnTo>
                <a:lnTo>
                  <a:pt x="1047504" y="85021"/>
                </a:lnTo>
                <a:lnTo>
                  <a:pt x="1048252" y="85697"/>
                </a:lnTo>
                <a:lnTo>
                  <a:pt x="1048996" y="86377"/>
                </a:lnTo>
                <a:lnTo>
                  <a:pt x="1049736" y="87061"/>
                </a:lnTo>
                <a:lnTo>
                  <a:pt x="1050472" y="87749"/>
                </a:lnTo>
                <a:lnTo>
                  <a:pt x="1051205" y="88441"/>
                </a:lnTo>
                <a:lnTo>
                  <a:pt x="1051933" y="89137"/>
                </a:lnTo>
                <a:lnTo>
                  <a:pt x="1052657" y="89838"/>
                </a:lnTo>
                <a:lnTo>
                  <a:pt x="1053378" y="90542"/>
                </a:lnTo>
                <a:lnTo>
                  <a:pt x="1054094" y="91251"/>
                </a:lnTo>
                <a:lnTo>
                  <a:pt x="1054807" y="91963"/>
                </a:lnTo>
                <a:lnTo>
                  <a:pt x="1055515" y="92680"/>
                </a:lnTo>
                <a:lnTo>
                  <a:pt x="1056220" y="93400"/>
                </a:lnTo>
                <a:lnTo>
                  <a:pt x="1056920" y="94125"/>
                </a:lnTo>
                <a:lnTo>
                  <a:pt x="1057617" y="94853"/>
                </a:lnTo>
                <a:lnTo>
                  <a:pt x="1058309" y="95585"/>
                </a:lnTo>
                <a:lnTo>
                  <a:pt x="1058997" y="96322"/>
                </a:lnTo>
                <a:lnTo>
                  <a:pt x="1059681" y="97062"/>
                </a:lnTo>
                <a:lnTo>
                  <a:pt x="1060361" y="97806"/>
                </a:lnTo>
                <a:lnTo>
                  <a:pt x="1061036" y="98554"/>
                </a:lnTo>
                <a:lnTo>
                  <a:pt x="1061708" y="99305"/>
                </a:lnTo>
                <a:lnTo>
                  <a:pt x="1062375" y="100061"/>
                </a:lnTo>
                <a:lnTo>
                  <a:pt x="1063038" y="100820"/>
                </a:lnTo>
                <a:lnTo>
                  <a:pt x="1063697" y="101583"/>
                </a:lnTo>
                <a:lnTo>
                  <a:pt x="1064352" y="102350"/>
                </a:lnTo>
                <a:lnTo>
                  <a:pt x="1065002" y="103121"/>
                </a:lnTo>
                <a:lnTo>
                  <a:pt x="1065648" y="103895"/>
                </a:lnTo>
                <a:lnTo>
                  <a:pt x="1066290" y="104673"/>
                </a:lnTo>
                <a:lnTo>
                  <a:pt x="1066927" y="105455"/>
                </a:lnTo>
                <a:lnTo>
                  <a:pt x="1067560" y="106241"/>
                </a:lnTo>
                <a:lnTo>
                  <a:pt x="1068188" y="107030"/>
                </a:lnTo>
                <a:lnTo>
                  <a:pt x="1068813" y="107822"/>
                </a:lnTo>
                <a:lnTo>
                  <a:pt x="1069432" y="108619"/>
                </a:lnTo>
                <a:lnTo>
                  <a:pt x="1070048" y="109419"/>
                </a:lnTo>
                <a:lnTo>
                  <a:pt x="1070659" y="110222"/>
                </a:lnTo>
                <a:lnTo>
                  <a:pt x="1071265" y="111029"/>
                </a:lnTo>
                <a:lnTo>
                  <a:pt x="1071867" y="111840"/>
                </a:lnTo>
                <a:lnTo>
                  <a:pt x="1072465" y="112654"/>
                </a:lnTo>
                <a:lnTo>
                  <a:pt x="1073058" y="113472"/>
                </a:lnTo>
                <a:lnTo>
                  <a:pt x="1073646" y="114293"/>
                </a:lnTo>
                <a:lnTo>
                  <a:pt x="1074230" y="115117"/>
                </a:lnTo>
                <a:lnTo>
                  <a:pt x="1074809" y="115945"/>
                </a:lnTo>
                <a:lnTo>
                  <a:pt x="1075384" y="116777"/>
                </a:lnTo>
                <a:lnTo>
                  <a:pt x="1075954" y="117612"/>
                </a:lnTo>
                <a:lnTo>
                  <a:pt x="1076520" y="118450"/>
                </a:lnTo>
                <a:lnTo>
                  <a:pt x="1077080" y="119292"/>
                </a:lnTo>
                <a:lnTo>
                  <a:pt x="1077637" y="120137"/>
                </a:lnTo>
                <a:lnTo>
                  <a:pt x="1078188" y="120985"/>
                </a:lnTo>
                <a:lnTo>
                  <a:pt x="1078735" y="121837"/>
                </a:lnTo>
                <a:lnTo>
                  <a:pt x="1079277" y="122692"/>
                </a:lnTo>
                <a:lnTo>
                  <a:pt x="1079814" y="123550"/>
                </a:lnTo>
                <a:lnTo>
                  <a:pt x="1080347" y="124412"/>
                </a:lnTo>
                <a:lnTo>
                  <a:pt x="1080874" y="125276"/>
                </a:lnTo>
                <a:lnTo>
                  <a:pt x="1081397" y="126144"/>
                </a:lnTo>
                <a:lnTo>
                  <a:pt x="1081916" y="127016"/>
                </a:lnTo>
                <a:lnTo>
                  <a:pt x="1082429" y="127890"/>
                </a:lnTo>
                <a:lnTo>
                  <a:pt x="1082938" y="128768"/>
                </a:lnTo>
                <a:lnTo>
                  <a:pt x="1083441" y="129649"/>
                </a:lnTo>
                <a:lnTo>
                  <a:pt x="1083940" y="130532"/>
                </a:lnTo>
                <a:lnTo>
                  <a:pt x="1084434" y="131419"/>
                </a:lnTo>
                <a:lnTo>
                  <a:pt x="1084923" y="132310"/>
                </a:lnTo>
                <a:lnTo>
                  <a:pt x="1085407" y="133203"/>
                </a:lnTo>
                <a:lnTo>
                  <a:pt x="1085886" y="134099"/>
                </a:lnTo>
                <a:lnTo>
                  <a:pt x="1086360" y="134998"/>
                </a:lnTo>
                <a:lnTo>
                  <a:pt x="1086829" y="135901"/>
                </a:lnTo>
                <a:lnTo>
                  <a:pt x="1087293" y="136806"/>
                </a:lnTo>
                <a:lnTo>
                  <a:pt x="1087752" y="137714"/>
                </a:lnTo>
                <a:lnTo>
                  <a:pt x="1088206" y="138626"/>
                </a:lnTo>
                <a:lnTo>
                  <a:pt x="1088655" y="139540"/>
                </a:lnTo>
                <a:lnTo>
                  <a:pt x="1089098" y="140457"/>
                </a:lnTo>
                <a:lnTo>
                  <a:pt x="1089537" y="141377"/>
                </a:lnTo>
                <a:lnTo>
                  <a:pt x="1089971" y="142300"/>
                </a:lnTo>
                <a:lnTo>
                  <a:pt x="1090399" y="143226"/>
                </a:lnTo>
                <a:lnTo>
                  <a:pt x="1090822" y="144155"/>
                </a:lnTo>
                <a:lnTo>
                  <a:pt x="1091240" y="145087"/>
                </a:lnTo>
                <a:lnTo>
                  <a:pt x="1091653" y="146021"/>
                </a:lnTo>
                <a:lnTo>
                  <a:pt x="1092061" y="146958"/>
                </a:lnTo>
                <a:lnTo>
                  <a:pt x="1092463" y="147898"/>
                </a:lnTo>
                <a:lnTo>
                  <a:pt x="1092860" y="148841"/>
                </a:lnTo>
                <a:lnTo>
                  <a:pt x="1093252" y="149787"/>
                </a:lnTo>
                <a:lnTo>
                  <a:pt x="1093639" y="150735"/>
                </a:lnTo>
                <a:lnTo>
                  <a:pt x="1094020" y="151686"/>
                </a:lnTo>
                <a:lnTo>
                  <a:pt x="1094396" y="152640"/>
                </a:lnTo>
                <a:lnTo>
                  <a:pt x="1094767" y="153596"/>
                </a:lnTo>
                <a:lnTo>
                  <a:pt x="1095132" y="154555"/>
                </a:lnTo>
                <a:lnTo>
                  <a:pt x="1095492" y="155517"/>
                </a:lnTo>
                <a:lnTo>
                  <a:pt x="1095846" y="156481"/>
                </a:lnTo>
                <a:lnTo>
                  <a:pt x="1096195" y="157448"/>
                </a:lnTo>
                <a:lnTo>
                  <a:pt x="1096539" y="158418"/>
                </a:lnTo>
                <a:lnTo>
                  <a:pt x="1096877" y="159390"/>
                </a:lnTo>
                <a:lnTo>
                  <a:pt x="1097210" y="160364"/>
                </a:lnTo>
                <a:lnTo>
                  <a:pt x="1097537" y="161341"/>
                </a:lnTo>
                <a:lnTo>
                  <a:pt x="1097859" y="162321"/>
                </a:lnTo>
                <a:lnTo>
                  <a:pt x="1098175" y="163303"/>
                </a:lnTo>
                <a:lnTo>
                  <a:pt x="1098485" y="164288"/>
                </a:lnTo>
                <a:lnTo>
                  <a:pt x="1098791" y="165275"/>
                </a:lnTo>
                <a:lnTo>
                  <a:pt x="1099090" y="166264"/>
                </a:lnTo>
                <a:lnTo>
                  <a:pt x="1099384" y="167256"/>
                </a:lnTo>
                <a:lnTo>
                  <a:pt x="1099672" y="168251"/>
                </a:lnTo>
                <a:lnTo>
                  <a:pt x="1099955" y="169247"/>
                </a:lnTo>
                <a:lnTo>
                  <a:pt x="1100232" y="170247"/>
                </a:lnTo>
                <a:lnTo>
                  <a:pt x="1100503" y="171248"/>
                </a:lnTo>
                <a:lnTo>
                  <a:pt x="1100768" y="172252"/>
                </a:lnTo>
                <a:lnTo>
                  <a:pt x="1101028" y="173258"/>
                </a:lnTo>
                <a:lnTo>
                  <a:pt x="1101282" y="174266"/>
                </a:lnTo>
                <a:lnTo>
                  <a:pt x="1101531" y="175277"/>
                </a:lnTo>
                <a:lnTo>
                  <a:pt x="1101773" y="176290"/>
                </a:lnTo>
                <a:lnTo>
                  <a:pt x="1102010" y="177305"/>
                </a:lnTo>
                <a:lnTo>
                  <a:pt x="1102241" y="178322"/>
                </a:lnTo>
                <a:lnTo>
                  <a:pt x="1102466" y="179342"/>
                </a:lnTo>
                <a:lnTo>
                  <a:pt x="1102686" y="180364"/>
                </a:lnTo>
                <a:lnTo>
                  <a:pt x="1102899" y="181387"/>
                </a:lnTo>
                <a:lnTo>
                  <a:pt x="1103107" y="182414"/>
                </a:lnTo>
                <a:lnTo>
                  <a:pt x="1103308" y="183442"/>
                </a:lnTo>
                <a:lnTo>
                  <a:pt x="1103504" y="184472"/>
                </a:lnTo>
                <a:lnTo>
                  <a:pt x="1103694" y="185504"/>
                </a:lnTo>
                <a:lnTo>
                  <a:pt x="1103878" y="186539"/>
                </a:lnTo>
                <a:lnTo>
                  <a:pt x="1104056" y="187575"/>
                </a:lnTo>
                <a:lnTo>
                  <a:pt x="1104228" y="188614"/>
                </a:lnTo>
                <a:lnTo>
                  <a:pt x="1104394" y="189654"/>
                </a:lnTo>
                <a:lnTo>
                  <a:pt x="1104553" y="190697"/>
                </a:lnTo>
                <a:lnTo>
                  <a:pt x="1104707" y="191741"/>
                </a:lnTo>
                <a:lnTo>
                  <a:pt x="1104855" y="192788"/>
                </a:lnTo>
                <a:lnTo>
                  <a:pt x="1104997" y="193836"/>
                </a:lnTo>
                <a:lnTo>
                  <a:pt x="1105132" y="194887"/>
                </a:lnTo>
                <a:lnTo>
                  <a:pt x="1105262" y="195939"/>
                </a:lnTo>
                <a:lnTo>
                  <a:pt x="1105385" y="196993"/>
                </a:lnTo>
                <a:lnTo>
                  <a:pt x="1105502" y="198049"/>
                </a:lnTo>
                <a:lnTo>
                  <a:pt x="1105613" y="199107"/>
                </a:lnTo>
                <a:lnTo>
                  <a:pt x="1105718" y="200167"/>
                </a:lnTo>
                <a:lnTo>
                  <a:pt x="1105817" y="201228"/>
                </a:lnTo>
                <a:lnTo>
                  <a:pt x="1105909" y="202291"/>
                </a:lnTo>
                <a:lnTo>
                  <a:pt x="1105995" y="203357"/>
                </a:lnTo>
                <a:lnTo>
                  <a:pt x="1106075" y="204423"/>
                </a:lnTo>
                <a:lnTo>
                  <a:pt x="1106149" y="205492"/>
                </a:lnTo>
                <a:lnTo>
                  <a:pt x="1106216" y="206562"/>
                </a:lnTo>
                <a:lnTo>
                  <a:pt x="1106277" y="207634"/>
                </a:lnTo>
                <a:lnTo>
                  <a:pt x="1106332" y="208708"/>
                </a:lnTo>
                <a:lnTo>
                  <a:pt x="1106380" y="209783"/>
                </a:lnTo>
                <a:lnTo>
                  <a:pt x="1106422" y="210860"/>
                </a:lnTo>
                <a:lnTo>
                  <a:pt x="1106457" y="211939"/>
                </a:lnTo>
                <a:lnTo>
                  <a:pt x="1106486" y="213019"/>
                </a:lnTo>
                <a:lnTo>
                  <a:pt x="1106509" y="214101"/>
                </a:lnTo>
                <a:lnTo>
                  <a:pt x="1106525" y="215184"/>
                </a:lnTo>
                <a:lnTo>
                  <a:pt x="1106535" y="216269"/>
                </a:lnTo>
                <a:lnTo>
                  <a:pt x="1106538" y="217356"/>
                </a:lnTo>
                <a:lnTo>
                  <a:pt x="1126298" y="217356"/>
                </a:lnTo>
                <a:lnTo>
                  <a:pt x="1126298" y="217356"/>
                </a:lnTo>
                <a:lnTo>
                  <a:pt x="1126298" y="217356"/>
                </a:lnTo>
                <a:lnTo>
                  <a:pt x="1126295" y="216153"/>
                </a:lnTo>
                <a:lnTo>
                  <a:pt x="1126284" y="214952"/>
                </a:lnTo>
                <a:lnTo>
                  <a:pt x="1126266" y="213752"/>
                </a:lnTo>
                <a:lnTo>
                  <a:pt x="1126241" y="212555"/>
                </a:lnTo>
                <a:lnTo>
                  <a:pt x="1126209" y="211359"/>
                </a:lnTo>
                <a:lnTo>
                  <a:pt x="1126170" y="210165"/>
                </a:lnTo>
                <a:lnTo>
                  <a:pt x="1126124" y="208972"/>
                </a:lnTo>
                <a:lnTo>
                  <a:pt x="1126070" y="207782"/>
                </a:lnTo>
                <a:lnTo>
                  <a:pt x="1126010" y="206593"/>
                </a:lnTo>
                <a:lnTo>
                  <a:pt x="1125943" y="205406"/>
                </a:lnTo>
                <a:lnTo>
                  <a:pt x="1125869" y="204222"/>
                </a:lnTo>
                <a:lnTo>
                  <a:pt x="1125787" y="203039"/>
                </a:lnTo>
                <a:lnTo>
                  <a:pt x="1125699" y="201857"/>
                </a:lnTo>
                <a:lnTo>
                  <a:pt x="1125604" y="200678"/>
                </a:lnTo>
                <a:lnTo>
                  <a:pt x="1125502" y="199501"/>
                </a:lnTo>
                <a:lnTo>
                  <a:pt x="1125394" y="198326"/>
                </a:lnTo>
                <a:lnTo>
                  <a:pt x="1125278" y="197153"/>
                </a:lnTo>
                <a:lnTo>
                  <a:pt x="1125156" y="195981"/>
                </a:lnTo>
                <a:lnTo>
                  <a:pt x="1125026" y="194812"/>
                </a:lnTo>
                <a:lnTo>
                  <a:pt x="1124890" y="193645"/>
                </a:lnTo>
                <a:lnTo>
                  <a:pt x="1124747" y="192480"/>
                </a:lnTo>
                <a:lnTo>
                  <a:pt x="1124598" y="191317"/>
                </a:lnTo>
                <a:lnTo>
                  <a:pt x="1124442" y="190156"/>
                </a:lnTo>
                <a:lnTo>
                  <a:pt x="1124278" y="188998"/>
                </a:lnTo>
                <a:lnTo>
                  <a:pt x="1124109" y="187841"/>
                </a:lnTo>
                <a:lnTo>
                  <a:pt x="1123932" y="186687"/>
                </a:lnTo>
                <a:lnTo>
                  <a:pt x="1123749" y="185535"/>
                </a:lnTo>
                <a:lnTo>
                  <a:pt x="1123560" y="184385"/>
                </a:lnTo>
                <a:lnTo>
                  <a:pt x="1123363" y="183237"/>
                </a:lnTo>
                <a:lnTo>
                  <a:pt x="1123161" y="182092"/>
                </a:lnTo>
                <a:lnTo>
                  <a:pt x="1122951" y="180949"/>
                </a:lnTo>
                <a:lnTo>
                  <a:pt x="1122735" y="179808"/>
                </a:lnTo>
                <a:lnTo>
                  <a:pt x="1122513" y="178669"/>
                </a:lnTo>
                <a:lnTo>
                  <a:pt x="1122284" y="177533"/>
                </a:lnTo>
                <a:lnTo>
                  <a:pt x="1122048" y="176399"/>
                </a:lnTo>
                <a:lnTo>
                  <a:pt x="1121806" y="175268"/>
                </a:lnTo>
                <a:lnTo>
                  <a:pt x="1121558" y="174139"/>
                </a:lnTo>
                <a:lnTo>
                  <a:pt x="1121303" y="173012"/>
                </a:lnTo>
                <a:lnTo>
                  <a:pt x="1121042" y="171888"/>
                </a:lnTo>
                <a:lnTo>
                  <a:pt x="1120774" y="170767"/>
                </a:lnTo>
                <a:lnTo>
                  <a:pt x="1120500" y="169647"/>
                </a:lnTo>
                <a:lnTo>
                  <a:pt x="1120220" y="168531"/>
                </a:lnTo>
                <a:lnTo>
                  <a:pt x="1119933" y="167417"/>
                </a:lnTo>
                <a:lnTo>
                  <a:pt x="1119640" y="166305"/>
                </a:lnTo>
                <a:lnTo>
                  <a:pt x="1119341" y="165196"/>
                </a:lnTo>
                <a:lnTo>
                  <a:pt x="1119036" y="164089"/>
                </a:lnTo>
                <a:lnTo>
                  <a:pt x="1118724" y="162986"/>
                </a:lnTo>
                <a:lnTo>
                  <a:pt x="1118406" y="161884"/>
                </a:lnTo>
                <a:lnTo>
                  <a:pt x="1118082" y="160786"/>
                </a:lnTo>
                <a:lnTo>
                  <a:pt x="1117751" y="159690"/>
                </a:lnTo>
                <a:lnTo>
                  <a:pt x="1117415" y="158597"/>
                </a:lnTo>
                <a:lnTo>
                  <a:pt x="1117072" y="157506"/>
                </a:lnTo>
                <a:lnTo>
                  <a:pt x="1116723" y="156418"/>
                </a:lnTo>
                <a:lnTo>
                  <a:pt x="1116368" y="155333"/>
                </a:lnTo>
                <a:lnTo>
                  <a:pt x="1116007" y="154251"/>
                </a:lnTo>
                <a:lnTo>
                  <a:pt x="1115640" y="153171"/>
                </a:lnTo>
                <a:lnTo>
                  <a:pt x="1115267" y="152095"/>
                </a:lnTo>
                <a:lnTo>
                  <a:pt x="1114888" y="151021"/>
                </a:lnTo>
                <a:lnTo>
                  <a:pt x="1114503" y="149950"/>
                </a:lnTo>
                <a:lnTo>
                  <a:pt x="1114112" y="148882"/>
                </a:lnTo>
                <a:lnTo>
                  <a:pt x="1113715" y="147816"/>
                </a:lnTo>
                <a:lnTo>
                  <a:pt x="1113312" y="146754"/>
                </a:lnTo>
                <a:lnTo>
                  <a:pt x="1112903" y="145695"/>
                </a:lnTo>
                <a:lnTo>
                  <a:pt x="1112488" y="144638"/>
                </a:lnTo>
                <a:lnTo>
                  <a:pt x="1112067" y="143585"/>
                </a:lnTo>
                <a:lnTo>
                  <a:pt x="1111641" y="142534"/>
                </a:lnTo>
                <a:lnTo>
                  <a:pt x="1111208" y="141487"/>
                </a:lnTo>
                <a:lnTo>
                  <a:pt x="1110770" y="140442"/>
                </a:lnTo>
                <a:lnTo>
                  <a:pt x="1110326" y="139401"/>
                </a:lnTo>
                <a:lnTo>
                  <a:pt x="1109876" y="138363"/>
                </a:lnTo>
                <a:lnTo>
                  <a:pt x="1109421" y="137327"/>
                </a:lnTo>
                <a:lnTo>
                  <a:pt x="1108959" y="136295"/>
                </a:lnTo>
                <a:lnTo>
                  <a:pt x="1108492" y="135266"/>
                </a:lnTo>
                <a:lnTo>
                  <a:pt x="1108020" y="134240"/>
                </a:lnTo>
                <a:lnTo>
                  <a:pt x="1107541" y="133218"/>
                </a:lnTo>
                <a:lnTo>
                  <a:pt x="1107057" y="132198"/>
                </a:lnTo>
                <a:lnTo>
                  <a:pt x="1106568" y="131182"/>
                </a:lnTo>
                <a:lnTo>
                  <a:pt x="1106072" y="130169"/>
                </a:lnTo>
                <a:lnTo>
                  <a:pt x="1105571" y="129159"/>
                </a:lnTo>
                <a:lnTo>
                  <a:pt x="1105065" y="128152"/>
                </a:lnTo>
                <a:lnTo>
                  <a:pt x="1104553" y="127149"/>
                </a:lnTo>
                <a:lnTo>
                  <a:pt x="1104035" y="126149"/>
                </a:lnTo>
                <a:lnTo>
                  <a:pt x="1103512" y="125153"/>
                </a:lnTo>
                <a:lnTo>
                  <a:pt x="1102984" y="124159"/>
                </a:lnTo>
                <a:lnTo>
                  <a:pt x="1102449" y="123170"/>
                </a:lnTo>
                <a:lnTo>
                  <a:pt x="1101910" y="122183"/>
                </a:lnTo>
                <a:lnTo>
                  <a:pt x="1101365" y="121200"/>
                </a:lnTo>
                <a:lnTo>
                  <a:pt x="1100815" y="120220"/>
                </a:lnTo>
                <a:lnTo>
                  <a:pt x="1100259" y="119244"/>
                </a:lnTo>
                <a:lnTo>
                  <a:pt x="1099698" y="118272"/>
                </a:lnTo>
                <a:lnTo>
                  <a:pt x="1099131" y="117302"/>
                </a:lnTo>
                <a:lnTo>
                  <a:pt x="1098559" y="116337"/>
                </a:lnTo>
                <a:lnTo>
                  <a:pt x="1097982" y="115375"/>
                </a:lnTo>
                <a:lnTo>
                  <a:pt x="1097400" y="114416"/>
                </a:lnTo>
                <a:lnTo>
                  <a:pt x="1096812" y="113461"/>
                </a:lnTo>
                <a:lnTo>
                  <a:pt x="1096219" y="112510"/>
                </a:lnTo>
                <a:lnTo>
                  <a:pt x="1095621" y="111562"/>
                </a:lnTo>
                <a:lnTo>
                  <a:pt x="1095017" y="110618"/>
                </a:lnTo>
                <a:lnTo>
                  <a:pt x="1094409" y="109677"/>
                </a:lnTo>
                <a:lnTo>
                  <a:pt x="1093795" y="108740"/>
                </a:lnTo>
                <a:lnTo>
                  <a:pt x="1093176" y="107807"/>
                </a:lnTo>
                <a:lnTo>
                  <a:pt x="1092552" y="106878"/>
                </a:lnTo>
                <a:lnTo>
                  <a:pt x="1091923" y="105952"/>
                </a:lnTo>
                <a:lnTo>
                  <a:pt x="1091288" y="105030"/>
                </a:lnTo>
                <a:lnTo>
                  <a:pt x="1090649" y="104112"/>
                </a:lnTo>
                <a:lnTo>
                  <a:pt x="1090005" y="103198"/>
                </a:lnTo>
                <a:lnTo>
                  <a:pt x="1089355" y="102287"/>
                </a:lnTo>
                <a:lnTo>
                  <a:pt x="1088701" y="101380"/>
                </a:lnTo>
                <a:lnTo>
                  <a:pt x="1088041" y="100478"/>
                </a:lnTo>
                <a:lnTo>
                  <a:pt x="1087377" y="99579"/>
                </a:lnTo>
                <a:lnTo>
                  <a:pt x="1086708" y="98684"/>
                </a:lnTo>
                <a:lnTo>
                  <a:pt x="1086033" y="97793"/>
                </a:lnTo>
                <a:lnTo>
                  <a:pt x="1085354" y="96905"/>
                </a:lnTo>
                <a:lnTo>
                  <a:pt x="1084670" y="96022"/>
                </a:lnTo>
                <a:lnTo>
                  <a:pt x="1083981" y="95143"/>
                </a:lnTo>
                <a:lnTo>
                  <a:pt x="1083287" y="94268"/>
                </a:lnTo>
                <a:lnTo>
                  <a:pt x="1082589" y="93396"/>
                </a:lnTo>
                <a:lnTo>
                  <a:pt x="1081885" y="92529"/>
                </a:lnTo>
                <a:lnTo>
                  <a:pt x="1081177" y="91666"/>
                </a:lnTo>
                <a:lnTo>
                  <a:pt x="1080464" y="90807"/>
                </a:lnTo>
                <a:lnTo>
                  <a:pt x="1079746" y="89952"/>
                </a:lnTo>
                <a:lnTo>
                  <a:pt x="1079024" y="89101"/>
                </a:lnTo>
                <a:lnTo>
                  <a:pt x="1078297" y="88255"/>
                </a:lnTo>
                <a:lnTo>
                  <a:pt x="1077565" y="87412"/>
                </a:lnTo>
                <a:lnTo>
                  <a:pt x="1076828" y="86574"/>
                </a:lnTo>
                <a:lnTo>
                  <a:pt x="1076087" y="85740"/>
                </a:lnTo>
                <a:lnTo>
                  <a:pt x="1075341" y="84910"/>
                </a:lnTo>
                <a:lnTo>
                  <a:pt x="1074591" y="84084"/>
                </a:lnTo>
                <a:lnTo>
                  <a:pt x="1073836" y="83263"/>
                </a:lnTo>
                <a:lnTo>
                  <a:pt x="1073076" y="82446"/>
                </a:lnTo>
                <a:lnTo>
                  <a:pt x="1072312" y="81633"/>
                </a:lnTo>
                <a:lnTo>
                  <a:pt x="1071543" y="80824"/>
                </a:lnTo>
                <a:lnTo>
                  <a:pt x="1070770" y="80020"/>
                </a:lnTo>
                <a:lnTo>
                  <a:pt x="1069992" y="79220"/>
                </a:lnTo>
                <a:lnTo>
                  <a:pt x="1069210" y="78425"/>
                </a:lnTo>
                <a:lnTo>
                  <a:pt x="1068424" y="77634"/>
                </a:lnTo>
                <a:lnTo>
                  <a:pt x="1067633" y="76847"/>
                </a:lnTo>
                <a:lnTo>
                  <a:pt x="1066837" y="76065"/>
                </a:lnTo>
                <a:lnTo>
                  <a:pt x="1066038" y="75288"/>
                </a:lnTo>
                <a:lnTo>
                  <a:pt x="1065233" y="74515"/>
                </a:lnTo>
                <a:lnTo>
                  <a:pt x="1064425" y="73746"/>
                </a:lnTo>
                <a:lnTo>
                  <a:pt x="1063612" y="72982"/>
                </a:lnTo>
                <a:lnTo>
                  <a:pt x="1062795" y="72222"/>
                </a:lnTo>
                <a:lnTo>
                  <a:pt x="1061974" y="71467"/>
                </a:lnTo>
                <a:lnTo>
                  <a:pt x="1061148" y="70717"/>
                </a:lnTo>
                <a:lnTo>
                  <a:pt x="1060318" y="69971"/>
                </a:lnTo>
                <a:lnTo>
                  <a:pt x="1059484" y="69230"/>
                </a:lnTo>
                <a:lnTo>
                  <a:pt x="1058646" y="68493"/>
                </a:lnTo>
                <a:lnTo>
                  <a:pt x="1057803" y="67761"/>
                </a:lnTo>
                <a:lnTo>
                  <a:pt x="1056956" y="67034"/>
                </a:lnTo>
                <a:lnTo>
                  <a:pt x="1056106" y="66312"/>
                </a:lnTo>
                <a:lnTo>
                  <a:pt x="1055251" y="65594"/>
                </a:lnTo>
                <a:lnTo>
                  <a:pt x="1054392" y="64881"/>
                </a:lnTo>
                <a:lnTo>
                  <a:pt x="1053529" y="64173"/>
                </a:lnTo>
                <a:lnTo>
                  <a:pt x="1052661" y="63469"/>
                </a:lnTo>
                <a:lnTo>
                  <a:pt x="1051790" y="62771"/>
                </a:lnTo>
                <a:lnTo>
                  <a:pt x="1050915" y="62077"/>
                </a:lnTo>
                <a:lnTo>
                  <a:pt x="1050036" y="61388"/>
                </a:lnTo>
                <a:lnTo>
                  <a:pt x="1049152" y="60704"/>
                </a:lnTo>
                <a:lnTo>
                  <a:pt x="1048265" y="60024"/>
                </a:lnTo>
                <a:lnTo>
                  <a:pt x="1047374" y="59350"/>
                </a:lnTo>
                <a:lnTo>
                  <a:pt x="1046479" y="58681"/>
                </a:lnTo>
                <a:lnTo>
                  <a:pt x="1045580" y="58016"/>
                </a:lnTo>
                <a:lnTo>
                  <a:pt x="1044677" y="57357"/>
                </a:lnTo>
                <a:lnTo>
                  <a:pt x="1043771" y="56702"/>
                </a:lnTo>
                <a:lnTo>
                  <a:pt x="1042860" y="56053"/>
                </a:lnTo>
                <a:lnTo>
                  <a:pt x="1041946" y="55409"/>
                </a:lnTo>
                <a:lnTo>
                  <a:pt x="1041028" y="54769"/>
                </a:lnTo>
                <a:lnTo>
                  <a:pt x="1040106" y="54135"/>
                </a:lnTo>
                <a:lnTo>
                  <a:pt x="1039180" y="53506"/>
                </a:lnTo>
                <a:lnTo>
                  <a:pt x="1038251" y="52882"/>
                </a:lnTo>
                <a:lnTo>
                  <a:pt x="1037318" y="52263"/>
                </a:lnTo>
                <a:lnTo>
                  <a:pt x="1036381" y="51649"/>
                </a:lnTo>
                <a:lnTo>
                  <a:pt x="1035440" y="51040"/>
                </a:lnTo>
                <a:lnTo>
                  <a:pt x="1034496" y="50437"/>
                </a:lnTo>
                <a:lnTo>
                  <a:pt x="1033548" y="49839"/>
                </a:lnTo>
                <a:lnTo>
                  <a:pt x="1032597" y="49246"/>
                </a:lnTo>
                <a:lnTo>
                  <a:pt x="1031642" y="48658"/>
                </a:lnTo>
                <a:lnTo>
                  <a:pt x="1030683" y="48076"/>
                </a:lnTo>
                <a:lnTo>
                  <a:pt x="1029721" y="47498"/>
                </a:lnTo>
                <a:lnTo>
                  <a:pt x="1028755" y="46927"/>
                </a:lnTo>
                <a:lnTo>
                  <a:pt x="1027786" y="46360"/>
                </a:lnTo>
                <a:lnTo>
                  <a:pt x="1026814" y="45799"/>
                </a:lnTo>
                <a:lnTo>
                  <a:pt x="1025837" y="45243"/>
                </a:lnTo>
                <a:lnTo>
                  <a:pt x="1024858" y="44693"/>
                </a:lnTo>
                <a:lnTo>
                  <a:pt x="1023875" y="44148"/>
                </a:lnTo>
                <a:lnTo>
                  <a:pt x="1022888" y="43608"/>
                </a:lnTo>
                <a:lnTo>
                  <a:pt x="1021898" y="43074"/>
                </a:lnTo>
                <a:lnTo>
                  <a:pt x="1020905" y="42546"/>
                </a:lnTo>
                <a:lnTo>
                  <a:pt x="1019909" y="42023"/>
                </a:lnTo>
                <a:lnTo>
                  <a:pt x="1018909" y="41505"/>
                </a:lnTo>
                <a:lnTo>
                  <a:pt x="1017905" y="40993"/>
                </a:lnTo>
                <a:lnTo>
                  <a:pt x="1016899" y="40486"/>
                </a:lnTo>
                <a:lnTo>
                  <a:pt x="1015889" y="39985"/>
                </a:lnTo>
                <a:lnTo>
                  <a:pt x="1014876" y="39490"/>
                </a:lnTo>
                <a:lnTo>
                  <a:pt x="1013860" y="39000"/>
                </a:lnTo>
                <a:lnTo>
                  <a:pt x="1012840" y="38516"/>
                </a:lnTo>
                <a:lnTo>
                  <a:pt x="1011818" y="38038"/>
                </a:lnTo>
                <a:lnTo>
                  <a:pt x="1010792" y="37565"/>
                </a:lnTo>
                <a:lnTo>
                  <a:pt x="1009763" y="37098"/>
                </a:lnTo>
                <a:lnTo>
                  <a:pt x="1008731" y="36637"/>
                </a:lnTo>
                <a:lnTo>
                  <a:pt x="1007695" y="36181"/>
                </a:lnTo>
                <a:lnTo>
                  <a:pt x="1006657" y="35732"/>
                </a:lnTo>
                <a:lnTo>
                  <a:pt x="1005616" y="35288"/>
                </a:lnTo>
                <a:lnTo>
                  <a:pt x="1004571" y="34849"/>
                </a:lnTo>
                <a:lnTo>
                  <a:pt x="1003524" y="34417"/>
                </a:lnTo>
                <a:lnTo>
                  <a:pt x="1002473" y="33990"/>
                </a:lnTo>
                <a:lnTo>
                  <a:pt x="1001420" y="33570"/>
                </a:lnTo>
                <a:lnTo>
                  <a:pt x="1000363" y="33155"/>
                </a:lnTo>
                <a:lnTo>
                  <a:pt x="999304" y="32746"/>
                </a:lnTo>
                <a:lnTo>
                  <a:pt x="998241" y="32343"/>
                </a:lnTo>
                <a:lnTo>
                  <a:pt x="997176" y="31946"/>
                </a:lnTo>
                <a:lnTo>
                  <a:pt x="996108" y="31555"/>
                </a:lnTo>
                <a:lnTo>
                  <a:pt x="995037" y="31170"/>
                </a:lnTo>
                <a:lnTo>
                  <a:pt x="993963" y="30791"/>
                </a:lnTo>
                <a:lnTo>
                  <a:pt x="992886" y="30417"/>
                </a:lnTo>
                <a:lnTo>
                  <a:pt x="991807" y="30050"/>
                </a:lnTo>
                <a:lnTo>
                  <a:pt x="990725" y="29689"/>
                </a:lnTo>
                <a:lnTo>
                  <a:pt x="989640" y="29335"/>
                </a:lnTo>
                <a:lnTo>
                  <a:pt x="988552" y="28986"/>
                </a:lnTo>
                <a:lnTo>
                  <a:pt x="987461" y="28643"/>
                </a:lnTo>
                <a:lnTo>
                  <a:pt x="986368" y="28307"/>
                </a:lnTo>
                <a:lnTo>
                  <a:pt x="985272" y="27976"/>
                </a:lnTo>
                <a:lnTo>
                  <a:pt x="984174" y="27652"/>
                </a:lnTo>
                <a:lnTo>
                  <a:pt x="983072" y="27334"/>
                </a:lnTo>
                <a:lnTo>
                  <a:pt x="981968" y="27022"/>
                </a:lnTo>
                <a:lnTo>
                  <a:pt x="980862" y="26717"/>
                </a:lnTo>
                <a:lnTo>
                  <a:pt x="979753" y="26417"/>
                </a:lnTo>
                <a:lnTo>
                  <a:pt x="978641" y="26124"/>
                </a:lnTo>
                <a:lnTo>
                  <a:pt x="977527" y="25838"/>
                </a:lnTo>
                <a:lnTo>
                  <a:pt x="976410" y="25557"/>
                </a:lnTo>
                <a:lnTo>
                  <a:pt x="975291" y="25284"/>
                </a:lnTo>
                <a:lnTo>
                  <a:pt x="974170" y="25016"/>
                </a:lnTo>
                <a:lnTo>
                  <a:pt x="973045" y="24755"/>
                </a:lnTo>
                <a:lnTo>
                  <a:pt x="971919" y="24500"/>
                </a:lnTo>
                <a:lnTo>
                  <a:pt x="970790" y="24251"/>
                </a:lnTo>
                <a:lnTo>
                  <a:pt x="969658" y="24009"/>
                </a:lnTo>
                <a:lnTo>
                  <a:pt x="968525" y="23774"/>
                </a:lnTo>
                <a:lnTo>
                  <a:pt x="967389" y="23545"/>
                </a:lnTo>
                <a:lnTo>
                  <a:pt x="966250" y="23322"/>
                </a:lnTo>
                <a:lnTo>
                  <a:pt x="965109" y="23107"/>
                </a:lnTo>
                <a:lnTo>
                  <a:pt x="963966" y="22897"/>
                </a:lnTo>
                <a:lnTo>
                  <a:pt x="962821" y="22694"/>
                </a:lnTo>
                <a:lnTo>
                  <a:pt x="961673" y="22498"/>
                </a:lnTo>
                <a:lnTo>
                  <a:pt x="960523" y="22308"/>
                </a:lnTo>
                <a:lnTo>
                  <a:pt x="959371" y="22125"/>
                </a:lnTo>
                <a:lnTo>
                  <a:pt x="958217" y="21949"/>
                </a:lnTo>
                <a:lnTo>
                  <a:pt x="957060" y="21779"/>
                </a:lnTo>
                <a:lnTo>
                  <a:pt x="955901" y="21616"/>
                </a:lnTo>
                <a:lnTo>
                  <a:pt x="954741" y="21460"/>
                </a:lnTo>
                <a:lnTo>
                  <a:pt x="953578" y="21310"/>
                </a:lnTo>
                <a:lnTo>
                  <a:pt x="952413" y="21167"/>
                </a:lnTo>
                <a:lnTo>
                  <a:pt x="951246" y="21031"/>
                </a:lnTo>
                <a:lnTo>
                  <a:pt x="950076" y="20902"/>
                </a:lnTo>
                <a:lnTo>
                  <a:pt x="948905" y="20780"/>
                </a:lnTo>
                <a:lnTo>
                  <a:pt x="947732" y="20664"/>
                </a:lnTo>
                <a:lnTo>
                  <a:pt x="946557" y="20555"/>
                </a:lnTo>
                <a:lnTo>
                  <a:pt x="945379" y="20453"/>
                </a:lnTo>
                <a:lnTo>
                  <a:pt x="944200" y="20358"/>
                </a:lnTo>
                <a:lnTo>
                  <a:pt x="943019" y="20270"/>
                </a:lnTo>
                <a:lnTo>
                  <a:pt x="941836" y="20189"/>
                </a:lnTo>
                <a:lnTo>
                  <a:pt x="940651" y="20115"/>
                </a:lnTo>
                <a:lnTo>
                  <a:pt x="939464" y="20048"/>
                </a:lnTo>
                <a:lnTo>
                  <a:pt x="938276" y="19987"/>
                </a:lnTo>
                <a:lnTo>
                  <a:pt x="937085" y="19934"/>
                </a:lnTo>
                <a:lnTo>
                  <a:pt x="935893" y="19888"/>
                </a:lnTo>
                <a:lnTo>
                  <a:pt x="934699" y="19849"/>
                </a:lnTo>
                <a:lnTo>
                  <a:pt x="933503" y="19817"/>
                </a:lnTo>
                <a:lnTo>
                  <a:pt x="932305" y="19792"/>
                </a:lnTo>
                <a:lnTo>
                  <a:pt x="931106" y="19774"/>
                </a:lnTo>
                <a:lnTo>
                  <a:pt x="929905" y="19763"/>
                </a:lnTo>
                <a:lnTo>
                  <a:pt x="928702" y="19760"/>
                </a:lnTo>
                <a:lnTo>
                  <a:pt x="928701" y="19760"/>
                </a:lnTo>
                <a:lnTo>
                  <a:pt x="928701" y="19760"/>
                </a:lnTo>
                <a:close/>
                <a:moveTo>
                  <a:pt x="217356" y="19760"/>
                </a:moveTo>
                <a:lnTo>
                  <a:pt x="217356" y="19760"/>
                </a:lnTo>
                <a:lnTo>
                  <a:pt x="216153" y="19763"/>
                </a:lnTo>
                <a:lnTo>
                  <a:pt x="214952" y="19774"/>
                </a:lnTo>
                <a:lnTo>
                  <a:pt x="213753" y="19792"/>
                </a:lnTo>
                <a:lnTo>
                  <a:pt x="212555" y="19817"/>
                </a:lnTo>
                <a:lnTo>
                  <a:pt x="211359" y="19849"/>
                </a:lnTo>
                <a:lnTo>
                  <a:pt x="210165" y="19888"/>
                </a:lnTo>
                <a:lnTo>
                  <a:pt x="208973" y="19934"/>
                </a:lnTo>
                <a:lnTo>
                  <a:pt x="207782" y="19987"/>
                </a:lnTo>
                <a:lnTo>
                  <a:pt x="206594" y="20048"/>
                </a:lnTo>
                <a:lnTo>
                  <a:pt x="205407" y="20115"/>
                </a:lnTo>
                <a:lnTo>
                  <a:pt x="204222" y="20189"/>
                </a:lnTo>
                <a:lnTo>
                  <a:pt x="203039" y="20270"/>
                </a:lnTo>
                <a:lnTo>
                  <a:pt x="201858" y="20358"/>
                </a:lnTo>
                <a:lnTo>
                  <a:pt x="200679" y="20453"/>
                </a:lnTo>
                <a:lnTo>
                  <a:pt x="199502" y="20555"/>
                </a:lnTo>
                <a:lnTo>
                  <a:pt x="198326" y="20664"/>
                </a:lnTo>
                <a:lnTo>
                  <a:pt x="197153" y="20780"/>
                </a:lnTo>
                <a:lnTo>
                  <a:pt x="195982" y="20902"/>
                </a:lnTo>
                <a:lnTo>
                  <a:pt x="194813" y="21031"/>
                </a:lnTo>
                <a:lnTo>
                  <a:pt x="193646" y="21167"/>
                </a:lnTo>
                <a:lnTo>
                  <a:pt x="192481" y="21310"/>
                </a:lnTo>
                <a:lnTo>
                  <a:pt x="191318" y="21460"/>
                </a:lnTo>
                <a:lnTo>
                  <a:pt x="190157" y="21616"/>
                </a:lnTo>
                <a:lnTo>
                  <a:pt x="188998" y="21779"/>
                </a:lnTo>
                <a:lnTo>
                  <a:pt x="187842" y="21949"/>
                </a:lnTo>
                <a:lnTo>
                  <a:pt x="186687" y="22125"/>
                </a:lnTo>
                <a:lnTo>
                  <a:pt x="185535" y="22308"/>
                </a:lnTo>
                <a:lnTo>
                  <a:pt x="184385" y="22498"/>
                </a:lnTo>
                <a:lnTo>
                  <a:pt x="183238" y="22694"/>
                </a:lnTo>
                <a:lnTo>
                  <a:pt x="182092" y="22897"/>
                </a:lnTo>
                <a:lnTo>
                  <a:pt x="180949" y="23107"/>
                </a:lnTo>
                <a:lnTo>
                  <a:pt x="179808" y="23322"/>
                </a:lnTo>
                <a:lnTo>
                  <a:pt x="178670" y="23545"/>
                </a:lnTo>
                <a:lnTo>
                  <a:pt x="177534" y="23774"/>
                </a:lnTo>
                <a:lnTo>
                  <a:pt x="176400" y="24009"/>
                </a:lnTo>
                <a:lnTo>
                  <a:pt x="175268" y="24251"/>
                </a:lnTo>
                <a:lnTo>
                  <a:pt x="174140" y="24500"/>
                </a:lnTo>
                <a:lnTo>
                  <a:pt x="173013" y="24755"/>
                </a:lnTo>
                <a:lnTo>
                  <a:pt x="171889" y="25016"/>
                </a:lnTo>
                <a:lnTo>
                  <a:pt x="170767" y="25284"/>
                </a:lnTo>
                <a:lnTo>
                  <a:pt x="169648" y="25557"/>
                </a:lnTo>
                <a:lnTo>
                  <a:pt x="168531" y="25838"/>
                </a:lnTo>
                <a:lnTo>
                  <a:pt x="167417" y="26124"/>
                </a:lnTo>
                <a:lnTo>
                  <a:pt x="166306" y="26417"/>
                </a:lnTo>
                <a:lnTo>
                  <a:pt x="165196" y="26717"/>
                </a:lnTo>
                <a:lnTo>
                  <a:pt x="164090" y="27022"/>
                </a:lnTo>
                <a:lnTo>
                  <a:pt x="162986" y="27334"/>
                </a:lnTo>
                <a:lnTo>
                  <a:pt x="161885" y="27652"/>
                </a:lnTo>
                <a:lnTo>
                  <a:pt x="160786" y="27976"/>
                </a:lnTo>
                <a:lnTo>
                  <a:pt x="159690" y="28307"/>
                </a:lnTo>
                <a:lnTo>
                  <a:pt x="158597" y="28643"/>
                </a:lnTo>
                <a:lnTo>
                  <a:pt x="157507" y="28986"/>
                </a:lnTo>
                <a:lnTo>
                  <a:pt x="156419" y="29335"/>
                </a:lnTo>
                <a:lnTo>
                  <a:pt x="155334" y="29689"/>
                </a:lnTo>
                <a:lnTo>
                  <a:pt x="154252" y="30050"/>
                </a:lnTo>
                <a:lnTo>
                  <a:pt x="153172" y="30417"/>
                </a:lnTo>
                <a:lnTo>
                  <a:pt x="152095" y="30791"/>
                </a:lnTo>
                <a:lnTo>
                  <a:pt x="151022" y="31170"/>
                </a:lnTo>
                <a:lnTo>
                  <a:pt x="149951" y="31555"/>
                </a:lnTo>
                <a:lnTo>
                  <a:pt x="148882" y="31946"/>
                </a:lnTo>
                <a:lnTo>
                  <a:pt x="147817" y="32343"/>
                </a:lnTo>
                <a:lnTo>
                  <a:pt x="146755" y="32746"/>
                </a:lnTo>
                <a:lnTo>
                  <a:pt x="145695" y="33155"/>
                </a:lnTo>
                <a:lnTo>
                  <a:pt x="144639" y="33570"/>
                </a:lnTo>
                <a:lnTo>
                  <a:pt x="143585" y="33990"/>
                </a:lnTo>
                <a:lnTo>
                  <a:pt x="142535" y="34417"/>
                </a:lnTo>
                <a:lnTo>
                  <a:pt x="141487" y="34849"/>
                </a:lnTo>
                <a:lnTo>
                  <a:pt x="140443" y="35288"/>
                </a:lnTo>
                <a:lnTo>
                  <a:pt x="139402" y="35732"/>
                </a:lnTo>
                <a:lnTo>
                  <a:pt x="138363" y="36181"/>
                </a:lnTo>
                <a:lnTo>
                  <a:pt x="137328" y="36637"/>
                </a:lnTo>
                <a:lnTo>
                  <a:pt x="136296" y="37098"/>
                </a:lnTo>
                <a:lnTo>
                  <a:pt x="135267" y="37565"/>
                </a:lnTo>
                <a:lnTo>
                  <a:pt x="134241" y="38038"/>
                </a:lnTo>
                <a:lnTo>
                  <a:pt x="133218" y="38516"/>
                </a:lnTo>
                <a:lnTo>
                  <a:pt x="132199" y="39000"/>
                </a:lnTo>
                <a:lnTo>
                  <a:pt x="131182" y="39490"/>
                </a:lnTo>
                <a:lnTo>
                  <a:pt x="130169" y="39985"/>
                </a:lnTo>
                <a:lnTo>
                  <a:pt x="129160" y="40486"/>
                </a:lnTo>
                <a:lnTo>
                  <a:pt x="128153" y="40993"/>
                </a:lnTo>
                <a:lnTo>
                  <a:pt x="127150" y="41505"/>
                </a:lnTo>
                <a:lnTo>
                  <a:pt x="126150" y="42023"/>
                </a:lnTo>
                <a:lnTo>
                  <a:pt x="125153" y="42546"/>
                </a:lnTo>
                <a:lnTo>
                  <a:pt x="124160" y="43074"/>
                </a:lnTo>
                <a:lnTo>
                  <a:pt x="123170" y="43608"/>
                </a:lnTo>
                <a:lnTo>
                  <a:pt x="122184" y="44148"/>
                </a:lnTo>
                <a:lnTo>
                  <a:pt x="121201" y="44693"/>
                </a:lnTo>
                <a:lnTo>
                  <a:pt x="120221" y="45243"/>
                </a:lnTo>
                <a:lnTo>
                  <a:pt x="119245" y="45799"/>
                </a:lnTo>
                <a:lnTo>
                  <a:pt x="118272" y="46360"/>
                </a:lnTo>
                <a:lnTo>
                  <a:pt x="117303" y="46927"/>
                </a:lnTo>
                <a:lnTo>
                  <a:pt x="116337" y="47498"/>
                </a:lnTo>
                <a:lnTo>
                  <a:pt x="115375" y="48076"/>
                </a:lnTo>
                <a:lnTo>
                  <a:pt x="114417" y="48658"/>
                </a:lnTo>
                <a:lnTo>
                  <a:pt x="113462" y="49246"/>
                </a:lnTo>
                <a:lnTo>
                  <a:pt x="112510" y="49839"/>
                </a:lnTo>
                <a:lnTo>
                  <a:pt x="111562" y="50437"/>
                </a:lnTo>
                <a:lnTo>
                  <a:pt x="110618" y="51040"/>
                </a:lnTo>
                <a:lnTo>
                  <a:pt x="109678" y="51649"/>
                </a:lnTo>
                <a:lnTo>
                  <a:pt x="108741" y="52263"/>
                </a:lnTo>
                <a:lnTo>
                  <a:pt x="107808" y="52882"/>
                </a:lnTo>
                <a:lnTo>
                  <a:pt x="106878" y="53506"/>
                </a:lnTo>
                <a:lnTo>
                  <a:pt x="105953" y="54135"/>
                </a:lnTo>
                <a:lnTo>
                  <a:pt x="105031" y="54769"/>
                </a:lnTo>
                <a:lnTo>
                  <a:pt x="104113" y="55409"/>
                </a:lnTo>
                <a:lnTo>
                  <a:pt x="103198" y="56053"/>
                </a:lnTo>
                <a:lnTo>
                  <a:pt x="102288" y="56702"/>
                </a:lnTo>
                <a:lnTo>
                  <a:pt x="101381" y="57357"/>
                </a:lnTo>
                <a:lnTo>
                  <a:pt x="100478" y="58016"/>
                </a:lnTo>
                <a:lnTo>
                  <a:pt x="99579" y="58681"/>
                </a:lnTo>
                <a:lnTo>
                  <a:pt x="98684" y="59350"/>
                </a:lnTo>
                <a:lnTo>
                  <a:pt x="97793" y="60024"/>
                </a:lnTo>
                <a:lnTo>
                  <a:pt x="96906" y="60704"/>
                </a:lnTo>
                <a:lnTo>
                  <a:pt x="96023" y="61388"/>
                </a:lnTo>
                <a:lnTo>
                  <a:pt x="95144" y="62077"/>
                </a:lnTo>
                <a:lnTo>
                  <a:pt x="94268" y="62771"/>
                </a:lnTo>
                <a:lnTo>
                  <a:pt x="93397" y="63469"/>
                </a:lnTo>
                <a:lnTo>
                  <a:pt x="92530" y="64173"/>
                </a:lnTo>
                <a:lnTo>
                  <a:pt x="91667" y="64881"/>
                </a:lnTo>
                <a:lnTo>
                  <a:pt x="90808" y="65594"/>
                </a:lnTo>
                <a:lnTo>
                  <a:pt x="89953" y="66312"/>
                </a:lnTo>
                <a:lnTo>
                  <a:pt x="89102" y="67034"/>
                </a:lnTo>
                <a:lnTo>
                  <a:pt x="88255" y="67761"/>
                </a:lnTo>
                <a:lnTo>
                  <a:pt x="87413" y="68493"/>
                </a:lnTo>
                <a:lnTo>
                  <a:pt x="86574" y="69230"/>
                </a:lnTo>
                <a:lnTo>
                  <a:pt x="85740" y="69971"/>
                </a:lnTo>
                <a:lnTo>
                  <a:pt x="84910" y="70717"/>
                </a:lnTo>
                <a:lnTo>
                  <a:pt x="84085" y="71467"/>
                </a:lnTo>
                <a:lnTo>
                  <a:pt x="83263" y="72222"/>
                </a:lnTo>
                <a:lnTo>
                  <a:pt x="82446" y="72982"/>
                </a:lnTo>
                <a:lnTo>
                  <a:pt x="81633" y="73746"/>
                </a:lnTo>
                <a:lnTo>
                  <a:pt x="80825" y="74515"/>
                </a:lnTo>
                <a:lnTo>
                  <a:pt x="80021" y="75288"/>
                </a:lnTo>
                <a:lnTo>
                  <a:pt x="79221" y="76065"/>
                </a:lnTo>
                <a:lnTo>
                  <a:pt x="78426" y="76847"/>
                </a:lnTo>
                <a:lnTo>
                  <a:pt x="77635" y="77634"/>
                </a:lnTo>
                <a:lnTo>
                  <a:pt x="76848" y="78425"/>
                </a:lnTo>
                <a:lnTo>
                  <a:pt x="76066" y="79220"/>
                </a:lnTo>
                <a:lnTo>
                  <a:pt x="75288" y="80020"/>
                </a:lnTo>
                <a:lnTo>
                  <a:pt x="74515" y="80824"/>
                </a:lnTo>
                <a:lnTo>
                  <a:pt x="73747" y="81633"/>
                </a:lnTo>
                <a:lnTo>
                  <a:pt x="72982" y="82446"/>
                </a:lnTo>
                <a:lnTo>
                  <a:pt x="72223" y="83263"/>
                </a:lnTo>
                <a:lnTo>
                  <a:pt x="71468" y="84084"/>
                </a:lnTo>
                <a:lnTo>
                  <a:pt x="70717" y="84910"/>
                </a:lnTo>
                <a:lnTo>
                  <a:pt x="69972" y="85740"/>
                </a:lnTo>
                <a:lnTo>
                  <a:pt x="69230" y="86574"/>
                </a:lnTo>
                <a:lnTo>
                  <a:pt x="68494" y="87412"/>
                </a:lnTo>
                <a:lnTo>
                  <a:pt x="67762" y="88255"/>
                </a:lnTo>
                <a:lnTo>
                  <a:pt x="67035" y="89101"/>
                </a:lnTo>
                <a:lnTo>
                  <a:pt x="66312" y="89952"/>
                </a:lnTo>
                <a:lnTo>
                  <a:pt x="65594" y="90807"/>
                </a:lnTo>
                <a:lnTo>
                  <a:pt x="64881" y="91666"/>
                </a:lnTo>
                <a:lnTo>
                  <a:pt x="64173" y="92529"/>
                </a:lnTo>
                <a:lnTo>
                  <a:pt x="63470" y="93396"/>
                </a:lnTo>
                <a:lnTo>
                  <a:pt x="62771" y="94268"/>
                </a:lnTo>
                <a:lnTo>
                  <a:pt x="62077" y="95143"/>
                </a:lnTo>
                <a:lnTo>
                  <a:pt x="61388" y="96022"/>
                </a:lnTo>
                <a:lnTo>
                  <a:pt x="60704" y="96905"/>
                </a:lnTo>
                <a:lnTo>
                  <a:pt x="60025" y="97793"/>
                </a:lnTo>
                <a:lnTo>
                  <a:pt x="59351" y="98684"/>
                </a:lnTo>
                <a:lnTo>
                  <a:pt x="58681" y="99579"/>
                </a:lnTo>
                <a:lnTo>
                  <a:pt x="58017" y="100478"/>
                </a:lnTo>
                <a:lnTo>
                  <a:pt x="57358" y="101380"/>
                </a:lnTo>
                <a:lnTo>
                  <a:pt x="56703" y="102287"/>
                </a:lnTo>
                <a:lnTo>
                  <a:pt x="56054" y="103198"/>
                </a:lnTo>
                <a:lnTo>
                  <a:pt x="55409" y="104112"/>
                </a:lnTo>
                <a:lnTo>
                  <a:pt x="54770" y="105030"/>
                </a:lnTo>
                <a:lnTo>
                  <a:pt x="54136" y="105952"/>
                </a:lnTo>
                <a:lnTo>
                  <a:pt x="53506" y="106878"/>
                </a:lnTo>
                <a:lnTo>
                  <a:pt x="52882" y="107807"/>
                </a:lnTo>
                <a:lnTo>
                  <a:pt x="52263" y="108740"/>
                </a:lnTo>
                <a:lnTo>
                  <a:pt x="51650" y="109677"/>
                </a:lnTo>
                <a:lnTo>
                  <a:pt x="51041" y="110618"/>
                </a:lnTo>
                <a:lnTo>
                  <a:pt x="50437" y="111562"/>
                </a:lnTo>
                <a:lnTo>
                  <a:pt x="49839" y="112510"/>
                </a:lnTo>
                <a:lnTo>
                  <a:pt x="49246" y="113461"/>
                </a:lnTo>
                <a:lnTo>
                  <a:pt x="48659" y="114416"/>
                </a:lnTo>
                <a:lnTo>
                  <a:pt x="48076" y="115375"/>
                </a:lnTo>
                <a:lnTo>
                  <a:pt x="47499" y="116337"/>
                </a:lnTo>
                <a:lnTo>
                  <a:pt x="46927" y="117302"/>
                </a:lnTo>
                <a:lnTo>
                  <a:pt x="46361" y="118272"/>
                </a:lnTo>
                <a:lnTo>
                  <a:pt x="45799" y="119244"/>
                </a:lnTo>
                <a:lnTo>
                  <a:pt x="45244" y="120220"/>
                </a:lnTo>
                <a:lnTo>
                  <a:pt x="44693" y="121200"/>
                </a:lnTo>
                <a:lnTo>
                  <a:pt x="44148" y="122183"/>
                </a:lnTo>
                <a:lnTo>
                  <a:pt x="43609" y="123170"/>
                </a:lnTo>
                <a:lnTo>
                  <a:pt x="43075" y="124159"/>
                </a:lnTo>
                <a:lnTo>
                  <a:pt x="42546" y="125153"/>
                </a:lnTo>
                <a:lnTo>
                  <a:pt x="42023" y="126149"/>
                </a:lnTo>
                <a:lnTo>
                  <a:pt x="41505" y="127149"/>
                </a:lnTo>
                <a:lnTo>
                  <a:pt x="40993" y="128152"/>
                </a:lnTo>
                <a:lnTo>
                  <a:pt x="40487" y="129159"/>
                </a:lnTo>
                <a:lnTo>
                  <a:pt x="39986" y="130169"/>
                </a:lnTo>
                <a:lnTo>
                  <a:pt x="39491" y="131182"/>
                </a:lnTo>
                <a:lnTo>
                  <a:pt x="39001" y="132198"/>
                </a:lnTo>
                <a:lnTo>
                  <a:pt x="38517" y="133218"/>
                </a:lnTo>
                <a:lnTo>
                  <a:pt x="38039" y="134240"/>
                </a:lnTo>
                <a:lnTo>
                  <a:pt x="37566" y="135266"/>
                </a:lnTo>
                <a:lnTo>
                  <a:pt x="37099" y="136295"/>
                </a:lnTo>
                <a:lnTo>
                  <a:pt x="36637" y="137327"/>
                </a:lnTo>
                <a:lnTo>
                  <a:pt x="36182" y="138363"/>
                </a:lnTo>
                <a:lnTo>
                  <a:pt x="35732" y="139401"/>
                </a:lnTo>
                <a:lnTo>
                  <a:pt x="35288" y="140442"/>
                </a:lnTo>
                <a:lnTo>
                  <a:pt x="34850" y="141487"/>
                </a:lnTo>
                <a:lnTo>
                  <a:pt x="34417" y="142534"/>
                </a:lnTo>
                <a:lnTo>
                  <a:pt x="33991" y="143585"/>
                </a:lnTo>
                <a:lnTo>
                  <a:pt x="33570" y="144638"/>
                </a:lnTo>
                <a:lnTo>
                  <a:pt x="33155" y="145695"/>
                </a:lnTo>
                <a:lnTo>
                  <a:pt x="32746" y="146754"/>
                </a:lnTo>
                <a:lnTo>
                  <a:pt x="32343" y="147816"/>
                </a:lnTo>
                <a:lnTo>
                  <a:pt x="31946" y="148882"/>
                </a:lnTo>
                <a:lnTo>
                  <a:pt x="31555" y="149950"/>
                </a:lnTo>
                <a:lnTo>
                  <a:pt x="31170" y="151021"/>
                </a:lnTo>
                <a:lnTo>
                  <a:pt x="30791" y="152095"/>
                </a:lnTo>
                <a:lnTo>
                  <a:pt x="30418" y="153171"/>
                </a:lnTo>
                <a:lnTo>
                  <a:pt x="30051" y="154251"/>
                </a:lnTo>
                <a:lnTo>
                  <a:pt x="29690" y="155333"/>
                </a:lnTo>
                <a:lnTo>
                  <a:pt x="29335" y="156418"/>
                </a:lnTo>
                <a:lnTo>
                  <a:pt x="28986" y="157506"/>
                </a:lnTo>
                <a:lnTo>
                  <a:pt x="28643" y="158597"/>
                </a:lnTo>
                <a:lnTo>
                  <a:pt x="28307" y="159690"/>
                </a:lnTo>
                <a:lnTo>
                  <a:pt x="27977" y="160786"/>
                </a:lnTo>
                <a:lnTo>
                  <a:pt x="27652" y="161884"/>
                </a:lnTo>
                <a:lnTo>
                  <a:pt x="27334" y="162986"/>
                </a:lnTo>
                <a:lnTo>
                  <a:pt x="27023" y="164089"/>
                </a:lnTo>
                <a:lnTo>
                  <a:pt x="26717" y="165196"/>
                </a:lnTo>
                <a:lnTo>
                  <a:pt x="26418" y="166305"/>
                </a:lnTo>
                <a:lnTo>
                  <a:pt x="26125" y="167417"/>
                </a:lnTo>
                <a:lnTo>
                  <a:pt x="25838" y="168531"/>
                </a:lnTo>
                <a:lnTo>
                  <a:pt x="25558" y="169647"/>
                </a:lnTo>
                <a:lnTo>
                  <a:pt x="25284" y="170767"/>
                </a:lnTo>
                <a:lnTo>
                  <a:pt x="25016" y="171888"/>
                </a:lnTo>
                <a:lnTo>
                  <a:pt x="24755" y="173012"/>
                </a:lnTo>
                <a:lnTo>
                  <a:pt x="24500" y="174139"/>
                </a:lnTo>
                <a:lnTo>
                  <a:pt x="24252" y="175268"/>
                </a:lnTo>
                <a:lnTo>
                  <a:pt x="24010" y="176399"/>
                </a:lnTo>
                <a:lnTo>
                  <a:pt x="23774" y="177533"/>
                </a:lnTo>
                <a:lnTo>
                  <a:pt x="23545" y="178669"/>
                </a:lnTo>
                <a:lnTo>
                  <a:pt x="23323" y="179808"/>
                </a:lnTo>
                <a:lnTo>
                  <a:pt x="23107" y="180949"/>
                </a:lnTo>
                <a:lnTo>
                  <a:pt x="22897" y="182092"/>
                </a:lnTo>
                <a:lnTo>
                  <a:pt x="22695" y="183237"/>
                </a:lnTo>
                <a:lnTo>
                  <a:pt x="22498" y="184385"/>
                </a:lnTo>
                <a:lnTo>
                  <a:pt x="22309" y="185535"/>
                </a:lnTo>
                <a:lnTo>
                  <a:pt x="22126" y="186687"/>
                </a:lnTo>
                <a:lnTo>
                  <a:pt x="21949" y="187841"/>
                </a:lnTo>
                <a:lnTo>
                  <a:pt x="21780" y="188998"/>
                </a:lnTo>
                <a:lnTo>
                  <a:pt x="21617" y="190156"/>
                </a:lnTo>
                <a:lnTo>
                  <a:pt x="21460" y="191317"/>
                </a:lnTo>
                <a:lnTo>
                  <a:pt x="21311" y="192480"/>
                </a:lnTo>
                <a:lnTo>
                  <a:pt x="21168" y="193645"/>
                </a:lnTo>
                <a:lnTo>
                  <a:pt x="21032" y="194812"/>
                </a:lnTo>
                <a:lnTo>
                  <a:pt x="20903" y="195981"/>
                </a:lnTo>
                <a:lnTo>
                  <a:pt x="20780" y="197153"/>
                </a:lnTo>
                <a:lnTo>
                  <a:pt x="20664" y="198326"/>
                </a:lnTo>
                <a:lnTo>
                  <a:pt x="20556" y="199501"/>
                </a:lnTo>
                <a:lnTo>
                  <a:pt x="20454" y="200678"/>
                </a:lnTo>
                <a:lnTo>
                  <a:pt x="20359" y="201857"/>
                </a:lnTo>
                <a:lnTo>
                  <a:pt x="20271" y="203039"/>
                </a:lnTo>
                <a:lnTo>
                  <a:pt x="20189" y="204222"/>
                </a:lnTo>
                <a:lnTo>
                  <a:pt x="20115" y="205406"/>
                </a:lnTo>
                <a:lnTo>
                  <a:pt x="20048" y="206593"/>
                </a:lnTo>
                <a:lnTo>
                  <a:pt x="19988" y="207782"/>
                </a:lnTo>
                <a:lnTo>
                  <a:pt x="19934" y="208972"/>
                </a:lnTo>
                <a:lnTo>
                  <a:pt x="19888" y="210165"/>
                </a:lnTo>
                <a:lnTo>
                  <a:pt x="19849" y="211359"/>
                </a:lnTo>
                <a:lnTo>
                  <a:pt x="19817" y="212555"/>
                </a:lnTo>
                <a:lnTo>
                  <a:pt x="19792" y="213752"/>
                </a:lnTo>
                <a:lnTo>
                  <a:pt x="19774" y="214952"/>
                </a:lnTo>
                <a:lnTo>
                  <a:pt x="19763" y="216153"/>
                </a:lnTo>
                <a:lnTo>
                  <a:pt x="19760" y="217356"/>
                </a:lnTo>
                <a:lnTo>
                  <a:pt x="19760" y="217356"/>
                </a:lnTo>
                <a:lnTo>
                  <a:pt x="39519" y="217356"/>
                </a:lnTo>
                <a:lnTo>
                  <a:pt x="39522" y="216269"/>
                </a:lnTo>
                <a:lnTo>
                  <a:pt x="39532" y="215184"/>
                </a:lnTo>
                <a:lnTo>
                  <a:pt x="39548" y="214101"/>
                </a:lnTo>
                <a:lnTo>
                  <a:pt x="39571" y="213019"/>
                </a:lnTo>
                <a:lnTo>
                  <a:pt x="39600" y="211939"/>
                </a:lnTo>
                <a:lnTo>
                  <a:pt x="39636" y="210860"/>
                </a:lnTo>
                <a:lnTo>
                  <a:pt x="39677" y="209783"/>
                </a:lnTo>
                <a:lnTo>
                  <a:pt x="39726" y="208708"/>
                </a:lnTo>
                <a:lnTo>
                  <a:pt x="39780" y="207634"/>
                </a:lnTo>
                <a:lnTo>
                  <a:pt x="39841" y="206562"/>
                </a:lnTo>
                <a:lnTo>
                  <a:pt x="39909" y="205492"/>
                </a:lnTo>
                <a:lnTo>
                  <a:pt x="39982" y="204423"/>
                </a:lnTo>
                <a:lnTo>
                  <a:pt x="40062" y="203357"/>
                </a:lnTo>
                <a:lnTo>
                  <a:pt x="40148" y="202291"/>
                </a:lnTo>
                <a:lnTo>
                  <a:pt x="40241" y="201228"/>
                </a:lnTo>
                <a:lnTo>
                  <a:pt x="40339" y="200167"/>
                </a:lnTo>
                <a:lnTo>
                  <a:pt x="40444" y="199107"/>
                </a:lnTo>
                <a:lnTo>
                  <a:pt x="40555" y="198049"/>
                </a:lnTo>
                <a:lnTo>
                  <a:pt x="40672" y="196993"/>
                </a:lnTo>
                <a:lnTo>
                  <a:pt x="40796" y="195939"/>
                </a:lnTo>
                <a:lnTo>
                  <a:pt x="40925" y="194887"/>
                </a:lnTo>
                <a:lnTo>
                  <a:pt x="41061" y="193836"/>
                </a:lnTo>
                <a:lnTo>
                  <a:pt x="41202" y="192788"/>
                </a:lnTo>
                <a:lnTo>
                  <a:pt x="41350" y="191741"/>
                </a:lnTo>
                <a:lnTo>
                  <a:pt x="41504" y="190697"/>
                </a:lnTo>
                <a:lnTo>
                  <a:pt x="41664" y="189654"/>
                </a:lnTo>
                <a:lnTo>
                  <a:pt x="41830" y="188614"/>
                </a:lnTo>
                <a:lnTo>
                  <a:pt x="42002" y="187575"/>
                </a:lnTo>
                <a:lnTo>
                  <a:pt x="42180" y="186539"/>
                </a:lnTo>
                <a:lnTo>
                  <a:pt x="42363" y="185504"/>
                </a:lnTo>
                <a:lnTo>
                  <a:pt x="42553" y="184472"/>
                </a:lnTo>
                <a:lnTo>
                  <a:pt x="42749" y="183442"/>
                </a:lnTo>
                <a:lnTo>
                  <a:pt x="42951" y="182414"/>
                </a:lnTo>
                <a:lnTo>
                  <a:pt x="43158" y="181387"/>
                </a:lnTo>
                <a:lnTo>
                  <a:pt x="43372" y="180364"/>
                </a:lnTo>
                <a:lnTo>
                  <a:pt x="43591" y="179342"/>
                </a:lnTo>
                <a:lnTo>
                  <a:pt x="43816" y="178322"/>
                </a:lnTo>
                <a:lnTo>
                  <a:pt x="44047" y="177305"/>
                </a:lnTo>
                <a:lnTo>
                  <a:pt x="44284" y="176290"/>
                </a:lnTo>
                <a:lnTo>
                  <a:pt x="44527" y="175277"/>
                </a:lnTo>
                <a:lnTo>
                  <a:pt x="44775" y="174266"/>
                </a:lnTo>
                <a:lnTo>
                  <a:pt x="45029" y="173258"/>
                </a:lnTo>
                <a:lnTo>
                  <a:pt x="45289" y="172252"/>
                </a:lnTo>
                <a:lnTo>
                  <a:pt x="45555" y="171248"/>
                </a:lnTo>
                <a:lnTo>
                  <a:pt x="45826" y="170247"/>
                </a:lnTo>
                <a:lnTo>
                  <a:pt x="46103" y="169247"/>
                </a:lnTo>
                <a:lnTo>
                  <a:pt x="46385" y="168251"/>
                </a:lnTo>
                <a:lnTo>
                  <a:pt x="46674" y="167256"/>
                </a:lnTo>
                <a:lnTo>
                  <a:pt x="46967" y="166264"/>
                </a:lnTo>
                <a:lnTo>
                  <a:pt x="47267" y="165275"/>
                </a:lnTo>
                <a:lnTo>
                  <a:pt x="47572" y="164288"/>
                </a:lnTo>
                <a:lnTo>
                  <a:pt x="47882" y="163303"/>
                </a:lnTo>
                <a:lnTo>
                  <a:pt x="48199" y="162321"/>
                </a:lnTo>
                <a:lnTo>
                  <a:pt x="48520" y="161341"/>
                </a:lnTo>
                <a:lnTo>
                  <a:pt x="48847" y="160364"/>
                </a:lnTo>
                <a:lnTo>
                  <a:pt x="49180" y="159390"/>
                </a:lnTo>
                <a:lnTo>
                  <a:pt x="49518" y="158418"/>
                </a:lnTo>
                <a:lnTo>
                  <a:pt x="49862" y="157448"/>
                </a:lnTo>
                <a:lnTo>
                  <a:pt x="50211" y="156481"/>
                </a:lnTo>
                <a:lnTo>
                  <a:pt x="50565" y="155517"/>
                </a:lnTo>
                <a:lnTo>
                  <a:pt x="50925" y="154555"/>
                </a:lnTo>
                <a:lnTo>
                  <a:pt x="51291" y="153596"/>
                </a:lnTo>
                <a:lnTo>
                  <a:pt x="51661" y="152640"/>
                </a:lnTo>
                <a:lnTo>
                  <a:pt x="52037" y="151686"/>
                </a:lnTo>
                <a:lnTo>
                  <a:pt x="52418" y="150735"/>
                </a:lnTo>
                <a:lnTo>
                  <a:pt x="52805" y="149787"/>
                </a:lnTo>
                <a:lnTo>
                  <a:pt x="53197" y="148841"/>
                </a:lnTo>
                <a:lnTo>
                  <a:pt x="53594" y="147898"/>
                </a:lnTo>
                <a:lnTo>
                  <a:pt x="53997" y="146958"/>
                </a:lnTo>
                <a:lnTo>
                  <a:pt x="54404" y="146021"/>
                </a:lnTo>
                <a:lnTo>
                  <a:pt x="54817" y="145087"/>
                </a:lnTo>
                <a:lnTo>
                  <a:pt x="55235" y="144155"/>
                </a:lnTo>
                <a:lnTo>
                  <a:pt x="55658" y="143226"/>
                </a:lnTo>
                <a:lnTo>
                  <a:pt x="56087" y="142300"/>
                </a:lnTo>
                <a:lnTo>
                  <a:pt x="56520" y="141377"/>
                </a:lnTo>
                <a:lnTo>
                  <a:pt x="56959" y="140457"/>
                </a:lnTo>
                <a:lnTo>
                  <a:pt x="57403" y="139540"/>
                </a:lnTo>
                <a:lnTo>
                  <a:pt x="57852" y="138626"/>
                </a:lnTo>
                <a:lnTo>
                  <a:pt x="58306" y="137714"/>
                </a:lnTo>
                <a:lnTo>
                  <a:pt x="58765" y="136806"/>
                </a:lnTo>
                <a:lnTo>
                  <a:pt x="59229" y="135901"/>
                </a:lnTo>
                <a:lnTo>
                  <a:pt x="59698" y="134998"/>
                </a:lnTo>
                <a:lnTo>
                  <a:pt x="60172" y="134099"/>
                </a:lnTo>
                <a:lnTo>
                  <a:pt x="60651" y="133203"/>
                </a:lnTo>
                <a:lnTo>
                  <a:pt x="61135" y="132310"/>
                </a:lnTo>
                <a:lnTo>
                  <a:pt x="61624" y="131419"/>
                </a:lnTo>
                <a:lnTo>
                  <a:pt x="62117" y="130532"/>
                </a:lnTo>
                <a:lnTo>
                  <a:pt x="62616" y="129649"/>
                </a:lnTo>
                <a:lnTo>
                  <a:pt x="63120" y="128768"/>
                </a:lnTo>
                <a:lnTo>
                  <a:pt x="63628" y="127890"/>
                </a:lnTo>
                <a:lnTo>
                  <a:pt x="64142" y="127016"/>
                </a:lnTo>
                <a:lnTo>
                  <a:pt x="64660" y="126144"/>
                </a:lnTo>
                <a:lnTo>
                  <a:pt x="65183" y="125276"/>
                </a:lnTo>
                <a:lnTo>
                  <a:pt x="65711" y="124412"/>
                </a:lnTo>
                <a:lnTo>
                  <a:pt x="66243" y="123550"/>
                </a:lnTo>
                <a:lnTo>
                  <a:pt x="66781" y="122692"/>
                </a:lnTo>
                <a:lnTo>
                  <a:pt x="67323" y="121837"/>
                </a:lnTo>
                <a:lnTo>
                  <a:pt x="67869" y="120985"/>
                </a:lnTo>
                <a:lnTo>
                  <a:pt x="68421" y="120137"/>
                </a:lnTo>
                <a:lnTo>
                  <a:pt x="68977" y="119292"/>
                </a:lnTo>
                <a:lnTo>
                  <a:pt x="69538" y="118450"/>
                </a:lnTo>
                <a:lnTo>
                  <a:pt x="70103" y="117612"/>
                </a:lnTo>
                <a:lnTo>
                  <a:pt x="70673" y="116777"/>
                </a:lnTo>
                <a:lnTo>
                  <a:pt x="71248" y="115945"/>
                </a:lnTo>
                <a:lnTo>
                  <a:pt x="71827" y="115117"/>
                </a:lnTo>
                <a:lnTo>
                  <a:pt x="72411" y="114293"/>
                </a:lnTo>
                <a:lnTo>
                  <a:pt x="73000" y="113472"/>
                </a:lnTo>
                <a:lnTo>
                  <a:pt x="73593" y="112654"/>
                </a:lnTo>
                <a:lnTo>
                  <a:pt x="74190" y="111840"/>
                </a:lnTo>
                <a:lnTo>
                  <a:pt x="74792" y="111029"/>
                </a:lnTo>
                <a:lnTo>
                  <a:pt x="75399" y="110222"/>
                </a:lnTo>
                <a:lnTo>
                  <a:pt x="76010" y="109419"/>
                </a:lnTo>
                <a:lnTo>
                  <a:pt x="76625" y="108619"/>
                </a:lnTo>
                <a:lnTo>
                  <a:pt x="77245" y="107822"/>
                </a:lnTo>
                <a:lnTo>
                  <a:pt x="77869" y="107030"/>
                </a:lnTo>
                <a:lnTo>
                  <a:pt x="78498" y="106241"/>
                </a:lnTo>
                <a:lnTo>
                  <a:pt x="79131" y="105455"/>
                </a:lnTo>
                <a:lnTo>
                  <a:pt x="79768" y="104673"/>
                </a:lnTo>
                <a:lnTo>
                  <a:pt x="80410" y="103895"/>
                </a:lnTo>
                <a:lnTo>
                  <a:pt x="81055" y="103121"/>
                </a:lnTo>
                <a:lnTo>
                  <a:pt x="81706" y="102350"/>
                </a:lnTo>
                <a:lnTo>
                  <a:pt x="82360" y="101583"/>
                </a:lnTo>
                <a:lnTo>
                  <a:pt x="83019" y="100820"/>
                </a:lnTo>
                <a:lnTo>
                  <a:pt x="83682" y="100061"/>
                </a:lnTo>
                <a:lnTo>
                  <a:pt x="84349" y="99305"/>
                </a:lnTo>
                <a:lnTo>
                  <a:pt x="85021" y="98554"/>
                </a:lnTo>
                <a:lnTo>
                  <a:pt x="85697" y="97806"/>
                </a:lnTo>
                <a:lnTo>
                  <a:pt x="86376" y="97062"/>
                </a:lnTo>
                <a:lnTo>
                  <a:pt x="87060" y="96322"/>
                </a:lnTo>
                <a:lnTo>
                  <a:pt x="87748" y="95585"/>
                </a:lnTo>
                <a:lnTo>
                  <a:pt x="88441" y="94853"/>
                </a:lnTo>
                <a:lnTo>
                  <a:pt x="89137" y="94125"/>
                </a:lnTo>
                <a:lnTo>
                  <a:pt x="89837" y="93400"/>
                </a:lnTo>
                <a:lnTo>
                  <a:pt x="90542" y="92680"/>
                </a:lnTo>
                <a:lnTo>
                  <a:pt x="91250" y="91963"/>
                </a:lnTo>
                <a:lnTo>
                  <a:pt x="91963" y="91251"/>
                </a:lnTo>
                <a:lnTo>
                  <a:pt x="92679" y="90542"/>
                </a:lnTo>
                <a:lnTo>
                  <a:pt x="93400" y="89838"/>
                </a:lnTo>
                <a:lnTo>
                  <a:pt x="94124" y="89137"/>
                </a:lnTo>
                <a:lnTo>
                  <a:pt x="94853" y="88441"/>
                </a:lnTo>
                <a:lnTo>
                  <a:pt x="95585" y="87749"/>
                </a:lnTo>
                <a:lnTo>
                  <a:pt x="96321" y="87061"/>
                </a:lnTo>
                <a:lnTo>
                  <a:pt x="97062" y="86377"/>
                </a:lnTo>
                <a:lnTo>
                  <a:pt x="97806" y="85697"/>
                </a:lnTo>
                <a:lnTo>
                  <a:pt x="98553" y="85021"/>
                </a:lnTo>
                <a:lnTo>
                  <a:pt x="99305" y="84350"/>
                </a:lnTo>
                <a:lnTo>
                  <a:pt x="100061" y="83682"/>
                </a:lnTo>
                <a:lnTo>
                  <a:pt x="100820" y="83019"/>
                </a:lnTo>
                <a:lnTo>
                  <a:pt x="101583" y="82361"/>
                </a:lnTo>
                <a:lnTo>
                  <a:pt x="102350" y="81706"/>
                </a:lnTo>
                <a:lnTo>
                  <a:pt x="103121" y="81056"/>
                </a:lnTo>
                <a:lnTo>
                  <a:pt x="103895" y="80410"/>
                </a:lnTo>
                <a:lnTo>
                  <a:pt x="104673" y="79768"/>
                </a:lnTo>
                <a:lnTo>
                  <a:pt x="105455" y="79131"/>
                </a:lnTo>
                <a:lnTo>
                  <a:pt x="106240" y="78498"/>
                </a:lnTo>
                <a:lnTo>
                  <a:pt x="107029" y="77869"/>
                </a:lnTo>
                <a:lnTo>
                  <a:pt x="107822" y="77245"/>
                </a:lnTo>
                <a:lnTo>
                  <a:pt x="108618" y="76625"/>
                </a:lnTo>
                <a:lnTo>
                  <a:pt x="109418" y="76010"/>
                </a:lnTo>
                <a:lnTo>
                  <a:pt x="110222" y="75399"/>
                </a:lnTo>
                <a:lnTo>
                  <a:pt x="111029" y="74792"/>
                </a:lnTo>
                <a:lnTo>
                  <a:pt x="111840" y="74190"/>
                </a:lnTo>
                <a:lnTo>
                  <a:pt x="112654" y="73593"/>
                </a:lnTo>
                <a:lnTo>
                  <a:pt x="113471" y="73000"/>
                </a:lnTo>
                <a:lnTo>
                  <a:pt x="114292" y="72412"/>
                </a:lnTo>
                <a:lnTo>
                  <a:pt x="115117" y="71828"/>
                </a:lnTo>
                <a:lnTo>
                  <a:pt x="115945" y="71248"/>
                </a:lnTo>
                <a:lnTo>
                  <a:pt x="116777" y="70674"/>
                </a:lnTo>
                <a:lnTo>
                  <a:pt x="117612" y="70104"/>
                </a:lnTo>
                <a:lnTo>
                  <a:pt x="118450" y="69538"/>
                </a:lnTo>
                <a:lnTo>
                  <a:pt x="119291" y="68977"/>
                </a:lnTo>
                <a:lnTo>
                  <a:pt x="120137" y="68421"/>
                </a:lnTo>
                <a:lnTo>
                  <a:pt x="120985" y="67870"/>
                </a:lnTo>
                <a:lnTo>
                  <a:pt x="121837" y="67323"/>
                </a:lnTo>
                <a:lnTo>
                  <a:pt x="122692" y="66781"/>
                </a:lnTo>
                <a:lnTo>
                  <a:pt x="123550" y="66243"/>
                </a:lnTo>
                <a:lnTo>
                  <a:pt x="124411" y="65711"/>
                </a:lnTo>
                <a:lnTo>
                  <a:pt x="125276" y="65183"/>
                </a:lnTo>
                <a:lnTo>
                  <a:pt x="126144" y="64660"/>
                </a:lnTo>
                <a:lnTo>
                  <a:pt x="127015" y="64142"/>
                </a:lnTo>
                <a:lnTo>
                  <a:pt x="127890" y="63629"/>
                </a:lnTo>
                <a:lnTo>
                  <a:pt x="128768" y="63120"/>
                </a:lnTo>
                <a:lnTo>
                  <a:pt x="129648" y="62616"/>
                </a:lnTo>
                <a:lnTo>
                  <a:pt x="130532" y="62118"/>
                </a:lnTo>
                <a:lnTo>
                  <a:pt x="131419" y="61624"/>
                </a:lnTo>
                <a:lnTo>
                  <a:pt x="132309" y="61135"/>
                </a:lnTo>
                <a:lnTo>
                  <a:pt x="133203" y="60651"/>
                </a:lnTo>
                <a:lnTo>
                  <a:pt x="134099" y="60172"/>
                </a:lnTo>
                <a:lnTo>
                  <a:pt x="134998" y="59698"/>
                </a:lnTo>
                <a:lnTo>
                  <a:pt x="135901" y="59229"/>
                </a:lnTo>
                <a:lnTo>
                  <a:pt x="136806" y="58765"/>
                </a:lnTo>
                <a:lnTo>
                  <a:pt x="137714" y="58306"/>
                </a:lnTo>
                <a:lnTo>
                  <a:pt x="138626" y="57852"/>
                </a:lnTo>
                <a:lnTo>
                  <a:pt x="139540" y="57403"/>
                </a:lnTo>
                <a:lnTo>
                  <a:pt x="140457" y="56959"/>
                </a:lnTo>
                <a:lnTo>
                  <a:pt x="141377" y="56521"/>
                </a:lnTo>
                <a:lnTo>
                  <a:pt x="142300" y="56087"/>
                </a:lnTo>
                <a:lnTo>
                  <a:pt x="143226" y="55659"/>
                </a:lnTo>
                <a:lnTo>
                  <a:pt x="144155" y="55235"/>
                </a:lnTo>
                <a:lnTo>
                  <a:pt x="145086" y="54817"/>
                </a:lnTo>
                <a:lnTo>
                  <a:pt x="146021" y="54404"/>
                </a:lnTo>
                <a:lnTo>
                  <a:pt x="146958" y="53997"/>
                </a:lnTo>
                <a:lnTo>
                  <a:pt x="147898" y="53594"/>
                </a:lnTo>
                <a:lnTo>
                  <a:pt x="148841" y="53197"/>
                </a:lnTo>
                <a:lnTo>
                  <a:pt x="149787" y="52805"/>
                </a:lnTo>
                <a:lnTo>
                  <a:pt x="150735" y="52419"/>
                </a:lnTo>
                <a:lnTo>
                  <a:pt x="151686" y="52037"/>
                </a:lnTo>
                <a:lnTo>
                  <a:pt x="152640" y="51661"/>
                </a:lnTo>
                <a:lnTo>
                  <a:pt x="153596" y="51291"/>
                </a:lnTo>
                <a:lnTo>
                  <a:pt x="154555" y="50926"/>
                </a:lnTo>
                <a:lnTo>
                  <a:pt x="155517" y="50566"/>
                </a:lnTo>
                <a:lnTo>
                  <a:pt x="156481" y="50211"/>
                </a:lnTo>
                <a:lnTo>
                  <a:pt x="157448" y="49862"/>
                </a:lnTo>
                <a:lnTo>
                  <a:pt x="158417" y="49519"/>
                </a:lnTo>
                <a:lnTo>
                  <a:pt x="159389" y="49180"/>
                </a:lnTo>
                <a:lnTo>
                  <a:pt x="160364" y="48848"/>
                </a:lnTo>
                <a:lnTo>
                  <a:pt x="161341" y="48521"/>
                </a:lnTo>
                <a:lnTo>
                  <a:pt x="162321" y="48199"/>
                </a:lnTo>
                <a:lnTo>
                  <a:pt x="163303" y="47883"/>
                </a:lnTo>
                <a:lnTo>
                  <a:pt x="164288" y="47572"/>
                </a:lnTo>
                <a:lnTo>
                  <a:pt x="165275" y="47267"/>
                </a:lnTo>
                <a:lnTo>
                  <a:pt x="166264" y="46968"/>
                </a:lnTo>
                <a:lnTo>
                  <a:pt x="167256" y="46674"/>
                </a:lnTo>
                <a:lnTo>
                  <a:pt x="168251" y="46386"/>
                </a:lnTo>
                <a:lnTo>
                  <a:pt x="169247" y="46103"/>
                </a:lnTo>
                <a:lnTo>
                  <a:pt x="170246" y="45826"/>
                </a:lnTo>
                <a:lnTo>
                  <a:pt x="171248" y="45555"/>
                </a:lnTo>
                <a:lnTo>
                  <a:pt x="172252" y="45289"/>
                </a:lnTo>
                <a:lnTo>
                  <a:pt x="173258" y="45029"/>
                </a:lnTo>
                <a:lnTo>
                  <a:pt x="174266" y="44775"/>
                </a:lnTo>
                <a:lnTo>
                  <a:pt x="175277" y="44527"/>
                </a:lnTo>
                <a:lnTo>
                  <a:pt x="176290" y="44284"/>
                </a:lnTo>
                <a:lnTo>
                  <a:pt x="177305" y="44048"/>
                </a:lnTo>
                <a:lnTo>
                  <a:pt x="178322" y="43817"/>
                </a:lnTo>
                <a:lnTo>
                  <a:pt x="179342" y="43591"/>
                </a:lnTo>
                <a:lnTo>
                  <a:pt x="180363" y="43372"/>
                </a:lnTo>
                <a:lnTo>
                  <a:pt x="181387" y="43159"/>
                </a:lnTo>
                <a:lnTo>
                  <a:pt x="182413" y="42951"/>
                </a:lnTo>
                <a:lnTo>
                  <a:pt x="183442" y="42749"/>
                </a:lnTo>
                <a:lnTo>
                  <a:pt x="184472" y="42554"/>
                </a:lnTo>
                <a:lnTo>
                  <a:pt x="185504" y="42364"/>
                </a:lnTo>
                <a:lnTo>
                  <a:pt x="186539" y="42180"/>
                </a:lnTo>
                <a:lnTo>
                  <a:pt x="187575" y="42002"/>
                </a:lnTo>
                <a:lnTo>
                  <a:pt x="188614" y="41830"/>
                </a:lnTo>
                <a:lnTo>
                  <a:pt x="189654" y="41664"/>
                </a:lnTo>
                <a:lnTo>
                  <a:pt x="190697" y="41504"/>
                </a:lnTo>
                <a:lnTo>
                  <a:pt x="191741" y="41350"/>
                </a:lnTo>
                <a:lnTo>
                  <a:pt x="192788" y="41203"/>
                </a:lnTo>
                <a:lnTo>
                  <a:pt x="193836" y="41061"/>
                </a:lnTo>
                <a:lnTo>
                  <a:pt x="194887" y="40925"/>
                </a:lnTo>
                <a:lnTo>
                  <a:pt x="195939" y="40796"/>
                </a:lnTo>
                <a:lnTo>
                  <a:pt x="196993" y="40672"/>
                </a:lnTo>
                <a:lnTo>
                  <a:pt x="198049" y="40555"/>
                </a:lnTo>
                <a:lnTo>
                  <a:pt x="199107" y="40444"/>
                </a:lnTo>
                <a:lnTo>
                  <a:pt x="200167" y="40339"/>
                </a:lnTo>
                <a:lnTo>
                  <a:pt x="201228" y="40241"/>
                </a:lnTo>
                <a:lnTo>
                  <a:pt x="202291" y="40148"/>
                </a:lnTo>
                <a:lnTo>
                  <a:pt x="203356" y="40062"/>
                </a:lnTo>
                <a:lnTo>
                  <a:pt x="204423" y="39982"/>
                </a:lnTo>
                <a:lnTo>
                  <a:pt x="205492" y="39909"/>
                </a:lnTo>
                <a:lnTo>
                  <a:pt x="206562" y="39841"/>
                </a:lnTo>
                <a:lnTo>
                  <a:pt x="207634" y="39781"/>
                </a:lnTo>
                <a:lnTo>
                  <a:pt x="208708" y="39726"/>
                </a:lnTo>
                <a:lnTo>
                  <a:pt x="209783" y="39678"/>
                </a:lnTo>
                <a:lnTo>
                  <a:pt x="210860" y="39636"/>
                </a:lnTo>
                <a:lnTo>
                  <a:pt x="211939" y="39600"/>
                </a:lnTo>
                <a:lnTo>
                  <a:pt x="213019" y="39571"/>
                </a:lnTo>
                <a:lnTo>
                  <a:pt x="214101" y="39549"/>
                </a:lnTo>
                <a:lnTo>
                  <a:pt x="215184" y="39532"/>
                </a:lnTo>
                <a:lnTo>
                  <a:pt x="216269" y="39523"/>
                </a:lnTo>
                <a:lnTo>
                  <a:pt x="217356" y="39519"/>
                </a:lnTo>
                <a:lnTo>
                  <a:pt x="217356" y="1976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C953274A-5943-4EE3-9752-12950815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4265" y="1216252"/>
            <a:ext cx="443443" cy="131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Inverse</a:t>
            </a:r>
          </a:p>
        </p:txBody>
      </p:sp>
      <p:sp>
        <p:nvSpPr>
          <p:cNvPr id="182" name="pdf-text-17-1">
            <a:extLst xmlns:a="http://schemas.openxmlformats.org/drawingml/2006/main">
              <a:ext uri="{FF2B5EF4-FFF2-40B4-BE49-F238E27FC236}">
                <a16:creationId xmlns:a16="http://schemas.microsoft.com/office/drawing/2014/main" id="{1F191247-42AF-4103-ACF7-300ABF2B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1177" y="1387502"/>
            <a:ext cx="889672" cy="131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Dynamics</a:t>
            </a:r>
          </a:p>
        </p:txBody>
      </p:sp>
      <p:pic>
        <p:nvPic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DDEF4549-59F7-4809-AE6F-FFB6F83A54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b3df288854a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00768" y="1051588"/>
            <a:ext cx="158077" cy="158077"/>
          </a:xfrm>
          <a:prstGeom xmlns:a="http://schemas.openxmlformats.org/drawingml/2006/main" prst="rect">
            <a:avLst/>
          </a:prstGeom>
        </p:spPr>
      </p:pic>
      <p:sp>
        <p:nvSpPr>
          <p:cNvPr id="184" name="uniskill-source-component-34">
            <a:extLst xmlns:a="http://schemas.openxmlformats.org/drawingml/2006/main">
              <a:ext uri="{FF2B5EF4-FFF2-40B4-BE49-F238E27FC236}">
                <a16:creationId xmlns:a16="http://schemas.microsoft.com/office/drawing/2014/main" id="{B8D45B9B-82F4-4608-89F7-72D9D157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0768" y="1051588"/>
            <a:ext cx="158077" cy="158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5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7F97578F-AACF-4944-BAB1-E22873D6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1970" y="1089154"/>
            <a:ext cx="226194" cy="155297"/>
          </a:xfrm>
          <a:custGeom xmlns:a="http://schemas.openxmlformats.org/drawingml/2006/main">
            <a:pathLst>
              <a:path w="226194" h="155297">
                <a:moveTo>
                  <a:pt x="337" y="144260"/>
                </a:moveTo>
                <a:lnTo>
                  <a:pt x="0" y="152156"/>
                </a:lnTo>
                <a:cubicBezTo>
                  <a:pt x="73857" y="155297"/>
                  <a:pt x="153769" y="120666"/>
                  <a:pt x="194965" y="84773"/>
                </a:cubicBezTo>
                <a:cubicBezTo>
                  <a:pt x="205328" y="75745"/>
                  <a:pt x="213634" y="66305"/>
                  <a:pt x="218734" y="56967"/>
                </a:cubicBezTo>
                <a:cubicBezTo>
                  <a:pt x="223806" y="47679"/>
                  <a:pt x="226194" y="37519"/>
                  <a:pt x="222794" y="27928"/>
                </a:cubicBezTo>
                <a:cubicBezTo>
                  <a:pt x="219365" y="18257"/>
                  <a:pt x="210844" y="11375"/>
                  <a:pt x="199013" y="6952"/>
                </a:cubicBezTo>
                <a:cubicBezTo>
                  <a:pt x="187190" y="2532"/>
                  <a:pt x="171081" y="152"/>
                  <a:pt x="150386" y="0"/>
                </a:cubicBezTo>
                <a:lnTo>
                  <a:pt x="150327" y="7904"/>
                </a:lnTo>
                <a:lnTo>
                  <a:pt x="150270" y="15807"/>
                </a:lnTo>
                <a:cubicBezTo>
                  <a:pt x="170052" y="15953"/>
                  <a:pt x="184091" y="18249"/>
                  <a:pt x="193477" y="21758"/>
                </a:cubicBezTo>
                <a:cubicBezTo>
                  <a:pt x="202856" y="25265"/>
                  <a:pt x="206603" y="29566"/>
                  <a:pt x="207895" y="33210"/>
                </a:cubicBezTo>
                <a:cubicBezTo>
                  <a:pt x="209215" y="36935"/>
                  <a:pt x="208775" y="42222"/>
                  <a:pt x="204860" y="49390"/>
                </a:cubicBezTo>
                <a:cubicBezTo>
                  <a:pt x="200973" y="56508"/>
                  <a:pt x="194133" y="64532"/>
                  <a:pt x="184581" y="72855"/>
                </a:cubicBezTo>
                <a:cubicBezTo>
                  <a:pt x="146119" y="106365"/>
                  <a:pt x="70080" y="139315"/>
                  <a:pt x="672" y="136363"/>
                </a:cubicBezTo>
                <a:lnTo>
                  <a:pt x="337" y="144260"/>
                </a:lnTo>
              </a:path>
            </a:pathLst>
          </a:custGeom>
          <a:solidFill xmlns:a="http://schemas.openxmlformats.org/drawingml/2006/main">
            <a:srgbClr val="AFB0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8CED849C-BBE3-403F-B81A-BA615E06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1" y="274377"/>
            <a:ext cx="52692" cy="302981"/>
          </a:xfrm>
          <a:custGeom xmlns:a="http://schemas.openxmlformats.org/drawingml/2006/main">
            <a:pathLst>
              <a:path w="52692" h="302981">
                <a:moveTo>
                  <a:pt x="0" y="13173"/>
                </a:moveTo>
                <a:cubicBezTo>
                  <a:pt x="0" y="5898"/>
                  <a:pt x="5898" y="0"/>
                  <a:pt x="13173" y="0"/>
                </a:cubicBezTo>
                <a:lnTo>
                  <a:pt x="39519" y="0"/>
                </a:lnTo>
                <a:cubicBezTo>
                  <a:pt x="46795" y="0"/>
                  <a:pt x="52692" y="5898"/>
                  <a:pt x="52692" y="13173"/>
                </a:cubicBezTo>
                <a:lnTo>
                  <a:pt x="52692" y="289808"/>
                </a:lnTo>
                <a:cubicBezTo>
                  <a:pt x="52692" y="297083"/>
                  <a:pt x="46795" y="302981"/>
                  <a:pt x="39519" y="302981"/>
                </a:cubicBezTo>
                <a:lnTo>
                  <a:pt x="13173" y="302981"/>
                </a:lnTo>
                <a:cubicBezTo>
                  <a:pt x="5898" y="302981"/>
                  <a:pt x="0" y="297083"/>
                  <a:pt x="0" y="289808"/>
                </a:cubicBezTo>
                <a:lnTo>
                  <a:pt x="0" y="13173"/>
                </a:lnTo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3669FC7E-7955-4A86-AC17-20E1A096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3653" y="274377"/>
            <a:ext cx="52692" cy="302981"/>
          </a:xfrm>
          <a:custGeom xmlns:a="http://schemas.openxmlformats.org/drawingml/2006/main">
            <a:pathLst>
              <a:path w="52692" h="302981">
                <a:moveTo>
                  <a:pt x="0" y="13173"/>
                </a:moveTo>
                <a:cubicBezTo>
                  <a:pt x="0" y="5898"/>
                  <a:pt x="5898" y="0"/>
                  <a:pt x="13173" y="0"/>
                </a:cubicBezTo>
                <a:lnTo>
                  <a:pt x="39519" y="0"/>
                </a:lnTo>
                <a:cubicBezTo>
                  <a:pt x="46795" y="0"/>
                  <a:pt x="52692" y="5898"/>
                  <a:pt x="52692" y="13173"/>
                </a:cubicBezTo>
                <a:lnTo>
                  <a:pt x="52692" y="289808"/>
                </a:lnTo>
                <a:cubicBezTo>
                  <a:pt x="52692" y="297083"/>
                  <a:pt x="46795" y="302981"/>
                  <a:pt x="39519" y="302981"/>
                </a:cubicBezTo>
                <a:lnTo>
                  <a:pt x="13173" y="302981"/>
                </a:lnTo>
                <a:cubicBezTo>
                  <a:pt x="5898" y="302981"/>
                  <a:pt x="0" y="297083"/>
                  <a:pt x="0" y="289808"/>
                </a:cubicBezTo>
                <a:lnTo>
                  <a:pt x="0" y="13173"/>
                </a:lnTo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967F2F1D-D7B9-4090-856A-7FF7E995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6249" y="274377"/>
            <a:ext cx="52692" cy="302981"/>
          </a:xfrm>
          <a:custGeom xmlns:a="http://schemas.openxmlformats.org/drawingml/2006/main">
            <a:pathLst>
              <a:path w="52692" h="302981">
                <a:moveTo>
                  <a:pt x="0" y="13173"/>
                </a:moveTo>
                <a:cubicBezTo>
                  <a:pt x="0" y="5898"/>
                  <a:pt x="5898" y="0"/>
                  <a:pt x="13173" y="0"/>
                </a:cubicBezTo>
                <a:lnTo>
                  <a:pt x="39519" y="0"/>
                </a:lnTo>
                <a:cubicBezTo>
                  <a:pt x="46795" y="0"/>
                  <a:pt x="52692" y="5898"/>
                  <a:pt x="52692" y="13173"/>
                </a:cubicBezTo>
                <a:lnTo>
                  <a:pt x="52692" y="289808"/>
                </a:lnTo>
                <a:cubicBezTo>
                  <a:pt x="52692" y="297083"/>
                  <a:pt x="46795" y="302981"/>
                  <a:pt x="39519" y="302981"/>
                </a:cubicBezTo>
                <a:lnTo>
                  <a:pt x="13173" y="302981"/>
                </a:lnTo>
                <a:cubicBezTo>
                  <a:pt x="5898" y="302981"/>
                  <a:pt x="0" y="297083"/>
                  <a:pt x="0" y="289808"/>
                </a:cubicBezTo>
                <a:lnTo>
                  <a:pt x="0" y="13173"/>
                </a:lnTo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df-path-162">
            <a:extLst xmlns:a="http://schemas.openxmlformats.org/drawingml/2006/main">
              <a:ext uri="{FF2B5EF4-FFF2-40B4-BE49-F238E27FC236}">
                <a16:creationId xmlns:a16="http://schemas.microsoft.com/office/drawing/2014/main" id="{3003CC1F-4580-42BA-B051-E6B27488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58" y="774954"/>
            <a:ext cx="2015481" cy="513750"/>
          </a:xfrm>
          <a:custGeom xmlns:a="http://schemas.openxmlformats.org/drawingml/2006/main">
            <a:pathLst>
              <a:path w="2015481" h="513750">
                <a:moveTo>
                  <a:pt x="0" y="65866"/>
                </a:moveTo>
                <a:cubicBezTo>
                  <a:pt x="0" y="29489"/>
                  <a:pt x="29489" y="0"/>
                  <a:pt x="65865" y="0"/>
                </a:cubicBezTo>
                <a:lnTo>
                  <a:pt x="1949615" y="0"/>
                </a:lnTo>
                <a:cubicBezTo>
                  <a:pt x="1985992" y="0"/>
                  <a:pt x="2015481" y="29489"/>
                  <a:pt x="2015481" y="65866"/>
                </a:cubicBezTo>
                <a:lnTo>
                  <a:pt x="2015481" y="447885"/>
                </a:lnTo>
                <a:cubicBezTo>
                  <a:pt x="2015481" y="484261"/>
                  <a:pt x="1985992" y="513750"/>
                  <a:pt x="1949615" y="513750"/>
                </a:cubicBezTo>
                <a:lnTo>
                  <a:pt x="65865" y="513750"/>
                </a:lnTo>
                <a:cubicBezTo>
                  <a:pt x="29489" y="513750"/>
                  <a:pt x="0" y="484261"/>
                  <a:pt x="0" y="447885"/>
                </a:cubicBezTo>
                <a:lnTo>
                  <a:pt x="0" y="65866"/>
                </a:lnTo>
              </a:path>
            </a:pathLst>
          </a:custGeom>
          <a:solidFill xmlns:a="http://schemas.openxmlformats.org/drawingml/2006/main">
            <a:srgbClr val="CECECE">
              <a:alpha val="2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E6077404-77F9-4FB6-8890-9AF45BDF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71" y="768367"/>
            <a:ext cx="2028654" cy="526923"/>
          </a:xfrm>
          <a:custGeom xmlns:a="http://schemas.openxmlformats.org/drawingml/2006/main">
            <a:pathLst>
              <a:path w="2028654" h="526923">
                <a:moveTo>
                  <a:pt x="72452" y="6587"/>
                </a:moveTo>
                <a:lnTo>
                  <a:pt x="72452" y="13173"/>
                </a:lnTo>
                <a:lnTo>
                  <a:pt x="1956202" y="13173"/>
                </a:lnTo>
                <a:lnTo>
                  <a:pt x="1956202" y="6587"/>
                </a:lnTo>
                <a:close/>
                <a:moveTo>
                  <a:pt x="2022067" y="72452"/>
                </a:moveTo>
                <a:lnTo>
                  <a:pt x="2015481" y="72452"/>
                </a:lnTo>
                <a:lnTo>
                  <a:pt x="2015481" y="454471"/>
                </a:lnTo>
                <a:lnTo>
                  <a:pt x="2022067" y="454471"/>
                </a:lnTo>
                <a:close/>
                <a:moveTo>
                  <a:pt x="1956202" y="520337"/>
                </a:moveTo>
                <a:lnTo>
                  <a:pt x="1956202" y="513750"/>
                </a:lnTo>
                <a:lnTo>
                  <a:pt x="72452" y="513750"/>
                </a:lnTo>
                <a:lnTo>
                  <a:pt x="72452" y="520337"/>
                </a:lnTo>
                <a:lnTo>
                  <a:pt x="72452" y="520337"/>
                </a:lnTo>
                <a:lnTo>
                  <a:pt x="1956202" y="520337"/>
                </a:lnTo>
                <a:lnTo>
                  <a:pt x="1956202" y="520337"/>
                </a:lnTo>
                <a:close/>
                <a:moveTo>
                  <a:pt x="6587" y="454471"/>
                </a:moveTo>
                <a:lnTo>
                  <a:pt x="13173" y="454471"/>
                </a:lnTo>
                <a:lnTo>
                  <a:pt x="13173" y="72452"/>
                </a:lnTo>
                <a:lnTo>
                  <a:pt x="6587" y="72452"/>
                </a:lnTo>
                <a:lnTo>
                  <a:pt x="6586" y="72452"/>
                </a:lnTo>
                <a:lnTo>
                  <a:pt x="6586" y="454471"/>
                </a:lnTo>
                <a:lnTo>
                  <a:pt x="6587" y="454471"/>
                </a:lnTo>
                <a:close/>
                <a:moveTo>
                  <a:pt x="72452" y="520337"/>
                </a:moveTo>
                <a:lnTo>
                  <a:pt x="72452" y="513750"/>
                </a:lnTo>
                <a:lnTo>
                  <a:pt x="71375" y="513740"/>
                </a:lnTo>
                <a:lnTo>
                  <a:pt x="70302" y="513712"/>
                </a:lnTo>
                <a:lnTo>
                  <a:pt x="69235" y="513664"/>
                </a:lnTo>
                <a:lnTo>
                  <a:pt x="68172" y="513598"/>
                </a:lnTo>
                <a:lnTo>
                  <a:pt x="67115" y="513513"/>
                </a:lnTo>
                <a:lnTo>
                  <a:pt x="66063" y="513410"/>
                </a:lnTo>
                <a:lnTo>
                  <a:pt x="65016" y="513288"/>
                </a:lnTo>
                <a:lnTo>
                  <a:pt x="63975" y="513149"/>
                </a:lnTo>
                <a:lnTo>
                  <a:pt x="62940" y="512991"/>
                </a:lnTo>
                <a:lnTo>
                  <a:pt x="61910" y="512816"/>
                </a:lnTo>
                <a:lnTo>
                  <a:pt x="60887" y="512623"/>
                </a:lnTo>
                <a:lnTo>
                  <a:pt x="59870" y="512412"/>
                </a:lnTo>
                <a:lnTo>
                  <a:pt x="58860" y="512184"/>
                </a:lnTo>
                <a:lnTo>
                  <a:pt x="57856" y="511940"/>
                </a:lnTo>
                <a:lnTo>
                  <a:pt x="56859" y="511678"/>
                </a:lnTo>
                <a:lnTo>
                  <a:pt x="55869" y="511399"/>
                </a:lnTo>
                <a:lnTo>
                  <a:pt x="54885" y="511104"/>
                </a:lnTo>
                <a:lnTo>
                  <a:pt x="53910" y="510792"/>
                </a:lnTo>
                <a:lnTo>
                  <a:pt x="52941" y="510464"/>
                </a:lnTo>
                <a:lnTo>
                  <a:pt x="51980" y="510120"/>
                </a:lnTo>
                <a:lnTo>
                  <a:pt x="51027" y="509760"/>
                </a:lnTo>
                <a:lnTo>
                  <a:pt x="50082" y="509384"/>
                </a:lnTo>
                <a:lnTo>
                  <a:pt x="49144" y="508992"/>
                </a:lnTo>
                <a:lnTo>
                  <a:pt x="48215" y="508585"/>
                </a:lnTo>
                <a:lnTo>
                  <a:pt x="47295" y="508163"/>
                </a:lnTo>
                <a:lnTo>
                  <a:pt x="46383" y="507725"/>
                </a:lnTo>
                <a:lnTo>
                  <a:pt x="45479" y="507272"/>
                </a:lnTo>
                <a:lnTo>
                  <a:pt x="44585" y="506805"/>
                </a:lnTo>
                <a:lnTo>
                  <a:pt x="43699" y="506322"/>
                </a:lnTo>
                <a:lnTo>
                  <a:pt x="42823" y="505826"/>
                </a:lnTo>
                <a:lnTo>
                  <a:pt x="41956" y="505314"/>
                </a:lnTo>
                <a:lnTo>
                  <a:pt x="41098" y="504789"/>
                </a:lnTo>
                <a:lnTo>
                  <a:pt x="40251" y="504250"/>
                </a:lnTo>
                <a:lnTo>
                  <a:pt x="39413" y="503696"/>
                </a:lnTo>
                <a:lnTo>
                  <a:pt x="38585" y="503129"/>
                </a:lnTo>
                <a:lnTo>
                  <a:pt x="37767" y="502549"/>
                </a:lnTo>
                <a:lnTo>
                  <a:pt x="36959" y="501955"/>
                </a:lnTo>
                <a:lnTo>
                  <a:pt x="36162" y="501347"/>
                </a:lnTo>
                <a:lnTo>
                  <a:pt x="35376" y="500727"/>
                </a:lnTo>
                <a:lnTo>
                  <a:pt x="34600" y="500094"/>
                </a:lnTo>
                <a:lnTo>
                  <a:pt x="33836" y="499448"/>
                </a:lnTo>
                <a:lnTo>
                  <a:pt x="33082" y="498789"/>
                </a:lnTo>
                <a:lnTo>
                  <a:pt x="32340" y="498118"/>
                </a:lnTo>
                <a:lnTo>
                  <a:pt x="31610" y="497435"/>
                </a:lnTo>
                <a:lnTo>
                  <a:pt x="30891" y="496740"/>
                </a:lnTo>
                <a:lnTo>
                  <a:pt x="30183" y="496033"/>
                </a:lnTo>
                <a:lnTo>
                  <a:pt x="29488" y="495313"/>
                </a:lnTo>
                <a:lnTo>
                  <a:pt x="28805" y="494583"/>
                </a:lnTo>
                <a:lnTo>
                  <a:pt x="28134" y="493841"/>
                </a:lnTo>
                <a:lnTo>
                  <a:pt x="27475" y="493087"/>
                </a:lnTo>
                <a:lnTo>
                  <a:pt x="26829" y="492323"/>
                </a:lnTo>
                <a:lnTo>
                  <a:pt x="26196" y="491547"/>
                </a:lnTo>
                <a:lnTo>
                  <a:pt x="25576" y="490761"/>
                </a:lnTo>
                <a:lnTo>
                  <a:pt x="24968" y="489964"/>
                </a:lnTo>
                <a:lnTo>
                  <a:pt x="24374" y="489156"/>
                </a:lnTo>
                <a:lnTo>
                  <a:pt x="23794" y="488338"/>
                </a:lnTo>
                <a:lnTo>
                  <a:pt x="23227" y="487510"/>
                </a:lnTo>
                <a:lnTo>
                  <a:pt x="22674" y="486673"/>
                </a:lnTo>
                <a:lnTo>
                  <a:pt x="22134" y="485825"/>
                </a:lnTo>
                <a:lnTo>
                  <a:pt x="21609" y="484967"/>
                </a:lnTo>
                <a:lnTo>
                  <a:pt x="21098" y="484100"/>
                </a:lnTo>
                <a:lnTo>
                  <a:pt x="20601" y="483224"/>
                </a:lnTo>
                <a:lnTo>
                  <a:pt x="20118" y="482338"/>
                </a:lnTo>
                <a:lnTo>
                  <a:pt x="19651" y="481444"/>
                </a:lnTo>
                <a:lnTo>
                  <a:pt x="19198" y="480540"/>
                </a:lnTo>
                <a:lnTo>
                  <a:pt x="18761" y="479628"/>
                </a:lnTo>
                <a:lnTo>
                  <a:pt x="18338" y="478708"/>
                </a:lnTo>
                <a:lnTo>
                  <a:pt x="17931" y="477779"/>
                </a:lnTo>
                <a:lnTo>
                  <a:pt x="17539" y="476841"/>
                </a:lnTo>
                <a:lnTo>
                  <a:pt x="17163" y="475896"/>
                </a:lnTo>
                <a:lnTo>
                  <a:pt x="16803" y="474943"/>
                </a:lnTo>
                <a:lnTo>
                  <a:pt x="16459" y="473982"/>
                </a:lnTo>
                <a:lnTo>
                  <a:pt x="16131" y="473014"/>
                </a:lnTo>
                <a:lnTo>
                  <a:pt x="15819" y="472038"/>
                </a:lnTo>
                <a:lnTo>
                  <a:pt x="15524" y="471055"/>
                </a:lnTo>
                <a:lnTo>
                  <a:pt x="15245" y="470064"/>
                </a:lnTo>
                <a:lnTo>
                  <a:pt x="14983" y="469067"/>
                </a:lnTo>
                <a:lnTo>
                  <a:pt x="14739" y="468063"/>
                </a:lnTo>
                <a:lnTo>
                  <a:pt x="14511" y="467053"/>
                </a:lnTo>
                <a:lnTo>
                  <a:pt x="14300" y="466036"/>
                </a:lnTo>
                <a:lnTo>
                  <a:pt x="14108" y="465013"/>
                </a:lnTo>
                <a:lnTo>
                  <a:pt x="13932" y="463983"/>
                </a:lnTo>
                <a:lnTo>
                  <a:pt x="13775" y="462948"/>
                </a:lnTo>
                <a:lnTo>
                  <a:pt x="13635" y="461907"/>
                </a:lnTo>
                <a:lnTo>
                  <a:pt x="13513" y="460860"/>
                </a:lnTo>
                <a:lnTo>
                  <a:pt x="13410" y="459808"/>
                </a:lnTo>
                <a:lnTo>
                  <a:pt x="13325" y="458751"/>
                </a:lnTo>
                <a:lnTo>
                  <a:pt x="13259" y="457688"/>
                </a:lnTo>
                <a:lnTo>
                  <a:pt x="13211" y="456621"/>
                </a:lnTo>
                <a:lnTo>
                  <a:pt x="13183" y="455548"/>
                </a:lnTo>
                <a:lnTo>
                  <a:pt x="13173" y="454471"/>
                </a:lnTo>
                <a:lnTo>
                  <a:pt x="6587" y="454471"/>
                </a:lnTo>
                <a:lnTo>
                  <a:pt x="6586" y="454471"/>
                </a:lnTo>
                <a:lnTo>
                  <a:pt x="6586" y="454471"/>
                </a:lnTo>
                <a:lnTo>
                  <a:pt x="6597" y="455668"/>
                </a:lnTo>
                <a:lnTo>
                  <a:pt x="6629" y="456859"/>
                </a:lnTo>
                <a:lnTo>
                  <a:pt x="6682" y="458046"/>
                </a:lnTo>
                <a:lnTo>
                  <a:pt x="6755" y="459226"/>
                </a:lnTo>
                <a:lnTo>
                  <a:pt x="6850" y="460401"/>
                </a:lnTo>
                <a:lnTo>
                  <a:pt x="6965" y="461570"/>
                </a:lnTo>
                <a:lnTo>
                  <a:pt x="7100" y="462733"/>
                </a:lnTo>
                <a:lnTo>
                  <a:pt x="7255" y="463890"/>
                </a:lnTo>
                <a:lnTo>
                  <a:pt x="7430" y="465040"/>
                </a:lnTo>
                <a:lnTo>
                  <a:pt x="7625" y="466184"/>
                </a:lnTo>
                <a:lnTo>
                  <a:pt x="7839" y="467321"/>
                </a:lnTo>
                <a:lnTo>
                  <a:pt x="8073" y="468451"/>
                </a:lnTo>
                <a:lnTo>
                  <a:pt x="8326" y="469574"/>
                </a:lnTo>
                <a:lnTo>
                  <a:pt x="8598" y="470689"/>
                </a:lnTo>
                <a:lnTo>
                  <a:pt x="8889" y="471797"/>
                </a:lnTo>
                <a:lnTo>
                  <a:pt x="9198" y="472897"/>
                </a:lnTo>
                <a:lnTo>
                  <a:pt x="9527" y="473990"/>
                </a:lnTo>
                <a:lnTo>
                  <a:pt x="9873" y="475074"/>
                </a:lnTo>
                <a:lnTo>
                  <a:pt x="10237" y="476150"/>
                </a:lnTo>
                <a:lnTo>
                  <a:pt x="10620" y="477218"/>
                </a:lnTo>
                <a:lnTo>
                  <a:pt x="11020" y="478277"/>
                </a:lnTo>
                <a:lnTo>
                  <a:pt x="11438" y="479327"/>
                </a:lnTo>
                <a:lnTo>
                  <a:pt x="11873" y="480369"/>
                </a:lnTo>
                <a:lnTo>
                  <a:pt x="12325" y="481401"/>
                </a:lnTo>
                <a:lnTo>
                  <a:pt x="12795" y="482424"/>
                </a:lnTo>
                <a:lnTo>
                  <a:pt x="13281" y="483437"/>
                </a:lnTo>
                <a:lnTo>
                  <a:pt x="13784" y="484441"/>
                </a:lnTo>
                <a:lnTo>
                  <a:pt x="14304" y="485435"/>
                </a:lnTo>
                <a:lnTo>
                  <a:pt x="14839" y="486419"/>
                </a:lnTo>
                <a:lnTo>
                  <a:pt x="15391" y="487392"/>
                </a:lnTo>
                <a:lnTo>
                  <a:pt x="15959" y="488356"/>
                </a:lnTo>
                <a:lnTo>
                  <a:pt x="16543" y="489309"/>
                </a:lnTo>
                <a:lnTo>
                  <a:pt x="17143" y="490251"/>
                </a:lnTo>
                <a:lnTo>
                  <a:pt x="17757" y="491182"/>
                </a:lnTo>
                <a:lnTo>
                  <a:pt x="18387" y="492102"/>
                </a:lnTo>
                <a:lnTo>
                  <a:pt x="19032" y="493010"/>
                </a:lnTo>
                <a:lnTo>
                  <a:pt x="19692" y="493907"/>
                </a:lnTo>
                <a:lnTo>
                  <a:pt x="20367" y="494793"/>
                </a:lnTo>
                <a:lnTo>
                  <a:pt x="21056" y="495667"/>
                </a:lnTo>
                <a:lnTo>
                  <a:pt x="21760" y="496528"/>
                </a:lnTo>
                <a:lnTo>
                  <a:pt x="22478" y="497378"/>
                </a:lnTo>
                <a:lnTo>
                  <a:pt x="23209" y="498215"/>
                </a:lnTo>
                <a:lnTo>
                  <a:pt x="23955" y="499040"/>
                </a:lnTo>
                <a:lnTo>
                  <a:pt x="24714" y="499852"/>
                </a:lnTo>
                <a:lnTo>
                  <a:pt x="25487" y="500651"/>
                </a:lnTo>
                <a:lnTo>
                  <a:pt x="26273" y="501436"/>
                </a:lnTo>
                <a:lnTo>
                  <a:pt x="27072" y="502209"/>
                </a:lnTo>
                <a:lnTo>
                  <a:pt x="27883" y="502968"/>
                </a:lnTo>
                <a:lnTo>
                  <a:pt x="28708" y="503714"/>
                </a:lnTo>
                <a:lnTo>
                  <a:pt x="29545" y="504445"/>
                </a:lnTo>
                <a:lnTo>
                  <a:pt x="30395" y="505163"/>
                </a:lnTo>
                <a:lnTo>
                  <a:pt x="31256" y="505867"/>
                </a:lnTo>
                <a:lnTo>
                  <a:pt x="32130" y="506556"/>
                </a:lnTo>
                <a:lnTo>
                  <a:pt x="33016" y="507231"/>
                </a:lnTo>
                <a:lnTo>
                  <a:pt x="33913" y="507891"/>
                </a:lnTo>
                <a:lnTo>
                  <a:pt x="34822" y="508536"/>
                </a:lnTo>
                <a:lnTo>
                  <a:pt x="35741" y="509166"/>
                </a:lnTo>
                <a:lnTo>
                  <a:pt x="36673" y="509781"/>
                </a:lnTo>
                <a:lnTo>
                  <a:pt x="37615" y="510380"/>
                </a:lnTo>
                <a:lnTo>
                  <a:pt x="38567" y="510964"/>
                </a:lnTo>
                <a:lnTo>
                  <a:pt x="39531" y="511532"/>
                </a:lnTo>
                <a:lnTo>
                  <a:pt x="40504" y="512084"/>
                </a:lnTo>
                <a:lnTo>
                  <a:pt x="41488" y="512619"/>
                </a:lnTo>
                <a:lnTo>
                  <a:pt x="42482" y="513139"/>
                </a:lnTo>
                <a:lnTo>
                  <a:pt x="43486" y="513642"/>
                </a:lnTo>
                <a:lnTo>
                  <a:pt x="44499" y="514128"/>
                </a:lnTo>
                <a:lnTo>
                  <a:pt x="45522" y="514598"/>
                </a:lnTo>
                <a:lnTo>
                  <a:pt x="46555" y="515050"/>
                </a:lnTo>
                <a:lnTo>
                  <a:pt x="47596" y="515485"/>
                </a:lnTo>
                <a:lnTo>
                  <a:pt x="48646" y="515903"/>
                </a:lnTo>
                <a:lnTo>
                  <a:pt x="49705" y="516303"/>
                </a:lnTo>
                <a:lnTo>
                  <a:pt x="50773" y="516686"/>
                </a:lnTo>
                <a:lnTo>
                  <a:pt x="51849" y="517050"/>
                </a:lnTo>
                <a:lnTo>
                  <a:pt x="52933" y="517397"/>
                </a:lnTo>
                <a:lnTo>
                  <a:pt x="54026" y="517725"/>
                </a:lnTo>
                <a:lnTo>
                  <a:pt x="55126" y="518034"/>
                </a:lnTo>
                <a:lnTo>
                  <a:pt x="56234" y="518325"/>
                </a:lnTo>
                <a:lnTo>
                  <a:pt x="57350" y="518597"/>
                </a:lnTo>
                <a:lnTo>
                  <a:pt x="58472" y="518850"/>
                </a:lnTo>
                <a:lnTo>
                  <a:pt x="59602" y="519084"/>
                </a:lnTo>
                <a:lnTo>
                  <a:pt x="60739" y="519298"/>
                </a:lnTo>
                <a:lnTo>
                  <a:pt x="61883" y="519493"/>
                </a:lnTo>
                <a:lnTo>
                  <a:pt x="63033" y="519668"/>
                </a:lnTo>
                <a:lnTo>
                  <a:pt x="64190" y="519823"/>
                </a:lnTo>
                <a:lnTo>
                  <a:pt x="65353" y="519958"/>
                </a:lnTo>
                <a:lnTo>
                  <a:pt x="66522" y="520073"/>
                </a:lnTo>
                <a:lnTo>
                  <a:pt x="67697" y="520168"/>
                </a:lnTo>
                <a:lnTo>
                  <a:pt x="68877" y="520241"/>
                </a:lnTo>
                <a:lnTo>
                  <a:pt x="70064" y="520294"/>
                </a:lnTo>
                <a:lnTo>
                  <a:pt x="71255" y="520326"/>
                </a:lnTo>
                <a:lnTo>
                  <a:pt x="72452" y="520337"/>
                </a:lnTo>
                <a:lnTo>
                  <a:pt x="72452" y="520337"/>
                </a:lnTo>
                <a:lnTo>
                  <a:pt x="72452" y="520337"/>
                </a:lnTo>
                <a:close/>
                <a:moveTo>
                  <a:pt x="1956202" y="520337"/>
                </a:moveTo>
                <a:lnTo>
                  <a:pt x="1957398" y="520326"/>
                </a:lnTo>
                <a:lnTo>
                  <a:pt x="1958590" y="520294"/>
                </a:lnTo>
                <a:lnTo>
                  <a:pt x="1959776" y="520241"/>
                </a:lnTo>
                <a:lnTo>
                  <a:pt x="1960957" y="520168"/>
                </a:lnTo>
                <a:lnTo>
                  <a:pt x="1962132" y="520073"/>
                </a:lnTo>
                <a:lnTo>
                  <a:pt x="1963301" y="519958"/>
                </a:lnTo>
                <a:lnTo>
                  <a:pt x="1964464" y="519823"/>
                </a:lnTo>
                <a:lnTo>
                  <a:pt x="1965620" y="519668"/>
                </a:lnTo>
                <a:lnTo>
                  <a:pt x="1966771" y="519493"/>
                </a:lnTo>
                <a:lnTo>
                  <a:pt x="1967914" y="519298"/>
                </a:lnTo>
                <a:lnTo>
                  <a:pt x="1969051" y="519084"/>
                </a:lnTo>
                <a:lnTo>
                  <a:pt x="1970181" y="518850"/>
                </a:lnTo>
                <a:lnTo>
                  <a:pt x="1971304" y="518597"/>
                </a:lnTo>
                <a:lnTo>
                  <a:pt x="1972419" y="518325"/>
                </a:lnTo>
                <a:lnTo>
                  <a:pt x="1973527" y="518034"/>
                </a:lnTo>
                <a:lnTo>
                  <a:pt x="1974628" y="517725"/>
                </a:lnTo>
                <a:lnTo>
                  <a:pt x="1975720" y="517397"/>
                </a:lnTo>
                <a:lnTo>
                  <a:pt x="1976804" y="517050"/>
                </a:lnTo>
                <a:lnTo>
                  <a:pt x="1977880" y="516686"/>
                </a:lnTo>
                <a:lnTo>
                  <a:pt x="1978948" y="516303"/>
                </a:lnTo>
                <a:lnTo>
                  <a:pt x="1980007" y="515903"/>
                </a:lnTo>
                <a:lnTo>
                  <a:pt x="1981057" y="515485"/>
                </a:lnTo>
                <a:lnTo>
                  <a:pt x="1982099" y="515050"/>
                </a:lnTo>
                <a:lnTo>
                  <a:pt x="1983131" y="514598"/>
                </a:lnTo>
                <a:lnTo>
                  <a:pt x="1984154" y="514128"/>
                </a:lnTo>
                <a:lnTo>
                  <a:pt x="1985168" y="513642"/>
                </a:lnTo>
                <a:lnTo>
                  <a:pt x="1986171" y="513139"/>
                </a:lnTo>
                <a:lnTo>
                  <a:pt x="1987165" y="512619"/>
                </a:lnTo>
                <a:lnTo>
                  <a:pt x="1988149" y="512084"/>
                </a:lnTo>
                <a:lnTo>
                  <a:pt x="1989123" y="511532"/>
                </a:lnTo>
                <a:lnTo>
                  <a:pt x="1990086" y="510964"/>
                </a:lnTo>
                <a:lnTo>
                  <a:pt x="1991039" y="510380"/>
                </a:lnTo>
                <a:lnTo>
                  <a:pt x="1991981" y="509781"/>
                </a:lnTo>
                <a:lnTo>
                  <a:pt x="1992912" y="509166"/>
                </a:lnTo>
                <a:lnTo>
                  <a:pt x="1993832" y="508536"/>
                </a:lnTo>
                <a:lnTo>
                  <a:pt x="1994741" y="507891"/>
                </a:lnTo>
                <a:lnTo>
                  <a:pt x="1995638" y="507231"/>
                </a:lnTo>
                <a:lnTo>
                  <a:pt x="1996523" y="506556"/>
                </a:lnTo>
                <a:lnTo>
                  <a:pt x="1997397" y="505867"/>
                </a:lnTo>
                <a:lnTo>
                  <a:pt x="1998259" y="505163"/>
                </a:lnTo>
                <a:lnTo>
                  <a:pt x="1999108" y="504445"/>
                </a:lnTo>
                <a:lnTo>
                  <a:pt x="1999945" y="503714"/>
                </a:lnTo>
                <a:lnTo>
                  <a:pt x="2000770" y="502968"/>
                </a:lnTo>
                <a:lnTo>
                  <a:pt x="2001582" y="502209"/>
                </a:lnTo>
                <a:lnTo>
                  <a:pt x="2002381" y="501436"/>
                </a:lnTo>
                <a:lnTo>
                  <a:pt x="2003167" y="500651"/>
                </a:lnTo>
                <a:lnTo>
                  <a:pt x="2003939" y="499852"/>
                </a:lnTo>
                <a:lnTo>
                  <a:pt x="2004699" y="499040"/>
                </a:lnTo>
                <a:lnTo>
                  <a:pt x="2005444" y="498215"/>
                </a:lnTo>
                <a:lnTo>
                  <a:pt x="2006176" y="497378"/>
                </a:lnTo>
                <a:lnTo>
                  <a:pt x="2006894" y="496528"/>
                </a:lnTo>
                <a:lnTo>
                  <a:pt x="2007597" y="495667"/>
                </a:lnTo>
                <a:lnTo>
                  <a:pt x="2008286" y="494793"/>
                </a:lnTo>
                <a:lnTo>
                  <a:pt x="2008961" y="493907"/>
                </a:lnTo>
                <a:lnTo>
                  <a:pt x="2009621" y="493010"/>
                </a:lnTo>
                <a:lnTo>
                  <a:pt x="2010266" y="492102"/>
                </a:lnTo>
                <a:lnTo>
                  <a:pt x="2010896" y="491182"/>
                </a:lnTo>
                <a:lnTo>
                  <a:pt x="2011511" y="490251"/>
                </a:lnTo>
                <a:lnTo>
                  <a:pt x="2012110" y="489309"/>
                </a:lnTo>
                <a:lnTo>
                  <a:pt x="2012694" y="488356"/>
                </a:lnTo>
                <a:lnTo>
                  <a:pt x="2013262" y="487392"/>
                </a:lnTo>
                <a:lnTo>
                  <a:pt x="2013814" y="486419"/>
                </a:lnTo>
                <a:lnTo>
                  <a:pt x="2014350" y="485435"/>
                </a:lnTo>
                <a:lnTo>
                  <a:pt x="2014869" y="484441"/>
                </a:lnTo>
                <a:lnTo>
                  <a:pt x="2015372" y="483437"/>
                </a:lnTo>
                <a:lnTo>
                  <a:pt x="2015859" y="482424"/>
                </a:lnTo>
                <a:lnTo>
                  <a:pt x="2016328" y="481401"/>
                </a:lnTo>
                <a:lnTo>
                  <a:pt x="2016780" y="480369"/>
                </a:lnTo>
                <a:lnTo>
                  <a:pt x="2017216" y="479327"/>
                </a:lnTo>
                <a:lnTo>
                  <a:pt x="2017633" y="478277"/>
                </a:lnTo>
                <a:lnTo>
                  <a:pt x="2018034" y="477218"/>
                </a:lnTo>
                <a:lnTo>
                  <a:pt x="2018416" y="476150"/>
                </a:lnTo>
                <a:lnTo>
                  <a:pt x="2018781" y="475074"/>
                </a:lnTo>
                <a:lnTo>
                  <a:pt x="2019127" y="473990"/>
                </a:lnTo>
                <a:lnTo>
                  <a:pt x="2019455" y="472897"/>
                </a:lnTo>
                <a:lnTo>
                  <a:pt x="2019764" y="471797"/>
                </a:lnTo>
                <a:lnTo>
                  <a:pt x="2020055" y="470689"/>
                </a:lnTo>
                <a:lnTo>
                  <a:pt x="2020327" y="469574"/>
                </a:lnTo>
                <a:lnTo>
                  <a:pt x="2020580" y="468451"/>
                </a:lnTo>
                <a:lnTo>
                  <a:pt x="2020814" y="467321"/>
                </a:lnTo>
                <a:lnTo>
                  <a:pt x="2021029" y="466184"/>
                </a:lnTo>
                <a:lnTo>
                  <a:pt x="2021223" y="465040"/>
                </a:lnTo>
                <a:lnTo>
                  <a:pt x="2021399" y="463890"/>
                </a:lnTo>
                <a:lnTo>
                  <a:pt x="2021554" y="462733"/>
                </a:lnTo>
                <a:lnTo>
                  <a:pt x="2021689" y="461570"/>
                </a:lnTo>
                <a:lnTo>
                  <a:pt x="2021804" y="460401"/>
                </a:lnTo>
                <a:lnTo>
                  <a:pt x="2021898" y="459226"/>
                </a:lnTo>
                <a:lnTo>
                  <a:pt x="2021972" y="458046"/>
                </a:lnTo>
                <a:lnTo>
                  <a:pt x="2022024" y="456859"/>
                </a:lnTo>
                <a:lnTo>
                  <a:pt x="2022056" y="455668"/>
                </a:lnTo>
                <a:lnTo>
                  <a:pt x="2022067" y="454471"/>
                </a:lnTo>
                <a:lnTo>
                  <a:pt x="2022067" y="454471"/>
                </a:lnTo>
                <a:lnTo>
                  <a:pt x="2015481" y="454471"/>
                </a:lnTo>
                <a:lnTo>
                  <a:pt x="2015471" y="455548"/>
                </a:lnTo>
                <a:lnTo>
                  <a:pt x="2015442" y="456621"/>
                </a:lnTo>
                <a:lnTo>
                  <a:pt x="2015395" y="457688"/>
                </a:lnTo>
                <a:lnTo>
                  <a:pt x="2015328" y="458751"/>
                </a:lnTo>
                <a:lnTo>
                  <a:pt x="2015244" y="459808"/>
                </a:lnTo>
                <a:lnTo>
                  <a:pt x="2015140" y="460860"/>
                </a:lnTo>
                <a:lnTo>
                  <a:pt x="2015019" y="461907"/>
                </a:lnTo>
                <a:lnTo>
                  <a:pt x="2014879" y="462948"/>
                </a:lnTo>
                <a:lnTo>
                  <a:pt x="2014721" y="463983"/>
                </a:lnTo>
                <a:lnTo>
                  <a:pt x="2014546" y="465013"/>
                </a:lnTo>
                <a:lnTo>
                  <a:pt x="2014353" y="466036"/>
                </a:lnTo>
                <a:lnTo>
                  <a:pt x="2014143" y="467053"/>
                </a:lnTo>
                <a:lnTo>
                  <a:pt x="2013915" y="468063"/>
                </a:lnTo>
                <a:lnTo>
                  <a:pt x="2013670" y="469067"/>
                </a:lnTo>
                <a:lnTo>
                  <a:pt x="2013408" y="470064"/>
                </a:lnTo>
                <a:lnTo>
                  <a:pt x="2013130" y="471055"/>
                </a:lnTo>
                <a:lnTo>
                  <a:pt x="2012835" y="472038"/>
                </a:lnTo>
                <a:lnTo>
                  <a:pt x="2012523" y="473014"/>
                </a:lnTo>
                <a:lnTo>
                  <a:pt x="2012195" y="473982"/>
                </a:lnTo>
                <a:lnTo>
                  <a:pt x="2011851" y="474943"/>
                </a:lnTo>
                <a:lnTo>
                  <a:pt x="2011490" y="475896"/>
                </a:lnTo>
                <a:lnTo>
                  <a:pt x="2011114" y="476841"/>
                </a:lnTo>
                <a:lnTo>
                  <a:pt x="2010723" y="477779"/>
                </a:lnTo>
                <a:lnTo>
                  <a:pt x="2010316" y="478708"/>
                </a:lnTo>
                <a:lnTo>
                  <a:pt x="2009893" y="479628"/>
                </a:lnTo>
                <a:lnTo>
                  <a:pt x="2009455" y="480540"/>
                </a:lnTo>
                <a:lnTo>
                  <a:pt x="2009003" y="481444"/>
                </a:lnTo>
                <a:lnTo>
                  <a:pt x="2008535" y="482338"/>
                </a:lnTo>
                <a:lnTo>
                  <a:pt x="2008053" y="483224"/>
                </a:lnTo>
                <a:lnTo>
                  <a:pt x="2007556" y="484100"/>
                </a:lnTo>
                <a:lnTo>
                  <a:pt x="2007045" y="484967"/>
                </a:lnTo>
                <a:lnTo>
                  <a:pt x="2006519" y="485825"/>
                </a:lnTo>
                <a:lnTo>
                  <a:pt x="2005980" y="486673"/>
                </a:lnTo>
                <a:lnTo>
                  <a:pt x="2005427" y="487510"/>
                </a:lnTo>
                <a:lnTo>
                  <a:pt x="2004860" y="488338"/>
                </a:lnTo>
                <a:lnTo>
                  <a:pt x="2004279" y="489156"/>
                </a:lnTo>
                <a:lnTo>
                  <a:pt x="2003685" y="489964"/>
                </a:lnTo>
                <a:lnTo>
                  <a:pt x="2003078" y="490761"/>
                </a:lnTo>
                <a:lnTo>
                  <a:pt x="2002458" y="491547"/>
                </a:lnTo>
                <a:lnTo>
                  <a:pt x="2001824" y="492323"/>
                </a:lnTo>
                <a:lnTo>
                  <a:pt x="2001178" y="493087"/>
                </a:lnTo>
                <a:lnTo>
                  <a:pt x="2000520" y="493841"/>
                </a:lnTo>
                <a:lnTo>
                  <a:pt x="1999849" y="494583"/>
                </a:lnTo>
                <a:lnTo>
                  <a:pt x="1999166" y="495313"/>
                </a:lnTo>
                <a:lnTo>
                  <a:pt x="1998470" y="496033"/>
                </a:lnTo>
                <a:lnTo>
                  <a:pt x="1997763" y="496740"/>
                </a:lnTo>
                <a:lnTo>
                  <a:pt x="1997044" y="497435"/>
                </a:lnTo>
                <a:lnTo>
                  <a:pt x="1996313" y="498118"/>
                </a:lnTo>
                <a:lnTo>
                  <a:pt x="1995571" y="498789"/>
                </a:lnTo>
                <a:lnTo>
                  <a:pt x="1994818" y="499448"/>
                </a:lnTo>
                <a:lnTo>
                  <a:pt x="1994053" y="500094"/>
                </a:lnTo>
                <a:lnTo>
                  <a:pt x="1993277" y="500727"/>
                </a:lnTo>
                <a:lnTo>
                  <a:pt x="1992491" y="501347"/>
                </a:lnTo>
                <a:lnTo>
                  <a:pt x="1991694" y="501955"/>
                </a:lnTo>
                <a:lnTo>
                  <a:pt x="1990887" y="502549"/>
                </a:lnTo>
                <a:lnTo>
                  <a:pt x="1990069" y="503129"/>
                </a:lnTo>
                <a:lnTo>
                  <a:pt x="1989241" y="503696"/>
                </a:lnTo>
                <a:lnTo>
                  <a:pt x="1988403" y="504250"/>
                </a:lnTo>
                <a:lnTo>
                  <a:pt x="1987555" y="504789"/>
                </a:lnTo>
                <a:lnTo>
                  <a:pt x="1986698" y="505314"/>
                </a:lnTo>
                <a:lnTo>
                  <a:pt x="1985831" y="505826"/>
                </a:lnTo>
                <a:lnTo>
                  <a:pt x="1984954" y="506322"/>
                </a:lnTo>
                <a:lnTo>
                  <a:pt x="1984069" y="506805"/>
                </a:lnTo>
                <a:lnTo>
                  <a:pt x="1983174" y="507272"/>
                </a:lnTo>
                <a:lnTo>
                  <a:pt x="1982271" y="507725"/>
                </a:lnTo>
                <a:lnTo>
                  <a:pt x="1981359" y="508163"/>
                </a:lnTo>
                <a:lnTo>
                  <a:pt x="1980438" y="508585"/>
                </a:lnTo>
                <a:lnTo>
                  <a:pt x="1979509" y="508992"/>
                </a:lnTo>
                <a:lnTo>
                  <a:pt x="1978572" y="509384"/>
                </a:lnTo>
                <a:lnTo>
                  <a:pt x="1977626" y="509760"/>
                </a:lnTo>
                <a:lnTo>
                  <a:pt x="1976673" y="510120"/>
                </a:lnTo>
                <a:lnTo>
                  <a:pt x="1975712" y="510464"/>
                </a:lnTo>
                <a:lnTo>
                  <a:pt x="1974744" y="510792"/>
                </a:lnTo>
                <a:lnTo>
                  <a:pt x="1973768" y="511104"/>
                </a:lnTo>
                <a:lnTo>
                  <a:pt x="1972785" y="511399"/>
                </a:lnTo>
                <a:lnTo>
                  <a:pt x="1971795" y="511678"/>
                </a:lnTo>
                <a:lnTo>
                  <a:pt x="1970797" y="511940"/>
                </a:lnTo>
                <a:lnTo>
                  <a:pt x="1969794" y="512184"/>
                </a:lnTo>
                <a:lnTo>
                  <a:pt x="1968783" y="512412"/>
                </a:lnTo>
                <a:lnTo>
                  <a:pt x="1967766" y="512623"/>
                </a:lnTo>
                <a:lnTo>
                  <a:pt x="1966743" y="512816"/>
                </a:lnTo>
                <a:lnTo>
                  <a:pt x="1965714" y="512991"/>
                </a:lnTo>
                <a:lnTo>
                  <a:pt x="1964678" y="513149"/>
                </a:lnTo>
                <a:lnTo>
                  <a:pt x="1963637" y="513288"/>
                </a:lnTo>
                <a:lnTo>
                  <a:pt x="1962591" y="513410"/>
                </a:lnTo>
                <a:lnTo>
                  <a:pt x="1961538" y="513513"/>
                </a:lnTo>
                <a:lnTo>
                  <a:pt x="1960481" y="513598"/>
                </a:lnTo>
                <a:lnTo>
                  <a:pt x="1959418" y="513664"/>
                </a:lnTo>
                <a:lnTo>
                  <a:pt x="1958351" y="513712"/>
                </a:lnTo>
                <a:lnTo>
                  <a:pt x="1957279" y="513740"/>
                </a:lnTo>
                <a:lnTo>
                  <a:pt x="1956202" y="513750"/>
                </a:lnTo>
                <a:lnTo>
                  <a:pt x="1956202" y="520337"/>
                </a:lnTo>
                <a:lnTo>
                  <a:pt x="1956202" y="520337"/>
                </a:lnTo>
                <a:close/>
                <a:moveTo>
                  <a:pt x="2022067" y="72452"/>
                </a:moveTo>
                <a:lnTo>
                  <a:pt x="2022056" y="71255"/>
                </a:lnTo>
                <a:lnTo>
                  <a:pt x="2022024" y="70064"/>
                </a:lnTo>
                <a:lnTo>
                  <a:pt x="2021972" y="68878"/>
                </a:lnTo>
                <a:lnTo>
                  <a:pt x="2021898" y="67697"/>
                </a:lnTo>
                <a:lnTo>
                  <a:pt x="2021804" y="66522"/>
                </a:lnTo>
                <a:lnTo>
                  <a:pt x="2021689" y="65353"/>
                </a:lnTo>
                <a:lnTo>
                  <a:pt x="2021554" y="64190"/>
                </a:lnTo>
                <a:lnTo>
                  <a:pt x="2021399" y="63033"/>
                </a:lnTo>
                <a:lnTo>
                  <a:pt x="2021223" y="61883"/>
                </a:lnTo>
                <a:lnTo>
                  <a:pt x="2021029" y="60739"/>
                </a:lnTo>
                <a:lnTo>
                  <a:pt x="2020814" y="59602"/>
                </a:lnTo>
                <a:lnTo>
                  <a:pt x="2020580" y="58473"/>
                </a:lnTo>
                <a:lnTo>
                  <a:pt x="2020327" y="57350"/>
                </a:lnTo>
                <a:lnTo>
                  <a:pt x="2020055" y="56234"/>
                </a:lnTo>
                <a:lnTo>
                  <a:pt x="2019764" y="55126"/>
                </a:lnTo>
                <a:lnTo>
                  <a:pt x="2019455" y="54026"/>
                </a:lnTo>
                <a:lnTo>
                  <a:pt x="2019127" y="52934"/>
                </a:lnTo>
                <a:lnTo>
                  <a:pt x="2018781" y="51849"/>
                </a:lnTo>
                <a:lnTo>
                  <a:pt x="2018416" y="50773"/>
                </a:lnTo>
                <a:lnTo>
                  <a:pt x="2018034" y="49706"/>
                </a:lnTo>
                <a:lnTo>
                  <a:pt x="2017633" y="48647"/>
                </a:lnTo>
                <a:lnTo>
                  <a:pt x="2017216" y="47596"/>
                </a:lnTo>
                <a:lnTo>
                  <a:pt x="2016780" y="46555"/>
                </a:lnTo>
                <a:lnTo>
                  <a:pt x="2016328" y="45523"/>
                </a:lnTo>
                <a:lnTo>
                  <a:pt x="2015859" y="44500"/>
                </a:lnTo>
                <a:lnTo>
                  <a:pt x="2015372" y="43486"/>
                </a:lnTo>
                <a:lnTo>
                  <a:pt x="2014869" y="42482"/>
                </a:lnTo>
                <a:lnTo>
                  <a:pt x="2014350" y="41489"/>
                </a:lnTo>
                <a:lnTo>
                  <a:pt x="2013814" y="40505"/>
                </a:lnTo>
                <a:lnTo>
                  <a:pt x="2013262" y="39531"/>
                </a:lnTo>
                <a:lnTo>
                  <a:pt x="2012694" y="38568"/>
                </a:lnTo>
                <a:lnTo>
                  <a:pt x="2012110" y="37615"/>
                </a:lnTo>
                <a:lnTo>
                  <a:pt x="2011511" y="36673"/>
                </a:lnTo>
                <a:lnTo>
                  <a:pt x="2010896" y="35742"/>
                </a:lnTo>
                <a:lnTo>
                  <a:pt x="2010266" y="34822"/>
                </a:lnTo>
                <a:lnTo>
                  <a:pt x="2009621" y="33913"/>
                </a:lnTo>
                <a:lnTo>
                  <a:pt x="2008961" y="33016"/>
                </a:lnTo>
                <a:lnTo>
                  <a:pt x="2008286" y="32130"/>
                </a:lnTo>
                <a:lnTo>
                  <a:pt x="2007597" y="31257"/>
                </a:lnTo>
                <a:lnTo>
                  <a:pt x="2006894" y="30395"/>
                </a:lnTo>
                <a:lnTo>
                  <a:pt x="2006176" y="29545"/>
                </a:lnTo>
                <a:lnTo>
                  <a:pt x="2005444" y="28708"/>
                </a:lnTo>
                <a:lnTo>
                  <a:pt x="2004699" y="27884"/>
                </a:lnTo>
                <a:lnTo>
                  <a:pt x="2003939" y="27072"/>
                </a:lnTo>
                <a:lnTo>
                  <a:pt x="2003167" y="26273"/>
                </a:lnTo>
                <a:lnTo>
                  <a:pt x="2002381" y="25487"/>
                </a:lnTo>
                <a:lnTo>
                  <a:pt x="2001582" y="24714"/>
                </a:lnTo>
                <a:lnTo>
                  <a:pt x="2000770" y="23955"/>
                </a:lnTo>
                <a:lnTo>
                  <a:pt x="1999945" y="23210"/>
                </a:lnTo>
                <a:lnTo>
                  <a:pt x="1999108" y="22478"/>
                </a:lnTo>
                <a:lnTo>
                  <a:pt x="1998259" y="21760"/>
                </a:lnTo>
                <a:lnTo>
                  <a:pt x="1997397" y="21057"/>
                </a:lnTo>
                <a:lnTo>
                  <a:pt x="1996523" y="20367"/>
                </a:lnTo>
                <a:lnTo>
                  <a:pt x="1995638" y="19693"/>
                </a:lnTo>
                <a:lnTo>
                  <a:pt x="1994741" y="19033"/>
                </a:lnTo>
                <a:lnTo>
                  <a:pt x="1993832" y="18388"/>
                </a:lnTo>
                <a:lnTo>
                  <a:pt x="1992912" y="17758"/>
                </a:lnTo>
                <a:lnTo>
                  <a:pt x="1991981" y="17143"/>
                </a:lnTo>
                <a:lnTo>
                  <a:pt x="1991039" y="16543"/>
                </a:lnTo>
                <a:lnTo>
                  <a:pt x="1990086" y="15960"/>
                </a:lnTo>
                <a:lnTo>
                  <a:pt x="1989123" y="15392"/>
                </a:lnTo>
                <a:lnTo>
                  <a:pt x="1988149" y="14840"/>
                </a:lnTo>
                <a:lnTo>
                  <a:pt x="1987165" y="14304"/>
                </a:lnTo>
                <a:lnTo>
                  <a:pt x="1986171" y="13784"/>
                </a:lnTo>
                <a:lnTo>
                  <a:pt x="1985168" y="13281"/>
                </a:lnTo>
                <a:lnTo>
                  <a:pt x="1984154" y="12795"/>
                </a:lnTo>
                <a:lnTo>
                  <a:pt x="1983131" y="12326"/>
                </a:lnTo>
                <a:lnTo>
                  <a:pt x="1982099" y="11873"/>
                </a:lnTo>
                <a:lnTo>
                  <a:pt x="1981057" y="11438"/>
                </a:lnTo>
                <a:lnTo>
                  <a:pt x="1980007" y="11020"/>
                </a:lnTo>
                <a:lnTo>
                  <a:pt x="1978948" y="10620"/>
                </a:lnTo>
                <a:lnTo>
                  <a:pt x="1977880" y="10238"/>
                </a:lnTo>
                <a:lnTo>
                  <a:pt x="1976804" y="9873"/>
                </a:lnTo>
                <a:lnTo>
                  <a:pt x="1975720" y="9527"/>
                </a:lnTo>
                <a:lnTo>
                  <a:pt x="1974628" y="9199"/>
                </a:lnTo>
                <a:lnTo>
                  <a:pt x="1973527" y="8889"/>
                </a:lnTo>
                <a:lnTo>
                  <a:pt x="1972419" y="8598"/>
                </a:lnTo>
                <a:lnTo>
                  <a:pt x="1971304" y="8326"/>
                </a:lnTo>
                <a:lnTo>
                  <a:pt x="1970181" y="8073"/>
                </a:lnTo>
                <a:lnTo>
                  <a:pt x="1969051" y="7839"/>
                </a:lnTo>
                <a:lnTo>
                  <a:pt x="1967914" y="7625"/>
                </a:lnTo>
                <a:lnTo>
                  <a:pt x="1966771" y="7430"/>
                </a:lnTo>
                <a:lnTo>
                  <a:pt x="1965620" y="7255"/>
                </a:lnTo>
                <a:lnTo>
                  <a:pt x="1964464" y="7100"/>
                </a:lnTo>
                <a:lnTo>
                  <a:pt x="1963301" y="6965"/>
                </a:lnTo>
                <a:lnTo>
                  <a:pt x="1962132" y="6850"/>
                </a:lnTo>
                <a:lnTo>
                  <a:pt x="1960957" y="6756"/>
                </a:lnTo>
                <a:lnTo>
                  <a:pt x="1959776" y="6682"/>
                </a:lnTo>
                <a:lnTo>
                  <a:pt x="1958590" y="6629"/>
                </a:lnTo>
                <a:lnTo>
                  <a:pt x="1957398" y="6597"/>
                </a:lnTo>
                <a:lnTo>
                  <a:pt x="1956202" y="6587"/>
                </a:lnTo>
                <a:lnTo>
                  <a:pt x="1956202" y="6587"/>
                </a:lnTo>
                <a:lnTo>
                  <a:pt x="1956202" y="13173"/>
                </a:lnTo>
                <a:lnTo>
                  <a:pt x="1957279" y="13183"/>
                </a:lnTo>
                <a:lnTo>
                  <a:pt x="1958351" y="13211"/>
                </a:lnTo>
                <a:lnTo>
                  <a:pt x="1959418" y="13259"/>
                </a:lnTo>
                <a:lnTo>
                  <a:pt x="1960481" y="13325"/>
                </a:lnTo>
                <a:lnTo>
                  <a:pt x="1961538" y="13410"/>
                </a:lnTo>
                <a:lnTo>
                  <a:pt x="1962591" y="13514"/>
                </a:lnTo>
                <a:lnTo>
                  <a:pt x="1963637" y="13635"/>
                </a:lnTo>
                <a:lnTo>
                  <a:pt x="1964678" y="13775"/>
                </a:lnTo>
                <a:lnTo>
                  <a:pt x="1965714" y="13932"/>
                </a:lnTo>
                <a:lnTo>
                  <a:pt x="1966743" y="14108"/>
                </a:lnTo>
                <a:lnTo>
                  <a:pt x="1967766" y="14301"/>
                </a:lnTo>
                <a:lnTo>
                  <a:pt x="1968783" y="14511"/>
                </a:lnTo>
                <a:lnTo>
                  <a:pt x="1969794" y="14739"/>
                </a:lnTo>
                <a:lnTo>
                  <a:pt x="1970797" y="14984"/>
                </a:lnTo>
                <a:lnTo>
                  <a:pt x="1971795" y="15245"/>
                </a:lnTo>
                <a:lnTo>
                  <a:pt x="1972785" y="15524"/>
                </a:lnTo>
                <a:lnTo>
                  <a:pt x="1973768" y="15819"/>
                </a:lnTo>
                <a:lnTo>
                  <a:pt x="1974744" y="16131"/>
                </a:lnTo>
                <a:lnTo>
                  <a:pt x="1975712" y="16459"/>
                </a:lnTo>
                <a:lnTo>
                  <a:pt x="1976673" y="16803"/>
                </a:lnTo>
                <a:lnTo>
                  <a:pt x="1977626" y="17163"/>
                </a:lnTo>
                <a:lnTo>
                  <a:pt x="1978572" y="17539"/>
                </a:lnTo>
                <a:lnTo>
                  <a:pt x="1979509" y="17931"/>
                </a:lnTo>
                <a:lnTo>
                  <a:pt x="1980438" y="18338"/>
                </a:lnTo>
                <a:lnTo>
                  <a:pt x="1981359" y="18761"/>
                </a:lnTo>
                <a:lnTo>
                  <a:pt x="1982271" y="19198"/>
                </a:lnTo>
                <a:lnTo>
                  <a:pt x="1983174" y="19651"/>
                </a:lnTo>
                <a:lnTo>
                  <a:pt x="1984069" y="20119"/>
                </a:lnTo>
                <a:lnTo>
                  <a:pt x="1984954" y="20601"/>
                </a:lnTo>
                <a:lnTo>
                  <a:pt x="1985831" y="21098"/>
                </a:lnTo>
                <a:lnTo>
                  <a:pt x="1986698" y="21609"/>
                </a:lnTo>
                <a:lnTo>
                  <a:pt x="1987555" y="22134"/>
                </a:lnTo>
                <a:lnTo>
                  <a:pt x="1988403" y="22674"/>
                </a:lnTo>
                <a:lnTo>
                  <a:pt x="1989241" y="23227"/>
                </a:lnTo>
                <a:lnTo>
                  <a:pt x="1990069" y="23794"/>
                </a:lnTo>
                <a:lnTo>
                  <a:pt x="1990887" y="24375"/>
                </a:lnTo>
                <a:lnTo>
                  <a:pt x="1991694" y="24969"/>
                </a:lnTo>
                <a:lnTo>
                  <a:pt x="1992491" y="25576"/>
                </a:lnTo>
                <a:lnTo>
                  <a:pt x="1993277" y="26196"/>
                </a:lnTo>
                <a:lnTo>
                  <a:pt x="1994053" y="26829"/>
                </a:lnTo>
                <a:lnTo>
                  <a:pt x="1994818" y="27475"/>
                </a:lnTo>
                <a:lnTo>
                  <a:pt x="1995571" y="28134"/>
                </a:lnTo>
                <a:lnTo>
                  <a:pt x="1996313" y="28805"/>
                </a:lnTo>
                <a:lnTo>
                  <a:pt x="1997044" y="29488"/>
                </a:lnTo>
                <a:lnTo>
                  <a:pt x="1997763" y="30183"/>
                </a:lnTo>
                <a:lnTo>
                  <a:pt x="1998470" y="30891"/>
                </a:lnTo>
                <a:lnTo>
                  <a:pt x="1999166" y="31610"/>
                </a:lnTo>
                <a:lnTo>
                  <a:pt x="1999849" y="32340"/>
                </a:lnTo>
                <a:lnTo>
                  <a:pt x="2000520" y="33083"/>
                </a:lnTo>
                <a:lnTo>
                  <a:pt x="2001178" y="33836"/>
                </a:lnTo>
                <a:lnTo>
                  <a:pt x="2001824" y="34601"/>
                </a:lnTo>
                <a:lnTo>
                  <a:pt x="2002458" y="35376"/>
                </a:lnTo>
                <a:lnTo>
                  <a:pt x="2003078" y="36162"/>
                </a:lnTo>
                <a:lnTo>
                  <a:pt x="2003685" y="36959"/>
                </a:lnTo>
                <a:lnTo>
                  <a:pt x="2004279" y="37767"/>
                </a:lnTo>
                <a:lnTo>
                  <a:pt x="2004860" y="38585"/>
                </a:lnTo>
                <a:lnTo>
                  <a:pt x="2005427" y="39413"/>
                </a:lnTo>
                <a:lnTo>
                  <a:pt x="2005980" y="40251"/>
                </a:lnTo>
                <a:lnTo>
                  <a:pt x="2006519" y="41098"/>
                </a:lnTo>
                <a:lnTo>
                  <a:pt x="2007045" y="41956"/>
                </a:lnTo>
                <a:lnTo>
                  <a:pt x="2007556" y="42823"/>
                </a:lnTo>
                <a:lnTo>
                  <a:pt x="2008053" y="43699"/>
                </a:lnTo>
                <a:lnTo>
                  <a:pt x="2008535" y="44585"/>
                </a:lnTo>
                <a:lnTo>
                  <a:pt x="2009003" y="45479"/>
                </a:lnTo>
                <a:lnTo>
                  <a:pt x="2009455" y="46383"/>
                </a:lnTo>
                <a:lnTo>
                  <a:pt x="2009893" y="47295"/>
                </a:lnTo>
                <a:lnTo>
                  <a:pt x="2010316" y="48215"/>
                </a:lnTo>
                <a:lnTo>
                  <a:pt x="2010723" y="49144"/>
                </a:lnTo>
                <a:lnTo>
                  <a:pt x="2011114" y="50082"/>
                </a:lnTo>
                <a:lnTo>
                  <a:pt x="2011490" y="51027"/>
                </a:lnTo>
                <a:lnTo>
                  <a:pt x="2011851" y="51980"/>
                </a:lnTo>
                <a:lnTo>
                  <a:pt x="2012195" y="52941"/>
                </a:lnTo>
                <a:lnTo>
                  <a:pt x="2012523" y="53910"/>
                </a:lnTo>
                <a:lnTo>
                  <a:pt x="2012835" y="54886"/>
                </a:lnTo>
                <a:lnTo>
                  <a:pt x="2013130" y="55869"/>
                </a:lnTo>
                <a:lnTo>
                  <a:pt x="2013408" y="56859"/>
                </a:lnTo>
                <a:lnTo>
                  <a:pt x="2013670" y="57856"/>
                </a:lnTo>
                <a:lnTo>
                  <a:pt x="2013915" y="58860"/>
                </a:lnTo>
                <a:lnTo>
                  <a:pt x="2014143" y="59870"/>
                </a:lnTo>
                <a:lnTo>
                  <a:pt x="2014353" y="60887"/>
                </a:lnTo>
                <a:lnTo>
                  <a:pt x="2014546" y="61911"/>
                </a:lnTo>
                <a:lnTo>
                  <a:pt x="2014721" y="62940"/>
                </a:lnTo>
                <a:lnTo>
                  <a:pt x="2014879" y="63975"/>
                </a:lnTo>
                <a:lnTo>
                  <a:pt x="2015019" y="65016"/>
                </a:lnTo>
                <a:lnTo>
                  <a:pt x="2015140" y="66063"/>
                </a:lnTo>
                <a:lnTo>
                  <a:pt x="2015244" y="67115"/>
                </a:lnTo>
                <a:lnTo>
                  <a:pt x="2015328" y="68173"/>
                </a:lnTo>
                <a:lnTo>
                  <a:pt x="2015395" y="69235"/>
                </a:lnTo>
                <a:lnTo>
                  <a:pt x="2015442" y="70303"/>
                </a:lnTo>
                <a:lnTo>
                  <a:pt x="2015471" y="71375"/>
                </a:lnTo>
                <a:lnTo>
                  <a:pt x="2015481" y="72452"/>
                </a:lnTo>
                <a:lnTo>
                  <a:pt x="2022067" y="72452"/>
                </a:lnTo>
                <a:close/>
                <a:moveTo>
                  <a:pt x="72452" y="6587"/>
                </a:moveTo>
                <a:lnTo>
                  <a:pt x="71255" y="6597"/>
                </a:lnTo>
                <a:lnTo>
                  <a:pt x="70064" y="6629"/>
                </a:lnTo>
                <a:lnTo>
                  <a:pt x="68877" y="6682"/>
                </a:lnTo>
                <a:lnTo>
                  <a:pt x="67697" y="6756"/>
                </a:lnTo>
                <a:lnTo>
                  <a:pt x="66522" y="6850"/>
                </a:lnTo>
                <a:lnTo>
                  <a:pt x="65353" y="6965"/>
                </a:lnTo>
                <a:lnTo>
                  <a:pt x="64190" y="7100"/>
                </a:lnTo>
                <a:lnTo>
                  <a:pt x="63033" y="7255"/>
                </a:lnTo>
                <a:lnTo>
                  <a:pt x="61883" y="7430"/>
                </a:lnTo>
                <a:lnTo>
                  <a:pt x="60739" y="7625"/>
                </a:lnTo>
                <a:lnTo>
                  <a:pt x="59602" y="7839"/>
                </a:lnTo>
                <a:lnTo>
                  <a:pt x="58472" y="8073"/>
                </a:lnTo>
                <a:lnTo>
                  <a:pt x="57350" y="8326"/>
                </a:lnTo>
                <a:lnTo>
                  <a:pt x="56234" y="8598"/>
                </a:lnTo>
                <a:lnTo>
                  <a:pt x="55126" y="8889"/>
                </a:lnTo>
                <a:lnTo>
                  <a:pt x="54026" y="9199"/>
                </a:lnTo>
                <a:lnTo>
                  <a:pt x="52933" y="9527"/>
                </a:lnTo>
                <a:lnTo>
                  <a:pt x="51849" y="9873"/>
                </a:lnTo>
                <a:lnTo>
                  <a:pt x="50773" y="10238"/>
                </a:lnTo>
                <a:lnTo>
                  <a:pt x="49705" y="10620"/>
                </a:lnTo>
                <a:lnTo>
                  <a:pt x="48646" y="11020"/>
                </a:lnTo>
                <a:lnTo>
                  <a:pt x="47596" y="11438"/>
                </a:lnTo>
                <a:lnTo>
                  <a:pt x="46555" y="11873"/>
                </a:lnTo>
                <a:lnTo>
                  <a:pt x="45522" y="12326"/>
                </a:lnTo>
                <a:lnTo>
                  <a:pt x="44499" y="12795"/>
                </a:lnTo>
                <a:lnTo>
                  <a:pt x="43486" y="13281"/>
                </a:lnTo>
                <a:lnTo>
                  <a:pt x="42482" y="13784"/>
                </a:lnTo>
                <a:lnTo>
                  <a:pt x="41488" y="14304"/>
                </a:lnTo>
                <a:lnTo>
                  <a:pt x="40504" y="14840"/>
                </a:lnTo>
                <a:lnTo>
                  <a:pt x="39531" y="15392"/>
                </a:lnTo>
                <a:lnTo>
                  <a:pt x="38567" y="15960"/>
                </a:lnTo>
                <a:lnTo>
                  <a:pt x="37615" y="16543"/>
                </a:lnTo>
                <a:lnTo>
                  <a:pt x="36673" y="17143"/>
                </a:lnTo>
                <a:lnTo>
                  <a:pt x="35741" y="17758"/>
                </a:lnTo>
                <a:lnTo>
                  <a:pt x="34822" y="18388"/>
                </a:lnTo>
                <a:lnTo>
                  <a:pt x="33913" y="19033"/>
                </a:lnTo>
                <a:lnTo>
                  <a:pt x="33016" y="19693"/>
                </a:lnTo>
                <a:lnTo>
                  <a:pt x="32130" y="20367"/>
                </a:lnTo>
                <a:lnTo>
                  <a:pt x="31256" y="21057"/>
                </a:lnTo>
                <a:lnTo>
                  <a:pt x="30395" y="21760"/>
                </a:lnTo>
                <a:lnTo>
                  <a:pt x="29545" y="22478"/>
                </a:lnTo>
                <a:lnTo>
                  <a:pt x="28708" y="23210"/>
                </a:lnTo>
                <a:lnTo>
                  <a:pt x="27883" y="23955"/>
                </a:lnTo>
                <a:lnTo>
                  <a:pt x="27072" y="24714"/>
                </a:lnTo>
                <a:lnTo>
                  <a:pt x="26273" y="25487"/>
                </a:lnTo>
                <a:lnTo>
                  <a:pt x="25487" y="26273"/>
                </a:lnTo>
                <a:lnTo>
                  <a:pt x="24714" y="27072"/>
                </a:lnTo>
                <a:lnTo>
                  <a:pt x="23955" y="27884"/>
                </a:lnTo>
                <a:lnTo>
                  <a:pt x="23209" y="28708"/>
                </a:lnTo>
                <a:lnTo>
                  <a:pt x="22478" y="29545"/>
                </a:lnTo>
                <a:lnTo>
                  <a:pt x="21760" y="30395"/>
                </a:lnTo>
                <a:lnTo>
                  <a:pt x="21056" y="31257"/>
                </a:lnTo>
                <a:lnTo>
                  <a:pt x="20367" y="32130"/>
                </a:lnTo>
                <a:lnTo>
                  <a:pt x="19692" y="33016"/>
                </a:lnTo>
                <a:lnTo>
                  <a:pt x="19032" y="33913"/>
                </a:lnTo>
                <a:lnTo>
                  <a:pt x="18387" y="34822"/>
                </a:lnTo>
                <a:lnTo>
                  <a:pt x="17757" y="35742"/>
                </a:lnTo>
                <a:lnTo>
                  <a:pt x="17143" y="36673"/>
                </a:lnTo>
                <a:lnTo>
                  <a:pt x="16543" y="37615"/>
                </a:lnTo>
                <a:lnTo>
                  <a:pt x="15959" y="38568"/>
                </a:lnTo>
                <a:lnTo>
                  <a:pt x="15391" y="39531"/>
                </a:lnTo>
                <a:lnTo>
                  <a:pt x="14839" y="40505"/>
                </a:lnTo>
                <a:lnTo>
                  <a:pt x="14304" y="41489"/>
                </a:lnTo>
                <a:lnTo>
                  <a:pt x="13784" y="42482"/>
                </a:lnTo>
                <a:lnTo>
                  <a:pt x="13281" y="43486"/>
                </a:lnTo>
                <a:lnTo>
                  <a:pt x="12795" y="44500"/>
                </a:lnTo>
                <a:lnTo>
                  <a:pt x="12325" y="45523"/>
                </a:lnTo>
                <a:lnTo>
                  <a:pt x="11873" y="46555"/>
                </a:lnTo>
                <a:lnTo>
                  <a:pt x="11438" y="47596"/>
                </a:lnTo>
                <a:lnTo>
                  <a:pt x="11020" y="48647"/>
                </a:lnTo>
                <a:lnTo>
                  <a:pt x="10620" y="49706"/>
                </a:lnTo>
                <a:lnTo>
                  <a:pt x="10237" y="50773"/>
                </a:lnTo>
                <a:lnTo>
                  <a:pt x="9873" y="51849"/>
                </a:lnTo>
                <a:lnTo>
                  <a:pt x="9527" y="52934"/>
                </a:lnTo>
                <a:lnTo>
                  <a:pt x="9198" y="54026"/>
                </a:lnTo>
                <a:lnTo>
                  <a:pt x="8889" y="55126"/>
                </a:lnTo>
                <a:lnTo>
                  <a:pt x="8598" y="56234"/>
                </a:lnTo>
                <a:lnTo>
                  <a:pt x="8326" y="57350"/>
                </a:lnTo>
                <a:lnTo>
                  <a:pt x="8073" y="58473"/>
                </a:lnTo>
                <a:lnTo>
                  <a:pt x="7839" y="59602"/>
                </a:lnTo>
                <a:lnTo>
                  <a:pt x="7625" y="60739"/>
                </a:lnTo>
                <a:lnTo>
                  <a:pt x="7430" y="61883"/>
                </a:lnTo>
                <a:lnTo>
                  <a:pt x="7255" y="63033"/>
                </a:lnTo>
                <a:lnTo>
                  <a:pt x="7100" y="64190"/>
                </a:lnTo>
                <a:lnTo>
                  <a:pt x="6965" y="65353"/>
                </a:lnTo>
                <a:lnTo>
                  <a:pt x="6850" y="66522"/>
                </a:lnTo>
                <a:lnTo>
                  <a:pt x="6755" y="67697"/>
                </a:lnTo>
                <a:lnTo>
                  <a:pt x="6682" y="68878"/>
                </a:lnTo>
                <a:lnTo>
                  <a:pt x="6629" y="70064"/>
                </a:lnTo>
                <a:lnTo>
                  <a:pt x="6597" y="71255"/>
                </a:lnTo>
                <a:lnTo>
                  <a:pt x="6586" y="72452"/>
                </a:lnTo>
                <a:lnTo>
                  <a:pt x="6586" y="72452"/>
                </a:lnTo>
                <a:lnTo>
                  <a:pt x="6587" y="72452"/>
                </a:lnTo>
                <a:lnTo>
                  <a:pt x="13173" y="72452"/>
                </a:lnTo>
                <a:lnTo>
                  <a:pt x="13183" y="71375"/>
                </a:lnTo>
                <a:lnTo>
                  <a:pt x="13211" y="70303"/>
                </a:lnTo>
                <a:lnTo>
                  <a:pt x="13259" y="69235"/>
                </a:lnTo>
                <a:lnTo>
                  <a:pt x="13325" y="68173"/>
                </a:lnTo>
                <a:lnTo>
                  <a:pt x="13410" y="67115"/>
                </a:lnTo>
                <a:lnTo>
                  <a:pt x="13513" y="66063"/>
                </a:lnTo>
                <a:lnTo>
                  <a:pt x="13635" y="65016"/>
                </a:lnTo>
                <a:lnTo>
                  <a:pt x="13775" y="63975"/>
                </a:lnTo>
                <a:lnTo>
                  <a:pt x="13932" y="62940"/>
                </a:lnTo>
                <a:lnTo>
                  <a:pt x="14108" y="61911"/>
                </a:lnTo>
                <a:lnTo>
                  <a:pt x="14300" y="60887"/>
                </a:lnTo>
                <a:lnTo>
                  <a:pt x="14511" y="59870"/>
                </a:lnTo>
                <a:lnTo>
                  <a:pt x="14739" y="58860"/>
                </a:lnTo>
                <a:lnTo>
                  <a:pt x="14983" y="57856"/>
                </a:lnTo>
                <a:lnTo>
                  <a:pt x="15245" y="56859"/>
                </a:lnTo>
                <a:lnTo>
                  <a:pt x="15524" y="55869"/>
                </a:lnTo>
                <a:lnTo>
                  <a:pt x="15819" y="54886"/>
                </a:lnTo>
                <a:lnTo>
                  <a:pt x="16131" y="53910"/>
                </a:lnTo>
                <a:lnTo>
                  <a:pt x="16459" y="52941"/>
                </a:lnTo>
                <a:lnTo>
                  <a:pt x="16803" y="51980"/>
                </a:lnTo>
                <a:lnTo>
                  <a:pt x="17163" y="51027"/>
                </a:lnTo>
                <a:lnTo>
                  <a:pt x="17539" y="50082"/>
                </a:lnTo>
                <a:lnTo>
                  <a:pt x="17931" y="49144"/>
                </a:lnTo>
                <a:lnTo>
                  <a:pt x="18338" y="48215"/>
                </a:lnTo>
                <a:lnTo>
                  <a:pt x="18761" y="47295"/>
                </a:lnTo>
                <a:lnTo>
                  <a:pt x="19198" y="46383"/>
                </a:lnTo>
                <a:lnTo>
                  <a:pt x="19651" y="45479"/>
                </a:lnTo>
                <a:lnTo>
                  <a:pt x="20118" y="44585"/>
                </a:lnTo>
                <a:lnTo>
                  <a:pt x="20601" y="43699"/>
                </a:lnTo>
                <a:lnTo>
                  <a:pt x="21098" y="42823"/>
                </a:lnTo>
                <a:lnTo>
                  <a:pt x="21609" y="41956"/>
                </a:lnTo>
                <a:lnTo>
                  <a:pt x="22134" y="41098"/>
                </a:lnTo>
                <a:lnTo>
                  <a:pt x="22674" y="40251"/>
                </a:lnTo>
                <a:lnTo>
                  <a:pt x="23227" y="39413"/>
                </a:lnTo>
                <a:lnTo>
                  <a:pt x="23794" y="38585"/>
                </a:lnTo>
                <a:lnTo>
                  <a:pt x="24374" y="37767"/>
                </a:lnTo>
                <a:lnTo>
                  <a:pt x="24968" y="36959"/>
                </a:lnTo>
                <a:lnTo>
                  <a:pt x="25576" y="36162"/>
                </a:lnTo>
                <a:lnTo>
                  <a:pt x="26196" y="35376"/>
                </a:lnTo>
                <a:lnTo>
                  <a:pt x="26829" y="34601"/>
                </a:lnTo>
                <a:lnTo>
                  <a:pt x="27475" y="33836"/>
                </a:lnTo>
                <a:lnTo>
                  <a:pt x="28134" y="33083"/>
                </a:lnTo>
                <a:lnTo>
                  <a:pt x="28805" y="32340"/>
                </a:lnTo>
                <a:lnTo>
                  <a:pt x="29488" y="31610"/>
                </a:lnTo>
                <a:lnTo>
                  <a:pt x="30183" y="30891"/>
                </a:lnTo>
                <a:lnTo>
                  <a:pt x="30891" y="30183"/>
                </a:lnTo>
                <a:lnTo>
                  <a:pt x="31610" y="29488"/>
                </a:lnTo>
                <a:lnTo>
                  <a:pt x="32340" y="28805"/>
                </a:lnTo>
                <a:lnTo>
                  <a:pt x="33082" y="28134"/>
                </a:lnTo>
                <a:lnTo>
                  <a:pt x="33836" y="27475"/>
                </a:lnTo>
                <a:lnTo>
                  <a:pt x="34600" y="26829"/>
                </a:lnTo>
                <a:lnTo>
                  <a:pt x="35376" y="26196"/>
                </a:lnTo>
                <a:lnTo>
                  <a:pt x="36162" y="25576"/>
                </a:lnTo>
                <a:lnTo>
                  <a:pt x="36959" y="24969"/>
                </a:lnTo>
                <a:lnTo>
                  <a:pt x="37767" y="24375"/>
                </a:lnTo>
                <a:lnTo>
                  <a:pt x="38585" y="23794"/>
                </a:lnTo>
                <a:lnTo>
                  <a:pt x="39413" y="23227"/>
                </a:lnTo>
                <a:lnTo>
                  <a:pt x="40251" y="22674"/>
                </a:lnTo>
                <a:lnTo>
                  <a:pt x="41098" y="22134"/>
                </a:lnTo>
                <a:lnTo>
                  <a:pt x="41956" y="21609"/>
                </a:lnTo>
                <a:lnTo>
                  <a:pt x="42823" y="21098"/>
                </a:lnTo>
                <a:lnTo>
                  <a:pt x="43699" y="20601"/>
                </a:lnTo>
                <a:lnTo>
                  <a:pt x="44585" y="20119"/>
                </a:lnTo>
                <a:lnTo>
                  <a:pt x="45479" y="19651"/>
                </a:lnTo>
                <a:lnTo>
                  <a:pt x="46383" y="19198"/>
                </a:lnTo>
                <a:lnTo>
                  <a:pt x="47295" y="18761"/>
                </a:lnTo>
                <a:lnTo>
                  <a:pt x="48215" y="18338"/>
                </a:lnTo>
                <a:lnTo>
                  <a:pt x="49144" y="17931"/>
                </a:lnTo>
                <a:lnTo>
                  <a:pt x="50082" y="17539"/>
                </a:lnTo>
                <a:lnTo>
                  <a:pt x="51027" y="17163"/>
                </a:lnTo>
                <a:lnTo>
                  <a:pt x="51980" y="16803"/>
                </a:lnTo>
                <a:lnTo>
                  <a:pt x="52941" y="16459"/>
                </a:lnTo>
                <a:lnTo>
                  <a:pt x="53910" y="16131"/>
                </a:lnTo>
                <a:lnTo>
                  <a:pt x="54885" y="15819"/>
                </a:lnTo>
                <a:lnTo>
                  <a:pt x="55869" y="15524"/>
                </a:lnTo>
                <a:lnTo>
                  <a:pt x="56859" y="15245"/>
                </a:lnTo>
                <a:lnTo>
                  <a:pt x="57856" y="14984"/>
                </a:lnTo>
                <a:lnTo>
                  <a:pt x="58860" y="14739"/>
                </a:lnTo>
                <a:lnTo>
                  <a:pt x="59870" y="14511"/>
                </a:lnTo>
                <a:lnTo>
                  <a:pt x="60887" y="14301"/>
                </a:lnTo>
                <a:lnTo>
                  <a:pt x="61910" y="14108"/>
                </a:lnTo>
                <a:lnTo>
                  <a:pt x="62940" y="13932"/>
                </a:lnTo>
                <a:lnTo>
                  <a:pt x="63975" y="13775"/>
                </a:lnTo>
                <a:lnTo>
                  <a:pt x="65016" y="13635"/>
                </a:lnTo>
                <a:lnTo>
                  <a:pt x="66063" y="13514"/>
                </a:lnTo>
                <a:lnTo>
                  <a:pt x="67115" y="13410"/>
                </a:lnTo>
                <a:lnTo>
                  <a:pt x="68172" y="13325"/>
                </a:lnTo>
                <a:lnTo>
                  <a:pt x="69235" y="13259"/>
                </a:lnTo>
                <a:lnTo>
                  <a:pt x="70302" y="13211"/>
                </a:lnTo>
                <a:lnTo>
                  <a:pt x="71375" y="13183"/>
                </a:lnTo>
                <a:lnTo>
                  <a:pt x="72452" y="13173"/>
                </a:lnTo>
                <a:lnTo>
                  <a:pt x="72452" y="6587"/>
                </a:lnTo>
                <a:close/>
              </a:path>
            </a:pathLst>
          </a:custGeom>
          <a:solidFill xmlns:a="http://schemas.openxmlformats.org/drawingml/2006/main">
            <a:srgbClr val="8D8D8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C1B8EC3-A095-48B5-9578-E5049AC623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4554685ac40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442" y="853992"/>
            <a:ext cx="355673" cy="355673"/>
          </a:xfrm>
          <a:prstGeom xmlns:a="http://schemas.openxmlformats.org/drawingml/2006/main" prst="rect">
            <a:avLst/>
          </a:prstGeom>
        </p:spPr>
      </p:pic>
      <p:sp>
        <p:nvSpPr>
          <p:cNvPr id="192" name="uniskill-source-component-35">
            <a:extLst xmlns:a="http://schemas.openxmlformats.org/drawingml/2006/main">
              <a:ext uri="{FF2B5EF4-FFF2-40B4-BE49-F238E27FC236}">
                <a16:creationId xmlns:a16="http://schemas.microsoft.com/office/drawing/2014/main" id="{34793865-9C9A-4B11-B64D-3D1C520B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442" y="853992"/>
            <a:ext cx="355673" cy="355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9634741-7713-4C2A-84E7-11343CCC36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044aceb4647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7837" y="853992"/>
            <a:ext cx="355673" cy="355673"/>
          </a:xfrm>
          <a:prstGeom xmlns:a="http://schemas.openxmlformats.org/drawingml/2006/main" prst="rect">
            <a:avLst/>
          </a:prstGeom>
        </p:spPr>
      </p:pic>
      <p:sp>
        <p:nvSpPr>
          <p:cNvPr id="194" name="uniskill-source-component-36">
            <a:extLst xmlns:a="http://schemas.openxmlformats.org/drawingml/2006/main">
              <a:ext uri="{FF2B5EF4-FFF2-40B4-BE49-F238E27FC236}">
                <a16:creationId xmlns:a16="http://schemas.microsoft.com/office/drawing/2014/main" id="{73A6BE84-80C5-440A-BF8A-EDCC3BC4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837" y="853992"/>
            <a:ext cx="355673" cy="355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5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018911ED-BF98-494B-81D6-E4551AED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365" y="860579"/>
            <a:ext cx="912825" cy="131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Robot + Human</a:t>
            </a:r>
          </a:p>
        </p:txBody>
      </p:sp>
      <p:sp>
        <p:nvSpPr>
          <p:cNvPr id="196" name="pdf-text-18-1">
            <a:extLst xmlns:a="http://schemas.openxmlformats.org/drawingml/2006/main">
              <a:ext uri="{FF2B5EF4-FFF2-40B4-BE49-F238E27FC236}">
                <a16:creationId xmlns:a16="http://schemas.microsoft.com/office/drawing/2014/main" id="{B38BC579-DB4A-4CC8-AC1F-4EDA356E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365" y="1031829"/>
            <a:ext cx="800329" cy="131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Video Dataset</a:t>
            </a:r>
          </a:p>
        </p:txBody>
      </p:sp>
      <p:pic>
        <p:nvPic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8A2765F1-A03C-4EE9-A9A8-207A0CE780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4469beaf4462d"/>
          <a:srcRect xmlns:a="http://schemas.openxmlformats.org/drawingml/2006/main" l="777" t="0" r="7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481" y="1454104"/>
            <a:ext cx="151259" cy="393719"/>
          </a:xfrm>
          <a:prstGeom xmlns:a="http://schemas.openxmlformats.org/drawingml/2006/main" prst="rect">
            <a:avLst/>
          </a:prstGeom>
        </p:spPr>
      </p:pic>
      <p:sp>
        <p:nvSpPr>
          <p:cNvPr id="198" name="uniskill-source-component-37">
            <a:extLst xmlns:a="http://schemas.openxmlformats.org/drawingml/2006/main">
              <a:ext uri="{FF2B5EF4-FFF2-40B4-BE49-F238E27FC236}">
                <a16:creationId xmlns:a16="http://schemas.microsoft.com/office/drawing/2014/main" id="{178CDD1D-90A8-47AD-9F29-AAA43E84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481" y="1454104"/>
            <a:ext cx="151259" cy="393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78FCF5D4-ABE0-4D57-89A7-91815C5DB8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d708beffe4000"/>
          <a:srcRect xmlns:a="http://schemas.openxmlformats.org/drawingml/2006/main" l="0" t="17" r="0" b="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0048" y="1457227"/>
            <a:ext cx="151259" cy="387472"/>
          </a:xfrm>
          <a:prstGeom xmlns:a="http://schemas.openxmlformats.org/drawingml/2006/main" prst="rect">
            <a:avLst/>
          </a:prstGeom>
        </p:spPr>
      </p:pic>
      <p:sp>
        <p:nvSpPr>
          <p:cNvPr id="200" name="uniskill-source-component-38">
            <a:extLst xmlns:a="http://schemas.openxmlformats.org/drawingml/2006/main">
              <a:ext uri="{FF2B5EF4-FFF2-40B4-BE49-F238E27FC236}">
                <a16:creationId xmlns:a16="http://schemas.microsoft.com/office/drawing/2014/main" id="{8EA30883-C404-4432-8C44-7A4EE968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048" y="1457227"/>
            <a:ext cx="151259" cy="38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23AC9EBD-B507-482A-9485-15CC5DB575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91dfe46a1436c"/>
          <a:srcRect xmlns:a="http://schemas.openxmlformats.org/drawingml/2006/main" l="777" t="0" r="7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4613" y="1454104"/>
            <a:ext cx="151259" cy="393719"/>
          </a:xfrm>
          <a:prstGeom xmlns:a="http://schemas.openxmlformats.org/drawingml/2006/main" prst="rect">
            <a:avLst/>
          </a:prstGeom>
        </p:spPr>
      </p:pic>
      <p:sp>
        <p:nvSpPr>
          <p:cNvPr id="202" name="uniskill-source-component-39">
            <a:extLst xmlns:a="http://schemas.openxmlformats.org/drawingml/2006/main">
              <a:ext uri="{FF2B5EF4-FFF2-40B4-BE49-F238E27FC236}">
                <a16:creationId xmlns:a16="http://schemas.microsoft.com/office/drawing/2014/main" id="{8FAB88F6-79FA-4E6B-AB6D-874EDB62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613" y="1454104"/>
            <a:ext cx="151259" cy="393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0274D83C-A099-4E44-B08D-8048582FBC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92fa06a2a4b11"/>
          <a:srcRect xmlns:a="http://schemas.openxmlformats.org/drawingml/2006/main" l="777" t="0" r="7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180" y="1454104"/>
            <a:ext cx="151259" cy="393719"/>
          </a:xfrm>
          <a:prstGeom xmlns:a="http://schemas.openxmlformats.org/drawingml/2006/main" prst="rect">
            <a:avLst/>
          </a:prstGeom>
        </p:spPr>
      </p:pic>
      <p:sp>
        <p:nvSpPr>
          <p:cNvPr id="204" name="uniskill-source-component-40">
            <a:extLst xmlns:a="http://schemas.openxmlformats.org/drawingml/2006/main">
              <a:ext uri="{FF2B5EF4-FFF2-40B4-BE49-F238E27FC236}">
                <a16:creationId xmlns:a16="http://schemas.microsoft.com/office/drawing/2014/main" id="{499E1A7C-32C9-4A59-B627-3884FF2C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80" y="1454104"/>
            <a:ext cx="151259" cy="393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0CEA2090-1E1A-4124-BA75-29FAB2277C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3e84264df4b7e"/>
          <a:srcRect xmlns:a="http://schemas.openxmlformats.org/drawingml/2006/main" l="777" t="0" r="7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746" y="1454104"/>
            <a:ext cx="151259" cy="393719"/>
          </a:xfrm>
          <a:prstGeom xmlns:a="http://schemas.openxmlformats.org/drawingml/2006/main" prst="rect">
            <a:avLst/>
          </a:prstGeom>
        </p:spPr>
      </p:pic>
      <p:sp>
        <p:nvSpPr>
          <p:cNvPr id="206" name="uniskill-source-component-41">
            <a:extLst xmlns:a="http://schemas.openxmlformats.org/drawingml/2006/main">
              <a:ext uri="{FF2B5EF4-FFF2-40B4-BE49-F238E27FC236}">
                <a16:creationId xmlns:a16="http://schemas.microsoft.com/office/drawing/2014/main" id="{92006530-B194-48A3-A118-9DDAD47F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746" y="1454104"/>
            <a:ext cx="151259" cy="393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DDDF4E9F-2F05-4B58-B102-487E56517E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7bab0c6754bdd"/>
          <a:srcRect xmlns:a="http://schemas.openxmlformats.org/drawingml/2006/main" l="668" t="0" r="6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8313" y="1454537"/>
            <a:ext cx="151259" cy="392854"/>
          </a:xfrm>
          <a:prstGeom xmlns:a="http://schemas.openxmlformats.org/drawingml/2006/main" prst="rect">
            <a:avLst/>
          </a:prstGeom>
        </p:spPr>
      </p:pic>
      <p:sp>
        <p:nvSpPr>
          <p:cNvPr id="208" name="uniskill-source-component-42">
            <a:extLst xmlns:a="http://schemas.openxmlformats.org/drawingml/2006/main">
              <a:ext uri="{FF2B5EF4-FFF2-40B4-BE49-F238E27FC236}">
                <a16:creationId xmlns:a16="http://schemas.microsoft.com/office/drawing/2014/main" id="{57771E63-17C5-4DE7-83CD-92FB2F5E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8313" y="1454537"/>
            <a:ext cx="151259" cy="392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3C49FA27-933D-40B0-8472-74AB7C09E3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e733b1ecb498d"/>
          <a:srcRect xmlns:a="http://schemas.openxmlformats.org/drawingml/2006/main" l="777" t="0" r="7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8313" y="1454104"/>
            <a:ext cx="151259" cy="393719"/>
          </a:xfrm>
          <a:prstGeom xmlns:a="http://schemas.openxmlformats.org/drawingml/2006/main" prst="rect">
            <a:avLst/>
          </a:prstGeom>
        </p:spPr>
      </p:pic>
      <p:sp>
        <p:nvSpPr>
          <p:cNvPr id="210" name="uniskill-source-component-43">
            <a:extLst xmlns:a="http://schemas.openxmlformats.org/drawingml/2006/main">
              <a:ext uri="{FF2B5EF4-FFF2-40B4-BE49-F238E27FC236}">
                <a16:creationId xmlns:a16="http://schemas.microsoft.com/office/drawing/2014/main" id="{9E133A4C-C430-4DDC-8A22-921A3CF3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8313" y="1454104"/>
            <a:ext cx="151259" cy="393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11FBDC57-CDF7-476A-85E0-76EADB5232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2a01edc434672"/>
          <a:srcRect xmlns:a="http://schemas.openxmlformats.org/drawingml/2006/main" l="0" t="1136" r="0" b="11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0766" y="1459954"/>
            <a:ext cx="146589" cy="382019"/>
          </a:xfrm>
          <a:prstGeom xmlns:a="http://schemas.openxmlformats.org/drawingml/2006/main" prst="rect">
            <a:avLst/>
          </a:prstGeom>
        </p:spPr>
      </p:pic>
      <p:sp>
        <p:nvSpPr>
          <p:cNvPr id="212" name="uniskill-source-component-44">
            <a:extLst xmlns:a="http://schemas.openxmlformats.org/drawingml/2006/main">
              <a:ext uri="{FF2B5EF4-FFF2-40B4-BE49-F238E27FC236}">
                <a16:creationId xmlns:a16="http://schemas.microsoft.com/office/drawing/2014/main" id="{E100A7AE-A02B-490D-A8FF-5F742166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766" y="1459954"/>
            <a:ext cx="146589" cy="382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9F944AA4-6545-4C3C-AF02-57C7AD3E0C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ca7ece8e04681"/>
          <a:srcRect xmlns:a="http://schemas.openxmlformats.org/drawingml/2006/main" l="0" t="1302" r="0" b="13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0517" y="1459954"/>
            <a:ext cx="147087" cy="382019"/>
          </a:xfrm>
          <a:prstGeom xmlns:a="http://schemas.openxmlformats.org/drawingml/2006/main" prst="rect">
            <a:avLst/>
          </a:prstGeom>
        </p:spPr>
      </p:pic>
      <p:sp>
        <p:nvSpPr>
          <p:cNvPr id="214" name="uniskill-source-component-45">
            <a:extLst xmlns:a="http://schemas.openxmlformats.org/drawingml/2006/main">
              <a:ext uri="{FF2B5EF4-FFF2-40B4-BE49-F238E27FC236}">
                <a16:creationId xmlns:a16="http://schemas.microsoft.com/office/drawing/2014/main" id="{DF0F60B0-11B2-4E95-9A50-38EA26C9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517" y="1459954"/>
            <a:ext cx="147087" cy="382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9A22B5E4-84D9-4F7F-A044-D185439294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ad9bddd6949be"/>
          <a:srcRect xmlns:a="http://schemas.openxmlformats.org/drawingml/2006/main" l="777" t="0" r="7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8548" y="1454104"/>
            <a:ext cx="151259" cy="393719"/>
          </a:xfrm>
          <a:prstGeom xmlns:a="http://schemas.openxmlformats.org/drawingml/2006/main" prst="rect">
            <a:avLst/>
          </a:prstGeom>
        </p:spPr>
      </p:pic>
      <p:sp>
        <p:nvSpPr>
          <p:cNvPr id="216" name="uniskill-source-component-46">
            <a:extLst xmlns:a="http://schemas.openxmlformats.org/drawingml/2006/main">
              <a:ext uri="{FF2B5EF4-FFF2-40B4-BE49-F238E27FC236}">
                <a16:creationId xmlns:a16="http://schemas.microsoft.com/office/drawing/2014/main" id="{283D507B-259A-4442-BA46-3CA4E5BA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8548" y="1454104"/>
            <a:ext cx="151259" cy="393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E02B70CB-73ED-4510-8728-9965BC305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a448d5c6b4b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615" y="3475434"/>
            <a:ext cx="158077" cy="158077"/>
          </a:xfrm>
          <a:prstGeom xmlns:a="http://schemas.openxmlformats.org/drawingml/2006/main" prst="rect">
            <a:avLst/>
          </a:prstGeom>
        </p:spPr>
      </p:pic>
      <p:sp>
        <p:nvSpPr>
          <p:cNvPr id="218" name="uniskill-source-component-47">
            <a:extLst xmlns:a="http://schemas.openxmlformats.org/drawingml/2006/main">
              <a:ext uri="{FF2B5EF4-FFF2-40B4-BE49-F238E27FC236}">
                <a16:creationId xmlns:a16="http://schemas.microsoft.com/office/drawing/2014/main" id="{E87B975D-28C2-422A-9B22-43972DEF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615" y="3475434"/>
            <a:ext cx="158077" cy="158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9" name="pdf-path-179">
            <a:extLst xmlns:a="http://schemas.openxmlformats.org/drawingml/2006/main">
              <a:ext uri="{FF2B5EF4-FFF2-40B4-BE49-F238E27FC236}">
                <a16:creationId xmlns:a16="http://schemas.microsoft.com/office/drawing/2014/main" id="{CF992DE9-E893-4F4F-8D60-202DB33D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9519" y="2039569"/>
            <a:ext cx="1106538" cy="790385"/>
          </a:xfrm>
          <a:custGeom xmlns:a="http://schemas.openxmlformats.org/drawingml/2006/main">
            <a:pathLst>
              <a:path w="1106538" h="790385">
                <a:moveTo>
                  <a:pt x="0" y="197596"/>
                </a:moveTo>
                <a:cubicBezTo>
                  <a:pt x="0" y="88467"/>
                  <a:pt x="88467" y="0"/>
                  <a:pt x="197596" y="0"/>
                </a:cubicBezTo>
                <a:lnTo>
                  <a:pt x="908942" y="0"/>
                </a:lnTo>
                <a:cubicBezTo>
                  <a:pt x="1018072" y="0"/>
                  <a:pt x="1106538" y="88467"/>
                  <a:pt x="1106538" y="197596"/>
                </a:cubicBezTo>
                <a:lnTo>
                  <a:pt x="1106538" y="592789"/>
                </a:lnTo>
                <a:cubicBezTo>
                  <a:pt x="1106538" y="701918"/>
                  <a:pt x="1018072" y="790385"/>
                  <a:pt x="908942" y="790385"/>
                </a:cubicBezTo>
                <a:lnTo>
                  <a:pt x="197596" y="790385"/>
                </a:lnTo>
                <a:cubicBezTo>
                  <a:pt x="88467" y="790385"/>
                  <a:pt x="0" y="701918"/>
                  <a:pt x="0" y="592789"/>
                </a:cubicBezTo>
                <a:lnTo>
                  <a:pt x="0" y="197596"/>
                </a:lnTo>
              </a:path>
            </a:pathLst>
          </a:custGeom>
          <a:solidFill xmlns:a="http://schemas.openxmlformats.org/drawingml/2006/main">
            <a:srgbClr val="F6E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df-path-180">
            <a:extLst xmlns:a="http://schemas.openxmlformats.org/drawingml/2006/main">
              <a:ext uri="{FF2B5EF4-FFF2-40B4-BE49-F238E27FC236}">
                <a16:creationId xmlns:a16="http://schemas.microsoft.com/office/drawing/2014/main" id="{2A366CD8-22C4-49A6-978C-350C7B50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9759" y="2019809"/>
            <a:ext cx="1146057" cy="829904"/>
          </a:xfrm>
          <a:custGeom xmlns:a="http://schemas.openxmlformats.org/drawingml/2006/main">
            <a:pathLst>
              <a:path w="1146057" h="829904">
                <a:moveTo>
                  <a:pt x="217356" y="19760"/>
                </a:moveTo>
                <a:lnTo>
                  <a:pt x="217355" y="19760"/>
                </a:lnTo>
                <a:lnTo>
                  <a:pt x="217355" y="39519"/>
                </a:lnTo>
                <a:lnTo>
                  <a:pt x="928702" y="39519"/>
                </a:lnTo>
                <a:lnTo>
                  <a:pt x="928702" y="19760"/>
                </a:lnTo>
                <a:close/>
                <a:moveTo>
                  <a:pt x="1126298" y="217356"/>
                </a:moveTo>
                <a:lnTo>
                  <a:pt x="1106538" y="217356"/>
                </a:lnTo>
                <a:lnTo>
                  <a:pt x="1106538" y="612548"/>
                </a:lnTo>
                <a:lnTo>
                  <a:pt x="1126298" y="612548"/>
                </a:lnTo>
                <a:lnTo>
                  <a:pt x="1126298" y="612548"/>
                </a:lnTo>
                <a:lnTo>
                  <a:pt x="1126298" y="217356"/>
                </a:lnTo>
                <a:lnTo>
                  <a:pt x="1126298" y="217356"/>
                </a:lnTo>
                <a:close/>
                <a:moveTo>
                  <a:pt x="928702" y="810144"/>
                </a:moveTo>
                <a:lnTo>
                  <a:pt x="928702" y="790385"/>
                </a:lnTo>
                <a:lnTo>
                  <a:pt x="217355" y="790385"/>
                </a:lnTo>
                <a:lnTo>
                  <a:pt x="217355" y="810144"/>
                </a:lnTo>
                <a:lnTo>
                  <a:pt x="217355" y="810144"/>
                </a:lnTo>
                <a:lnTo>
                  <a:pt x="217356" y="810144"/>
                </a:lnTo>
                <a:lnTo>
                  <a:pt x="928702" y="810144"/>
                </a:lnTo>
                <a:lnTo>
                  <a:pt x="928702" y="810144"/>
                </a:lnTo>
                <a:lnTo>
                  <a:pt x="928702" y="810144"/>
                </a:lnTo>
                <a:close/>
                <a:moveTo>
                  <a:pt x="19760" y="612548"/>
                </a:moveTo>
                <a:lnTo>
                  <a:pt x="19760" y="612548"/>
                </a:lnTo>
                <a:lnTo>
                  <a:pt x="39519" y="612548"/>
                </a:lnTo>
                <a:lnTo>
                  <a:pt x="39519" y="217356"/>
                </a:lnTo>
                <a:lnTo>
                  <a:pt x="19760" y="217356"/>
                </a:lnTo>
                <a:close/>
                <a:moveTo>
                  <a:pt x="217355" y="810144"/>
                </a:moveTo>
                <a:lnTo>
                  <a:pt x="217355" y="790385"/>
                </a:lnTo>
                <a:lnTo>
                  <a:pt x="216269" y="790381"/>
                </a:lnTo>
                <a:lnTo>
                  <a:pt x="215184" y="790372"/>
                </a:lnTo>
                <a:lnTo>
                  <a:pt x="214101" y="790355"/>
                </a:lnTo>
                <a:lnTo>
                  <a:pt x="213019" y="790333"/>
                </a:lnTo>
                <a:lnTo>
                  <a:pt x="211939" y="790304"/>
                </a:lnTo>
                <a:lnTo>
                  <a:pt x="210860" y="790268"/>
                </a:lnTo>
                <a:lnTo>
                  <a:pt x="209783" y="790226"/>
                </a:lnTo>
                <a:lnTo>
                  <a:pt x="208708" y="790178"/>
                </a:lnTo>
                <a:lnTo>
                  <a:pt x="207634" y="790123"/>
                </a:lnTo>
                <a:lnTo>
                  <a:pt x="206562" y="790062"/>
                </a:lnTo>
                <a:lnTo>
                  <a:pt x="205492" y="789995"/>
                </a:lnTo>
                <a:lnTo>
                  <a:pt x="204423" y="789922"/>
                </a:lnTo>
                <a:lnTo>
                  <a:pt x="203356" y="789842"/>
                </a:lnTo>
                <a:lnTo>
                  <a:pt x="202291" y="789756"/>
                </a:lnTo>
                <a:lnTo>
                  <a:pt x="201228" y="789663"/>
                </a:lnTo>
                <a:lnTo>
                  <a:pt x="200166" y="789565"/>
                </a:lnTo>
                <a:lnTo>
                  <a:pt x="199107" y="789460"/>
                </a:lnTo>
                <a:lnTo>
                  <a:pt x="198049" y="789349"/>
                </a:lnTo>
                <a:lnTo>
                  <a:pt x="196993" y="789232"/>
                </a:lnTo>
                <a:lnTo>
                  <a:pt x="195939" y="789108"/>
                </a:lnTo>
                <a:lnTo>
                  <a:pt x="194886" y="788979"/>
                </a:lnTo>
                <a:lnTo>
                  <a:pt x="193836" y="788843"/>
                </a:lnTo>
                <a:lnTo>
                  <a:pt x="192788" y="788701"/>
                </a:lnTo>
                <a:lnTo>
                  <a:pt x="191741" y="788554"/>
                </a:lnTo>
                <a:lnTo>
                  <a:pt x="190697" y="788400"/>
                </a:lnTo>
                <a:lnTo>
                  <a:pt x="189654" y="788240"/>
                </a:lnTo>
                <a:lnTo>
                  <a:pt x="188613" y="788074"/>
                </a:lnTo>
                <a:lnTo>
                  <a:pt x="187575" y="787902"/>
                </a:lnTo>
                <a:lnTo>
                  <a:pt x="186538" y="787724"/>
                </a:lnTo>
                <a:lnTo>
                  <a:pt x="185504" y="787540"/>
                </a:lnTo>
                <a:lnTo>
                  <a:pt x="184472" y="787350"/>
                </a:lnTo>
                <a:lnTo>
                  <a:pt x="183441" y="787155"/>
                </a:lnTo>
                <a:lnTo>
                  <a:pt x="182413" y="786953"/>
                </a:lnTo>
                <a:lnTo>
                  <a:pt x="181387" y="786745"/>
                </a:lnTo>
                <a:lnTo>
                  <a:pt x="180363" y="786532"/>
                </a:lnTo>
                <a:lnTo>
                  <a:pt x="179342" y="786313"/>
                </a:lnTo>
                <a:lnTo>
                  <a:pt x="178322" y="786087"/>
                </a:lnTo>
                <a:lnTo>
                  <a:pt x="177305" y="785856"/>
                </a:lnTo>
                <a:lnTo>
                  <a:pt x="176289" y="785620"/>
                </a:lnTo>
                <a:lnTo>
                  <a:pt x="175277" y="785377"/>
                </a:lnTo>
                <a:lnTo>
                  <a:pt x="174266" y="785129"/>
                </a:lnTo>
                <a:lnTo>
                  <a:pt x="173258" y="784875"/>
                </a:lnTo>
                <a:lnTo>
                  <a:pt x="172251" y="784615"/>
                </a:lnTo>
                <a:lnTo>
                  <a:pt x="171248" y="784349"/>
                </a:lnTo>
                <a:lnTo>
                  <a:pt x="170246" y="784078"/>
                </a:lnTo>
                <a:lnTo>
                  <a:pt x="169247" y="783801"/>
                </a:lnTo>
                <a:lnTo>
                  <a:pt x="168250" y="783518"/>
                </a:lnTo>
                <a:lnTo>
                  <a:pt x="167256" y="783230"/>
                </a:lnTo>
                <a:lnTo>
                  <a:pt x="166264" y="782936"/>
                </a:lnTo>
                <a:lnTo>
                  <a:pt x="165275" y="782637"/>
                </a:lnTo>
                <a:lnTo>
                  <a:pt x="164288" y="782332"/>
                </a:lnTo>
                <a:lnTo>
                  <a:pt x="163303" y="782021"/>
                </a:lnTo>
                <a:lnTo>
                  <a:pt x="162321" y="781705"/>
                </a:lnTo>
                <a:lnTo>
                  <a:pt x="161341" y="781383"/>
                </a:lnTo>
                <a:lnTo>
                  <a:pt x="160364" y="781056"/>
                </a:lnTo>
                <a:lnTo>
                  <a:pt x="159389" y="780723"/>
                </a:lnTo>
                <a:lnTo>
                  <a:pt x="158417" y="780385"/>
                </a:lnTo>
                <a:lnTo>
                  <a:pt x="157448" y="780042"/>
                </a:lnTo>
                <a:lnTo>
                  <a:pt x="156481" y="779693"/>
                </a:lnTo>
                <a:lnTo>
                  <a:pt x="155517" y="779338"/>
                </a:lnTo>
                <a:lnTo>
                  <a:pt x="154555" y="778978"/>
                </a:lnTo>
                <a:lnTo>
                  <a:pt x="153596" y="778613"/>
                </a:lnTo>
                <a:lnTo>
                  <a:pt x="152640" y="778242"/>
                </a:lnTo>
                <a:lnTo>
                  <a:pt x="151686" y="777866"/>
                </a:lnTo>
                <a:lnTo>
                  <a:pt x="150735" y="777485"/>
                </a:lnTo>
                <a:lnTo>
                  <a:pt x="149787" y="777099"/>
                </a:lnTo>
                <a:lnTo>
                  <a:pt x="148841" y="776707"/>
                </a:lnTo>
                <a:lnTo>
                  <a:pt x="147898" y="776310"/>
                </a:lnTo>
                <a:lnTo>
                  <a:pt x="146958" y="775907"/>
                </a:lnTo>
                <a:lnTo>
                  <a:pt x="146021" y="775499"/>
                </a:lnTo>
                <a:lnTo>
                  <a:pt x="145086" y="775087"/>
                </a:lnTo>
                <a:lnTo>
                  <a:pt x="144155" y="774669"/>
                </a:lnTo>
                <a:lnTo>
                  <a:pt x="143226" y="774245"/>
                </a:lnTo>
                <a:lnTo>
                  <a:pt x="142300" y="773817"/>
                </a:lnTo>
                <a:lnTo>
                  <a:pt x="141377" y="773383"/>
                </a:lnTo>
                <a:lnTo>
                  <a:pt x="140457" y="772945"/>
                </a:lnTo>
                <a:lnTo>
                  <a:pt x="139540" y="772501"/>
                </a:lnTo>
                <a:lnTo>
                  <a:pt x="138626" y="772052"/>
                </a:lnTo>
                <a:lnTo>
                  <a:pt x="137714" y="771598"/>
                </a:lnTo>
                <a:lnTo>
                  <a:pt x="136806" y="771139"/>
                </a:lnTo>
                <a:lnTo>
                  <a:pt x="135901" y="770675"/>
                </a:lnTo>
                <a:lnTo>
                  <a:pt x="134998" y="770206"/>
                </a:lnTo>
                <a:lnTo>
                  <a:pt x="134099" y="769732"/>
                </a:lnTo>
                <a:lnTo>
                  <a:pt x="133203" y="769253"/>
                </a:lnTo>
                <a:lnTo>
                  <a:pt x="132309" y="768769"/>
                </a:lnTo>
                <a:lnTo>
                  <a:pt x="131419" y="768280"/>
                </a:lnTo>
                <a:lnTo>
                  <a:pt x="130532" y="767786"/>
                </a:lnTo>
                <a:lnTo>
                  <a:pt x="129648" y="767287"/>
                </a:lnTo>
                <a:lnTo>
                  <a:pt x="128768" y="766784"/>
                </a:lnTo>
                <a:lnTo>
                  <a:pt x="127890" y="766275"/>
                </a:lnTo>
                <a:lnTo>
                  <a:pt x="127016" y="765762"/>
                </a:lnTo>
                <a:lnTo>
                  <a:pt x="126144" y="765244"/>
                </a:lnTo>
                <a:lnTo>
                  <a:pt x="125276" y="764721"/>
                </a:lnTo>
                <a:lnTo>
                  <a:pt x="124411" y="764193"/>
                </a:lnTo>
                <a:lnTo>
                  <a:pt x="123550" y="763660"/>
                </a:lnTo>
                <a:lnTo>
                  <a:pt x="122692" y="763123"/>
                </a:lnTo>
                <a:lnTo>
                  <a:pt x="121837" y="762581"/>
                </a:lnTo>
                <a:lnTo>
                  <a:pt x="120985" y="762034"/>
                </a:lnTo>
                <a:lnTo>
                  <a:pt x="120137" y="761483"/>
                </a:lnTo>
                <a:lnTo>
                  <a:pt x="119292" y="760927"/>
                </a:lnTo>
                <a:lnTo>
                  <a:pt x="118450" y="760366"/>
                </a:lnTo>
                <a:lnTo>
                  <a:pt x="117612" y="759800"/>
                </a:lnTo>
                <a:lnTo>
                  <a:pt x="116777" y="759230"/>
                </a:lnTo>
                <a:lnTo>
                  <a:pt x="115945" y="758655"/>
                </a:lnTo>
                <a:lnTo>
                  <a:pt x="115117" y="758076"/>
                </a:lnTo>
                <a:lnTo>
                  <a:pt x="114293" y="757492"/>
                </a:lnTo>
                <a:lnTo>
                  <a:pt x="113471" y="756904"/>
                </a:lnTo>
                <a:lnTo>
                  <a:pt x="112654" y="756311"/>
                </a:lnTo>
                <a:lnTo>
                  <a:pt x="111840" y="755713"/>
                </a:lnTo>
                <a:lnTo>
                  <a:pt x="111029" y="755111"/>
                </a:lnTo>
                <a:lnTo>
                  <a:pt x="110222" y="754505"/>
                </a:lnTo>
                <a:lnTo>
                  <a:pt x="109418" y="753894"/>
                </a:lnTo>
                <a:lnTo>
                  <a:pt x="108619" y="753279"/>
                </a:lnTo>
                <a:lnTo>
                  <a:pt x="107822" y="752659"/>
                </a:lnTo>
                <a:lnTo>
                  <a:pt x="107029" y="752035"/>
                </a:lnTo>
                <a:lnTo>
                  <a:pt x="106240" y="751406"/>
                </a:lnTo>
                <a:lnTo>
                  <a:pt x="105455" y="750773"/>
                </a:lnTo>
                <a:lnTo>
                  <a:pt x="104673" y="750136"/>
                </a:lnTo>
                <a:lnTo>
                  <a:pt x="103895" y="749494"/>
                </a:lnTo>
                <a:lnTo>
                  <a:pt x="103121" y="748848"/>
                </a:lnTo>
                <a:lnTo>
                  <a:pt x="102350" y="748198"/>
                </a:lnTo>
                <a:lnTo>
                  <a:pt x="101583" y="747543"/>
                </a:lnTo>
                <a:lnTo>
                  <a:pt x="100820" y="746885"/>
                </a:lnTo>
                <a:lnTo>
                  <a:pt x="100061" y="746221"/>
                </a:lnTo>
                <a:lnTo>
                  <a:pt x="99305" y="745554"/>
                </a:lnTo>
                <a:lnTo>
                  <a:pt x="98554" y="744883"/>
                </a:lnTo>
                <a:lnTo>
                  <a:pt x="97806" y="744207"/>
                </a:lnTo>
                <a:lnTo>
                  <a:pt x="97062" y="743527"/>
                </a:lnTo>
                <a:lnTo>
                  <a:pt x="96322" y="742843"/>
                </a:lnTo>
                <a:lnTo>
                  <a:pt x="95585" y="742155"/>
                </a:lnTo>
                <a:lnTo>
                  <a:pt x="94853" y="741463"/>
                </a:lnTo>
                <a:lnTo>
                  <a:pt x="94125" y="740767"/>
                </a:lnTo>
                <a:lnTo>
                  <a:pt x="93400" y="740066"/>
                </a:lnTo>
                <a:lnTo>
                  <a:pt x="92680" y="739362"/>
                </a:lnTo>
                <a:lnTo>
                  <a:pt x="91963" y="738653"/>
                </a:lnTo>
                <a:lnTo>
                  <a:pt x="91250" y="737941"/>
                </a:lnTo>
                <a:lnTo>
                  <a:pt x="90542" y="737224"/>
                </a:lnTo>
                <a:lnTo>
                  <a:pt x="89838" y="736504"/>
                </a:lnTo>
                <a:lnTo>
                  <a:pt x="89137" y="735779"/>
                </a:lnTo>
                <a:lnTo>
                  <a:pt x="88441" y="735051"/>
                </a:lnTo>
                <a:lnTo>
                  <a:pt x="87749" y="734318"/>
                </a:lnTo>
                <a:lnTo>
                  <a:pt x="87060" y="733582"/>
                </a:lnTo>
                <a:lnTo>
                  <a:pt x="86376" y="732842"/>
                </a:lnTo>
                <a:lnTo>
                  <a:pt x="85697" y="732098"/>
                </a:lnTo>
                <a:lnTo>
                  <a:pt x="85021" y="731350"/>
                </a:lnTo>
                <a:lnTo>
                  <a:pt x="84350" y="730598"/>
                </a:lnTo>
                <a:lnTo>
                  <a:pt x="83682" y="729843"/>
                </a:lnTo>
                <a:lnTo>
                  <a:pt x="83019" y="729084"/>
                </a:lnTo>
                <a:lnTo>
                  <a:pt x="82360" y="728320"/>
                </a:lnTo>
                <a:lnTo>
                  <a:pt x="81706" y="727554"/>
                </a:lnTo>
                <a:lnTo>
                  <a:pt x="81056" y="726783"/>
                </a:lnTo>
                <a:lnTo>
                  <a:pt x="80410" y="726009"/>
                </a:lnTo>
                <a:lnTo>
                  <a:pt x="79768" y="725230"/>
                </a:lnTo>
                <a:lnTo>
                  <a:pt x="79131" y="724449"/>
                </a:lnTo>
                <a:lnTo>
                  <a:pt x="78498" y="723663"/>
                </a:lnTo>
                <a:lnTo>
                  <a:pt x="77869" y="722874"/>
                </a:lnTo>
                <a:lnTo>
                  <a:pt x="77245" y="722081"/>
                </a:lnTo>
                <a:lnTo>
                  <a:pt x="76625" y="721285"/>
                </a:lnTo>
                <a:lnTo>
                  <a:pt x="76010" y="720485"/>
                </a:lnTo>
                <a:lnTo>
                  <a:pt x="75399" y="719682"/>
                </a:lnTo>
                <a:lnTo>
                  <a:pt x="74792" y="718875"/>
                </a:lnTo>
                <a:lnTo>
                  <a:pt x="74190" y="718064"/>
                </a:lnTo>
                <a:lnTo>
                  <a:pt x="73593" y="717250"/>
                </a:lnTo>
                <a:lnTo>
                  <a:pt x="73000" y="716432"/>
                </a:lnTo>
                <a:lnTo>
                  <a:pt x="72411" y="715611"/>
                </a:lnTo>
                <a:lnTo>
                  <a:pt x="71828" y="714787"/>
                </a:lnTo>
                <a:lnTo>
                  <a:pt x="71248" y="713958"/>
                </a:lnTo>
                <a:lnTo>
                  <a:pt x="70674" y="713127"/>
                </a:lnTo>
                <a:lnTo>
                  <a:pt x="70103" y="712292"/>
                </a:lnTo>
                <a:lnTo>
                  <a:pt x="69538" y="711454"/>
                </a:lnTo>
                <a:lnTo>
                  <a:pt x="68977" y="710612"/>
                </a:lnTo>
                <a:lnTo>
                  <a:pt x="68421" y="709767"/>
                </a:lnTo>
                <a:lnTo>
                  <a:pt x="67869" y="708919"/>
                </a:lnTo>
                <a:lnTo>
                  <a:pt x="67323" y="708067"/>
                </a:lnTo>
                <a:lnTo>
                  <a:pt x="66781" y="707212"/>
                </a:lnTo>
                <a:lnTo>
                  <a:pt x="66243" y="706354"/>
                </a:lnTo>
                <a:lnTo>
                  <a:pt x="65711" y="705492"/>
                </a:lnTo>
                <a:lnTo>
                  <a:pt x="65183" y="704627"/>
                </a:lnTo>
                <a:lnTo>
                  <a:pt x="64660" y="703759"/>
                </a:lnTo>
                <a:lnTo>
                  <a:pt x="64142" y="702888"/>
                </a:lnTo>
                <a:lnTo>
                  <a:pt x="63628" y="702014"/>
                </a:lnTo>
                <a:lnTo>
                  <a:pt x="63120" y="701136"/>
                </a:lnTo>
                <a:lnTo>
                  <a:pt x="62616" y="700255"/>
                </a:lnTo>
                <a:lnTo>
                  <a:pt x="62118" y="699371"/>
                </a:lnTo>
                <a:lnTo>
                  <a:pt x="61624" y="698484"/>
                </a:lnTo>
                <a:lnTo>
                  <a:pt x="61135" y="697594"/>
                </a:lnTo>
                <a:lnTo>
                  <a:pt x="60651" y="696701"/>
                </a:lnTo>
                <a:lnTo>
                  <a:pt x="60172" y="695805"/>
                </a:lnTo>
                <a:lnTo>
                  <a:pt x="59698" y="694906"/>
                </a:lnTo>
                <a:lnTo>
                  <a:pt x="59229" y="694003"/>
                </a:lnTo>
                <a:lnTo>
                  <a:pt x="58765" y="693098"/>
                </a:lnTo>
                <a:lnTo>
                  <a:pt x="58306" y="692189"/>
                </a:lnTo>
                <a:lnTo>
                  <a:pt x="57852" y="691278"/>
                </a:lnTo>
                <a:lnTo>
                  <a:pt x="57403" y="690364"/>
                </a:lnTo>
                <a:lnTo>
                  <a:pt x="56959" y="689447"/>
                </a:lnTo>
                <a:lnTo>
                  <a:pt x="56520" y="688527"/>
                </a:lnTo>
                <a:lnTo>
                  <a:pt x="56087" y="687604"/>
                </a:lnTo>
                <a:lnTo>
                  <a:pt x="55658" y="686678"/>
                </a:lnTo>
                <a:lnTo>
                  <a:pt x="55235" y="685749"/>
                </a:lnTo>
                <a:lnTo>
                  <a:pt x="54817" y="684817"/>
                </a:lnTo>
                <a:lnTo>
                  <a:pt x="54404" y="683883"/>
                </a:lnTo>
                <a:lnTo>
                  <a:pt x="53997" y="682946"/>
                </a:lnTo>
                <a:lnTo>
                  <a:pt x="53594" y="682006"/>
                </a:lnTo>
                <a:lnTo>
                  <a:pt x="53197" y="681063"/>
                </a:lnTo>
                <a:lnTo>
                  <a:pt x="52805" y="680117"/>
                </a:lnTo>
                <a:lnTo>
                  <a:pt x="52419" y="679169"/>
                </a:lnTo>
                <a:lnTo>
                  <a:pt x="52037" y="678218"/>
                </a:lnTo>
                <a:lnTo>
                  <a:pt x="51661" y="677264"/>
                </a:lnTo>
                <a:lnTo>
                  <a:pt x="51291" y="676308"/>
                </a:lnTo>
                <a:lnTo>
                  <a:pt x="50925" y="675349"/>
                </a:lnTo>
                <a:lnTo>
                  <a:pt x="50566" y="674387"/>
                </a:lnTo>
                <a:lnTo>
                  <a:pt x="50211" y="673423"/>
                </a:lnTo>
                <a:lnTo>
                  <a:pt x="49862" y="672456"/>
                </a:lnTo>
                <a:lnTo>
                  <a:pt x="49518" y="671486"/>
                </a:lnTo>
                <a:lnTo>
                  <a:pt x="49180" y="670514"/>
                </a:lnTo>
                <a:lnTo>
                  <a:pt x="48848" y="669540"/>
                </a:lnTo>
                <a:lnTo>
                  <a:pt x="48520" y="668563"/>
                </a:lnTo>
                <a:lnTo>
                  <a:pt x="48199" y="667583"/>
                </a:lnTo>
                <a:lnTo>
                  <a:pt x="47883" y="666601"/>
                </a:lnTo>
                <a:lnTo>
                  <a:pt x="47572" y="665616"/>
                </a:lnTo>
                <a:lnTo>
                  <a:pt x="47267" y="664629"/>
                </a:lnTo>
                <a:lnTo>
                  <a:pt x="46967" y="663640"/>
                </a:lnTo>
                <a:lnTo>
                  <a:pt x="46674" y="662648"/>
                </a:lnTo>
                <a:lnTo>
                  <a:pt x="46385" y="661653"/>
                </a:lnTo>
                <a:lnTo>
                  <a:pt x="46103" y="660657"/>
                </a:lnTo>
                <a:lnTo>
                  <a:pt x="45826" y="659657"/>
                </a:lnTo>
                <a:lnTo>
                  <a:pt x="45555" y="658656"/>
                </a:lnTo>
                <a:lnTo>
                  <a:pt x="45289" y="657652"/>
                </a:lnTo>
                <a:lnTo>
                  <a:pt x="45029" y="656646"/>
                </a:lnTo>
                <a:lnTo>
                  <a:pt x="44775" y="655638"/>
                </a:lnTo>
                <a:lnTo>
                  <a:pt x="44527" y="654627"/>
                </a:lnTo>
                <a:lnTo>
                  <a:pt x="44284" y="653614"/>
                </a:lnTo>
                <a:lnTo>
                  <a:pt x="44047" y="652599"/>
                </a:lnTo>
                <a:lnTo>
                  <a:pt x="43816" y="651582"/>
                </a:lnTo>
                <a:lnTo>
                  <a:pt x="43591" y="650562"/>
                </a:lnTo>
                <a:lnTo>
                  <a:pt x="43372" y="649540"/>
                </a:lnTo>
                <a:lnTo>
                  <a:pt x="43158" y="648517"/>
                </a:lnTo>
                <a:lnTo>
                  <a:pt x="42951" y="647490"/>
                </a:lnTo>
                <a:lnTo>
                  <a:pt x="42749" y="646462"/>
                </a:lnTo>
                <a:lnTo>
                  <a:pt x="42553" y="645432"/>
                </a:lnTo>
                <a:lnTo>
                  <a:pt x="42363" y="644400"/>
                </a:lnTo>
                <a:lnTo>
                  <a:pt x="42180" y="643365"/>
                </a:lnTo>
                <a:lnTo>
                  <a:pt x="42002" y="642329"/>
                </a:lnTo>
                <a:lnTo>
                  <a:pt x="41830" y="641290"/>
                </a:lnTo>
                <a:lnTo>
                  <a:pt x="41664" y="640250"/>
                </a:lnTo>
                <a:lnTo>
                  <a:pt x="41504" y="639207"/>
                </a:lnTo>
                <a:lnTo>
                  <a:pt x="41350" y="638163"/>
                </a:lnTo>
                <a:lnTo>
                  <a:pt x="41202" y="637116"/>
                </a:lnTo>
                <a:lnTo>
                  <a:pt x="41061" y="636068"/>
                </a:lnTo>
                <a:lnTo>
                  <a:pt x="40925" y="635017"/>
                </a:lnTo>
                <a:lnTo>
                  <a:pt x="40796" y="633965"/>
                </a:lnTo>
                <a:lnTo>
                  <a:pt x="40672" y="632911"/>
                </a:lnTo>
                <a:lnTo>
                  <a:pt x="40555" y="631855"/>
                </a:lnTo>
                <a:lnTo>
                  <a:pt x="40444" y="630797"/>
                </a:lnTo>
                <a:lnTo>
                  <a:pt x="40339" y="629737"/>
                </a:lnTo>
                <a:lnTo>
                  <a:pt x="40241" y="628676"/>
                </a:lnTo>
                <a:lnTo>
                  <a:pt x="40148" y="627613"/>
                </a:lnTo>
                <a:lnTo>
                  <a:pt x="40062" y="626548"/>
                </a:lnTo>
                <a:lnTo>
                  <a:pt x="39982" y="625481"/>
                </a:lnTo>
                <a:lnTo>
                  <a:pt x="39909" y="624412"/>
                </a:lnTo>
                <a:lnTo>
                  <a:pt x="39841" y="623342"/>
                </a:lnTo>
                <a:lnTo>
                  <a:pt x="39780" y="622270"/>
                </a:lnTo>
                <a:lnTo>
                  <a:pt x="39726" y="621196"/>
                </a:lnTo>
                <a:lnTo>
                  <a:pt x="39677" y="620121"/>
                </a:lnTo>
                <a:lnTo>
                  <a:pt x="39636" y="619044"/>
                </a:lnTo>
                <a:lnTo>
                  <a:pt x="39600" y="617965"/>
                </a:lnTo>
                <a:lnTo>
                  <a:pt x="39571" y="616885"/>
                </a:lnTo>
                <a:lnTo>
                  <a:pt x="39548" y="615803"/>
                </a:lnTo>
                <a:lnTo>
                  <a:pt x="39532" y="614720"/>
                </a:lnTo>
                <a:lnTo>
                  <a:pt x="39522" y="613635"/>
                </a:lnTo>
                <a:lnTo>
                  <a:pt x="39519" y="612548"/>
                </a:lnTo>
                <a:lnTo>
                  <a:pt x="19760" y="612548"/>
                </a:lnTo>
                <a:lnTo>
                  <a:pt x="19763" y="613751"/>
                </a:lnTo>
                <a:lnTo>
                  <a:pt x="19774" y="614952"/>
                </a:lnTo>
                <a:lnTo>
                  <a:pt x="19792" y="616151"/>
                </a:lnTo>
                <a:lnTo>
                  <a:pt x="19817" y="617349"/>
                </a:lnTo>
                <a:lnTo>
                  <a:pt x="19849" y="618545"/>
                </a:lnTo>
                <a:lnTo>
                  <a:pt x="19888" y="619739"/>
                </a:lnTo>
                <a:lnTo>
                  <a:pt x="19934" y="620931"/>
                </a:lnTo>
                <a:lnTo>
                  <a:pt x="19988" y="622122"/>
                </a:lnTo>
                <a:lnTo>
                  <a:pt x="20048" y="623311"/>
                </a:lnTo>
                <a:lnTo>
                  <a:pt x="20115" y="624497"/>
                </a:lnTo>
                <a:lnTo>
                  <a:pt x="20189" y="625682"/>
                </a:lnTo>
                <a:lnTo>
                  <a:pt x="20270" y="626865"/>
                </a:lnTo>
                <a:lnTo>
                  <a:pt x="20359" y="628046"/>
                </a:lnTo>
                <a:lnTo>
                  <a:pt x="20454" y="629226"/>
                </a:lnTo>
                <a:lnTo>
                  <a:pt x="20555" y="630403"/>
                </a:lnTo>
                <a:lnTo>
                  <a:pt x="20664" y="631578"/>
                </a:lnTo>
                <a:lnTo>
                  <a:pt x="20780" y="632751"/>
                </a:lnTo>
                <a:lnTo>
                  <a:pt x="20902" y="633922"/>
                </a:lnTo>
                <a:lnTo>
                  <a:pt x="21032" y="635092"/>
                </a:lnTo>
                <a:lnTo>
                  <a:pt x="21168" y="636259"/>
                </a:lnTo>
                <a:lnTo>
                  <a:pt x="21310" y="637424"/>
                </a:lnTo>
                <a:lnTo>
                  <a:pt x="21460" y="638587"/>
                </a:lnTo>
                <a:lnTo>
                  <a:pt x="21616" y="639747"/>
                </a:lnTo>
                <a:lnTo>
                  <a:pt x="21779" y="640906"/>
                </a:lnTo>
                <a:lnTo>
                  <a:pt x="21949" y="642063"/>
                </a:lnTo>
                <a:lnTo>
                  <a:pt x="22125" y="643217"/>
                </a:lnTo>
                <a:lnTo>
                  <a:pt x="22308" y="644369"/>
                </a:lnTo>
                <a:lnTo>
                  <a:pt x="22498" y="645519"/>
                </a:lnTo>
                <a:lnTo>
                  <a:pt x="22694" y="646667"/>
                </a:lnTo>
                <a:lnTo>
                  <a:pt x="22897" y="647812"/>
                </a:lnTo>
                <a:lnTo>
                  <a:pt x="23107" y="648955"/>
                </a:lnTo>
                <a:lnTo>
                  <a:pt x="23323" y="650096"/>
                </a:lnTo>
                <a:lnTo>
                  <a:pt x="23545" y="651235"/>
                </a:lnTo>
                <a:lnTo>
                  <a:pt x="23774" y="652371"/>
                </a:lnTo>
                <a:lnTo>
                  <a:pt x="24010" y="653504"/>
                </a:lnTo>
                <a:lnTo>
                  <a:pt x="24252" y="654636"/>
                </a:lnTo>
                <a:lnTo>
                  <a:pt x="24500" y="655765"/>
                </a:lnTo>
                <a:lnTo>
                  <a:pt x="24755" y="656891"/>
                </a:lnTo>
                <a:lnTo>
                  <a:pt x="25016" y="658016"/>
                </a:lnTo>
                <a:lnTo>
                  <a:pt x="25284" y="659137"/>
                </a:lnTo>
                <a:lnTo>
                  <a:pt x="25558" y="660256"/>
                </a:lnTo>
                <a:lnTo>
                  <a:pt x="25838" y="661373"/>
                </a:lnTo>
                <a:lnTo>
                  <a:pt x="26125" y="662487"/>
                </a:lnTo>
                <a:lnTo>
                  <a:pt x="26418" y="663599"/>
                </a:lnTo>
                <a:lnTo>
                  <a:pt x="26717" y="664708"/>
                </a:lnTo>
                <a:lnTo>
                  <a:pt x="27022" y="665814"/>
                </a:lnTo>
                <a:lnTo>
                  <a:pt x="27334" y="666918"/>
                </a:lnTo>
                <a:lnTo>
                  <a:pt x="27652" y="668019"/>
                </a:lnTo>
                <a:lnTo>
                  <a:pt x="27976" y="669118"/>
                </a:lnTo>
                <a:lnTo>
                  <a:pt x="28307" y="670214"/>
                </a:lnTo>
                <a:lnTo>
                  <a:pt x="28643" y="671307"/>
                </a:lnTo>
                <a:lnTo>
                  <a:pt x="28986" y="672398"/>
                </a:lnTo>
                <a:lnTo>
                  <a:pt x="29335" y="673486"/>
                </a:lnTo>
                <a:lnTo>
                  <a:pt x="29690" y="674571"/>
                </a:lnTo>
                <a:lnTo>
                  <a:pt x="30051" y="675653"/>
                </a:lnTo>
                <a:lnTo>
                  <a:pt x="30418" y="676732"/>
                </a:lnTo>
                <a:lnTo>
                  <a:pt x="30791" y="677809"/>
                </a:lnTo>
                <a:lnTo>
                  <a:pt x="31170" y="678883"/>
                </a:lnTo>
                <a:lnTo>
                  <a:pt x="31555" y="679954"/>
                </a:lnTo>
                <a:lnTo>
                  <a:pt x="31946" y="681022"/>
                </a:lnTo>
                <a:lnTo>
                  <a:pt x="32343" y="682087"/>
                </a:lnTo>
                <a:lnTo>
                  <a:pt x="32746" y="683150"/>
                </a:lnTo>
                <a:lnTo>
                  <a:pt x="33155" y="684209"/>
                </a:lnTo>
                <a:lnTo>
                  <a:pt x="33570" y="685266"/>
                </a:lnTo>
                <a:lnTo>
                  <a:pt x="33991" y="686319"/>
                </a:lnTo>
                <a:lnTo>
                  <a:pt x="34417" y="687370"/>
                </a:lnTo>
                <a:lnTo>
                  <a:pt x="34850" y="688417"/>
                </a:lnTo>
                <a:lnTo>
                  <a:pt x="35288" y="689461"/>
                </a:lnTo>
                <a:lnTo>
                  <a:pt x="35732" y="690503"/>
                </a:lnTo>
                <a:lnTo>
                  <a:pt x="36182" y="691541"/>
                </a:lnTo>
                <a:lnTo>
                  <a:pt x="36637" y="692576"/>
                </a:lnTo>
                <a:lnTo>
                  <a:pt x="37098" y="693609"/>
                </a:lnTo>
                <a:lnTo>
                  <a:pt x="37565" y="694638"/>
                </a:lnTo>
                <a:lnTo>
                  <a:pt x="38038" y="695664"/>
                </a:lnTo>
                <a:lnTo>
                  <a:pt x="38517" y="696686"/>
                </a:lnTo>
                <a:lnTo>
                  <a:pt x="39001" y="697706"/>
                </a:lnTo>
                <a:lnTo>
                  <a:pt x="39490" y="698722"/>
                </a:lnTo>
                <a:lnTo>
                  <a:pt x="39986" y="699735"/>
                </a:lnTo>
                <a:lnTo>
                  <a:pt x="40487" y="700745"/>
                </a:lnTo>
                <a:lnTo>
                  <a:pt x="40993" y="701751"/>
                </a:lnTo>
                <a:lnTo>
                  <a:pt x="41505" y="702755"/>
                </a:lnTo>
                <a:lnTo>
                  <a:pt x="42023" y="703755"/>
                </a:lnTo>
                <a:lnTo>
                  <a:pt x="42546" y="704751"/>
                </a:lnTo>
                <a:lnTo>
                  <a:pt x="43074" y="705744"/>
                </a:lnTo>
                <a:lnTo>
                  <a:pt x="43608" y="706734"/>
                </a:lnTo>
                <a:lnTo>
                  <a:pt x="44148" y="707721"/>
                </a:lnTo>
                <a:lnTo>
                  <a:pt x="44693" y="708704"/>
                </a:lnTo>
                <a:lnTo>
                  <a:pt x="45243" y="709683"/>
                </a:lnTo>
                <a:lnTo>
                  <a:pt x="45799" y="710659"/>
                </a:lnTo>
                <a:lnTo>
                  <a:pt x="46360" y="711632"/>
                </a:lnTo>
                <a:lnTo>
                  <a:pt x="46927" y="712601"/>
                </a:lnTo>
                <a:lnTo>
                  <a:pt x="47499" y="713567"/>
                </a:lnTo>
                <a:lnTo>
                  <a:pt x="48076" y="714529"/>
                </a:lnTo>
                <a:lnTo>
                  <a:pt x="48658" y="715488"/>
                </a:lnTo>
                <a:lnTo>
                  <a:pt x="49246" y="716443"/>
                </a:lnTo>
                <a:lnTo>
                  <a:pt x="49839" y="717394"/>
                </a:lnTo>
                <a:lnTo>
                  <a:pt x="50437" y="718342"/>
                </a:lnTo>
                <a:lnTo>
                  <a:pt x="51041" y="719286"/>
                </a:lnTo>
                <a:lnTo>
                  <a:pt x="51649" y="720227"/>
                </a:lnTo>
                <a:lnTo>
                  <a:pt x="52263" y="721163"/>
                </a:lnTo>
                <a:lnTo>
                  <a:pt x="52882" y="722097"/>
                </a:lnTo>
                <a:lnTo>
                  <a:pt x="53506" y="723026"/>
                </a:lnTo>
                <a:lnTo>
                  <a:pt x="54135" y="723952"/>
                </a:lnTo>
                <a:lnTo>
                  <a:pt x="54769" y="724874"/>
                </a:lnTo>
                <a:lnTo>
                  <a:pt x="55409" y="725792"/>
                </a:lnTo>
                <a:lnTo>
                  <a:pt x="56053" y="726706"/>
                </a:lnTo>
                <a:lnTo>
                  <a:pt x="56703" y="727617"/>
                </a:lnTo>
                <a:lnTo>
                  <a:pt x="57357" y="728523"/>
                </a:lnTo>
                <a:lnTo>
                  <a:pt x="58017" y="729426"/>
                </a:lnTo>
                <a:lnTo>
                  <a:pt x="58681" y="730325"/>
                </a:lnTo>
                <a:lnTo>
                  <a:pt x="59350" y="731220"/>
                </a:lnTo>
                <a:lnTo>
                  <a:pt x="60025" y="732111"/>
                </a:lnTo>
                <a:lnTo>
                  <a:pt x="60704" y="732998"/>
                </a:lnTo>
                <a:lnTo>
                  <a:pt x="61388" y="733882"/>
                </a:lnTo>
                <a:lnTo>
                  <a:pt x="62077" y="734761"/>
                </a:lnTo>
                <a:lnTo>
                  <a:pt x="62771" y="735636"/>
                </a:lnTo>
                <a:lnTo>
                  <a:pt x="63469" y="736507"/>
                </a:lnTo>
                <a:lnTo>
                  <a:pt x="64173" y="737375"/>
                </a:lnTo>
                <a:lnTo>
                  <a:pt x="64881" y="738238"/>
                </a:lnTo>
                <a:lnTo>
                  <a:pt x="65594" y="739097"/>
                </a:lnTo>
                <a:lnTo>
                  <a:pt x="66312" y="739952"/>
                </a:lnTo>
                <a:lnTo>
                  <a:pt x="67034" y="740802"/>
                </a:lnTo>
                <a:lnTo>
                  <a:pt x="67761" y="741649"/>
                </a:lnTo>
                <a:lnTo>
                  <a:pt x="68493" y="742492"/>
                </a:lnTo>
                <a:lnTo>
                  <a:pt x="69230" y="743330"/>
                </a:lnTo>
                <a:lnTo>
                  <a:pt x="69971" y="744164"/>
                </a:lnTo>
                <a:lnTo>
                  <a:pt x="70717" y="744994"/>
                </a:lnTo>
                <a:lnTo>
                  <a:pt x="71467" y="745820"/>
                </a:lnTo>
                <a:lnTo>
                  <a:pt x="72222" y="746641"/>
                </a:lnTo>
                <a:lnTo>
                  <a:pt x="72982" y="747458"/>
                </a:lnTo>
                <a:lnTo>
                  <a:pt x="73746" y="748271"/>
                </a:lnTo>
                <a:lnTo>
                  <a:pt x="74515" y="749079"/>
                </a:lnTo>
                <a:lnTo>
                  <a:pt x="75288" y="749884"/>
                </a:lnTo>
                <a:lnTo>
                  <a:pt x="76066" y="750683"/>
                </a:lnTo>
                <a:lnTo>
                  <a:pt x="76848" y="751479"/>
                </a:lnTo>
                <a:lnTo>
                  <a:pt x="77634" y="752270"/>
                </a:lnTo>
                <a:lnTo>
                  <a:pt x="78425" y="753056"/>
                </a:lnTo>
                <a:lnTo>
                  <a:pt x="79221" y="753838"/>
                </a:lnTo>
                <a:lnTo>
                  <a:pt x="80020" y="754616"/>
                </a:lnTo>
                <a:lnTo>
                  <a:pt x="80825" y="755389"/>
                </a:lnTo>
                <a:lnTo>
                  <a:pt x="81633" y="756158"/>
                </a:lnTo>
                <a:lnTo>
                  <a:pt x="82446" y="756922"/>
                </a:lnTo>
                <a:lnTo>
                  <a:pt x="83263" y="757682"/>
                </a:lnTo>
                <a:lnTo>
                  <a:pt x="84084" y="758437"/>
                </a:lnTo>
                <a:lnTo>
                  <a:pt x="84910" y="759187"/>
                </a:lnTo>
                <a:lnTo>
                  <a:pt x="85740" y="759933"/>
                </a:lnTo>
                <a:lnTo>
                  <a:pt x="86574" y="760674"/>
                </a:lnTo>
                <a:lnTo>
                  <a:pt x="87412" y="761411"/>
                </a:lnTo>
                <a:lnTo>
                  <a:pt x="88255" y="762142"/>
                </a:lnTo>
                <a:lnTo>
                  <a:pt x="89102" y="762870"/>
                </a:lnTo>
                <a:lnTo>
                  <a:pt x="89952" y="763592"/>
                </a:lnTo>
                <a:lnTo>
                  <a:pt x="90807" y="764310"/>
                </a:lnTo>
                <a:lnTo>
                  <a:pt x="91666" y="765023"/>
                </a:lnTo>
                <a:lnTo>
                  <a:pt x="92529" y="765731"/>
                </a:lnTo>
                <a:lnTo>
                  <a:pt x="93397" y="766435"/>
                </a:lnTo>
                <a:lnTo>
                  <a:pt x="94268" y="767133"/>
                </a:lnTo>
                <a:lnTo>
                  <a:pt x="95143" y="767827"/>
                </a:lnTo>
                <a:lnTo>
                  <a:pt x="96022" y="768516"/>
                </a:lnTo>
                <a:lnTo>
                  <a:pt x="96906" y="769200"/>
                </a:lnTo>
                <a:lnTo>
                  <a:pt x="97793" y="769879"/>
                </a:lnTo>
                <a:lnTo>
                  <a:pt x="98684" y="770554"/>
                </a:lnTo>
                <a:lnTo>
                  <a:pt x="99579" y="771223"/>
                </a:lnTo>
                <a:lnTo>
                  <a:pt x="100478" y="771887"/>
                </a:lnTo>
                <a:lnTo>
                  <a:pt x="101381" y="772547"/>
                </a:lnTo>
                <a:lnTo>
                  <a:pt x="102287" y="773201"/>
                </a:lnTo>
                <a:lnTo>
                  <a:pt x="103198" y="773851"/>
                </a:lnTo>
                <a:lnTo>
                  <a:pt x="104112" y="774495"/>
                </a:lnTo>
                <a:lnTo>
                  <a:pt x="105030" y="775134"/>
                </a:lnTo>
                <a:lnTo>
                  <a:pt x="105952" y="775769"/>
                </a:lnTo>
                <a:lnTo>
                  <a:pt x="106878" y="776398"/>
                </a:lnTo>
                <a:lnTo>
                  <a:pt x="107807" y="777022"/>
                </a:lnTo>
                <a:lnTo>
                  <a:pt x="108740" y="777641"/>
                </a:lnTo>
                <a:lnTo>
                  <a:pt x="109677" y="778255"/>
                </a:lnTo>
                <a:lnTo>
                  <a:pt x="110618" y="778863"/>
                </a:lnTo>
                <a:lnTo>
                  <a:pt x="111562" y="779467"/>
                </a:lnTo>
                <a:lnTo>
                  <a:pt x="112510" y="780065"/>
                </a:lnTo>
                <a:lnTo>
                  <a:pt x="113461" y="780658"/>
                </a:lnTo>
                <a:lnTo>
                  <a:pt x="114416" y="781246"/>
                </a:lnTo>
                <a:lnTo>
                  <a:pt x="115375" y="781828"/>
                </a:lnTo>
                <a:lnTo>
                  <a:pt x="116337" y="782405"/>
                </a:lnTo>
                <a:lnTo>
                  <a:pt x="117303" y="782977"/>
                </a:lnTo>
                <a:lnTo>
                  <a:pt x="118272" y="783544"/>
                </a:lnTo>
                <a:lnTo>
                  <a:pt x="119244" y="784105"/>
                </a:lnTo>
                <a:lnTo>
                  <a:pt x="120221" y="784661"/>
                </a:lnTo>
                <a:lnTo>
                  <a:pt x="121200" y="785211"/>
                </a:lnTo>
                <a:lnTo>
                  <a:pt x="122183" y="785756"/>
                </a:lnTo>
                <a:lnTo>
                  <a:pt x="123170" y="786295"/>
                </a:lnTo>
                <a:lnTo>
                  <a:pt x="124160" y="786830"/>
                </a:lnTo>
                <a:lnTo>
                  <a:pt x="125153" y="787358"/>
                </a:lnTo>
                <a:lnTo>
                  <a:pt x="126149" y="787881"/>
                </a:lnTo>
                <a:lnTo>
                  <a:pt x="127149" y="788399"/>
                </a:lnTo>
                <a:lnTo>
                  <a:pt x="128153" y="788911"/>
                </a:lnTo>
                <a:lnTo>
                  <a:pt x="129159" y="789417"/>
                </a:lnTo>
                <a:lnTo>
                  <a:pt x="130169" y="789918"/>
                </a:lnTo>
                <a:lnTo>
                  <a:pt x="131182" y="790414"/>
                </a:lnTo>
                <a:lnTo>
                  <a:pt x="132198" y="790903"/>
                </a:lnTo>
                <a:lnTo>
                  <a:pt x="133218" y="791387"/>
                </a:lnTo>
                <a:lnTo>
                  <a:pt x="134240" y="791866"/>
                </a:lnTo>
                <a:lnTo>
                  <a:pt x="135266" y="792338"/>
                </a:lnTo>
                <a:lnTo>
                  <a:pt x="136295" y="792806"/>
                </a:lnTo>
                <a:lnTo>
                  <a:pt x="137327" y="793267"/>
                </a:lnTo>
                <a:lnTo>
                  <a:pt x="138363" y="793722"/>
                </a:lnTo>
                <a:lnTo>
                  <a:pt x="139401" y="794172"/>
                </a:lnTo>
                <a:lnTo>
                  <a:pt x="140442" y="794616"/>
                </a:lnTo>
                <a:lnTo>
                  <a:pt x="141487" y="795054"/>
                </a:lnTo>
                <a:lnTo>
                  <a:pt x="142534" y="795487"/>
                </a:lnTo>
                <a:lnTo>
                  <a:pt x="143585" y="795913"/>
                </a:lnTo>
                <a:lnTo>
                  <a:pt x="144638" y="796334"/>
                </a:lnTo>
                <a:lnTo>
                  <a:pt x="145695" y="796749"/>
                </a:lnTo>
                <a:lnTo>
                  <a:pt x="146754" y="797158"/>
                </a:lnTo>
                <a:lnTo>
                  <a:pt x="147817" y="797561"/>
                </a:lnTo>
                <a:lnTo>
                  <a:pt x="148882" y="797958"/>
                </a:lnTo>
                <a:lnTo>
                  <a:pt x="149950" y="798349"/>
                </a:lnTo>
                <a:lnTo>
                  <a:pt x="151021" y="798734"/>
                </a:lnTo>
                <a:lnTo>
                  <a:pt x="152095" y="799113"/>
                </a:lnTo>
                <a:lnTo>
                  <a:pt x="153172" y="799486"/>
                </a:lnTo>
                <a:lnTo>
                  <a:pt x="154251" y="799853"/>
                </a:lnTo>
                <a:lnTo>
                  <a:pt x="155333" y="800214"/>
                </a:lnTo>
                <a:lnTo>
                  <a:pt x="156418" y="800569"/>
                </a:lnTo>
                <a:lnTo>
                  <a:pt x="157506" y="800918"/>
                </a:lnTo>
                <a:lnTo>
                  <a:pt x="158597" y="801261"/>
                </a:lnTo>
                <a:lnTo>
                  <a:pt x="159690" y="801597"/>
                </a:lnTo>
                <a:lnTo>
                  <a:pt x="160786" y="801928"/>
                </a:lnTo>
                <a:lnTo>
                  <a:pt x="161884" y="802252"/>
                </a:lnTo>
                <a:lnTo>
                  <a:pt x="162986" y="802570"/>
                </a:lnTo>
                <a:lnTo>
                  <a:pt x="164090" y="802882"/>
                </a:lnTo>
                <a:lnTo>
                  <a:pt x="165196" y="803187"/>
                </a:lnTo>
                <a:lnTo>
                  <a:pt x="166305" y="803486"/>
                </a:lnTo>
                <a:lnTo>
                  <a:pt x="167417" y="803779"/>
                </a:lnTo>
                <a:lnTo>
                  <a:pt x="168531" y="804066"/>
                </a:lnTo>
                <a:lnTo>
                  <a:pt x="169648" y="804346"/>
                </a:lnTo>
                <a:lnTo>
                  <a:pt x="170767" y="804620"/>
                </a:lnTo>
                <a:lnTo>
                  <a:pt x="171888" y="804888"/>
                </a:lnTo>
                <a:lnTo>
                  <a:pt x="173013" y="805149"/>
                </a:lnTo>
                <a:lnTo>
                  <a:pt x="174139" y="805404"/>
                </a:lnTo>
                <a:lnTo>
                  <a:pt x="175268" y="805652"/>
                </a:lnTo>
                <a:lnTo>
                  <a:pt x="176399" y="805894"/>
                </a:lnTo>
                <a:lnTo>
                  <a:pt x="177533" y="806130"/>
                </a:lnTo>
                <a:lnTo>
                  <a:pt x="178669" y="806359"/>
                </a:lnTo>
                <a:lnTo>
                  <a:pt x="179808" y="806581"/>
                </a:lnTo>
                <a:lnTo>
                  <a:pt x="180949" y="806797"/>
                </a:lnTo>
                <a:lnTo>
                  <a:pt x="182092" y="807007"/>
                </a:lnTo>
                <a:lnTo>
                  <a:pt x="183237" y="807210"/>
                </a:lnTo>
                <a:lnTo>
                  <a:pt x="184385" y="807406"/>
                </a:lnTo>
                <a:lnTo>
                  <a:pt x="185535" y="807595"/>
                </a:lnTo>
                <a:lnTo>
                  <a:pt x="186687" y="807779"/>
                </a:lnTo>
                <a:lnTo>
                  <a:pt x="187841" y="807955"/>
                </a:lnTo>
                <a:lnTo>
                  <a:pt x="188998" y="808125"/>
                </a:lnTo>
                <a:lnTo>
                  <a:pt x="190156" y="808288"/>
                </a:lnTo>
                <a:lnTo>
                  <a:pt x="191317" y="808444"/>
                </a:lnTo>
                <a:lnTo>
                  <a:pt x="192480" y="808594"/>
                </a:lnTo>
                <a:lnTo>
                  <a:pt x="193645" y="808736"/>
                </a:lnTo>
                <a:lnTo>
                  <a:pt x="194812" y="808872"/>
                </a:lnTo>
                <a:lnTo>
                  <a:pt x="195982" y="809002"/>
                </a:lnTo>
                <a:lnTo>
                  <a:pt x="197153" y="809124"/>
                </a:lnTo>
                <a:lnTo>
                  <a:pt x="198326" y="809240"/>
                </a:lnTo>
                <a:lnTo>
                  <a:pt x="199501" y="809349"/>
                </a:lnTo>
                <a:lnTo>
                  <a:pt x="200678" y="809450"/>
                </a:lnTo>
                <a:lnTo>
                  <a:pt x="201858" y="809545"/>
                </a:lnTo>
                <a:lnTo>
                  <a:pt x="203039" y="809634"/>
                </a:lnTo>
                <a:lnTo>
                  <a:pt x="204222" y="809715"/>
                </a:lnTo>
                <a:lnTo>
                  <a:pt x="205407" y="809789"/>
                </a:lnTo>
                <a:lnTo>
                  <a:pt x="206593" y="809856"/>
                </a:lnTo>
                <a:lnTo>
                  <a:pt x="207782" y="809916"/>
                </a:lnTo>
                <a:lnTo>
                  <a:pt x="208973" y="809970"/>
                </a:lnTo>
                <a:lnTo>
                  <a:pt x="210165" y="810016"/>
                </a:lnTo>
                <a:lnTo>
                  <a:pt x="211359" y="810055"/>
                </a:lnTo>
                <a:lnTo>
                  <a:pt x="212555" y="810087"/>
                </a:lnTo>
                <a:lnTo>
                  <a:pt x="213753" y="810112"/>
                </a:lnTo>
                <a:lnTo>
                  <a:pt x="214952" y="810130"/>
                </a:lnTo>
                <a:lnTo>
                  <a:pt x="216153" y="810141"/>
                </a:lnTo>
                <a:lnTo>
                  <a:pt x="217355" y="810144"/>
                </a:lnTo>
                <a:lnTo>
                  <a:pt x="217355" y="810144"/>
                </a:lnTo>
                <a:close/>
                <a:moveTo>
                  <a:pt x="1126298" y="612548"/>
                </a:moveTo>
                <a:lnTo>
                  <a:pt x="1106538" y="612548"/>
                </a:lnTo>
                <a:lnTo>
                  <a:pt x="1106535" y="613635"/>
                </a:lnTo>
                <a:lnTo>
                  <a:pt x="1106525" y="614720"/>
                </a:lnTo>
                <a:lnTo>
                  <a:pt x="1106509" y="615803"/>
                </a:lnTo>
                <a:lnTo>
                  <a:pt x="1106486" y="616885"/>
                </a:lnTo>
                <a:lnTo>
                  <a:pt x="1106457" y="617965"/>
                </a:lnTo>
                <a:lnTo>
                  <a:pt x="1106422" y="619044"/>
                </a:lnTo>
                <a:lnTo>
                  <a:pt x="1106380" y="620121"/>
                </a:lnTo>
                <a:lnTo>
                  <a:pt x="1106332" y="621196"/>
                </a:lnTo>
                <a:lnTo>
                  <a:pt x="1106277" y="622270"/>
                </a:lnTo>
                <a:lnTo>
                  <a:pt x="1106216" y="623342"/>
                </a:lnTo>
                <a:lnTo>
                  <a:pt x="1106149" y="624412"/>
                </a:lnTo>
                <a:lnTo>
                  <a:pt x="1106075" y="625481"/>
                </a:lnTo>
                <a:lnTo>
                  <a:pt x="1105995" y="626548"/>
                </a:lnTo>
                <a:lnTo>
                  <a:pt x="1105909" y="627613"/>
                </a:lnTo>
                <a:lnTo>
                  <a:pt x="1105817" y="628676"/>
                </a:lnTo>
                <a:lnTo>
                  <a:pt x="1105718" y="629737"/>
                </a:lnTo>
                <a:lnTo>
                  <a:pt x="1105613" y="630797"/>
                </a:lnTo>
                <a:lnTo>
                  <a:pt x="1105502" y="631855"/>
                </a:lnTo>
                <a:lnTo>
                  <a:pt x="1105385" y="632911"/>
                </a:lnTo>
                <a:lnTo>
                  <a:pt x="1105262" y="633965"/>
                </a:lnTo>
                <a:lnTo>
                  <a:pt x="1105132" y="635017"/>
                </a:lnTo>
                <a:lnTo>
                  <a:pt x="1104997" y="636068"/>
                </a:lnTo>
                <a:lnTo>
                  <a:pt x="1104855" y="637116"/>
                </a:lnTo>
                <a:lnTo>
                  <a:pt x="1104707" y="638163"/>
                </a:lnTo>
                <a:lnTo>
                  <a:pt x="1104553" y="639207"/>
                </a:lnTo>
                <a:lnTo>
                  <a:pt x="1104394" y="640250"/>
                </a:lnTo>
                <a:lnTo>
                  <a:pt x="1104228" y="641290"/>
                </a:lnTo>
                <a:lnTo>
                  <a:pt x="1104056" y="642329"/>
                </a:lnTo>
                <a:lnTo>
                  <a:pt x="1103878" y="643365"/>
                </a:lnTo>
                <a:lnTo>
                  <a:pt x="1103694" y="644400"/>
                </a:lnTo>
                <a:lnTo>
                  <a:pt x="1103504" y="645432"/>
                </a:lnTo>
                <a:lnTo>
                  <a:pt x="1103308" y="646462"/>
                </a:lnTo>
                <a:lnTo>
                  <a:pt x="1103107" y="647490"/>
                </a:lnTo>
                <a:lnTo>
                  <a:pt x="1102899" y="648517"/>
                </a:lnTo>
                <a:lnTo>
                  <a:pt x="1102686" y="649540"/>
                </a:lnTo>
                <a:lnTo>
                  <a:pt x="1102466" y="650562"/>
                </a:lnTo>
                <a:lnTo>
                  <a:pt x="1102241" y="651582"/>
                </a:lnTo>
                <a:lnTo>
                  <a:pt x="1102010" y="652599"/>
                </a:lnTo>
                <a:lnTo>
                  <a:pt x="1101773" y="653614"/>
                </a:lnTo>
                <a:lnTo>
                  <a:pt x="1101531" y="654627"/>
                </a:lnTo>
                <a:lnTo>
                  <a:pt x="1101282" y="655638"/>
                </a:lnTo>
                <a:lnTo>
                  <a:pt x="1101028" y="656646"/>
                </a:lnTo>
                <a:lnTo>
                  <a:pt x="1100768" y="657652"/>
                </a:lnTo>
                <a:lnTo>
                  <a:pt x="1100503" y="658656"/>
                </a:lnTo>
                <a:lnTo>
                  <a:pt x="1100232" y="659657"/>
                </a:lnTo>
                <a:lnTo>
                  <a:pt x="1099955" y="660657"/>
                </a:lnTo>
                <a:lnTo>
                  <a:pt x="1099672" y="661653"/>
                </a:lnTo>
                <a:lnTo>
                  <a:pt x="1099384" y="662648"/>
                </a:lnTo>
                <a:lnTo>
                  <a:pt x="1099090" y="663640"/>
                </a:lnTo>
                <a:lnTo>
                  <a:pt x="1098790" y="664629"/>
                </a:lnTo>
                <a:lnTo>
                  <a:pt x="1098485" y="665616"/>
                </a:lnTo>
                <a:lnTo>
                  <a:pt x="1098175" y="666601"/>
                </a:lnTo>
                <a:lnTo>
                  <a:pt x="1097859" y="667583"/>
                </a:lnTo>
                <a:lnTo>
                  <a:pt x="1097537" y="668563"/>
                </a:lnTo>
                <a:lnTo>
                  <a:pt x="1097210" y="669540"/>
                </a:lnTo>
                <a:lnTo>
                  <a:pt x="1096877" y="670514"/>
                </a:lnTo>
                <a:lnTo>
                  <a:pt x="1096539" y="671486"/>
                </a:lnTo>
                <a:lnTo>
                  <a:pt x="1096195" y="672456"/>
                </a:lnTo>
                <a:lnTo>
                  <a:pt x="1095846" y="673423"/>
                </a:lnTo>
                <a:lnTo>
                  <a:pt x="1095492" y="674387"/>
                </a:lnTo>
                <a:lnTo>
                  <a:pt x="1095132" y="675349"/>
                </a:lnTo>
                <a:lnTo>
                  <a:pt x="1094767" y="676308"/>
                </a:lnTo>
                <a:lnTo>
                  <a:pt x="1094396" y="677264"/>
                </a:lnTo>
                <a:lnTo>
                  <a:pt x="1094020" y="678218"/>
                </a:lnTo>
                <a:lnTo>
                  <a:pt x="1093639" y="679169"/>
                </a:lnTo>
                <a:lnTo>
                  <a:pt x="1093252" y="680117"/>
                </a:lnTo>
                <a:lnTo>
                  <a:pt x="1092860" y="681063"/>
                </a:lnTo>
                <a:lnTo>
                  <a:pt x="1092463" y="682006"/>
                </a:lnTo>
                <a:lnTo>
                  <a:pt x="1092061" y="682946"/>
                </a:lnTo>
                <a:lnTo>
                  <a:pt x="1091653" y="683883"/>
                </a:lnTo>
                <a:lnTo>
                  <a:pt x="1091240" y="684817"/>
                </a:lnTo>
                <a:lnTo>
                  <a:pt x="1090822" y="685749"/>
                </a:lnTo>
                <a:lnTo>
                  <a:pt x="1090399" y="686678"/>
                </a:lnTo>
                <a:lnTo>
                  <a:pt x="1089971" y="687604"/>
                </a:lnTo>
                <a:lnTo>
                  <a:pt x="1089537" y="688527"/>
                </a:lnTo>
                <a:lnTo>
                  <a:pt x="1089098" y="689447"/>
                </a:lnTo>
                <a:lnTo>
                  <a:pt x="1088654" y="690364"/>
                </a:lnTo>
                <a:lnTo>
                  <a:pt x="1088206" y="691278"/>
                </a:lnTo>
                <a:lnTo>
                  <a:pt x="1087752" y="692189"/>
                </a:lnTo>
                <a:lnTo>
                  <a:pt x="1087293" y="693098"/>
                </a:lnTo>
                <a:lnTo>
                  <a:pt x="1086829" y="694003"/>
                </a:lnTo>
                <a:lnTo>
                  <a:pt x="1086360" y="694906"/>
                </a:lnTo>
                <a:lnTo>
                  <a:pt x="1085886" y="695805"/>
                </a:lnTo>
                <a:lnTo>
                  <a:pt x="1085407" y="696701"/>
                </a:lnTo>
                <a:lnTo>
                  <a:pt x="1084923" y="697594"/>
                </a:lnTo>
                <a:lnTo>
                  <a:pt x="1084434" y="698484"/>
                </a:lnTo>
                <a:lnTo>
                  <a:pt x="1083940" y="699371"/>
                </a:lnTo>
                <a:lnTo>
                  <a:pt x="1083441" y="700255"/>
                </a:lnTo>
                <a:lnTo>
                  <a:pt x="1082937" y="701136"/>
                </a:lnTo>
                <a:lnTo>
                  <a:pt x="1082429" y="702014"/>
                </a:lnTo>
                <a:lnTo>
                  <a:pt x="1081916" y="702888"/>
                </a:lnTo>
                <a:lnTo>
                  <a:pt x="1081397" y="703759"/>
                </a:lnTo>
                <a:lnTo>
                  <a:pt x="1080874" y="704627"/>
                </a:lnTo>
                <a:lnTo>
                  <a:pt x="1080347" y="705492"/>
                </a:lnTo>
                <a:lnTo>
                  <a:pt x="1079814" y="706354"/>
                </a:lnTo>
                <a:lnTo>
                  <a:pt x="1079277" y="707212"/>
                </a:lnTo>
                <a:lnTo>
                  <a:pt x="1078735" y="708067"/>
                </a:lnTo>
                <a:lnTo>
                  <a:pt x="1078188" y="708919"/>
                </a:lnTo>
                <a:lnTo>
                  <a:pt x="1077636" y="709767"/>
                </a:lnTo>
                <a:lnTo>
                  <a:pt x="1077080" y="710612"/>
                </a:lnTo>
                <a:lnTo>
                  <a:pt x="1076519" y="711454"/>
                </a:lnTo>
                <a:lnTo>
                  <a:pt x="1075954" y="712292"/>
                </a:lnTo>
                <a:lnTo>
                  <a:pt x="1075384" y="713127"/>
                </a:lnTo>
                <a:lnTo>
                  <a:pt x="1074809" y="713958"/>
                </a:lnTo>
                <a:lnTo>
                  <a:pt x="1074230" y="714787"/>
                </a:lnTo>
                <a:lnTo>
                  <a:pt x="1073646" y="715611"/>
                </a:lnTo>
                <a:lnTo>
                  <a:pt x="1073058" y="716432"/>
                </a:lnTo>
                <a:lnTo>
                  <a:pt x="1072465" y="717250"/>
                </a:lnTo>
                <a:lnTo>
                  <a:pt x="1071867" y="718064"/>
                </a:lnTo>
                <a:lnTo>
                  <a:pt x="1071265" y="718875"/>
                </a:lnTo>
                <a:lnTo>
                  <a:pt x="1070659" y="719682"/>
                </a:lnTo>
                <a:lnTo>
                  <a:pt x="1070048" y="720485"/>
                </a:lnTo>
                <a:lnTo>
                  <a:pt x="1069432" y="721285"/>
                </a:lnTo>
                <a:lnTo>
                  <a:pt x="1068813" y="722081"/>
                </a:lnTo>
                <a:lnTo>
                  <a:pt x="1068188" y="722874"/>
                </a:lnTo>
                <a:lnTo>
                  <a:pt x="1067560" y="723663"/>
                </a:lnTo>
                <a:lnTo>
                  <a:pt x="1066927" y="724449"/>
                </a:lnTo>
                <a:lnTo>
                  <a:pt x="1066289" y="725230"/>
                </a:lnTo>
                <a:lnTo>
                  <a:pt x="1065648" y="726009"/>
                </a:lnTo>
                <a:lnTo>
                  <a:pt x="1065002" y="726783"/>
                </a:lnTo>
                <a:lnTo>
                  <a:pt x="1064352" y="727554"/>
                </a:lnTo>
                <a:lnTo>
                  <a:pt x="1063697" y="728320"/>
                </a:lnTo>
                <a:lnTo>
                  <a:pt x="1063038" y="729084"/>
                </a:lnTo>
                <a:lnTo>
                  <a:pt x="1062375" y="729843"/>
                </a:lnTo>
                <a:lnTo>
                  <a:pt x="1061708" y="730598"/>
                </a:lnTo>
                <a:lnTo>
                  <a:pt x="1061036" y="731350"/>
                </a:lnTo>
                <a:lnTo>
                  <a:pt x="1060361" y="732098"/>
                </a:lnTo>
                <a:lnTo>
                  <a:pt x="1059681" y="732842"/>
                </a:lnTo>
                <a:lnTo>
                  <a:pt x="1058997" y="733582"/>
                </a:lnTo>
                <a:lnTo>
                  <a:pt x="1058309" y="734318"/>
                </a:lnTo>
                <a:lnTo>
                  <a:pt x="1057617" y="735051"/>
                </a:lnTo>
                <a:lnTo>
                  <a:pt x="1056920" y="735779"/>
                </a:lnTo>
                <a:lnTo>
                  <a:pt x="1056220" y="736504"/>
                </a:lnTo>
                <a:lnTo>
                  <a:pt x="1055515" y="737224"/>
                </a:lnTo>
                <a:lnTo>
                  <a:pt x="1054807" y="737941"/>
                </a:lnTo>
                <a:lnTo>
                  <a:pt x="1054094" y="738653"/>
                </a:lnTo>
                <a:lnTo>
                  <a:pt x="1053378" y="739362"/>
                </a:lnTo>
                <a:lnTo>
                  <a:pt x="1052657" y="740066"/>
                </a:lnTo>
                <a:lnTo>
                  <a:pt x="1051933" y="740767"/>
                </a:lnTo>
                <a:lnTo>
                  <a:pt x="1051204" y="741463"/>
                </a:lnTo>
                <a:lnTo>
                  <a:pt x="1050472" y="742155"/>
                </a:lnTo>
                <a:lnTo>
                  <a:pt x="1049736" y="742843"/>
                </a:lnTo>
                <a:lnTo>
                  <a:pt x="1048996" y="743527"/>
                </a:lnTo>
                <a:lnTo>
                  <a:pt x="1048252" y="744207"/>
                </a:lnTo>
                <a:lnTo>
                  <a:pt x="1047504" y="744883"/>
                </a:lnTo>
                <a:lnTo>
                  <a:pt x="1046752" y="745554"/>
                </a:lnTo>
                <a:lnTo>
                  <a:pt x="1045997" y="746221"/>
                </a:lnTo>
                <a:lnTo>
                  <a:pt x="1045237" y="746885"/>
                </a:lnTo>
                <a:lnTo>
                  <a:pt x="1044474" y="747543"/>
                </a:lnTo>
                <a:lnTo>
                  <a:pt x="1043707" y="748198"/>
                </a:lnTo>
                <a:lnTo>
                  <a:pt x="1042937" y="748848"/>
                </a:lnTo>
                <a:lnTo>
                  <a:pt x="1042162" y="749494"/>
                </a:lnTo>
                <a:lnTo>
                  <a:pt x="1041384" y="750136"/>
                </a:lnTo>
                <a:lnTo>
                  <a:pt x="1040602" y="750773"/>
                </a:lnTo>
                <a:lnTo>
                  <a:pt x="1039817" y="751406"/>
                </a:lnTo>
                <a:lnTo>
                  <a:pt x="1039028" y="752035"/>
                </a:lnTo>
                <a:lnTo>
                  <a:pt x="1038235" y="752659"/>
                </a:lnTo>
                <a:lnTo>
                  <a:pt x="1037439" y="753279"/>
                </a:lnTo>
                <a:lnTo>
                  <a:pt x="1036639" y="753894"/>
                </a:lnTo>
                <a:lnTo>
                  <a:pt x="1035835" y="754505"/>
                </a:lnTo>
                <a:lnTo>
                  <a:pt x="1035028" y="755111"/>
                </a:lnTo>
                <a:lnTo>
                  <a:pt x="1034218" y="755713"/>
                </a:lnTo>
                <a:lnTo>
                  <a:pt x="1033404" y="756311"/>
                </a:lnTo>
                <a:lnTo>
                  <a:pt x="1032586" y="756904"/>
                </a:lnTo>
                <a:lnTo>
                  <a:pt x="1031765" y="757492"/>
                </a:lnTo>
                <a:lnTo>
                  <a:pt x="1030940" y="758076"/>
                </a:lnTo>
                <a:lnTo>
                  <a:pt x="1030112" y="758655"/>
                </a:lnTo>
                <a:lnTo>
                  <a:pt x="1029281" y="759230"/>
                </a:lnTo>
                <a:lnTo>
                  <a:pt x="1028446" y="759800"/>
                </a:lnTo>
                <a:lnTo>
                  <a:pt x="1027607" y="760366"/>
                </a:lnTo>
                <a:lnTo>
                  <a:pt x="1026766" y="760927"/>
                </a:lnTo>
                <a:lnTo>
                  <a:pt x="1025921" y="761483"/>
                </a:lnTo>
                <a:lnTo>
                  <a:pt x="1025072" y="762034"/>
                </a:lnTo>
                <a:lnTo>
                  <a:pt x="1024221" y="762581"/>
                </a:lnTo>
                <a:lnTo>
                  <a:pt x="1023366" y="763123"/>
                </a:lnTo>
                <a:lnTo>
                  <a:pt x="1022507" y="763660"/>
                </a:lnTo>
                <a:lnTo>
                  <a:pt x="1021646" y="764193"/>
                </a:lnTo>
                <a:lnTo>
                  <a:pt x="1020781" y="764721"/>
                </a:lnTo>
                <a:lnTo>
                  <a:pt x="1019913" y="765244"/>
                </a:lnTo>
                <a:lnTo>
                  <a:pt x="1019042" y="765762"/>
                </a:lnTo>
                <a:lnTo>
                  <a:pt x="1018167" y="766275"/>
                </a:lnTo>
                <a:lnTo>
                  <a:pt x="1017290" y="766784"/>
                </a:lnTo>
                <a:lnTo>
                  <a:pt x="1016409" y="767287"/>
                </a:lnTo>
                <a:lnTo>
                  <a:pt x="1015525" y="767786"/>
                </a:lnTo>
                <a:lnTo>
                  <a:pt x="1014638" y="768280"/>
                </a:lnTo>
                <a:lnTo>
                  <a:pt x="1013748" y="768769"/>
                </a:lnTo>
                <a:lnTo>
                  <a:pt x="1012855" y="769253"/>
                </a:lnTo>
                <a:lnTo>
                  <a:pt x="1011958" y="769732"/>
                </a:lnTo>
                <a:lnTo>
                  <a:pt x="1011059" y="770206"/>
                </a:lnTo>
                <a:lnTo>
                  <a:pt x="1010157" y="770675"/>
                </a:lnTo>
                <a:lnTo>
                  <a:pt x="1009251" y="771139"/>
                </a:lnTo>
                <a:lnTo>
                  <a:pt x="1008343" y="771598"/>
                </a:lnTo>
                <a:lnTo>
                  <a:pt x="1007432" y="772052"/>
                </a:lnTo>
                <a:lnTo>
                  <a:pt x="1006518" y="772501"/>
                </a:lnTo>
                <a:lnTo>
                  <a:pt x="1005600" y="772945"/>
                </a:lnTo>
                <a:lnTo>
                  <a:pt x="1004680" y="773383"/>
                </a:lnTo>
                <a:lnTo>
                  <a:pt x="1003757" y="773817"/>
                </a:lnTo>
                <a:lnTo>
                  <a:pt x="1002831" y="774245"/>
                </a:lnTo>
                <a:lnTo>
                  <a:pt x="1001903" y="774669"/>
                </a:lnTo>
                <a:lnTo>
                  <a:pt x="1000971" y="775087"/>
                </a:lnTo>
                <a:lnTo>
                  <a:pt x="1000036" y="775499"/>
                </a:lnTo>
                <a:lnTo>
                  <a:pt x="999099" y="775907"/>
                </a:lnTo>
                <a:lnTo>
                  <a:pt x="998159" y="776310"/>
                </a:lnTo>
                <a:lnTo>
                  <a:pt x="997216" y="776707"/>
                </a:lnTo>
                <a:lnTo>
                  <a:pt x="996271" y="777099"/>
                </a:lnTo>
                <a:lnTo>
                  <a:pt x="995323" y="777485"/>
                </a:lnTo>
                <a:lnTo>
                  <a:pt x="994372" y="777866"/>
                </a:lnTo>
                <a:lnTo>
                  <a:pt x="993418" y="778242"/>
                </a:lnTo>
                <a:lnTo>
                  <a:pt x="992461" y="778613"/>
                </a:lnTo>
                <a:lnTo>
                  <a:pt x="991502" y="778978"/>
                </a:lnTo>
                <a:lnTo>
                  <a:pt x="990541" y="779338"/>
                </a:lnTo>
                <a:lnTo>
                  <a:pt x="989576" y="779693"/>
                </a:lnTo>
                <a:lnTo>
                  <a:pt x="988610" y="780042"/>
                </a:lnTo>
                <a:lnTo>
                  <a:pt x="987640" y="780385"/>
                </a:lnTo>
                <a:lnTo>
                  <a:pt x="986668" y="780723"/>
                </a:lnTo>
                <a:lnTo>
                  <a:pt x="985693" y="781056"/>
                </a:lnTo>
                <a:lnTo>
                  <a:pt x="984716" y="781383"/>
                </a:lnTo>
                <a:lnTo>
                  <a:pt x="983737" y="781705"/>
                </a:lnTo>
                <a:lnTo>
                  <a:pt x="982754" y="782021"/>
                </a:lnTo>
                <a:lnTo>
                  <a:pt x="981770" y="782332"/>
                </a:lnTo>
                <a:lnTo>
                  <a:pt x="980783" y="782637"/>
                </a:lnTo>
                <a:lnTo>
                  <a:pt x="979793" y="782936"/>
                </a:lnTo>
                <a:lnTo>
                  <a:pt x="978801" y="783230"/>
                </a:lnTo>
                <a:lnTo>
                  <a:pt x="977807" y="783518"/>
                </a:lnTo>
                <a:lnTo>
                  <a:pt x="976810" y="783801"/>
                </a:lnTo>
                <a:lnTo>
                  <a:pt x="975811" y="784078"/>
                </a:lnTo>
                <a:lnTo>
                  <a:pt x="974810" y="784349"/>
                </a:lnTo>
                <a:lnTo>
                  <a:pt x="973806" y="784615"/>
                </a:lnTo>
                <a:lnTo>
                  <a:pt x="972800" y="784875"/>
                </a:lnTo>
                <a:lnTo>
                  <a:pt x="971791" y="785129"/>
                </a:lnTo>
                <a:lnTo>
                  <a:pt x="970781" y="785377"/>
                </a:lnTo>
                <a:lnTo>
                  <a:pt x="969768" y="785620"/>
                </a:lnTo>
                <a:lnTo>
                  <a:pt x="968753" y="785856"/>
                </a:lnTo>
                <a:lnTo>
                  <a:pt x="967735" y="786087"/>
                </a:lnTo>
                <a:lnTo>
                  <a:pt x="966716" y="786313"/>
                </a:lnTo>
                <a:lnTo>
                  <a:pt x="965694" y="786532"/>
                </a:lnTo>
                <a:lnTo>
                  <a:pt x="964670" y="786745"/>
                </a:lnTo>
                <a:lnTo>
                  <a:pt x="963644" y="786953"/>
                </a:lnTo>
                <a:lnTo>
                  <a:pt x="962616" y="787155"/>
                </a:lnTo>
                <a:lnTo>
                  <a:pt x="961586" y="787350"/>
                </a:lnTo>
                <a:lnTo>
                  <a:pt x="960553" y="787540"/>
                </a:lnTo>
                <a:lnTo>
                  <a:pt x="959519" y="787724"/>
                </a:lnTo>
                <a:lnTo>
                  <a:pt x="958482" y="787902"/>
                </a:lnTo>
                <a:lnTo>
                  <a:pt x="957444" y="788074"/>
                </a:lnTo>
                <a:lnTo>
                  <a:pt x="956403" y="788240"/>
                </a:lnTo>
                <a:lnTo>
                  <a:pt x="955361" y="788400"/>
                </a:lnTo>
                <a:lnTo>
                  <a:pt x="954316" y="788554"/>
                </a:lnTo>
                <a:lnTo>
                  <a:pt x="953270" y="788701"/>
                </a:lnTo>
                <a:lnTo>
                  <a:pt x="952221" y="788843"/>
                </a:lnTo>
                <a:lnTo>
                  <a:pt x="951171" y="788979"/>
                </a:lnTo>
                <a:lnTo>
                  <a:pt x="950119" y="789108"/>
                </a:lnTo>
                <a:lnTo>
                  <a:pt x="949065" y="789232"/>
                </a:lnTo>
                <a:lnTo>
                  <a:pt x="948009" y="789349"/>
                </a:lnTo>
                <a:lnTo>
                  <a:pt x="946951" y="789460"/>
                </a:lnTo>
                <a:lnTo>
                  <a:pt x="945891" y="789565"/>
                </a:lnTo>
                <a:lnTo>
                  <a:pt x="944830" y="789663"/>
                </a:lnTo>
                <a:lnTo>
                  <a:pt x="943766" y="789756"/>
                </a:lnTo>
                <a:lnTo>
                  <a:pt x="942701" y="789842"/>
                </a:lnTo>
                <a:lnTo>
                  <a:pt x="941634" y="789922"/>
                </a:lnTo>
                <a:lnTo>
                  <a:pt x="940566" y="789995"/>
                </a:lnTo>
                <a:lnTo>
                  <a:pt x="939495" y="790062"/>
                </a:lnTo>
                <a:lnTo>
                  <a:pt x="938423" y="790123"/>
                </a:lnTo>
                <a:lnTo>
                  <a:pt x="937350" y="790178"/>
                </a:lnTo>
                <a:lnTo>
                  <a:pt x="936274" y="790226"/>
                </a:lnTo>
                <a:lnTo>
                  <a:pt x="935197" y="790268"/>
                </a:lnTo>
                <a:lnTo>
                  <a:pt x="934119" y="790304"/>
                </a:lnTo>
                <a:lnTo>
                  <a:pt x="933039" y="790333"/>
                </a:lnTo>
                <a:lnTo>
                  <a:pt x="931957" y="790355"/>
                </a:lnTo>
                <a:lnTo>
                  <a:pt x="930873" y="790372"/>
                </a:lnTo>
                <a:lnTo>
                  <a:pt x="929788" y="790381"/>
                </a:lnTo>
                <a:lnTo>
                  <a:pt x="928702" y="790385"/>
                </a:lnTo>
                <a:lnTo>
                  <a:pt x="928702" y="810144"/>
                </a:lnTo>
                <a:lnTo>
                  <a:pt x="928702" y="810144"/>
                </a:lnTo>
                <a:lnTo>
                  <a:pt x="929905" y="810141"/>
                </a:lnTo>
                <a:lnTo>
                  <a:pt x="931106" y="810130"/>
                </a:lnTo>
                <a:lnTo>
                  <a:pt x="932305" y="810112"/>
                </a:lnTo>
                <a:lnTo>
                  <a:pt x="933503" y="810087"/>
                </a:lnTo>
                <a:lnTo>
                  <a:pt x="934699" y="810055"/>
                </a:lnTo>
                <a:lnTo>
                  <a:pt x="935893" y="810016"/>
                </a:lnTo>
                <a:lnTo>
                  <a:pt x="937085" y="809970"/>
                </a:lnTo>
                <a:lnTo>
                  <a:pt x="938276" y="809916"/>
                </a:lnTo>
                <a:lnTo>
                  <a:pt x="939464" y="809856"/>
                </a:lnTo>
                <a:lnTo>
                  <a:pt x="940651" y="809789"/>
                </a:lnTo>
                <a:lnTo>
                  <a:pt x="941836" y="809715"/>
                </a:lnTo>
                <a:lnTo>
                  <a:pt x="943019" y="809634"/>
                </a:lnTo>
                <a:lnTo>
                  <a:pt x="944200" y="809545"/>
                </a:lnTo>
                <a:lnTo>
                  <a:pt x="945379" y="809450"/>
                </a:lnTo>
                <a:lnTo>
                  <a:pt x="946556" y="809349"/>
                </a:lnTo>
                <a:lnTo>
                  <a:pt x="947732" y="809240"/>
                </a:lnTo>
                <a:lnTo>
                  <a:pt x="948905" y="809124"/>
                </a:lnTo>
                <a:lnTo>
                  <a:pt x="950076" y="809002"/>
                </a:lnTo>
                <a:lnTo>
                  <a:pt x="951245" y="808872"/>
                </a:lnTo>
                <a:lnTo>
                  <a:pt x="952412" y="808736"/>
                </a:lnTo>
                <a:lnTo>
                  <a:pt x="953577" y="808594"/>
                </a:lnTo>
                <a:lnTo>
                  <a:pt x="954740" y="808444"/>
                </a:lnTo>
                <a:lnTo>
                  <a:pt x="955901" y="808288"/>
                </a:lnTo>
                <a:lnTo>
                  <a:pt x="957060" y="808125"/>
                </a:lnTo>
                <a:lnTo>
                  <a:pt x="958216" y="807955"/>
                </a:lnTo>
                <a:lnTo>
                  <a:pt x="959371" y="807779"/>
                </a:lnTo>
                <a:lnTo>
                  <a:pt x="960523" y="807595"/>
                </a:lnTo>
                <a:lnTo>
                  <a:pt x="961673" y="807406"/>
                </a:lnTo>
                <a:lnTo>
                  <a:pt x="962820" y="807210"/>
                </a:lnTo>
                <a:lnTo>
                  <a:pt x="963966" y="807007"/>
                </a:lnTo>
                <a:lnTo>
                  <a:pt x="965109" y="806797"/>
                </a:lnTo>
                <a:lnTo>
                  <a:pt x="966250" y="806581"/>
                </a:lnTo>
                <a:lnTo>
                  <a:pt x="967388" y="806359"/>
                </a:lnTo>
                <a:lnTo>
                  <a:pt x="968524" y="806130"/>
                </a:lnTo>
                <a:lnTo>
                  <a:pt x="969658" y="805894"/>
                </a:lnTo>
                <a:lnTo>
                  <a:pt x="970790" y="805652"/>
                </a:lnTo>
                <a:lnTo>
                  <a:pt x="971919" y="805404"/>
                </a:lnTo>
                <a:lnTo>
                  <a:pt x="973045" y="805149"/>
                </a:lnTo>
                <a:lnTo>
                  <a:pt x="974169" y="804888"/>
                </a:lnTo>
                <a:lnTo>
                  <a:pt x="975291" y="804620"/>
                </a:lnTo>
                <a:lnTo>
                  <a:pt x="976410" y="804346"/>
                </a:lnTo>
                <a:lnTo>
                  <a:pt x="977527" y="804066"/>
                </a:lnTo>
                <a:lnTo>
                  <a:pt x="978641" y="803779"/>
                </a:lnTo>
                <a:lnTo>
                  <a:pt x="979753" y="803486"/>
                </a:lnTo>
                <a:lnTo>
                  <a:pt x="980862" y="803187"/>
                </a:lnTo>
                <a:lnTo>
                  <a:pt x="981968" y="802882"/>
                </a:lnTo>
                <a:lnTo>
                  <a:pt x="983072" y="802570"/>
                </a:lnTo>
                <a:lnTo>
                  <a:pt x="984173" y="802252"/>
                </a:lnTo>
                <a:lnTo>
                  <a:pt x="985272" y="801928"/>
                </a:lnTo>
                <a:lnTo>
                  <a:pt x="986368" y="801597"/>
                </a:lnTo>
                <a:lnTo>
                  <a:pt x="987461" y="801261"/>
                </a:lnTo>
                <a:lnTo>
                  <a:pt x="988551" y="800918"/>
                </a:lnTo>
                <a:lnTo>
                  <a:pt x="989639" y="800569"/>
                </a:lnTo>
                <a:lnTo>
                  <a:pt x="990724" y="800214"/>
                </a:lnTo>
                <a:lnTo>
                  <a:pt x="991807" y="799853"/>
                </a:lnTo>
                <a:lnTo>
                  <a:pt x="992886" y="799486"/>
                </a:lnTo>
                <a:lnTo>
                  <a:pt x="993963" y="799113"/>
                </a:lnTo>
                <a:lnTo>
                  <a:pt x="995037" y="798734"/>
                </a:lnTo>
                <a:lnTo>
                  <a:pt x="996108" y="798349"/>
                </a:lnTo>
                <a:lnTo>
                  <a:pt x="997176" y="797958"/>
                </a:lnTo>
                <a:lnTo>
                  <a:pt x="998241" y="797561"/>
                </a:lnTo>
                <a:lnTo>
                  <a:pt x="999303" y="797158"/>
                </a:lnTo>
                <a:lnTo>
                  <a:pt x="1000363" y="796749"/>
                </a:lnTo>
                <a:lnTo>
                  <a:pt x="1001419" y="796334"/>
                </a:lnTo>
                <a:lnTo>
                  <a:pt x="1002473" y="795913"/>
                </a:lnTo>
                <a:lnTo>
                  <a:pt x="1003523" y="795487"/>
                </a:lnTo>
                <a:lnTo>
                  <a:pt x="1004571" y="795054"/>
                </a:lnTo>
                <a:lnTo>
                  <a:pt x="1005615" y="794616"/>
                </a:lnTo>
                <a:lnTo>
                  <a:pt x="1006657" y="794172"/>
                </a:lnTo>
                <a:lnTo>
                  <a:pt x="1007695" y="793722"/>
                </a:lnTo>
                <a:lnTo>
                  <a:pt x="1008730" y="793267"/>
                </a:lnTo>
                <a:lnTo>
                  <a:pt x="1009762" y="792806"/>
                </a:lnTo>
                <a:lnTo>
                  <a:pt x="1010791" y="792338"/>
                </a:lnTo>
                <a:lnTo>
                  <a:pt x="1011817" y="791866"/>
                </a:lnTo>
                <a:lnTo>
                  <a:pt x="1012840" y="791387"/>
                </a:lnTo>
                <a:lnTo>
                  <a:pt x="1013859" y="790903"/>
                </a:lnTo>
                <a:lnTo>
                  <a:pt x="1014876" y="790414"/>
                </a:lnTo>
                <a:lnTo>
                  <a:pt x="1015889" y="789918"/>
                </a:lnTo>
                <a:lnTo>
                  <a:pt x="1016899" y="789417"/>
                </a:lnTo>
                <a:lnTo>
                  <a:pt x="1017905" y="788911"/>
                </a:lnTo>
                <a:lnTo>
                  <a:pt x="1018908" y="788399"/>
                </a:lnTo>
                <a:lnTo>
                  <a:pt x="1019908" y="787881"/>
                </a:lnTo>
                <a:lnTo>
                  <a:pt x="1020905" y="787358"/>
                </a:lnTo>
                <a:lnTo>
                  <a:pt x="1021898" y="786830"/>
                </a:lnTo>
                <a:lnTo>
                  <a:pt x="1022888" y="786295"/>
                </a:lnTo>
                <a:lnTo>
                  <a:pt x="1023874" y="785756"/>
                </a:lnTo>
                <a:lnTo>
                  <a:pt x="1024857" y="785211"/>
                </a:lnTo>
                <a:lnTo>
                  <a:pt x="1025837" y="784661"/>
                </a:lnTo>
                <a:lnTo>
                  <a:pt x="1026813" y="784105"/>
                </a:lnTo>
                <a:lnTo>
                  <a:pt x="1027786" y="783544"/>
                </a:lnTo>
                <a:lnTo>
                  <a:pt x="1028755" y="782977"/>
                </a:lnTo>
                <a:lnTo>
                  <a:pt x="1029721" y="782405"/>
                </a:lnTo>
                <a:lnTo>
                  <a:pt x="1030683" y="781828"/>
                </a:lnTo>
                <a:lnTo>
                  <a:pt x="1031642" y="781246"/>
                </a:lnTo>
                <a:lnTo>
                  <a:pt x="1032597" y="780658"/>
                </a:lnTo>
                <a:lnTo>
                  <a:pt x="1033548" y="780065"/>
                </a:lnTo>
                <a:lnTo>
                  <a:pt x="1034496" y="779467"/>
                </a:lnTo>
                <a:lnTo>
                  <a:pt x="1035440" y="778863"/>
                </a:lnTo>
                <a:lnTo>
                  <a:pt x="1036380" y="778255"/>
                </a:lnTo>
                <a:lnTo>
                  <a:pt x="1037317" y="777641"/>
                </a:lnTo>
                <a:lnTo>
                  <a:pt x="1038250" y="777022"/>
                </a:lnTo>
                <a:lnTo>
                  <a:pt x="1039180" y="776398"/>
                </a:lnTo>
                <a:lnTo>
                  <a:pt x="1040105" y="775769"/>
                </a:lnTo>
                <a:lnTo>
                  <a:pt x="1041027" y="775134"/>
                </a:lnTo>
                <a:lnTo>
                  <a:pt x="1041945" y="774495"/>
                </a:lnTo>
                <a:lnTo>
                  <a:pt x="1042860" y="773851"/>
                </a:lnTo>
                <a:lnTo>
                  <a:pt x="1043770" y="773201"/>
                </a:lnTo>
                <a:lnTo>
                  <a:pt x="1044677" y="772547"/>
                </a:lnTo>
                <a:lnTo>
                  <a:pt x="1045580" y="771887"/>
                </a:lnTo>
                <a:lnTo>
                  <a:pt x="1046479" y="771223"/>
                </a:lnTo>
                <a:lnTo>
                  <a:pt x="1047374" y="770554"/>
                </a:lnTo>
                <a:lnTo>
                  <a:pt x="1048265" y="769879"/>
                </a:lnTo>
                <a:lnTo>
                  <a:pt x="1049152" y="769200"/>
                </a:lnTo>
                <a:lnTo>
                  <a:pt x="1050035" y="768516"/>
                </a:lnTo>
                <a:lnTo>
                  <a:pt x="1050915" y="767827"/>
                </a:lnTo>
                <a:lnTo>
                  <a:pt x="1051790" y="767133"/>
                </a:lnTo>
                <a:lnTo>
                  <a:pt x="1052661" y="766435"/>
                </a:lnTo>
                <a:lnTo>
                  <a:pt x="1053528" y="765731"/>
                </a:lnTo>
                <a:lnTo>
                  <a:pt x="1054391" y="765023"/>
                </a:lnTo>
                <a:lnTo>
                  <a:pt x="1055250" y="764310"/>
                </a:lnTo>
                <a:lnTo>
                  <a:pt x="1056105" y="763592"/>
                </a:lnTo>
                <a:lnTo>
                  <a:pt x="1056956" y="762870"/>
                </a:lnTo>
                <a:lnTo>
                  <a:pt x="1057803" y="762142"/>
                </a:lnTo>
                <a:lnTo>
                  <a:pt x="1058645" y="761411"/>
                </a:lnTo>
                <a:lnTo>
                  <a:pt x="1059484" y="760674"/>
                </a:lnTo>
                <a:lnTo>
                  <a:pt x="1060318" y="759933"/>
                </a:lnTo>
                <a:lnTo>
                  <a:pt x="1061148" y="759187"/>
                </a:lnTo>
                <a:lnTo>
                  <a:pt x="1061973" y="758437"/>
                </a:lnTo>
                <a:lnTo>
                  <a:pt x="1062795" y="757682"/>
                </a:lnTo>
                <a:lnTo>
                  <a:pt x="1063612" y="756922"/>
                </a:lnTo>
                <a:lnTo>
                  <a:pt x="1064425" y="756158"/>
                </a:lnTo>
                <a:lnTo>
                  <a:pt x="1065233" y="755389"/>
                </a:lnTo>
                <a:lnTo>
                  <a:pt x="1066037" y="754616"/>
                </a:lnTo>
                <a:lnTo>
                  <a:pt x="1066837" y="753838"/>
                </a:lnTo>
                <a:lnTo>
                  <a:pt x="1067632" y="753056"/>
                </a:lnTo>
                <a:lnTo>
                  <a:pt x="1068423" y="752270"/>
                </a:lnTo>
                <a:lnTo>
                  <a:pt x="1069210" y="751479"/>
                </a:lnTo>
                <a:lnTo>
                  <a:pt x="1069992" y="750683"/>
                </a:lnTo>
                <a:lnTo>
                  <a:pt x="1070770" y="749884"/>
                </a:lnTo>
                <a:lnTo>
                  <a:pt x="1071543" y="749079"/>
                </a:lnTo>
                <a:lnTo>
                  <a:pt x="1072312" y="748271"/>
                </a:lnTo>
                <a:lnTo>
                  <a:pt x="1073076" y="747458"/>
                </a:lnTo>
                <a:lnTo>
                  <a:pt x="1073835" y="746641"/>
                </a:lnTo>
                <a:lnTo>
                  <a:pt x="1074590" y="745820"/>
                </a:lnTo>
                <a:lnTo>
                  <a:pt x="1075341" y="744994"/>
                </a:lnTo>
                <a:lnTo>
                  <a:pt x="1076087" y="744164"/>
                </a:lnTo>
                <a:lnTo>
                  <a:pt x="1076828" y="743330"/>
                </a:lnTo>
                <a:lnTo>
                  <a:pt x="1077564" y="742492"/>
                </a:lnTo>
                <a:lnTo>
                  <a:pt x="1078296" y="741649"/>
                </a:lnTo>
                <a:lnTo>
                  <a:pt x="1079023" y="740802"/>
                </a:lnTo>
                <a:lnTo>
                  <a:pt x="1079746" y="739952"/>
                </a:lnTo>
                <a:lnTo>
                  <a:pt x="1080464" y="739097"/>
                </a:lnTo>
                <a:lnTo>
                  <a:pt x="1081177" y="738238"/>
                </a:lnTo>
                <a:lnTo>
                  <a:pt x="1081885" y="737375"/>
                </a:lnTo>
                <a:lnTo>
                  <a:pt x="1082588" y="736507"/>
                </a:lnTo>
                <a:lnTo>
                  <a:pt x="1083287" y="735636"/>
                </a:lnTo>
                <a:lnTo>
                  <a:pt x="1083981" y="734761"/>
                </a:lnTo>
                <a:lnTo>
                  <a:pt x="1084670" y="733882"/>
                </a:lnTo>
                <a:lnTo>
                  <a:pt x="1085354" y="732998"/>
                </a:lnTo>
                <a:lnTo>
                  <a:pt x="1086033" y="732111"/>
                </a:lnTo>
                <a:lnTo>
                  <a:pt x="1086707" y="731220"/>
                </a:lnTo>
                <a:lnTo>
                  <a:pt x="1087377" y="730325"/>
                </a:lnTo>
                <a:lnTo>
                  <a:pt x="1088041" y="729426"/>
                </a:lnTo>
                <a:lnTo>
                  <a:pt x="1088701" y="728523"/>
                </a:lnTo>
                <a:lnTo>
                  <a:pt x="1089355" y="727617"/>
                </a:lnTo>
                <a:lnTo>
                  <a:pt x="1090004" y="726706"/>
                </a:lnTo>
                <a:lnTo>
                  <a:pt x="1090649" y="725792"/>
                </a:lnTo>
                <a:lnTo>
                  <a:pt x="1091288" y="724874"/>
                </a:lnTo>
                <a:lnTo>
                  <a:pt x="1091922" y="723952"/>
                </a:lnTo>
                <a:lnTo>
                  <a:pt x="1092552" y="723026"/>
                </a:lnTo>
                <a:lnTo>
                  <a:pt x="1093176" y="722097"/>
                </a:lnTo>
                <a:lnTo>
                  <a:pt x="1093795" y="721163"/>
                </a:lnTo>
                <a:lnTo>
                  <a:pt x="1094408" y="720227"/>
                </a:lnTo>
                <a:lnTo>
                  <a:pt x="1095017" y="719286"/>
                </a:lnTo>
                <a:lnTo>
                  <a:pt x="1095621" y="718342"/>
                </a:lnTo>
                <a:lnTo>
                  <a:pt x="1096219" y="717394"/>
                </a:lnTo>
                <a:lnTo>
                  <a:pt x="1096812" y="716443"/>
                </a:lnTo>
                <a:lnTo>
                  <a:pt x="1097399" y="715488"/>
                </a:lnTo>
                <a:lnTo>
                  <a:pt x="1097982" y="714529"/>
                </a:lnTo>
                <a:lnTo>
                  <a:pt x="1098559" y="713567"/>
                </a:lnTo>
                <a:lnTo>
                  <a:pt x="1099131" y="712601"/>
                </a:lnTo>
                <a:lnTo>
                  <a:pt x="1099697" y="711632"/>
                </a:lnTo>
                <a:lnTo>
                  <a:pt x="1100259" y="710659"/>
                </a:lnTo>
                <a:lnTo>
                  <a:pt x="1100814" y="709683"/>
                </a:lnTo>
                <a:lnTo>
                  <a:pt x="1101365" y="708704"/>
                </a:lnTo>
                <a:lnTo>
                  <a:pt x="1101910" y="707721"/>
                </a:lnTo>
                <a:lnTo>
                  <a:pt x="1102449" y="706734"/>
                </a:lnTo>
                <a:lnTo>
                  <a:pt x="1102983" y="705744"/>
                </a:lnTo>
                <a:lnTo>
                  <a:pt x="1103512" y="704751"/>
                </a:lnTo>
                <a:lnTo>
                  <a:pt x="1104035" y="703755"/>
                </a:lnTo>
                <a:lnTo>
                  <a:pt x="1104553" y="702755"/>
                </a:lnTo>
                <a:lnTo>
                  <a:pt x="1105065" y="701751"/>
                </a:lnTo>
                <a:lnTo>
                  <a:pt x="1105571" y="700745"/>
                </a:lnTo>
                <a:lnTo>
                  <a:pt x="1106072" y="699735"/>
                </a:lnTo>
                <a:lnTo>
                  <a:pt x="1106567" y="698722"/>
                </a:lnTo>
                <a:lnTo>
                  <a:pt x="1107057" y="697706"/>
                </a:lnTo>
                <a:lnTo>
                  <a:pt x="1107541" y="696686"/>
                </a:lnTo>
                <a:lnTo>
                  <a:pt x="1108019" y="695664"/>
                </a:lnTo>
                <a:lnTo>
                  <a:pt x="1108492" y="694638"/>
                </a:lnTo>
                <a:lnTo>
                  <a:pt x="1108959" y="693609"/>
                </a:lnTo>
                <a:lnTo>
                  <a:pt x="1109421" y="692576"/>
                </a:lnTo>
                <a:lnTo>
                  <a:pt x="1109876" y="691541"/>
                </a:lnTo>
                <a:lnTo>
                  <a:pt x="1110326" y="690503"/>
                </a:lnTo>
                <a:lnTo>
                  <a:pt x="1110770" y="689461"/>
                </a:lnTo>
                <a:lnTo>
                  <a:pt x="1111208" y="688417"/>
                </a:lnTo>
                <a:lnTo>
                  <a:pt x="1111641" y="687370"/>
                </a:lnTo>
                <a:lnTo>
                  <a:pt x="1112067" y="686319"/>
                </a:lnTo>
                <a:lnTo>
                  <a:pt x="1112488" y="685266"/>
                </a:lnTo>
                <a:lnTo>
                  <a:pt x="1112903" y="684209"/>
                </a:lnTo>
                <a:lnTo>
                  <a:pt x="1113312" y="683150"/>
                </a:lnTo>
                <a:lnTo>
                  <a:pt x="1113715" y="682087"/>
                </a:lnTo>
                <a:lnTo>
                  <a:pt x="1114112" y="681022"/>
                </a:lnTo>
                <a:lnTo>
                  <a:pt x="1114503" y="679954"/>
                </a:lnTo>
                <a:lnTo>
                  <a:pt x="1114888" y="678883"/>
                </a:lnTo>
                <a:lnTo>
                  <a:pt x="1115267" y="677809"/>
                </a:lnTo>
                <a:lnTo>
                  <a:pt x="1115640" y="676732"/>
                </a:lnTo>
                <a:lnTo>
                  <a:pt x="1116007" y="675653"/>
                </a:lnTo>
                <a:lnTo>
                  <a:pt x="1116368" y="674571"/>
                </a:lnTo>
                <a:lnTo>
                  <a:pt x="1116723" y="673486"/>
                </a:lnTo>
                <a:lnTo>
                  <a:pt x="1117072" y="672398"/>
                </a:lnTo>
                <a:lnTo>
                  <a:pt x="1117414" y="671307"/>
                </a:lnTo>
                <a:lnTo>
                  <a:pt x="1117751" y="670214"/>
                </a:lnTo>
                <a:lnTo>
                  <a:pt x="1118081" y="669118"/>
                </a:lnTo>
                <a:lnTo>
                  <a:pt x="1118406" y="668019"/>
                </a:lnTo>
                <a:lnTo>
                  <a:pt x="1118724" y="666918"/>
                </a:lnTo>
                <a:lnTo>
                  <a:pt x="1119035" y="665814"/>
                </a:lnTo>
                <a:lnTo>
                  <a:pt x="1119341" y="664708"/>
                </a:lnTo>
                <a:lnTo>
                  <a:pt x="1119640" y="663599"/>
                </a:lnTo>
                <a:lnTo>
                  <a:pt x="1119933" y="662487"/>
                </a:lnTo>
                <a:lnTo>
                  <a:pt x="1120220" y="661373"/>
                </a:lnTo>
                <a:lnTo>
                  <a:pt x="1120500" y="660256"/>
                </a:lnTo>
                <a:lnTo>
                  <a:pt x="1120774" y="659137"/>
                </a:lnTo>
                <a:lnTo>
                  <a:pt x="1121042" y="658016"/>
                </a:lnTo>
                <a:lnTo>
                  <a:pt x="1121303" y="656891"/>
                </a:lnTo>
                <a:lnTo>
                  <a:pt x="1121558" y="655765"/>
                </a:lnTo>
                <a:lnTo>
                  <a:pt x="1121806" y="654636"/>
                </a:lnTo>
                <a:lnTo>
                  <a:pt x="1122048" y="653504"/>
                </a:lnTo>
                <a:lnTo>
                  <a:pt x="1122284" y="652371"/>
                </a:lnTo>
                <a:lnTo>
                  <a:pt x="1122513" y="651235"/>
                </a:lnTo>
                <a:lnTo>
                  <a:pt x="1122735" y="650096"/>
                </a:lnTo>
                <a:lnTo>
                  <a:pt x="1122951" y="648955"/>
                </a:lnTo>
                <a:lnTo>
                  <a:pt x="1123160" y="647812"/>
                </a:lnTo>
                <a:lnTo>
                  <a:pt x="1123363" y="646667"/>
                </a:lnTo>
                <a:lnTo>
                  <a:pt x="1123560" y="645519"/>
                </a:lnTo>
                <a:lnTo>
                  <a:pt x="1123749" y="644369"/>
                </a:lnTo>
                <a:lnTo>
                  <a:pt x="1123932" y="643217"/>
                </a:lnTo>
                <a:lnTo>
                  <a:pt x="1124109" y="642063"/>
                </a:lnTo>
                <a:lnTo>
                  <a:pt x="1124278" y="640906"/>
                </a:lnTo>
                <a:lnTo>
                  <a:pt x="1124441" y="639747"/>
                </a:lnTo>
                <a:lnTo>
                  <a:pt x="1124598" y="638587"/>
                </a:lnTo>
                <a:lnTo>
                  <a:pt x="1124747" y="637424"/>
                </a:lnTo>
                <a:lnTo>
                  <a:pt x="1124890" y="636259"/>
                </a:lnTo>
                <a:lnTo>
                  <a:pt x="1125026" y="635092"/>
                </a:lnTo>
                <a:lnTo>
                  <a:pt x="1125155" y="633922"/>
                </a:lnTo>
                <a:lnTo>
                  <a:pt x="1125278" y="632751"/>
                </a:lnTo>
                <a:lnTo>
                  <a:pt x="1125393" y="631578"/>
                </a:lnTo>
                <a:lnTo>
                  <a:pt x="1125502" y="630403"/>
                </a:lnTo>
                <a:lnTo>
                  <a:pt x="1125604" y="629226"/>
                </a:lnTo>
                <a:lnTo>
                  <a:pt x="1125699" y="628046"/>
                </a:lnTo>
                <a:lnTo>
                  <a:pt x="1125787" y="626865"/>
                </a:lnTo>
                <a:lnTo>
                  <a:pt x="1125868" y="625682"/>
                </a:lnTo>
                <a:lnTo>
                  <a:pt x="1125943" y="624497"/>
                </a:lnTo>
                <a:lnTo>
                  <a:pt x="1126010" y="623311"/>
                </a:lnTo>
                <a:lnTo>
                  <a:pt x="1126070" y="622122"/>
                </a:lnTo>
                <a:lnTo>
                  <a:pt x="1126123" y="620931"/>
                </a:lnTo>
                <a:lnTo>
                  <a:pt x="1126170" y="619739"/>
                </a:lnTo>
                <a:lnTo>
                  <a:pt x="1126209" y="618545"/>
                </a:lnTo>
                <a:lnTo>
                  <a:pt x="1126241" y="617349"/>
                </a:lnTo>
                <a:lnTo>
                  <a:pt x="1126266" y="616151"/>
                </a:lnTo>
                <a:lnTo>
                  <a:pt x="1126284" y="614952"/>
                </a:lnTo>
                <a:lnTo>
                  <a:pt x="1126294" y="613751"/>
                </a:lnTo>
                <a:lnTo>
                  <a:pt x="1126298" y="612548"/>
                </a:lnTo>
                <a:lnTo>
                  <a:pt x="1126298" y="612548"/>
                </a:lnTo>
                <a:lnTo>
                  <a:pt x="1126298" y="612548"/>
                </a:lnTo>
                <a:close/>
                <a:moveTo>
                  <a:pt x="1126298" y="217356"/>
                </a:moveTo>
                <a:lnTo>
                  <a:pt x="1126294" y="216153"/>
                </a:lnTo>
                <a:lnTo>
                  <a:pt x="1126284" y="214952"/>
                </a:lnTo>
                <a:lnTo>
                  <a:pt x="1126266" y="213753"/>
                </a:lnTo>
                <a:lnTo>
                  <a:pt x="1126241" y="212555"/>
                </a:lnTo>
                <a:lnTo>
                  <a:pt x="1126209" y="211359"/>
                </a:lnTo>
                <a:lnTo>
                  <a:pt x="1126170" y="210165"/>
                </a:lnTo>
                <a:lnTo>
                  <a:pt x="1126123" y="208973"/>
                </a:lnTo>
                <a:lnTo>
                  <a:pt x="1126070" y="207782"/>
                </a:lnTo>
                <a:lnTo>
                  <a:pt x="1126010" y="206594"/>
                </a:lnTo>
                <a:lnTo>
                  <a:pt x="1125943" y="205407"/>
                </a:lnTo>
                <a:lnTo>
                  <a:pt x="1125868" y="204222"/>
                </a:lnTo>
                <a:lnTo>
                  <a:pt x="1125787" y="203039"/>
                </a:lnTo>
                <a:lnTo>
                  <a:pt x="1125699" y="201858"/>
                </a:lnTo>
                <a:lnTo>
                  <a:pt x="1125604" y="200679"/>
                </a:lnTo>
                <a:lnTo>
                  <a:pt x="1125502" y="199501"/>
                </a:lnTo>
                <a:lnTo>
                  <a:pt x="1125393" y="198326"/>
                </a:lnTo>
                <a:lnTo>
                  <a:pt x="1125278" y="197153"/>
                </a:lnTo>
                <a:lnTo>
                  <a:pt x="1125155" y="195982"/>
                </a:lnTo>
                <a:lnTo>
                  <a:pt x="1125026" y="194812"/>
                </a:lnTo>
                <a:lnTo>
                  <a:pt x="1124890" y="193645"/>
                </a:lnTo>
                <a:lnTo>
                  <a:pt x="1124747" y="192480"/>
                </a:lnTo>
                <a:lnTo>
                  <a:pt x="1124598" y="191317"/>
                </a:lnTo>
                <a:lnTo>
                  <a:pt x="1124441" y="190157"/>
                </a:lnTo>
                <a:lnTo>
                  <a:pt x="1124278" y="188998"/>
                </a:lnTo>
                <a:lnTo>
                  <a:pt x="1124109" y="187841"/>
                </a:lnTo>
                <a:lnTo>
                  <a:pt x="1123932" y="186687"/>
                </a:lnTo>
                <a:lnTo>
                  <a:pt x="1123749" y="185535"/>
                </a:lnTo>
                <a:lnTo>
                  <a:pt x="1123560" y="184385"/>
                </a:lnTo>
                <a:lnTo>
                  <a:pt x="1123363" y="183237"/>
                </a:lnTo>
                <a:lnTo>
                  <a:pt x="1123160" y="182092"/>
                </a:lnTo>
                <a:lnTo>
                  <a:pt x="1122951" y="180949"/>
                </a:lnTo>
                <a:lnTo>
                  <a:pt x="1122735" y="179808"/>
                </a:lnTo>
                <a:lnTo>
                  <a:pt x="1122513" y="178670"/>
                </a:lnTo>
                <a:lnTo>
                  <a:pt x="1122284" y="177533"/>
                </a:lnTo>
                <a:lnTo>
                  <a:pt x="1122048" y="176400"/>
                </a:lnTo>
                <a:lnTo>
                  <a:pt x="1121806" y="175268"/>
                </a:lnTo>
                <a:lnTo>
                  <a:pt x="1121558" y="174139"/>
                </a:lnTo>
                <a:lnTo>
                  <a:pt x="1121303" y="173013"/>
                </a:lnTo>
                <a:lnTo>
                  <a:pt x="1121042" y="171888"/>
                </a:lnTo>
                <a:lnTo>
                  <a:pt x="1120774" y="170767"/>
                </a:lnTo>
                <a:lnTo>
                  <a:pt x="1120500" y="169648"/>
                </a:lnTo>
                <a:lnTo>
                  <a:pt x="1120220" y="168531"/>
                </a:lnTo>
                <a:lnTo>
                  <a:pt x="1119933" y="167417"/>
                </a:lnTo>
                <a:lnTo>
                  <a:pt x="1119640" y="166305"/>
                </a:lnTo>
                <a:lnTo>
                  <a:pt x="1119341" y="165196"/>
                </a:lnTo>
                <a:lnTo>
                  <a:pt x="1119035" y="164090"/>
                </a:lnTo>
                <a:lnTo>
                  <a:pt x="1118724" y="162986"/>
                </a:lnTo>
                <a:lnTo>
                  <a:pt x="1118406" y="161885"/>
                </a:lnTo>
                <a:lnTo>
                  <a:pt x="1118081" y="160786"/>
                </a:lnTo>
                <a:lnTo>
                  <a:pt x="1117751" y="159690"/>
                </a:lnTo>
                <a:lnTo>
                  <a:pt x="1117414" y="158597"/>
                </a:lnTo>
                <a:lnTo>
                  <a:pt x="1117072" y="157506"/>
                </a:lnTo>
                <a:lnTo>
                  <a:pt x="1116723" y="156419"/>
                </a:lnTo>
                <a:lnTo>
                  <a:pt x="1116368" y="155334"/>
                </a:lnTo>
                <a:lnTo>
                  <a:pt x="1116007" y="154251"/>
                </a:lnTo>
                <a:lnTo>
                  <a:pt x="1115640" y="153172"/>
                </a:lnTo>
                <a:lnTo>
                  <a:pt x="1115267" y="152095"/>
                </a:lnTo>
                <a:lnTo>
                  <a:pt x="1114888" y="151021"/>
                </a:lnTo>
                <a:lnTo>
                  <a:pt x="1114503" y="149950"/>
                </a:lnTo>
                <a:lnTo>
                  <a:pt x="1114112" y="148882"/>
                </a:lnTo>
                <a:lnTo>
                  <a:pt x="1113715" y="147817"/>
                </a:lnTo>
                <a:lnTo>
                  <a:pt x="1113312" y="146754"/>
                </a:lnTo>
                <a:lnTo>
                  <a:pt x="1112903" y="145695"/>
                </a:lnTo>
                <a:lnTo>
                  <a:pt x="1112488" y="144639"/>
                </a:lnTo>
                <a:lnTo>
                  <a:pt x="1112067" y="143585"/>
                </a:lnTo>
                <a:lnTo>
                  <a:pt x="1111641" y="142535"/>
                </a:lnTo>
                <a:lnTo>
                  <a:pt x="1111208" y="141487"/>
                </a:lnTo>
                <a:lnTo>
                  <a:pt x="1110770" y="140443"/>
                </a:lnTo>
                <a:lnTo>
                  <a:pt x="1110326" y="139401"/>
                </a:lnTo>
                <a:lnTo>
                  <a:pt x="1109876" y="138363"/>
                </a:lnTo>
                <a:lnTo>
                  <a:pt x="1109421" y="137328"/>
                </a:lnTo>
                <a:lnTo>
                  <a:pt x="1108959" y="136295"/>
                </a:lnTo>
                <a:lnTo>
                  <a:pt x="1108492" y="135266"/>
                </a:lnTo>
                <a:lnTo>
                  <a:pt x="1108019" y="134241"/>
                </a:lnTo>
                <a:lnTo>
                  <a:pt x="1107541" y="133218"/>
                </a:lnTo>
                <a:lnTo>
                  <a:pt x="1107057" y="132198"/>
                </a:lnTo>
                <a:lnTo>
                  <a:pt x="1106567" y="131182"/>
                </a:lnTo>
                <a:lnTo>
                  <a:pt x="1106072" y="130169"/>
                </a:lnTo>
                <a:lnTo>
                  <a:pt x="1105571" y="129159"/>
                </a:lnTo>
                <a:lnTo>
                  <a:pt x="1105065" y="128153"/>
                </a:lnTo>
                <a:lnTo>
                  <a:pt x="1104553" y="127149"/>
                </a:lnTo>
                <a:lnTo>
                  <a:pt x="1104035" y="126150"/>
                </a:lnTo>
                <a:lnTo>
                  <a:pt x="1103512" y="125153"/>
                </a:lnTo>
                <a:lnTo>
                  <a:pt x="1102983" y="124160"/>
                </a:lnTo>
                <a:lnTo>
                  <a:pt x="1102449" y="123170"/>
                </a:lnTo>
                <a:lnTo>
                  <a:pt x="1101910" y="122183"/>
                </a:lnTo>
                <a:lnTo>
                  <a:pt x="1101365" y="121200"/>
                </a:lnTo>
                <a:lnTo>
                  <a:pt x="1100814" y="120221"/>
                </a:lnTo>
                <a:lnTo>
                  <a:pt x="1100259" y="119245"/>
                </a:lnTo>
                <a:lnTo>
                  <a:pt x="1099697" y="118272"/>
                </a:lnTo>
                <a:lnTo>
                  <a:pt x="1099131" y="117303"/>
                </a:lnTo>
                <a:lnTo>
                  <a:pt x="1098559" y="116337"/>
                </a:lnTo>
                <a:lnTo>
                  <a:pt x="1097982" y="115375"/>
                </a:lnTo>
                <a:lnTo>
                  <a:pt x="1097399" y="114416"/>
                </a:lnTo>
                <a:lnTo>
                  <a:pt x="1096812" y="113461"/>
                </a:lnTo>
                <a:lnTo>
                  <a:pt x="1096219" y="112510"/>
                </a:lnTo>
                <a:lnTo>
                  <a:pt x="1095621" y="111562"/>
                </a:lnTo>
                <a:lnTo>
                  <a:pt x="1095017" y="110618"/>
                </a:lnTo>
                <a:lnTo>
                  <a:pt x="1094408" y="109677"/>
                </a:lnTo>
                <a:lnTo>
                  <a:pt x="1093795" y="108741"/>
                </a:lnTo>
                <a:lnTo>
                  <a:pt x="1093176" y="107807"/>
                </a:lnTo>
                <a:lnTo>
                  <a:pt x="1092552" y="106878"/>
                </a:lnTo>
                <a:lnTo>
                  <a:pt x="1091922" y="105952"/>
                </a:lnTo>
                <a:lnTo>
                  <a:pt x="1091288" y="105030"/>
                </a:lnTo>
                <a:lnTo>
                  <a:pt x="1090649" y="104112"/>
                </a:lnTo>
                <a:lnTo>
                  <a:pt x="1090004" y="103198"/>
                </a:lnTo>
                <a:lnTo>
                  <a:pt x="1089355" y="102287"/>
                </a:lnTo>
                <a:lnTo>
                  <a:pt x="1088701" y="101381"/>
                </a:lnTo>
                <a:lnTo>
                  <a:pt x="1088041" y="100478"/>
                </a:lnTo>
                <a:lnTo>
                  <a:pt x="1087377" y="99579"/>
                </a:lnTo>
                <a:lnTo>
                  <a:pt x="1086707" y="98684"/>
                </a:lnTo>
                <a:lnTo>
                  <a:pt x="1086033" y="97793"/>
                </a:lnTo>
                <a:lnTo>
                  <a:pt x="1085354" y="96906"/>
                </a:lnTo>
                <a:lnTo>
                  <a:pt x="1084670" y="96022"/>
                </a:lnTo>
                <a:lnTo>
                  <a:pt x="1083981" y="95143"/>
                </a:lnTo>
                <a:lnTo>
                  <a:pt x="1083287" y="94268"/>
                </a:lnTo>
                <a:lnTo>
                  <a:pt x="1082588" y="93397"/>
                </a:lnTo>
                <a:lnTo>
                  <a:pt x="1081885" y="92530"/>
                </a:lnTo>
                <a:lnTo>
                  <a:pt x="1081177" y="91666"/>
                </a:lnTo>
                <a:lnTo>
                  <a:pt x="1080464" y="90807"/>
                </a:lnTo>
                <a:lnTo>
                  <a:pt x="1079746" y="89952"/>
                </a:lnTo>
                <a:lnTo>
                  <a:pt x="1079023" y="89102"/>
                </a:lnTo>
                <a:lnTo>
                  <a:pt x="1078296" y="88255"/>
                </a:lnTo>
                <a:lnTo>
                  <a:pt x="1077564" y="87412"/>
                </a:lnTo>
                <a:lnTo>
                  <a:pt x="1076828" y="86574"/>
                </a:lnTo>
                <a:lnTo>
                  <a:pt x="1076087" y="85740"/>
                </a:lnTo>
                <a:lnTo>
                  <a:pt x="1075341" y="84910"/>
                </a:lnTo>
                <a:lnTo>
                  <a:pt x="1074590" y="84084"/>
                </a:lnTo>
                <a:lnTo>
                  <a:pt x="1073835" y="83263"/>
                </a:lnTo>
                <a:lnTo>
                  <a:pt x="1073076" y="82446"/>
                </a:lnTo>
                <a:lnTo>
                  <a:pt x="1072312" y="81633"/>
                </a:lnTo>
                <a:lnTo>
                  <a:pt x="1071543" y="80825"/>
                </a:lnTo>
                <a:lnTo>
                  <a:pt x="1070770" y="80021"/>
                </a:lnTo>
                <a:lnTo>
                  <a:pt x="1069992" y="79221"/>
                </a:lnTo>
                <a:lnTo>
                  <a:pt x="1069210" y="78425"/>
                </a:lnTo>
                <a:lnTo>
                  <a:pt x="1068423" y="77634"/>
                </a:lnTo>
                <a:lnTo>
                  <a:pt x="1067632" y="76848"/>
                </a:lnTo>
                <a:lnTo>
                  <a:pt x="1066837" y="76066"/>
                </a:lnTo>
                <a:lnTo>
                  <a:pt x="1066037" y="75288"/>
                </a:lnTo>
                <a:lnTo>
                  <a:pt x="1065233" y="74515"/>
                </a:lnTo>
                <a:lnTo>
                  <a:pt x="1064425" y="73746"/>
                </a:lnTo>
                <a:lnTo>
                  <a:pt x="1063612" y="72982"/>
                </a:lnTo>
                <a:lnTo>
                  <a:pt x="1062795" y="72222"/>
                </a:lnTo>
                <a:lnTo>
                  <a:pt x="1061973" y="71467"/>
                </a:lnTo>
                <a:lnTo>
                  <a:pt x="1061148" y="70717"/>
                </a:lnTo>
                <a:lnTo>
                  <a:pt x="1060318" y="69971"/>
                </a:lnTo>
                <a:lnTo>
                  <a:pt x="1059484" y="69230"/>
                </a:lnTo>
                <a:lnTo>
                  <a:pt x="1058645" y="68493"/>
                </a:lnTo>
                <a:lnTo>
                  <a:pt x="1057803" y="67762"/>
                </a:lnTo>
                <a:lnTo>
                  <a:pt x="1056956" y="67034"/>
                </a:lnTo>
                <a:lnTo>
                  <a:pt x="1056105" y="66312"/>
                </a:lnTo>
                <a:lnTo>
                  <a:pt x="1055250" y="65594"/>
                </a:lnTo>
                <a:lnTo>
                  <a:pt x="1054391" y="64881"/>
                </a:lnTo>
                <a:lnTo>
                  <a:pt x="1053528" y="64173"/>
                </a:lnTo>
                <a:lnTo>
                  <a:pt x="1052661" y="63469"/>
                </a:lnTo>
                <a:lnTo>
                  <a:pt x="1051790" y="62771"/>
                </a:lnTo>
                <a:lnTo>
                  <a:pt x="1050915" y="62077"/>
                </a:lnTo>
                <a:lnTo>
                  <a:pt x="1050035" y="61388"/>
                </a:lnTo>
                <a:lnTo>
                  <a:pt x="1049152" y="60704"/>
                </a:lnTo>
                <a:lnTo>
                  <a:pt x="1048265" y="60025"/>
                </a:lnTo>
                <a:lnTo>
                  <a:pt x="1047374" y="59350"/>
                </a:lnTo>
                <a:lnTo>
                  <a:pt x="1046479" y="58681"/>
                </a:lnTo>
                <a:lnTo>
                  <a:pt x="1045580" y="58017"/>
                </a:lnTo>
                <a:lnTo>
                  <a:pt x="1044677" y="57357"/>
                </a:lnTo>
                <a:lnTo>
                  <a:pt x="1043770" y="56703"/>
                </a:lnTo>
                <a:lnTo>
                  <a:pt x="1042860" y="56053"/>
                </a:lnTo>
                <a:lnTo>
                  <a:pt x="1041945" y="55409"/>
                </a:lnTo>
                <a:lnTo>
                  <a:pt x="1041027" y="54770"/>
                </a:lnTo>
                <a:lnTo>
                  <a:pt x="1040105" y="54135"/>
                </a:lnTo>
                <a:lnTo>
                  <a:pt x="1039180" y="53506"/>
                </a:lnTo>
                <a:lnTo>
                  <a:pt x="1038250" y="52882"/>
                </a:lnTo>
                <a:lnTo>
                  <a:pt x="1037317" y="52263"/>
                </a:lnTo>
                <a:lnTo>
                  <a:pt x="1036380" y="51649"/>
                </a:lnTo>
                <a:lnTo>
                  <a:pt x="1035440" y="51041"/>
                </a:lnTo>
                <a:lnTo>
                  <a:pt x="1034496" y="50437"/>
                </a:lnTo>
                <a:lnTo>
                  <a:pt x="1033548" y="49839"/>
                </a:lnTo>
                <a:lnTo>
                  <a:pt x="1032597" y="49246"/>
                </a:lnTo>
                <a:lnTo>
                  <a:pt x="1031642" y="48658"/>
                </a:lnTo>
                <a:lnTo>
                  <a:pt x="1030683" y="48076"/>
                </a:lnTo>
                <a:lnTo>
                  <a:pt x="1029721" y="47499"/>
                </a:lnTo>
                <a:lnTo>
                  <a:pt x="1028755" y="46927"/>
                </a:lnTo>
                <a:lnTo>
                  <a:pt x="1027786" y="46360"/>
                </a:lnTo>
                <a:lnTo>
                  <a:pt x="1026813" y="45799"/>
                </a:lnTo>
                <a:lnTo>
                  <a:pt x="1025837" y="45243"/>
                </a:lnTo>
                <a:lnTo>
                  <a:pt x="1024857" y="44693"/>
                </a:lnTo>
                <a:lnTo>
                  <a:pt x="1023874" y="44148"/>
                </a:lnTo>
                <a:lnTo>
                  <a:pt x="1022888" y="43609"/>
                </a:lnTo>
                <a:lnTo>
                  <a:pt x="1021898" y="43074"/>
                </a:lnTo>
                <a:lnTo>
                  <a:pt x="1020905" y="42546"/>
                </a:lnTo>
                <a:lnTo>
                  <a:pt x="1019908" y="42023"/>
                </a:lnTo>
                <a:lnTo>
                  <a:pt x="1018908" y="41505"/>
                </a:lnTo>
                <a:lnTo>
                  <a:pt x="1017905" y="40993"/>
                </a:lnTo>
                <a:lnTo>
                  <a:pt x="1016899" y="40487"/>
                </a:lnTo>
                <a:lnTo>
                  <a:pt x="1015889" y="39986"/>
                </a:lnTo>
                <a:lnTo>
                  <a:pt x="1014876" y="39490"/>
                </a:lnTo>
                <a:lnTo>
                  <a:pt x="1013859" y="39001"/>
                </a:lnTo>
                <a:lnTo>
                  <a:pt x="1012840" y="38517"/>
                </a:lnTo>
                <a:lnTo>
                  <a:pt x="1011817" y="38038"/>
                </a:lnTo>
                <a:lnTo>
                  <a:pt x="1010791" y="37566"/>
                </a:lnTo>
                <a:lnTo>
                  <a:pt x="1009762" y="37099"/>
                </a:lnTo>
                <a:lnTo>
                  <a:pt x="1008730" y="36637"/>
                </a:lnTo>
                <a:lnTo>
                  <a:pt x="1007695" y="36182"/>
                </a:lnTo>
                <a:lnTo>
                  <a:pt x="1006657" y="35732"/>
                </a:lnTo>
                <a:lnTo>
                  <a:pt x="1005615" y="35288"/>
                </a:lnTo>
                <a:lnTo>
                  <a:pt x="1004571" y="34850"/>
                </a:lnTo>
                <a:lnTo>
                  <a:pt x="1003523" y="34417"/>
                </a:lnTo>
                <a:lnTo>
                  <a:pt x="1002473" y="33991"/>
                </a:lnTo>
                <a:lnTo>
                  <a:pt x="1001419" y="33570"/>
                </a:lnTo>
                <a:lnTo>
                  <a:pt x="1000363" y="33155"/>
                </a:lnTo>
                <a:lnTo>
                  <a:pt x="999303" y="32746"/>
                </a:lnTo>
                <a:lnTo>
                  <a:pt x="998241" y="32343"/>
                </a:lnTo>
                <a:lnTo>
                  <a:pt x="997176" y="31946"/>
                </a:lnTo>
                <a:lnTo>
                  <a:pt x="996108" y="31555"/>
                </a:lnTo>
                <a:lnTo>
                  <a:pt x="995037" y="31170"/>
                </a:lnTo>
                <a:lnTo>
                  <a:pt x="993963" y="30791"/>
                </a:lnTo>
                <a:lnTo>
                  <a:pt x="992886" y="30418"/>
                </a:lnTo>
                <a:lnTo>
                  <a:pt x="991807" y="30051"/>
                </a:lnTo>
                <a:lnTo>
                  <a:pt x="990724" y="29690"/>
                </a:lnTo>
                <a:lnTo>
                  <a:pt x="989639" y="29335"/>
                </a:lnTo>
                <a:lnTo>
                  <a:pt x="988551" y="28986"/>
                </a:lnTo>
                <a:lnTo>
                  <a:pt x="987461" y="28643"/>
                </a:lnTo>
                <a:lnTo>
                  <a:pt x="986368" y="28307"/>
                </a:lnTo>
                <a:lnTo>
                  <a:pt x="985272" y="27976"/>
                </a:lnTo>
                <a:lnTo>
                  <a:pt x="984173" y="27652"/>
                </a:lnTo>
                <a:lnTo>
                  <a:pt x="983072" y="27334"/>
                </a:lnTo>
                <a:lnTo>
                  <a:pt x="981968" y="27022"/>
                </a:lnTo>
                <a:lnTo>
                  <a:pt x="980862" y="26717"/>
                </a:lnTo>
                <a:lnTo>
                  <a:pt x="979753" y="26418"/>
                </a:lnTo>
                <a:lnTo>
                  <a:pt x="978641" y="26125"/>
                </a:lnTo>
                <a:lnTo>
                  <a:pt x="977527" y="25838"/>
                </a:lnTo>
                <a:lnTo>
                  <a:pt x="976410" y="25558"/>
                </a:lnTo>
                <a:lnTo>
                  <a:pt x="975291" y="25284"/>
                </a:lnTo>
                <a:lnTo>
                  <a:pt x="974169" y="25016"/>
                </a:lnTo>
                <a:lnTo>
                  <a:pt x="973045" y="24755"/>
                </a:lnTo>
                <a:lnTo>
                  <a:pt x="971919" y="24500"/>
                </a:lnTo>
                <a:lnTo>
                  <a:pt x="970790" y="24252"/>
                </a:lnTo>
                <a:lnTo>
                  <a:pt x="969658" y="24010"/>
                </a:lnTo>
                <a:lnTo>
                  <a:pt x="968524" y="23774"/>
                </a:lnTo>
                <a:lnTo>
                  <a:pt x="967388" y="23545"/>
                </a:lnTo>
                <a:lnTo>
                  <a:pt x="966250" y="23323"/>
                </a:lnTo>
                <a:lnTo>
                  <a:pt x="965109" y="23107"/>
                </a:lnTo>
                <a:lnTo>
                  <a:pt x="963966" y="22897"/>
                </a:lnTo>
                <a:lnTo>
                  <a:pt x="962820" y="22694"/>
                </a:lnTo>
                <a:lnTo>
                  <a:pt x="961673" y="22498"/>
                </a:lnTo>
                <a:lnTo>
                  <a:pt x="960523" y="22309"/>
                </a:lnTo>
                <a:lnTo>
                  <a:pt x="959371" y="22126"/>
                </a:lnTo>
                <a:lnTo>
                  <a:pt x="958216" y="21949"/>
                </a:lnTo>
                <a:lnTo>
                  <a:pt x="957060" y="21779"/>
                </a:lnTo>
                <a:lnTo>
                  <a:pt x="955901" y="21616"/>
                </a:lnTo>
                <a:lnTo>
                  <a:pt x="954740" y="21460"/>
                </a:lnTo>
                <a:lnTo>
                  <a:pt x="953577" y="21311"/>
                </a:lnTo>
                <a:lnTo>
                  <a:pt x="952412" y="21168"/>
                </a:lnTo>
                <a:lnTo>
                  <a:pt x="951245" y="21032"/>
                </a:lnTo>
                <a:lnTo>
                  <a:pt x="950076" y="20902"/>
                </a:lnTo>
                <a:lnTo>
                  <a:pt x="948905" y="20780"/>
                </a:lnTo>
                <a:lnTo>
                  <a:pt x="947732" y="20664"/>
                </a:lnTo>
                <a:lnTo>
                  <a:pt x="946556" y="20556"/>
                </a:lnTo>
                <a:lnTo>
                  <a:pt x="945379" y="20454"/>
                </a:lnTo>
                <a:lnTo>
                  <a:pt x="944200" y="20359"/>
                </a:lnTo>
                <a:lnTo>
                  <a:pt x="943019" y="20271"/>
                </a:lnTo>
                <a:lnTo>
                  <a:pt x="941836" y="20189"/>
                </a:lnTo>
                <a:lnTo>
                  <a:pt x="940651" y="20115"/>
                </a:lnTo>
                <a:lnTo>
                  <a:pt x="939464" y="20048"/>
                </a:lnTo>
                <a:lnTo>
                  <a:pt x="938276" y="19988"/>
                </a:lnTo>
                <a:lnTo>
                  <a:pt x="937085" y="19934"/>
                </a:lnTo>
                <a:lnTo>
                  <a:pt x="935893" y="19888"/>
                </a:lnTo>
                <a:lnTo>
                  <a:pt x="934699" y="19849"/>
                </a:lnTo>
                <a:lnTo>
                  <a:pt x="933503" y="19817"/>
                </a:lnTo>
                <a:lnTo>
                  <a:pt x="932305" y="19792"/>
                </a:lnTo>
                <a:lnTo>
                  <a:pt x="931106" y="19774"/>
                </a:lnTo>
                <a:lnTo>
                  <a:pt x="929905" y="19763"/>
                </a:lnTo>
                <a:lnTo>
                  <a:pt x="928702" y="19760"/>
                </a:lnTo>
                <a:lnTo>
                  <a:pt x="928702" y="19760"/>
                </a:lnTo>
                <a:lnTo>
                  <a:pt x="928702" y="39519"/>
                </a:lnTo>
                <a:lnTo>
                  <a:pt x="929788" y="39522"/>
                </a:lnTo>
                <a:lnTo>
                  <a:pt x="930873" y="39532"/>
                </a:lnTo>
                <a:lnTo>
                  <a:pt x="931957" y="39548"/>
                </a:lnTo>
                <a:lnTo>
                  <a:pt x="933039" y="39571"/>
                </a:lnTo>
                <a:lnTo>
                  <a:pt x="934119" y="39600"/>
                </a:lnTo>
                <a:lnTo>
                  <a:pt x="935197" y="39636"/>
                </a:lnTo>
                <a:lnTo>
                  <a:pt x="936274" y="39677"/>
                </a:lnTo>
                <a:lnTo>
                  <a:pt x="937350" y="39726"/>
                </a:lnTo>
                <a:lnTo>
                  <a:pt x="938424" y="39780"/>
                </a:lnTo>
                <a:lnTo>
                  <a:pt x="939496" y="39841"/>
                </a:lnTo>
                <a:lnTo>
                  <a:pt x="940566" y="39909"/>
                </a:lnTo>
                <a:lnTo>
                  <a:pt x="941634" y="39982"/>
                </a:lnTo>
                <a:lnTo>
                  <a:pt x="942701" y="40062"/>
                </a:lnTo>
                <a:lnTo>
                  <a:pt x="943766" y="40148"/>
                </a:lnTo>
                <a:lnTo>
                  <a:pt x="944830" y="40241"/>
                </a:lnTo>
                <a:lnTo>
                  <a:pt x="945891" y="40339"/>
                </a:lnTo>
                <a:lnTo>
                  <a:pt x="946951" y="40444"/>
                </a:lnTo>
                <a:lnTo>
                  <a:pt x="948009" y="40555"/>
                </a:lnTo>
                <a:lnTo>
                  <a:pt x="949065" y="40672"/>
                </a:lnTo>
                <a:lnTo>
                  <a:pt x="950119" y="40796"/>
                </a:lnTo>
                <a:lnTo>
                  <a:pt x="951171" y="40925"/>
                </a:lnTo>
                <a:lnTo>
                  <a:pt x="952221" y="41061"/>
                </a:lnTo>
                <a:lnTo>
                  <a:pt x="953270" y="41202"/>
                </a:lnTo>
                <a:lnTo>
                  <a:pt x="954316" y="41350"/>
                </a:lnTo>
                <a:lnTo>
                  <a:pt x="955361" y="41504"/>
                </a:lnTo>
                <a:lnTo>
                  <a:pt x="956403" y="41664"/>
                </a:lnTo>
                <a:lnTo>
                  <a:pt x="957444" y="41830"/>
                </a:lnTo>
                <a:lnTo>
                  <a:pt x="958483" y="42002"/>
                </a:lnTo>
                <a:lnTo>
                  <a:pt x="959519" y="42180"/>
                </a:lnTo>
                <a:lnTo>
                  <a:pt x="960553" y="42363"/>
                </a:lnTo>
                <a:lnTo>
                  <a:pt x="961586" y="42553"/>
                </a:lnTo>
                <a:lnTo>
                  <a:pt x="962616" y="42749"/>
                </a:lnTo>
                <a:lnTo>
                  <a:pt x="963644" y="42951"/>
                </a:lnTo>
                <a:lnTo>
                  <a:pt x="964670" y="43158"/>
                </a:lnTo>
                <a:lnTo>
                  <a:pt x="965694" y="43372"/>
                </a:lnTo>
                <a:lnTo>
                  <a:pt x="966716" y="43591"/>
                </a:lnTo>
                <a:lnTo>
                  <a:pt x="967736" y="43816"/>
                </a:lnTo>
                <a:lnTo>
                  <a:pt x="968753" y="44047"/>
                </a:lnTo>
                <a:lnTo>
                  <a:pt x="969768" y="44284"/>
                </a:lnTo>
                <a:lnTo>
                  <a:pt x="970781" y="44527"/>
                </a:lnTo>
                <a:lnTo>
                  <a:pt x="971792" y="44775"/>
                </a:lnTo>
                <a:lnTo>
                  <a:pt x="972800" y="45029"/>
                </a:lnTo>
                <a:lnTo>
                  <a:pt x="973806" y="45289"/>
                </a:lnTo>
                <a:lnTo>
                  <a:pt x="974810" y="45555"/>
                </a:lnTo>
                <a:lnTo>
                  <a:pt x="975811" y="45826"/>
                </a:lnTo>
                <a:lnTo>
                  <a:pt x="976810" y="46103"/>
                </a:lnTo>
                <a:lnTo>
                  <a:pt x="977807" y="46385"/>
                </a:lnTo>
                <a:lnTo>
                  <a:pt x="978801" y="46674"/>
                </a:lnTo>
                <a:lnTo>
                  <a:pt x="979793" y="46967"/>
                </a:lnTo>
                <a:lnTo>
                  <a:pt x="980783" y="47267"/>
                </a:lnTo>
                <a:lnTo>
                  <a:pt x="981770" y="47572"/>
                </a:lnTo>
                <a:lnTo>
                  <a:pt x="982755" y="47883"/>
                </a:lnTo>
                <a:lnTo>
                  <a:pt x="983737" y="48199"/>
                </a:lnTo>
                <a:lnTo>
                  <a:pt x="984716" y="48520"/>
                </a:lnTo>
                <a:lnTo>
                  <a:pt x="985694" y="48848"/>
                </a:lnTo>
                <a:lnTo>
                  <a:pt x="986668" y="49180"/>
                </a:lnTo>
                <a:lnTo>
                  <a:pt x="987640" y="49518"/>
                </a:lnTo>
                <a:lnTo>
                  <a:pt x="988610" y="49862"/>
                </a:lnTo>
                <a:lnTo>
                  <a:pt x="989577" y="50211"/>
                </a:lnTo>
                <a:lnTo>
                  <a:pt x="990541" y="50566"/>
                </a:lnTo>
                <a:lnTo>
                  <a:pt x="991503" y="50925"/>
                </a:lnTo>
                <a:lnTo>
                  <a:pt x="992462" y="51291"/>
                </a:lnTo>
                <a:lnTo>
                  <a:pt x="993418" y="51661"/>
                </a:lnTo>
                <a:lnTo>
                  <a:pt x="994372" y="52037"/>
                </a:lnTo>
                <a:lnTo>
                  <a:pt x="995323" y="52419"/>
                </a:lnTo>
                <a:lnTo>
                  <a:pt x="996271" y="52805"/>
                </a:lnTo>
                <a:lnTo>
                  <a:pt x="997217" y="53197"/>
                </a:lnTo>
                <a:lnTo>
                  <a:pt x="998159" y="53594"/>
                </a:lnTo>
                <a:lnTo>
                  <a:pt x="999099" y="53997"/>
                </a:lnTo>
                <a:lnTo>
                  <a:pt x="1000037" y="54404"/>
                </a:lnTo>
                <a:lnTo>
                  <a:pt x="1000971" y="54817"/>
                </a:lnTo>
                <a:lnTo>
                  <a:pt x="1001903" y="55235"/>
                </a:lnTo>
                <a:lnTo>
                  <a:pt x="1002831" y="55658"/>
                </a:lnTo>
                <a:lnTo>
                  <a:pt x="1003757" y="56087"/>
                </a:lnTo>
                <a:lnTo>
                  <a:pt x="1004680" y="56520"/>
                </a:lnTo>
                <a:lnTo>
                  <a:pt x="1005601" y="56959"/>
                </a:lnTo>
                <a:lnTo>
                  <a:pt x="1006518" y="57403"/>
                </a:lnTo>
                <a:lnTo>
                  <a:pt x="1007432" y="57852"/>
                </a:lnTo>
                <a:lnTo>
                  <a:pt x="1008343" y="58306"/>
                </a:lnTo>
                <a:lnTo>
                  <a:pt x="1009252" y="58765"/>
                </a:lnTo>
                <a:lnTo>
                  <a:pt x="1010157" y="59229"/>
                </a:lnTo>
                <a:lnTo>
                  <a:pt x="1011059" y="59698"/>
                </a:lnTo>
                <a:lnTo>
                  <a:pt x="1011959" y="60172"/>
                </a:lnTo>
                <a:lnTo>
                  <a:pt x="1012855" y="60651"/>
                </a:lnTo>
                <a:lnTo>
                  <a:pt x="1013748" y="61135"/>
                </a:lnTo>
                <a:lnTo>
                  <a:pt x="1014638" y="61624"/>
                </a:lnTo>
                <a:lnTo>
                  <a:pt x="1015525" y="62118"/>
                </a:lnTo>
                <a:lnTo>
                  <a:pt x="1016409" y="62616"/>
                </a:lnTo>
                <a:lnTo>
                  <a:pt x="1017290" y="63120"/>
                </a:lnTo>
                <a:lnTo>
                  <a:pt x="1018168" y="63628"/>
                </a:lnTo>
                <a:lnTo>
                  <a:pt x="1019042" y="64142"/>
                </a:lnTo>
                <a:lnTo>
                  <a:pt x="1019913" y="64660"/>
                </a:lnTo>
                <a:lnTo>
                  <a:pt x="1020781" y="65183"/>
                </a:lnTo>
                <a:lnTo>
                  <a:pt x="1021646" y="65711"/>
                </a:lnTo>
                <a:lnTo>
                  <a:pt x="1022508" y="66243"/>
                </a:lnTo>
                <a:lnTo>
                  <a:pt x="1023366" y="66781"/>
                </a:lnTo>
                <a:lnTo>
                  <a:pt x="1024221" y="67323"/>
                </a:lnTo>
                <a:lnTo>
                  <a:pt x="1025073" y="67869"/>
                </a:lnTo>
                <a:lnTo>
                  <a:pt x="1025921" y="68421"/>
                </a:lnTo>
                <a:lnTo>
                  <a:pt x="1026766" y="68977"/>
                </a:lnTo>
                <a:lnTo>
                  <a:pt x="1027608" y="69538"/>
                </a:lnTo>
                <a:lnTo>
                  <a:pt x="1028446" y="70103"/>
                </a:lnTo>
                <a:lnTo>
                  <a:pt x="1029281" y="70674"/>
                </a:lnTo>
                <a:lnTo>
                  <a:pt x="1030112" y="71248"/>
                </a:lnTo>
                <a:lnTo>
                  <a:pt x="1030940" y="71828"/>
                </a:lnTo>
                <a:lnTo>
                  <a:pt x="1031765" y="72411"/>
                </a:lnTo>
                <a:lnTo>
                  <a:pt x="1032586" y="73000"/>
                </a:lnTo>
                <a:lnTo>
                  <a:pt x="1033404" y="73593"/>
                </a:lnTo>
                <a:lnTo>
                  <a:pt x="1034218" y="74190"/>
                </a:lnTo>
                <a:lnTo>
                  <a:pt x="1035029" y="74792"/>
                </a:lnTo>
                <a:lnTo>
                  <a:pt x="1035836" y="75399"/>
                </a:lnTo>
                <a:lnTo>
                  <a:pt x="1036639" y="76010"/>
                </a:lnTo>
                <a:lnTo>
                  <a:pt x="1037439" y="76625"/>
                </a:lnTo>
                <a:lnTo>
                  <a:pt x="1038235" y="77245"/>
                </a:lnTo>
                <a:lnTo>
                  <a:pt x="1039028" y="77869"/>
                </a:lnTo>
                <a:lnTo>
                  <a:pt x="1039817" y="78498"/>
                </a:lnTo>
                <a:lnTo>
                  <a:pt x="1040603" y="79131"/>
                </a:lnTo>
                <a:lnTo>
                  <a:pt x="1041384" y="79768"/>
                </a:lnTo>
                <a:lnTo>
                  <a:pt x="1042162" y="80410"/>
                </a:lnTo>
                <a:lnTo>
                  <a:pt x="1042937" y="81056"/>
                </a:lnTo>
                <a:lnTo>
                  <a:pt x="1043707" y="81706"/>
                </a:lnTo>
                <a:lnTo>
                  <a:pt x="1044474" y="82360"/>
                </a:lnTo>
                <a:lnTo>
                  <a:pt x="1045237" y="83019"/>
                </a:lnTo>
                <a:lnTo>
                  <a:pt x="1045997" y="83682"/>
                </a:lnTo>
                <a:lnTo>
                  <a:pt x="1046752" y="84350"/>
                </a:lnTo>
                <a:lnTo>
                  <a:pt x="1047504" y="85021"/>
                </a:lnTo>
                <a:lnTo>
                  <a:pt x="1048252" y="85697"/>
                </a:lnTo>
                <a:lnTo>
                  <a:pt x="1048996" y="86377"/>
                </a:lnTo>
                <a:lnTo>
                  <a:pt x="1049736" y="87061"/>
                </a:lnTo>
                <a:lnTo>
                  <a:pt x="1050472" y="87749"/>
                </a:lnTo>
                <a:lnTo>
                  <a:pt x="1051205" y="88441"/>
                </a:lnTo>
                <a:lnTo>
                  <a:pt x="1051933" y="89137"/>
                </a:lnTo>
                <a:lnTo>
                  <a:pt x="1052657" y="89838"/>
                </a:lnTo>
                <a:lnTo>
                  <a:pt x="1053378" y="90542"/>
                </a:lnTo>
                <a:lnTo>
                  <a:pt x="1054095" y="91251"/>
                </a:lnTo>
                <a:lnTo>
                  <a:pt x="1054807" y="91963"/>
                </a:lnTo>
                <a:lnTo>
                  <a:pt x="1055516" y="92680"/>
                </a:lnTo>
                <a:lnTo>
                  <a:pt x="1056220" y="93400"/>
                </a:lnTo>
                <a:lnTo>
                  <a:pt x="1056920" y="94125"/>
                </a:lnTo>
                <a:lnTo>
                  <a:pt x="1057617" y="94853"/>
                </a:lnTo>
                <a:lnTo>
                  <a:pt x="1058309" y="95585"/>
                </a:lnTo>
                <a:lnTo>
                  <a:pt x="1058997" y="96322"/>
                </a:lnTo>
                <a:lnTo>
                  <a:pt x="1059681" y="97062"/>
                </a:lnTo>
                <a:lnTo>
                  <a:pt x="1060361" y="97806"/>
                </a:lnTo>
                <a:lnTo>
                  <a:pt x="1061037" y="98554"/>
                </a:lnTo>
                <a:lnTo>
                  <a:pt x="1061708" y="99305"/>
                </a:lnTo>
                <a:lnTo>
                  <a:pt x="1062375" y="100061"/>
                </a:lnTo>
                <a:lnTo>
                  <a:pt x="1063038" y="100820"/>
                </a:lnTo>
                <a:lnTo>
                  <a:pt x="1063697" y="101583"/>
                </a:lnTo>
                <a:lnTo>
                  <a:pt x="1064352" y="102350"/>
                </a:lnTo>
                <a:lnTo>
                  <a:pt x="1065002" y="103121"/>
                </a:lnTo>
                <a:lnTo>
                  <a:pt x="1065648" y="103895"/>
                </a:lnTo>
                <a:lnTo>
                  <a:pt x="1066290" y="104673"/>
                </a:lnTo>
                <a:lnTo>
                  <a:pt x="1066927" y="105455"/>
                </a:lnTo>
                <a:lnTo>
                  <a:pt x="1067560" y="106240"/>
                </a:lnTo>
                <a:lnTo>
                  <a:pt x="1068188" y="107030"/>
                </a:lnTo>
                <a:lnTo>
                  <a:pt x="1068813" y="107822"/>
                </a:lnTo>
                <a:lnTo>
                  <a:pt x="1069432" y="108619"/>
                </a:lnTo>
                <a:lnTo>
                  <a:pt x="1070048" y="109419"/>
                </a:lnTo>
                <a:lnTo>
                  <a:pt x="1070659" y="110222"/>
                </a:lnTo>
                <a:lnTo>
                  <a:pt x="1071265" y="111029"/>
                </a:lnTo>
                <a:lnTo>
                  <a:pt x="1071867" y="111840"/>
                </a:lnTo>
                <a:lnTo>
                  <a:pt x="1072465" y="112654"/>
                </a:lnTo>
                <a:lnTo>
                  <a:pt x="1073058" y="113472"/>
                </a:lnTo>
                <a:lnTo>
                  <a:pt x="1073646" y="114293"/>
                </a:lnTo>
                <a:lnTo>
                  <a:pt x="1074230" y="115117"/>
                </a:lnTo>
                <a:lnTo>
                  <a:pt x="1074809" y="115945"/>
                </a:lnTo>
                <a:lnTo>
                  <a:pt x="1075384" y="116777"/>
                </a:lnTo>
                <a:lnTo>
                  <a:pt x="1075954" y="117612"/>
                </a:lnTo>
                <a:lnTo>
                  <a:pt x="1076520" y="118450"/>
                </a:lnTo>
                <a:lnTo>
                  <a:pt x="1077080" y="119292"/>
                </a:lnTo>
                <a:lnTo>
                  <a:pt x="1077637" y="120137"/>
                </a:lnTo>
                <a:lnTo>
                  <a:pt x="1078188" y="120985"/>
                </a:lnTo>
                <a:lnTo>
                  <a:pt x="1078735" y="121837"/>
                </a:lnTo>
                <a:lnTo>
                  <a:pt x="1079277" y="122692"/>
                </a:lnTo>
                <a:lnTo>
                  <a:pt x="1079814" y="123550"/>
                </a:lnTo>
                <a:lnTo>
                  <a:pt x="1080347" y="124412"/>
                </a:lnTo>
                <a:lnTo>
                  <a:pt x="1080875" y="125276"/>
                </a:lnTo>
                <a:lnTo>
                  <a:pt x="1081397" y="126144"/>
                </a:lnTo>
                <a:lnTo>
                  <a:pt x="1081916" y="127016"/>
                </a:lnTo>
                <a:lnTo>
                  <a:pt x="1082429" y="127890"/>
                </a:lnTo>
                <a:lnTo>
                  <a:pt x="1082938" y="128768"/>
                </a:lnTo>
                <a:lnTo>
                  <a:pt x="1083441" y="129648"/>
                </a:lnTo>
                <a:lnTo>
                  <a:pt x="1083940" y="130532"/>
                </a:lnTo>
                <a:lnTo>
                  <a:pt x="1084434" y="131419"/>
                </a:lnTo>
                <a:lnTo>
                  <a:pt x="1084923" y="132310"/>
                </a:lnTo>
                <a:lnTo>
                  <a:pt x="1085407" y="133203"/>
                </a:lnTo>
                <a:lnTo>
                  <a:pt x="1085886" y="134099"/>
                </a:lnTo>
                <a:lnTo>
                  <a:pt x="1086360" y="134998"/>
                </a:lnTo>
                <a:lnTo>
                  <a:pt x="1086829" y="135901"/>
                </a:lnTo>
                <a:lnTo>
                  <a:pt x="1087293" y="136806"/>
                </a:lnTo>
                <a:lnTo>
                  <a:pt x="1087752" y="137714"/>
                </a:lnTo>
                <a:lnTo>
                  <a:pt x="1088206" y="138626"/>
                </a:lnTo>
                <a:lnTo>
                  <a:pt x="1088655" y="139540"/>
                </a:lnTo>
                <a:lnTo>
                  <a:pt x="1089098" y="140457"/>
                </a:lnTo>
                <a:lnTo>
                  <a:pt x="1089537" y="141377"/>
                </a:lnTo>
                <a:lnTo>
                  <a:pt x="1089971" y="142300"/>
                </a:lnTo>
                <a:lnTo>
                  <a:pt x="1090399" y="143226"/>
                </a:lnTo>
                <a:lnTo>
                  <a:pt x="1090822" y="144155"/>
                </a:lnTo>
                <a:lnTo>
                  <a:pt x="1091240" y="145087"/>
                </a:lnTo>
                <a:lnTo>
                  <a:pt x="1091653" y="146021"/>
                </a:lnTo>
                <a:lnTo>
                  <a:pt x="1092061" y="146958"/>
                </a:lnTo>
                <a:lnTo>
                  <a:pt x="1092463" y="147898"/>
                </a:lnTo>
                <a:lnTo>
                  <a:pt x="1092860" y="148841"/>
                </a:lnTo>
                <a:lnTo>
                  <a:pt x="1093252" y="149787"/>
                </a:lnTo>
                <a:lnTo>
                  <a:pt x="1093639" y="150735"/>
                </a:lnTo>
                <a:lnTo>
                  <a:pt x="1094020" y="151686"/>
                </a:lnTo>
                <a:lnTo>
                  <a:pt x="1094396" y="152640"/>
                </a:lnTo>
                <a:lnTo>
                  <a:pt x="1094767" y="153596"/>
                </a:lnTo>
                <a:lnTo>
                  <a:pt x="1095132" y="154555"/>
                </a:lnTo>
                <a:lnTo>
                  <a:pt x="1095492" y="155517"/>
                </a:lnTo>
                <a:lnTo>
                  <a:pt x="1095846" y="156481"/>
                </a:lnTo>
                <a:lnTo>
                  <a:pt x="1096195" y="157448"/>
                </a:lnTo>
                <a:lnTo>
                  <a:pt x="1096539" y="158418"/>
                </a:lnTo>
                <a:lnTo>
                  <a:pt x="1096877" y="159390"/>
                </a:lnTo>
                <a:lnTo>
                  <a:pt x="1097210" y="160364"/>
                </a:lnTo>
                <a:lnTo>
                  <a:pt x="1097537" y="161341"/>
                </a:lnTo>
                <a:lnTo>
                  <a:pt x="1097859" y="162321"/>
                </a:lnTo>
                <a:lnTo>
                  <a:pt x="1098175" y="163303"/>
                </a:lnTo>
                <a:lnTo>
                  <a:pt x="1098486" y="164288"/>
                </a:lnTo>
                <a:lnTo>
                  <a:pt x="1098791" y="165275"/>
                </a:lnTo>
                <a:lnTo>
                  <a:pt x="1099090" y="166264"/>
                </a:lnTo>
                <a:lnTo>
                  <a:pt x="1099384" y="167256"/>
                </a:lnTo>
                <a:lnTo>
                  <a:pt x="1099672" y="168251"/>
                </a:lnTo>
                <a:lnTo>
                  <a:pt x="1099955" y="169247"/>
                </a:lnTo>
                <a:lnTo>
                  <a:pt x="1100232" y="170247"/>
                </a:lnTo>
                <a:lnTo>
                  <a:pt x="1100503" y="171248"/>
                </a:lnTo>
                <a:lnTo>
                  <a:pt x="1100768" y="172252"/>
                </a:lnTo>
                <a:lnTo>
                  <a:pt x="1101028" y="173258"/>
                </a:lnTo>
                <a:lnTo>
                  <a:pt x="1101282" y="174266"/>
                </a:lnTo>
                <a:lnTo>
                  <a:pt x="1101531" y="175277"/>
                </a:lnTo>
                <a:lnTo>
                  <a:pt x="1101773" y="176290"/>
                </a:lnTo>
                <a:lnTo>
                  <a:pt x="1102010" y="177305"/>
                </a:lnTo>
                <a:lnTo>
                  <a:pt x="1102241" y="178322"/>
                </a:lnTo>
                <a:lnTo>
                  <a:pt x="1102466" y="179342"/>
                </a:lnTo>
                <a:lnTo>
                  <a:pt x="1102686" y="180364"/>
                </a:lnTo>
                <a:lnTo>
                  <a:pt x="1102899" y="181387"/>
                </a:lnTo>
                <a:lnTo>
                  <a:pt x="1103107" y="182414"/>
                </a:lnTo>
                <a:lnTo>
                  <a:pt x="1103308" y="183442"/>
                </a:lnTo>
                <a:lnTo>
                  <a:pt x="1103504" y="184472"/>
                </a:lnTo>
                <a:lnTo>
                  <a:pt x="1103694" y="185504"/>
                </a:lnTo>
                <a:lnTo>
                  <a:pt x="1103878" y="186539"/>
                </a:lnTo>
                <a:lnTo>
                  <a:pt x="1104056" y="187575"/>
                </a:lnTo>
                <a:lnTo>
                  <a:pt x="1104228" y="188614"/>
                </a:lnTo>
                <a:lnTo>
                  <a:pt x="1104394" y="189654"/>
                </a:lnTo>
                <a:lnTo>
                  <a:pt x="1104553" y="190697"/>
                </a:lnTo>
                <a:lnTo>
                  <a:pt x="1104707" y="191741"/>
                </a:lnTo>
                <a:lnTo>
                  <a:pt x="1104855" y="192788"/>
                </a:lnTo>
                <a:lnTo>
                  <a:pt x="1104997" y="193836"/>
                </a:lnTo>
                <a:lnTo>
                  <a:pt x="1105132" y="194887"/>
                </a:lnTo>
                <a:lnTo>
                  <a:pt x="1105262" y="195939"/>
                </a:lnTo>
                <a:lnTo>
                  <a:pt x="1105385" y="196993"/>
                </a:lnTo>
                <a:lnTo>
                  <a:pt x="1105502" y="198049"/>
                </a:lnTo>
                <a:lnTo>
                  <a:pt x="1105613" y="199107"/>
                </a:lnTo>
                <a:lnTo>
                  <a:pt x="1105718" y="200167"/>
                </a:lnTo>
                <a:lnTo>
                  <a:pt x="1105817" y="201228"/>
                </a:lnTo>
                <a:lnTo>
                  <a:pt x="1105909" y="202291"/>
                </a:lnTo>
                <a:lnTo>
                  <a:pt x="1105995" y="203357"/>
                </a:lnTo>
                <a:lnTo>
                  <a:pt x="1106075" y="204423"/>
                </a:lnTo>
                <a:lnTo>
                  <a:pt x="1106149" y="205492"/>
                </a:lnTo>
                <a:lnTo>
                  <a:pt x="1106216" y="206562"/>
                </a:lnTo>
                <a:lnTo>
                  <a:pt x="1106277" y="207634"/>
                </a:lnTo>
                <a:lnTo>
                  <a:pt x="1106332" y="208708"/>
                </a:lnTo>
                <a:lnTo>
                  <a:pt x="1106380" y="209783"/>
                </a:lnTo>
                <a:lnTo>
                  <a:pt x="1106422" y="210860"/>
                </a:lnTo>
                <a:lnTo>
                  <a:pt x="1106457" y="211939"/>
                </a:lnTo>
                <a:lnTo>
                  <a:pt x="1106486" y="213019"/>
                </a:lnTo>
                <a:lnTo>
                  <a:pt x="1106509" y="214101"/>
                </a:lnTo>
                <a:lnTo>
                  <a:pt x="1106525" y="215184"/>
                </a:lnTo>
                <a:lnTo>
                  <a:pt x="1106535" y="216269"/>
                </a:lnTo>
                <a:lnTo>
                  <a:pt x="1106538" y="217356"/>
                </a:lnTo>
                <a:lnTo>
                  <a:pt x="1126298" y="217356"/>
                </a:lnTo>
                <a:lnTo>
                  <a:pt x="1126298" y="217356"/>
                </a:lnTo>
                <a:close/>
                <a:moveTo>
                  <a:pt x="216153" y="19763"/>
                </a:moveTo>
                <a:lnTo>
                  <a:pt x="214952" y="19774"/>
                </a:lnTo>
                <a:lnTo>
                  <a:pt x="213753" y="19792"/>
                </a:lnTo>
                <a:lnTo>
                  <a:pt x="212555" y="19817"/>
                </a:lnTo>
                <a:lnTo>
                  <a:pt x="211359" y="19849"/>
                </a:lnTo>
                <a:lnTo>
                  <a:pt x="210165" y="19888"/>
                </a:lnTo>
                <a:lnTo>
                  <a:pt x="208973" y="19934"/>
                </a:lnTo>
                <a:lnTo>
                  <a:pt x="207782" y="19988"/>
                </a:lnTo>
                <a:lnTo>
                  <a:pt x="206593" y="20048"/>
                </a:lnTo>
                <a:lnTo>
                  <a:pt x="205407" y="20115"/>
                </a:lnTo>
                <a:lnTo>
                  <a:pt x="204222" y="20189"/>
                </a:lnTo>
                <a:lnTo>
                  <a:pt x="203039" y="20271"/>
                </a:lnTo>
                <a:lnTo>
                  <a:pt x="201858" y="20359"/>
                </a:lnTo>
                <a:lnTo>
                  <a:pt x="200678" y="20454"/>
                </a:lnTo>
                <a:lnTo>
                  <a:pt x="199501" y="20556"/>
                </a:lnTo>
                <a:lnTo>
                  <a:pt x="198326" y="20664"/>
                </a:lnTo>
                <a:lnTo>
                  <a:pt x="197153" y="20780"/>
                </a:lnTo>
                <a:lnTo>
                  <a:pt x="195982" y="20902"/>
                </a:lnTo>
                <a:lnTo>
                  <a:pt x="194812" y="21032"/>
                </a:lnTo>
                <a:lnTo>
                  <a:pt x="193645" y="21168"/>
                </a:lnTo>
                <a:lnTo>
                  <a:pt x="192480" y="21311"/>
                </a:lnTo>
                <a:lnTo>
                  <a:pt x="191317" y="21460"/>
                </a:lnTo>
                <a:lnTo>
                  <a:pt x="190156" y="21616"/>
                </a:lnTo>
                <a:lnTo>
                  <a:pt x="188998" y="21779"/>
                </a:lnTo>
                <a:lnTo>
                  <a:pt x="187841" y="21949"/>
                </a:lnTo>
                <a:lnTo>
                  <a:pt x="186687" y="22126"/>
                </a:lnTo>
                <a:lnTo>
                  <a:pt x="185535" y="22309"/>
                </a:lnTo>
                <a:lnTo>
                  <a:pt x="184385" y="22498"/>
                </a:lnTo>
                <a:lnTo>
                  <a:pt x="183237" y="22694"/>
                </a:lnTo>
                <a:lnTo>
                  <a:pt x="182092" y="22897"/>
                </a:lnTo>
                <a:lnTo>
                  <a:pt x="180949" y="23107"/>
                </a:lnTo>
                <a:lnTo>
                  <a:pt x="179808" y="23323"/>
                </a:lnTo>
                <a:lnTo>
                  <a:pt x="178669" y="23545"/>
                </a:lnTo>
                <a:lnTo>
                  <a:pt x="177533" y="23774"/>
                </a:lnTo>
                <a:lnTo>
                  <a:pt x="176399" y="24010"/>
                </a:lnTo>
                <a:lnTo>
                  <a:pt x="175268" y="24252"/>
                </a:lnTo>
                <a:lnTo>
                  <a:pt x="174139" y="24500"/>
                </a:lnTo>
                <a:lnTo>
                  <a:pt x="173013" y="24755"/>
                </a:lnTo>
                <a:lnTo>
                  <a:pt x="171888" y="25016"/>
                </a:lnTo>
                <a:lnTo>
                  <a:pt x="170767" y="25284"/>
                </a:lnTo>
                <a:lnTo>
                  <a:pt x="169648" y="25558"/>
                </a:lnTo>
                <a:lnTo>
                  <a:pt x="168531" y="25838"/>
                </a:lnTo>
                <a:lnTo>
                  <a:pt x="167417" y="26125"/>
                </a:lnTo>
                <a:lnTo>
                  <a:pt x="166305" y="26418"/>
                </a:lnTo>
                <a:lnTo>
                  <a:pt x="165196" y="26717"/>
                </a:lnTo>
                <a:lnTo>
                  <a:pt x="164090" y="27022"/>
                </a:lnTo>
                <a:lnTo>
                  <a:pt x="162986" y="27334"/>
                </a:lnTo>
                <a:lnTo>
                  <a:pt x="161884" y="27652"/>
                </a:lnTo>
                <a:lnTo>
                  <a:pt x="160786" y="27976"/>
                </a:lnTo>
                <a:lnTo>
                  <a:pt x="159690" y="28307"/>
                </a:lnTo>
                <a:lnTo>
                  <a:pt x="158597" y="28643"/>
                </a:lnTo>
                <a:lnTo>
                  <a:pt x="157506" y="28986"/>
                </a:lnTo>
                <a:lnTo>
                  <a:pt x="156418" y="29335"/>
                </a:lnTo>
                <a:lnTo>
                  <a:pt x="155333" y="29690"/>
                </a:lnTo>
                <a:lnTo>
                  <a:pt x="154251" y="30051"/>
                </a:lnTo>
                <a:lnTo>
                  <a:pt x="153172" y="30418"/>
                </a:lnTo>
                <a:lnTo>
                  <a:pt x="152095" y="30791"/>
                </a:lnTo>
                <a:lnTo>
                  <a:pt x="151021" y="31170"/>
                </a:lnTo>
                <a:lnTo>
                  <a:pt x="149950" y="31555"/>
                </a:lnTo>
                <a:lnTo>
                  <a:pt x="148882" y="31946"/>
                </a:lnTo>
                <a:lnTo>
                  <a:pt x="147817" y="32343"/>
                </a:lnTo>
                <a:lnTo>
                  <a:pt x="146754" y="32746"/>
                </a:lnTo>
                <a:lnTo>
                  <a:pt x="145695" y="33155"/>
                </a:lnTo>
                <a:lnTo>
                  <a:pt x="144638" y="33570"/>
                </a:lnTo>
                <a:lnTo>
                  <a:pt x="143585" y="33991"/>
                </a:lnTo>
                <a:lnTo>
                  <a:pt x="142534" y="34417"/>
                </a:lnTo>
                <a:lnTo>
                  <a:pt x="141487" y="34850"/>
                </a:lnTo>
                <a:lnTo>
                  <a:pt x="140442" y="35288"/>
                </a:lnTo>
                <a:lnTo>
                  <a:pt x="139401" y="35732"/>
                </a:lnTo>
                <a:lnTo>
                  <a:pt x="138363" y="36182"/>
                </a:lnTo>
                <a:lnTo>
                  <a:pt x="137327" y="36637"/>
                </a:lnTo>
                <a:lnTo>
                  <a:pt x="136295" y="37099"/>
                </a:lnTo>
                <a:lnTo>
                  <a:pt x="135266" y="37566"/>
                </a:lnTo>
                <a:lnTo>
                  <a:pt x="134240" y="38038"/>
                </a:lnTo>
                <a:lnTo>
                  <a:pt x="133218" y="38517"/>
                </a:lnTo>
                <a:lnTo>
                  <a:pt x="132198" y="39001"/>
                </a:lnTo>
                <a:lnTo>
                  <a:pt x="131182" y="39490"/>
                </a:lnTo>
                <a:lnTo>
                  <a:pt x="130169" y="39986"/>
                </a:lnTo>
                <a:lnTo>
                  <a:pt x="129159" y="40487"/>
                </a:lnTo>
                <a:lnTo>
                  <a:pt x="128153" y="40993"/>
                </a:lnTo>
                <a:lnTo>
                  <a:pt x="127149" y="41505"/>
                </a:lnTo>
                <a:lnTo>
                  <a:pt x="126149" y="42023"/>
                </a:lnTo>
                <a:lnTo>
                  <a:pt x="125153" y="42546"/>
                </a:lnTo>
                <a:lnTo>
                  <a:pt x="124160" y="43074"/>
                </a:lnTo>
                <a:lnTo>
                  <a:pt x="123170" y="43609"/>
                </a:lnTo>
                <a:lnTo>
                  <a:pt x="122183" y="44148"/>
                </a:lnTo>
                <a:lnTo>
                  <a:pt x="121200" y="44693"/>
                </a:lnTo>
                <a:lnTo>
                  <a:pt x="120221" y="45243"/>
                </a:lnTo>
                <a:lnTo>
                  <a:pt x="119244" y="45799"/>
                </a:lnTo>
                <a:lnTo>
                  <a:pt x="118272" y="46360"/>
                </a:lnTo>
                <a:lnTo>
                  <a:pt x="117303" y="46927"/>
                </a:lnTo>
                <a:lnTo>
                  <a:pt x="116337" y="47499"/>
                </a:lnTo>
                <a:lnTo>
                  <a:pt x="115375" y="48076"/>
                </a:lnTo>
                <a:lnTo>
                  <a:pt x="114416" y="48658"/>
                </a:lnTo>
                <a:lnTo>
                  <a:pt x="113461" y="49246"/>
                </a:lnTo>
                <a:lnTo>
                  <a:pt x="112510" y="49839"/>
                </a:lnTo>
                <a:lnTo>
                  <a:pt x="111562" y="50437"/>
                </a:lnTo>
                <a:lnTo>
                  <a:pt x="110618" y="51041"/>
                </a:lnTo>
                <a:lnTo>
                  <a:pt x="109677" y="51649"/>
                </a:lnTo>
                <a:lnTo>
                  <a:pt x="108740" y="52263"/>
                </a:lnTo>
                <a:lnTo>
                  <a:pt x="107807" y="52882"/>
                </a:lnTo>
                <a:lnTo>
                  <a:pt x="106878" y="53506"/>
                </a:lnTo>
                <a:lnTo>
                  <a:pt x="105952" y="54135"/>
                </a:lnTo>
                <a:lnTo>
                  <a:pt x="105030" y="54770"/>
                </a:lnTo>
                <a:lnTo>
                  <a:pt x="104112" y="55409"/>
                </a:lnTo>
                <a:lnTo>
                  <a:pt x="103198" y="56053"/>
                </a:lnTo>
                <a:lnTo>
                  <a:pt x="102287" y="56703"/>
                </a:lnTo>
                <a:lnTo>
                  <a:pt x="101381" y="57357"/>
                </a:lnTo>
                <a:lnTo>
                  <a:pt x="100478" y="58017"/>
                </a:lnTo>
                <a:lnTo>
                  <a:pt x="99579" y="58681"/>
                </a:lnTo>
                <a:lnTo>
                  <a:pt x="98684" y="59350"/>
                </a:lnTo>
                <a:lnTo>
                  <a:pt x="97793" y="60025"/>
                </a:lnTo>
                <a:lnTo>
                  <a:pt x="96906" y="60704"/>
                </a:lnTo>
                <a:lnTo>
                  <a:pt x="96022" y="61388"/>
                </a:lnTo>
                <a:lnTo>
                  <a:pt x="95143" y="62077"/>
                </a:lnTo>
                <a:lnTo>
                  <a:pt x="94268" y="62771"/>
                </a:lnTo>
                <a:lnTo>
                  <a:pt x="93397" y="63469"/>
                </a:lnTo>
                <a:lnTo>
                  <a:pt x="92529" y="64173"/>
                </a:lnTo>
                <a:lnTo>
                  <a:pt x="91666" y="64881"/>
                </a:lnTo>
                <a:lnTo>
                  <a:pt x="90807" y="65594"/>
                </a:lnTo>
                <a:lnTo>
                  <a:pt x="89952" y="66312"/>
                </a:lnTo>
                <a:lnTo>
                  <a:pt x="89102" y="67034"/>
                </a:lnTo>
                <a:lnTo>
                  <a:pt x="88255" y="67762"/>
                </a:lnTo>
                <a:lnTo>
                  <a:pt x="87412" y="68493"/>
                </a:lnTo>
                <a:lnTo>
                  <a:pt x="86574" y="69230"/>
                </a:lnTo>
                <a:lnTo>
                  <a:pt x="85740" y="69971"/>
                </a:lnTo>
                <a:lnTo>
                  <a:pt x="84910" y="70717"/>
                </a:lnTo>
                <a:lnTo>
                  <a:pt x="84084" y="71467"/>
                </a:lnTo>
                <a:lnTo>
                  <a:pt x="83263" y="72222"/>
                </a:lnTo>
                <a:lnTo>
                  <a:pt x="82446" y="72982"/>
                </a:lnTo>
                <a:lnTo>
                  <a:pt x="81633" y="73746"/>
                </a:lnTo>
                <a:lnTo>
                  <a:pt x="80825" y="74515"/>
                </a:lnTo>
                <a:lnTo>
                  <a:pt x="80020" y="75288"/>
                </a:lnTo>
                <a:lnTo>
                  <a:pt x="79221" y="76066"/>
                </a:lnTo>
                <a:lnTo>
                  <a:pt x="78425" y="76848"/>
                </a:lnTo>
                <a:lnTo>
                  <a:pt x="77634" y="77634"/>
                </a:lnTo>
                <a:lnTo>
                  <a:pt x="76848" y="78425"/>
                </a:lnTo>
                <a:lnTo>
                  <a:pt x="76066" y="79221"/>
                </a:lnTo>
                <a:lnTo>
                  <a:pt x="75288" y="80021"/>
                </a:lnTo>
                <a:lnTo>
                  <a:pt x="74515" y="80825"/>
                </a:lnTo>
                <a:lnTo>
                  <a:pt x="73746" y="81633"/>
                </a:lnTo>
                <a:lnTo>
                  <a:pt x="72982" y="82446"/>
                </a:lnTo>
                <a:lnTo>
                  <a:pt x="72222" y="83263"/>
                </a:lnTo>
                <a:lnTo>
                  <a:pt x="71467" y="84084"/>
                </a:lnTo>
                <a:lnTo>
                  <a:pt x="70717" y="84910"/>
                </a:lnTo>
                <a:lnTo>
                  <a:pt x="69971" y="85740"/>
                </a:lnTo>
                <a:lnTo>
                  <a:pt x="69230" y="86574"/>
                </a:lnTo>
                <a:lnTo>
                  <a:pt x="68493" y="87412"/>
                </a:lnTo>
                <a:lnTo>
                  <a:pt x="67761" y="88255"/>
                </a:lnTo>
                <a:lnTo>
                  <a:pt x="67034" y="89102"/>
                </a:lnTo>
                <a:lnTo>
                  <a:pt x="66312" y="89952"/>
                </a:lnTo>
                <a:lnTo>
                  <a:pt x="65594" y="90807"/>
                </a:lnTo>
                <a:lnTo>
                  <a:pt x="64881" y="91666"/>
                </a:lnTo>
                <a:lnTo>
                  <a:pt x="64173" y="92530"/>
                </a:lnTo>
                <a:lnTo>
                  <a:pt x="63469" y="93397"/>
                </a:lnTo>
                <a:lnTo>
                  <a:pt x="62771" y="94268"/>
                </a:lnTo>
                <a:lnTo>
                  <a:pt x="62077" y="95143"/>
                </a:lnTo>
                <a:lnTo>
                  <a:pt x="61388" y="96022"/>
                </a:lnTo>
                <a:lnTo>
                  <a:pt x="60704" y="96906"/>
                </a:lnTo>
                <a:lnTo>
                  <a:pt x="60025" y="97793"/>
                </a:lnTo>
                <a:lnTo>
                  <a:pt x="59350" y="98684"/>
                </a:lnTo>
                <a:lnTo>
                  <a:pt x="58681" y="99579"/>
                </a:lnTo>
                <a:lnTo>
                  <a:pt x="58017" y="100478"/>
                </a:lnTo>
                <a:lnTo>
                  <a:pt x="57357" y="101381"/>
                </a:lnTo>
                <a:lnTo>
                  <a:pt x="56703" y="102287"/>
                </a:lnTo>
                <a:lnTo>
                  <a:pt x="56053" y="103198"/>
                </a:lnTo>
                <a:lnTo>
                  <a:pt x="55409" y="104112"/>
                </a:lnTo>
                <a:lnTo>
                  <a:pt x="54769" y="105030"/>
                </a:lnTo>
                <a:lnTo>
                  <a:pt x="54135" y="105952"/>
                </a:lnTo>
                <a:lnTo>
                  <a:pt x="53506" y="106878"/>
                </a:lnTo>
                <a:lnTo>
                  <a:pt x="52882" y="107807"/>
                </a:lnTo>
                <a:lnTo>
                  <a:pt x="52263" y="108741"/>
                </a:lnTo>
                <a:lnTo>
                  <a:pt x="51649" y="109677"/>
                </a:lnTo>
                <a:lnTo>
                  <a:pt x="51041" y="110618"/>
                </a:lnTo>
                <a:lnTo>
                  <a:pt x="50437" y="111562"/>
                </a:lnTo>
                <a:lnTo>
                  <a:pt x="49839" y="112510"/>
                </a:lnTo>
                <a:lnTo>
                  <a:pt x="49246" y="113461"/>
                </a:lnTo>
                <a:lnTo>
                  <a:pt x="48658" y="114416"/>
                </a:lnTo>
                <a:lnTo>
                  <a:pt x="48076" y="115375"/>
                </a:lnTo>
                <a:lnTo>
                  <a:pt x="47499" y="116337"/>
                </a:lnTo>
                <a:lnTo>
                  <a:pt x="46927" y="117303"/>
                </a:lnTo>
                <a:lnTo>
                  <a:pt x="46360" y="118272"/>
                </a:lnTo>
                <a:lnTo>
                  <a:pt x="45799" y="119245"/>
                </a:lnTo>
                <a:lnTo>
                  <a:pt x="45243" y="120221"/>
                </a:lnTo>
                <a:lnTo>
                  <a:pt x="44693" y="121200"/>
                </a:lnTo>
                <a:lnTo>
                  <a:pt x="44148" y="122183"/>
                </a:lnTo>
                <a:lnTo>
                  <a:pt x="43608" y="123170"/>
                </a:lnTo>
                <a:lnTo>
                  <a:pt x="43074" y="124160"/>
                </a:lnTo>
                <a:lnTo>
                  <a:pt x="42546" y="125153"/>
                </a:lnTo>
                <a:lnTo>
                  <a:pt x="42023" y="126150"/>
                </a:lnTo>
                <a:lnTo>
                  <a:pt x="41505" y="127149"/>
                </a:lnTo>
                <a:lnTo>
                  <a:pt x="40993" y="128153"/>
                </a:lnTo>
                <a:lnTo>
                  <a:pt x="40487" y="129159"/>
                </a:lnTo>
                <a:lnTo>
                  <a:pt x="39986" y="130169"/>
                </a:lnTo>
                <a:lnTo>
                  <a:pt x="39490" y="131182"/>
                </a:lnTo>
                <a:lnTo>
                  <a:pt x="39001" y="132198"/>
                </a:lnTo>
                <a:lnTo>
                  <a:pt x="38517" y="133218"/>
                </a:lnTo>
                <a:lnTo>
                  <a:pt x="38038" y="134241"/>
                </a:lnTo>
                <a:lnTo>
                  <a:pt x="37565" y="135266"/>
                </a:lnTo>
                <a:lnTo>
                  <a:pt x="37098" y="136295"/>
                </a:lnTo>
                <a:lnTo>
                  <a:pt x="36637" y="137328"/>
                </a:lnTo>
                <a:lnTo>
                  <a:pt x="36182" y="138363"/>
                </a:lnTo>
                <a:lnTo>
                  <a:pt x="35732" y="139401"/>
                </a:lnTo>
                <a:lnTo>
                  <a:pt x="35288" y="140443"/>
                </a:lnTo>
                <a:lnTo>
                  <a:pt x="34850" y="141487"/>
                </a:lnTo>
                <a:lnTo>
                  <a:pt x="34417" y="142535"/>
                </a:lnTo>
                <a:lnTo>
                  <a:pt x="33991" y="143585"/>
                </a:lnTo>
                <a:lnTo>
                  <a:pt x="33570" y="144639"/>
                </a:lnTo>
                <a:lnTo>
                  <a:pt x="33155" y="145695"/>
                </a:lnTo>
                <a:lnTo>
                  <a:pt x="32746" y="146754"/>
                </a:lnTo>
                <a:lnTo>
                  <a:pt x="32343" y="147817"/>
                </a:lnTo>
                <a:lnTo>
                  <a:pt x="31946" y="148882"/>
                </a:lnTo>
                <a:lnTo>
                  <a:pt x="31555" y="149950"/>
                </a:lnTo>
                <a:lnTo>
                  <a:pt x="31170" y="151021"/>
                </a:lnTo>
                <a:lnTo>
                  <a:pt x="30791" y="152095"/>
                </a:lnTo>
                <a:lnTo>
                  <a:pt x="30418" y="153172"/>
                </a:lnTo>
                <a:lnTo>
                  <a:pt x="30051" y="154251"/>
                </a:lnTo>
                <a:lnTo>
                  <a:pt x="29690" y="155334"/>
                </a:lnTo>
                <a:lnTo>
                  <a:pt x="29335" y="156419"/>
                </a:lnTo>
                <a:lnTo>
                  <a:pt x="28986" y="157506"/>
                </a:lnTo>
                <a:lnTo>
                  <a:pt x="28643" y="158597"/>
                </a:lnTo>
                <a:lnTo>
                  <a:pt x="28307" y="159690"/>
                </a:lnTo>
                <a:lnTo>
                  <a:pt x="27976" y="160786"/>
                </a:lnTo>
                <a:lnTo>
                  <a:pt x="27652" y="161885"/>
                </a:lnTo>
                <a:lnTo>
                  <a:pt x="27334" y="162986"/>
                </a:lnTo>
                <a:lnTo>
                  <a:pt x="27022" y="164090"/>
                </a:lnTo>
                <a:lnTo>
                  <a:pt x="26717" y="165196"/>
                </a:lnTo>
                <a:lnTo>
                  <a:pt x="26418" y="166305"/>
                </a:lnTo>
                <a:lnTo>
                  <a:pt x="26125" y="167417"/>
                </a:lnTo>
                <a:lnTo>
                  <a:pt x="25838" y="168531"/>
                </a:lnTo>
                <a:lnTo>
                  <a:pt x="25558" y="169648"/>
                </a:lnTo>
                <a:lnTo>
                  <a:pt x="25284" y="170767"/>
                </a:lnTo>
                <a:lnTo>
                  <a:pt x="25016" y="171888"/>
                </a:lnTo>
                <a:lnTo>
                  <a:pt x="24755" y="173013"/>
                </a:lnTo>
                <a:lnTo>
                  <a:pt x="24500" y="174139"/>
                </a:lnTo>
                <a:lnTo>
                  <a:pt x="24252" y="175268"/>
                </a:lnTo>
                <a:lnTo>
                  <a:pt x="24010" y="176400"/>
                </a:lnTo>
                <a:lnTo>
                  <a:pt x="23774" y="177533"/>
                </a:lnTo>
                <a:lnTo>
                  <a:pt x="23545" y="178670"/>
                </a:lnTo>
                <a:lnTo>
                  <a:pt x="23323" y="179808"/>
                </a:lnTo>
                <a:lnTo>
                  <a:pt x="23107" y="180949"/>
                </a:lnTo>
                <a:lnTo>
                  <a:pt x="22897" y="182092"/>
                </a:lnTo>
                <a:lnTo>
                  <a:pt x="22694" y="183237"/>
                </a:lnTo>
                <a:lnTo>
                  <a:pt x="22498" y="184385"/>
                </a:lnTo>
                <a:lnTo>
                  <a:pt x="22308" y="185535"/>
                </a:lnTo>
                <a:lnTo>
                  <a:pt x="22125" y="186687"/>
                </a:lnTo>
                <a:lnTo>
                  <a:pt x="21949" y="187841"/>
                </a:lnTo>
                <a:lnTo>
                  <a:pt x="21779" y="188998"/>
                </a:lnTo>
                <a:lnTo>
                  <a:pt x="21616" y="190157"/>
                </a:lnTo>
                <a:lnTo>
                  <a:pt x="21460" y="191317"/>
                </a:lnTo>
                <a:lnTo>
                  <a:pt x="21310" y="192480"/>
                </a:lnTo>
                <a:lnTo>
                  <a:pt x="21168" y="193645"/>
                </a:lnTo>
                <a:lnTo>
                  <a:pt x="21032" y="194812"/>
                </a:lnTo>
                <a:lnTo>
                  <a:pt x="20902" y="195982"/>
                </a:lnTo>
                <a:lnTo>
                  <a:pt x="20780" y="197153"/>
                </a:lnTo>
                <a:lnTo>
                  <a:pt x="20664" y="198326"/>
                </a:lnTo>
                <a:lnTo>
                  <a:pt x="20555" y="199501"/>
                </a:lnTo>
                <a:lnTo>
                  <a:pt x="20454" y="200679"/>
                </a:lnTo>
                <a:lnTo>
                  <a:pt x="20359" y="201858"/>
                </a:lnTo>
                <a:lnTo>
                  <a:pt x="20270" y="203039"/>
                </a:lnTo>
                <a:lnTo>
                  <a:pt x="20189" y="204222"/>
                </a:lnTo>
                <a:lnTo>
                  <a:pt x="20115" y="205407"/>
                </a:lnTo>
                <a:lnTo>
                  <a:pt x="20048" y="206594"/>
                </a:lnTo>
                <a:lnTo>
                  <a:pt x="19988" y="207782"/>
                </a:lnTo>
                <a:lnTo>
                  <a:pt x="19934" y="208973"/>
                </a:lnTo>
                <a:lnTo>
                  <a:pt x="19888" y="210165"/>
                </a:lnTo>
                <a:lnTo>
                  <a:pt x="19849" y="211359"/>
                </a:lnTo>
                <a:lnTo>
                  <a:pt x="19817" y="212555"/>
                </a:lnTo>
                <a:lnTo>
                  <a:pt x="19792" y="213753"/>
                </a:lnTo>
                <a:lnTo>
                  <a:pt x="19774" y="214952"/>
                </a:lnTo>
                <a:lnTo>
                  <a:pt x="19763" y="216153"/>
                </a:lnTo>
                <a:lnTo>
                  <a:pt x="19760" y="217356"/>
                </a:lnTo>
                <a:lnTo>
                  <a:pt x="19760" y="217356"/>
                </a:lnTo>
                <a:lnTo>
                  <a:pt x="39519" y="217356"/>
                </a:lnTo>
                <a:lnTo>
                  <a:pt x="39522" y="216269"/>
                </a:lnTo>
                <a:lnTo>
                  <a:pt x="39532" y="215184"/>
                </a:lnTo>
                <a:lnTo>
                  <a:pt x="39548" y="214101"/>
                </a:lnTo>
                <a:lnTo>
                  <a:pt x="39571" y="213019"/>
                </a:lnTo>
                <a:lnTo>
                  <a:pt x="39600" y="211939"/>
                </a:lnTo>
                <a:lnTo>
                  <a:pt x="39636" y="210860"/>
                </a:lnTo>
                <a:lnTo>
                  <a:pt x="39677" y="209783"/>
                </a:lnTo>
                <a:lnTo>
                  <a:pt x="39726" y="208708"/>
                </a:lnTo>
                <a:lnTo>
                  <a:pt x="39780" y="207634"/>
                </a:lnTo>
                <a:lnTo>
                  <a:pt x="39841" y="206562"/>
                </a:lnTo>
                <a:lnTo>
                  <a:pt x="39909" y="205492"/>
                </a:lnTo>
                <a:lnTo>
                  <a:pt x="39982" y="204423"/>
                </a:lnTo>
                <a:lnTo>
                  <a:pt x="40062" y="203357"/>
                </a:lnTo>
                <a:lnTo>
                  <a:pt x="40148" y="202291"/>
                </a:lnTo>
                <a:lnTo>
                  <a:pt x="40241" y="201228"/>
                </a:lnTo>
                <a:lnTo>
                  <a:pt x="40339" y="200167"/>
                </a:lnTo>
                <a:lnTo>
                  <a:pt x="40444" y="199107"/>
                </a:lnTo>
                <a:lnTo>
                  <a:pt x="40555" y="198049"/>
                </a:lnTo>
                <a:lnTo>
                  <a:pt x="40672" y="196993"/>
                </a:lnTo>
                <a:lnTo>
                  <a:pt x="40796" y="195939"/>
                </a:lnTo>
                <a:lnTo>
                  <a:pt x="40925" y="194887"/>
                </a:lnTo>
                <a:lnTo>
                  <a:pt x="41061" y="193836"/>
                </a:lnTo>
                <a:lnTo>
                  <a:pt x="41202" y="192788"/>
                </a:lnTo>
                <a:lnTo>
                  <a:pt x="41350" y="191741"/>
                </a:lnTo>
                <a:lnTo>
                  <a:pt x="41504" y="190697"/>
                </a:lnTo>
                <a:lnTo>
                  <a:pt x="41664" y="189654"/>
                </a:lnTo>
                <a:lnTo>
                  <a:pt x="41830" y="188614"/>
                </a:lnTo>
                <a:lnTo>
                  <a:pt x="42002" y="187575"/>
                </a:lnTo>
                <a:lnTo>
                  <a:pt x="42180" y="186539"/>
                </a:lnTo>
                <a:lnTo>
                  <a:pt x="42363" y="185504"/>
                </a:lnTo>
                <a:lnTo>
                  <a:pt x="42553" y="184472"/>
                </a:lnTo>
                <a:lnTo>
                  <a:pt x="42749" y="183442"/>
                </a:lnTo>
                <a:lnTo>
                  <a:pt x="42951" y="182414"/>
                </a:lnTo>
                <a:lnTo>
                  <a:pt x="43158" y="181387"/>
                </a:lnTo>
                <a:lnTo>
                  <a:pt x="43372" y="180364"/>
                </a:lnTo>
                <a:lnTo>
                  <a:pt x="43591" y="179342"/>
                </a:lnTo>
                <a:lnTo>
                  <a:pt x="43816" y="178322"/>
                </a:lnTo>
                <a:lnTo>
                  <a:pt x="44047" y="177305"/>
                </a:lnTo>
                <a:lnTo>
                  <a:pt x="44284" y="176290"/>
                </a:lnTo>
                <a:lnTo>
                  <a:pt x="44527" y="175277"/>
                </a:lnTo>
                <a:lnTo>
                  <a:pt x="44775" y="174266"/>
                </a:lnTo>
                <a:lnTo>
                  <a:pt x="45029" y="173258"/>
                </a:lnTo>
                <a:lnTo>
                  <a:pt x="45289" y="172252"/>
                </a:lnTo>
                <a:lnTo>
                  <a:pt x="45555" y="171248"/>
                </a:lnTo>
                <a:lnTo>
                  <a:pt x="45826" y="170247"/>
                </a:lnTo>
                <a:lnTo>
                  <a:pt x="46103" y="169247"/>
                </a:lnTo>
                <a:lnTo>
                  <a:pt x="46385" y="168251"/>
                </a:lnTo>
                <a:lnTo>
                  <a:pt x="46674" y="167256"/>
                </a:lnTo>
                <a:lnTo>
                  <a:pt x="46967" y="166264"/>
                </a:lnTo>
                <a:lnTo>
                  <a:pt x="47267" y="165275"/>
                </a:lnTo>
                <a:lnTo>
                  <a:pt x="47572" y="164288"/>
                </a:lnTo>
                <a:lnTo>
                  <a:pt x="47883" y="163303"/>
                </a:lnTo>
                <a:lnTo>
                  <a:pt x="48199" y="162321"/>
                </a:lnTo>
                <a:lnTo>
                  <a:pt x="48520" y="161341"/>
                </a:lnTo>
                <a:lnTo>
                  <a:pt x="48848" y="160364"/>
                </a:lnTo>
                <a:lnTo>
                  <a:pt x="49180" y="159390"/>
                </a:lnTo>
                <a:lnTo>
                  <a:pt x="49518" y="158418"/>
                </a:lnTo>
                <a:lnTo>
                  <a:pt x="49862" y="157448"/>
                </a:lnTo>
                <a:lnTo>
                  <a:pt x="50211" y="156481"/>
                </a:lnTo>
                <a:lnTo>
                  <a:pt x="50566" y="155517"/>
                </a:lnTo>
                <a:lnTo>
                  <a:pt x="50925" y="154555"/>
                </a:lnTo>
                <a:lnTo>
                  <a:pt x="51291" y="153596"/>
                </a:lnTo>
                <a:lnTo>
                  <a:pt x="51661" y="152640"/>
                </a:lnTo>
                <a:lnTo>
                  <a:pt x="52037" y="151686"/>
                </a:lnTo>
                <a:lnTo>
                  <a:pt x="52419" y="150735"/>
                </a:lnTo>
                <a:lnTo>
                  <a:pt x="52805" y="149787"/>
                </a:lnTo>
                <a:lnTo>
                  <a:pt x="53197" y="148841"/>
                </a:lnTo>
                <a:lnTo>
                  <a:pt x="53594" y="147898"/>
                </a:lnTo>
                <a:lnTo>
                  <a:pt x="53997" y="146958"/>
                </a:lnTo>
                <a:lnTo>
                  <a:pt x="54404" y="146021"/>
                </a:lnTo>
                <a:lnTo>
                  <a:pt x="54817" y="145087"/>
                </a:lnTo>
                <a:lnTo>
                  <a:pt x="55235" y="144155"/>
                </a:lnTo>
                <a:lnTo>
                  <a:pt x="55658" y="143226"/>
                </a:lnTo>
                <a:lnTo>
                  <a:pt x="56087" y="142300"/>
                </a:lnTo>
                <a:lnTo>
                  <a:pt x="56520" y="141377"/>
                </a:lnTo>
                <a:lnTo>
                  <a:pt x="56959" y="140457"/>
                </a:lnTo>
                <a:lnTo>
                  <a:pt x="57403" y="139540"/>
                </a:lnTo>
                <a:lnTo>
                  <a:pt x="57852" y="138626"/>
                </a:lnTo>
                <a:lnTo>
                  <a:pt x="58306" y="137714"/>
                </a:lnTo>
                <a:lnTo>
                  <a:pt x="58765" y="136806"/>
                </a:lnTo>
                <a:lnTo>
                  <a:pt x="59229" y="135901"/>
                </a:lnTo>
                <a:lnTo>
                  <a:pt x="59698" y="134998"/>
                </a:lnTo>
                <a:lnTo>
                  <a:pt x="60172" y="134099"/>
                </a:lnTo>
                <a:lnTo>
                  <a:pt x="60651" y="133203"/>
                </a:lnTo>
                <a:lnTo>
                  <a:pt x="61135" y="132310"/>
                </a:lnTo>
                <a:lnTo>
                  <a:pt x="61624" y="131419"/>
                </a:lnTo>
                <a:lnTo>
                  <a:pt x="62118" y="130532"/>
                </a:lnTo>
                <a:lnTo>
                  <a:pt x="62616" y="129648"/>
                </a:lnTo>
                <a:lnTo>
                  <a:pt x="63120" y="128768"/>
                </a:lnTo>
                <a:lnTo>
                  <a:pt x="63628" y="127890"/>
                </a:lnTo>
                <a:lnTo>
                  <a:pt x="64142" y="127016"/>
                </a:lnTo>
                <a:lnTo>
                  <a:pt x="64660" y="126144"/>
                </a:lnTo>
                <a:lnTo>
                  <a:pt x="65183" y="125276"/>
                </a:lnTo>
                <a:lnTo>
                  <a:pt x="65711" y="124412"/>
                </a:lnTo>
                <a:lnTo>
                  <a:pt x="66243" y="123550"/>
                </a:lnTo>
                <a:lnTo>
                  <a:pt x="66781" y="122692"/>
                </a:lnTo>
                <a:lnTo>
                  <a:pt x="67323" y="121837"/>
                </a:lnTo>
                <a:lnTo>
                  <a:pt x="67869" y="120985"/>
                </a:lnTo>
                <a:lnTo>
                  <a:pt x="68421" y="120137"/>
                </a:lnTo>
                <a:lnTo>
                  <a:pt x="68977" y="119292"/>
                </a:lnTo>
                <a:lnTo>
                  <a:pt x="69538" y="118450"/>
                </a:lnTo>
                <a:lnTo>
                  <a:pt x="70103" y="117612"/>
                </a:lnTo>
                <a:lnTo>
                  <a:pt x="70674" y="116777"/>
                </a:lnTo>
                <a:lnTo>
                  <a:pt x="71248" y="115945"/>
                </a:lnTo>
                <a:lnTo>
                  <a:pt x="71828" y="115117"/>
                </a:lnTo>
                <a:lnTo>
                  <a:pt x="72411" y="114293"/>
                </a:lnTo>
                <a:lnTo>
                  <a:pt x="73000" y="113472"/>
                </a:lnTo>
                <a:lnTo>
                  <a:pt x="73593" y="112654"/>
                </a:lnTo>
                <a:lnTo>
                  <a:pt x="74190" y="111840"/>
                </a:lnTo>
                <a:lnTo>
                  <a:pt x="74792" y="111029"/>
                </a:lnTo>
                <a:lnTo>
                  <a:pt x="75399" y="110222"/>
                </a:lnTo>
                <a:lnTo>
                  <a:pt x="76010" y="109419"/>
                </a:lnTo>
                <a:lnTo>
                  <a:pt x="76625" y="108619"/>
                </a:lnTo>
                <a:lnTo>
                  <a:pt x="77245" y="107822"/>
                </a:lnTo>
                <a:lnTo>
                  <a:pt x="77869" y="107030"/>
                </a:lnTo>
                <a:lnTo>
                  <a:pt x="78498" y="106240"/>
                </a:lnTo>
                <a:lnTo>
                  <a:pt x="79131" y="105455"/>
                </a:lnTo>
                <a:lnTo>
                  <a:pt x="79768" y="104673"/>
                </a:lnTo>
                <a:lnTo>
                  <a:pt x="80410" y="103895"/>
                </a:lnTo>
                <a:lnTo>
                  <a:pt x="81056" y="103121"/>
                </a:lnTo>
                <a:lnTo>
                  <a:pt x="81706" y="102350"/>
                </a:lnTo>
                <a:lnTo>
                  <a:pt x="82360" y="101583"/>
                </a:lnTo>
                <a:lnTo>
                  <a:pt x="83019" y="100820"/>
                </a:lnTo>
                <a:lnTo>
                  <a:pt x="83682" y="100061"/>
                </a:lnTo>
                <a:lnTo>
                  <a:pt x="84350" y="99305"/>
                </a:lnTo>
                <a:lnTo>
                  <a:pt x="85021" y="98554"/>
                </a:lnTo>
                <a:lnTo>
                  <a:pt x="85697" y="97806"/>
                </a:lnTo>
                <a:lnTo>
                  <a:pt x="86376" y="97062"/>
                </a:lnTo>
                <a:lnTo>
                  <a:pt x="87060" y="96322"/>
                </a:lnTo>
                <a:lnTo>
                  <a:pt x="87749" y="95585"/>
                </a:lnTo>
                <a:lnTo>
                  <a:pt x="88441" y="94853"/>
                </a:lnTo>
                <a:lnTo>
                  <a:pt x="89137" y="94125"/>
                </a:lnTo>
                <a:lnTo>
                  <a:pt x="89838" y="93400"/>
                </a:lnTo>
                <a:lnTo>
                  <a:pt x="90542" y="92680"/>
                </a:lnTo>
                <a:lnTo>
                  <a:pt x="91250" y="91963"/>
                </a:lnTo>
                <a:lnTo>
                  <a:pt x="91963" y="91251"/>
                </a:lnTo>
                <a:lnTo>
                  <a:pt x="92680" y="90542"/>
                </a:lnTo>
                <a:lnTo>
                  <a:pt x="93400" y="89838"/>
                </a:lnTo>
                <a:lnTo>
                  <a:pt x="94125" y="89137"/>
                </a:lnTo>
                <a:lnTo>
                  <a:pt x="94853" y="88441"/>
                </a:lnTo>
                <a:lnTo>
                  <a:pt x="95585" y="87749"/>
                </a:lnTo>
                <a:lnTo>
                  <a:pt x="96322" y="87061"/>
                </a:lnTo>
                <a:lnTo>
                  <a:pt x="97062" y="86377"/>
                </a:lnTo>
                <a:lnTo>
                  <a:pt x="97806" y="85697"/>
                </a:lnTo>
                <a:lnTo>
                  <a:pt x="98554" y="85021"/>
                </a:lnTo>
                <a:lnTo>
                  <a:pt x="99305" y="84350"/>
                </a:lnTo>
                <a:lnTo>
                  <a:pt x="100061" y="83682"/>
                </a:lnTo>
                <a:lnTo>
                  <a:pt x="100820" y="83019"/>
                </a:lnTo>
                <a:lnTo>
                  <a:pt x="101583" y="82360"/>
                </a:lnTo>
                <a:lnTo>
                  <a:pt x="102350" y="81706"/>
                </a:lnTo>
                <a:lnTo>
                  <a:pt x="103121" y="81056"/>
                </a:lnTo>
                <a:lnTo>
                  <a:pt x="103895" y="80410"/>
                </a:lnTo>
                <a:lnTo>
                  <a:pt x="104673" y="79768"/>
                </a:lnTo>
                <a:lnTo>
                  <a:pt x="105455" y="79131"/>
                </a:lnTo>
                <a:lnTo>
                  <a:pt x="106240" y="78498"/>
                </a:lnTo>
                <a:lnTo>
                  <a:pt x="107029" y="77869"/>
                </a:lnTo>
                <a:lnTo>
                  <a:pt x="107822" y="77245"/>
                </a:lnTo>
                <a:lnTo>
                  <a:pt x="108619" y="76625"/>
                </a:lnTo>
                <a:lnTo>
                  <a:pt x="109418" y="76010"/>
                </a:lnTo>
                <a:lnTo>
                  <a:pt x="110222" y="75399"/>
                </a:lnTo>
                <a:lnTo>
                  <a:pt x="111029" y="74792"/>
                </a:lnTo>
                <a:lnTo>
                  <a:pt x="111840" y="74190"/>
                </a:lnTo>
                <a:lnTo>
                  <a:pt x="112654" y="73593"/>
                </a:lnTo>
                <a:lnTo>
                  <a:pt x="113471" y="73000"/>
                </a:lnTo>
                <a:lnTo>
                  <a:pt x="114293" y="72411"/>
                </a:lnTo>
                <a:lnTo>
                  <a:pt x="115117" y="71828"/>
                </a:lnTo>
                <a:lnTo>
                  <a:pt x="115945" y="71248"/>
                </a:lnTo>
                <a:lnTo>
                  <a:pt x="116777" y="70674"/>
                </a:lnTo>
                <a:lnTo>
                  <a:pt x="117612" y="70103"/>
                </a:lnTo>
                <a:lnTo>
                  <a:pt x="118450" y="69538"/>
                </a:lnTo>
                <a:lnTo>
                  <a:pt x="119292" y="68977"/>
                </a:lnTo>
                <a:lnTo>
                  <a:pt x="120137" y="68421"/>
                </a:lnTo>
                <a:lnTo>
                  <a:pt x="120985" y="67869"/>
                </a:lnTo>
                <a:lnTo>
                  <a:pt x="121837" y="67323"/>
                </a:lnTo>
                <a:lnTo>
                  <a:pt x="122692" y="66781"/>
                </a:lnTo>
                <a:lnTo>
                  <a:pt x="123550" y="66243"/>
                </a:lnTo>
                <a:lnTo>
                  <a:pt x="124411" y="65711"/>
                </a:lnTo>
                <a:lnTo>
                  <a:pt x="125276" y="65183"/>
                </a:lnTo>
                <a:lnTo>
                  <a:pt x="126144" y="64660"/>
                </a:lnTo>
                <a:lnTo>
                  <a:pt x="127016" y="64142"/>
                </a:lnTo>
                <a:lnTo>
                  <a:pt x="127890" y="63628"/>
                </a:lnTo>
                <a:lnTo>
                  <a:pt x="128768" y="63120"/>
                </a:lnTo>
                <a:lnTo>
                  <a:pt x="129648" y="62616"/>
                </a:lnTo>
                <a:lnTo>
                  <a:pt x="130532" y="62118"/>
                </a:lnTo>
                <a:lnTo>
                  <a:pt x="131419" y="61624"/>
                </a:lnTo>
                <a:lnTo>
                  <a:pt x="132309" y="61135"/>
                </a:lnTo>
                <a:lnTo>
                  <a:pt x="133203" y="60651"/>
                </a:lnTo>
                <a:lnTo>
                  <a:pt x="134099" y="60172"/>
                </a:lnTo>
                <a:lnTo>
                  <a:pt x="134998" y="59698"/>
                </a:lnTo>
                <a:lnTo>
                  <a:pt x="135901" y="59229"/>
                </a:lnTo>
                <a:lnTo>
                  <a:pt x="136806" y="58765"/>
                </a:lnTo>
                <a:lnTo>
                  <a:pt x="137714" y="58306"/>
                </a:lnTo>
                <a:lnTo>
                  <a:pt x="138626" y="57852"/>
                </a:lnTo>
                <a:lnTo>
                  <a:pt x="139540" y="57403"/>
                </a:lnTo>
                <a:lnTo>
                  <a:pt x="140457" y="56959"/>
                </a:lnTo>
                <a:lnTo>
                  <a:pt x="141377" y="56520"/>
                </a:lnTo>
                <a:lnTo>
                  <a:pt x="142300" y="56087"/>
                </a:lnTo>
                <a:lnTo>
                  <a:pt x="143226" y="55658"/>
                </a:lnTo>
                <a:lnTo>
                  <a:pt x="144155" y="55235"/>
                </a:lnTo>
                <a:lnTo>
                  <a:pt x="145086" y="54817"/>
                </a:lnTo>
                <a:lnTo>
                  <a:pt x="146021" y="54404"/>
                </a:lnTo>
                <a:lnTo>
                  <a:pt x="146958" y="53997"/>
                </a:lnTo>
                <a:lnTo>
                  <a:pt x="147898" y="53594"/>
                </a:lnTo>
                <a:lnTo>
                  <a:pt x="148841" y="53197"/>
                </a:lnTo>
                <a:lnTo>
                  <a:pt x="149787" y="52805"/>
                </a:lnTo>
                <a:lnTo>
                  <a:pt x="150735" y="52419"/>
                </a:lnTo>
                <a:lnTo>
                  <a:pt x="151686" y="52037"/>
                </a:lnTo>
                <a:lnTo>
                  <a:pt x="152640" y="51661"/>
                </a:lnTo>
                <a:lnTo>
                  <a:pt x="153596" y="51291"/>
                </a:lnTo>
                <a:lnTo>
                  <a:pt x="154555" y="50925"/>
                </a:lnTo>
                <a:lnTo>
                  <a:pt x="155517" y="50566"/>
                </a:lnTo>
                <a:lnTo>
                  <a:pt x="156481" y="50211"/>
                </a:lnTo>
                <a:lnTo>
                  <a:pt x="157448" y="49862"/>
                </a:lnTo>
                <a:lnTo>
                  <a:pt x="158417" y="49518"/>
                </a:lnTo>
                <a:lnTo>
                  <a:pt x="159389" y="49180"/>
                </a:lnTo>
                <a:lnTo>
                  <a:pt x="160364" y="48848"/>
                </a:lnTo>
                <a:lnTo>
                  <a:pt x="161341" y="48520"/>
                </a:lnTo>
                <a:lnTo>
                  <a:pt x="162321" y="48199"/>
                </a:lnTo>
                <a:lnTo>
                  <a:pt x="163303" y="47883"/>
                </a:lnTo>
                <a:lnTo>
                  <a:pt x="164288" y="47572"/>
                </a:lnTo>
                <a:lnTo>
                  <a:pt x="165275" y="47267"/>
                </a:lnTo>
                <a:lnTo>
                  <a:pt x="166264" y="46967"/>
                </a:lnTo>
                <a:lnTo>
                  <a:pt x="167256" y="46674"/>
                </a:lnTo>
                <a:lnTo>
                  <a:pt x="168250" y="46385"/>
                </a:lnTo>
                <a:lnTo>
                  <a:pt x="169247" y="46103"/>
                </a:lnTo>
                <a:lnTo>
                  <a:pt x="170246" y="45826"/>
                </a:lnTo>
                <a:lnTo>
                  <a:pt x="171248" y="45555"/>
                </a:lnTo>
                <a:lnTo>
                  <a:pt x="172251" y="45289"/>
                </a:lnTo>
                <a:lnTo>
                  <a:pt x="173258" y="45029"/>
                </a:lnTo>
                <a:lnTo>
                  <a:pt x="174266" y="44775"/>
                </a:lnTo>
                <a:lnTo>
                  <a:pt x="175277" y="44527"/>
                </a:lnTo>
                <a:lnTo>
                  <a:pt x="176289" y="44284"/>
                </a:lnTo>
                <a:lnTo>
                  <a:pt x="177305" y="44047"/>
                </a:lnTo>
                <a:lnTo>
                  <a:pt x="178322" y="43816"/>
                </a:lnTo>
                <a:lnTo>
                  <a:pt x="179342" y="43591"/>
                </a:lnTo>
                <a:lnTo>
                  <a:pt x="180363" y="43372"/>
                </a:lnTo>
                <a:lnTo>
                  <a:pt x="181387" y="43158"/>
                </a:lnTo>
                <a:lnTo>
                  <a:pt x="182413" y="42951"/>
                </a:lnTo>
                <a:lnTo>
                  <a:pt x="183441" y="42749"/>
                </a:lnTo>
                <a:lnTo>
                  <a:pt x="184472" y="42553"/>
                </a:lnTo>
                <a:lnTo>
                  <a:pt x="185504" y="42363"/>
                </a:lnTo>
                <a:lnTo>
                  <a:pt x="186538" y="42180"/>
                </a:lnTo>
                <a:lnTo>
                  <a:pt x="187575" y="42002"/>
                </a:lnTo>
                <a:lnTo>
                  <a:pt x="188613" y="41830"/>
                </a:lnTo>
                <a:lnTo>
                  <a:pt x="189654" y="41664"/>
                </a:lnTo>
                <a:lnTo>
                  <a:pt x="190697" y="41504"/>
                </a:lnTo>
                <a:lnTo>
                  <a:pt x="191741" y="41350"/>
                </a:lnTo>
                <a:lnTo>
                  <a:pt x="192788" y="41202"/>
                </a:lnTo>
                <a:lnTo>
                  <a:pt x="193836" y="41061"/>
                </a:lnTo>
                <a:lnTo>
                  <a:pt x="194886" y="40925"/>
                </a:lnTo>
                <a:lnTo>
                  <a:pt x="195939" y="40796"/>
                </a:lnTo>
                <a:lnTo>
                  <a:pt x="196993" y="40672"/>
                </a:lnTo>
                <a:lnTo>
                  <a:pt x="198049" y="40555"/>
                </a:lnTo>
                <a:lnTo>
                  <a:pt x="199107" y="40444"/>
                </a:lnTo>
                <a:lnTo>
                  <a:pt x="200166" y="40339"/>
                </a:lnTo>
                <a:lnTo>
                  <a:pt x="201228" y="40241"/>
                </a:lnTo>
                <a:lnTo>
                  <a:pt x="202291" y="40148"/>
                </a:lnTo>
                <a:lnTo>
                  <a:pt x="203356" y="40062"/>
                </a:lnTo>
                <a:lnTo>
                  <a:pt x="204423" y="39982"/>
                </a:lnTo>
                <a:lnTo>
                  <a:pt x="205492" y="39909"/>
                </a:lnTo>
                <a:lnTo>
                  <a:pt x="206562" y="39841"/>
                </a:lnTo>
                <a:lnTo>
                  <a:pt x="207634" y="39780"/>
                </a:lnTo>
                <a:lnTo>
                  <a:pt x="208708" y="39726"/>
                </a:lnTo>
                <a:lnTo>
                  <a:pt x="209783" y="39677"/>
                </a:lnTo>
                <a:lnTo>
                  <a:pt x="210860" y="39636"/>
                </a:lnTo>
                <a:lnTo>
                  <a:pt x="211939" y="39600"/>
                </a:lnTo>
                <a:lnTo>
                  <a:pt x="213019" y="39571"/>
                </a:lnTo>
                <a:lnTo>
                  <a:pt x="214101" y="39548"/>
                </a:lnTo>
                <a:lnTo>
                  <a:pt x="215184" y="39532"/>
                </a:lnTo>
                <a:lnTo>
                  <a:pt x="216269" y="39522"/>
                </a:lnTo>
                <a:lnTo>
                  <a:pt x="217355" y="39519"/>
                </a:lnTo>
                <a:lnTo>
                  <a:pt x="217355" y="1976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C2EE43CC-7578-46CC-8825-36C4F7E9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9260" y="2249021"/>
            <a:ext cx="507088" cy="131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Forward</a:t>
            </a:r>
          </a:p>
        </p:txBody>
      </p:sp>
      <p:sp>
        <p:nvSpPr>
          <p:cNvPr id="222" name="pdf-text-19-1">
            <a:extLst xmlns:a="http://schemas.openxmlformats.org/drawingml/2006/main">
              <a:ext uri="{FF2B5EF4-FFF2-40B4-BE49-F238E27FC236}">
                <a16:creationId xmlns:a16="http://schemas.microsoft.com/office/drawing/2014/main" id="{B65EE02B-EFD5-4AE1-AFCF-CE08341C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7947" y="2420271"/>
            <a:ext cx="889672" cy="131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Dynamics</a:t>
            </a:r>
          </a:p>
        </p:txBody>
      </p:sp>
      <p:pic>
        <p:nvPic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8C0F660-FBCD-47E0-B518-09AEA4D69C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615bc005846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8557" y="2118608"/>
            <a:ext cx="158077" cy="158077"/>
          </a:xfrm>
          <a:prstGeom xmlns:a="http://schemas.openxmlformats.org/drawingml/2006/main" prst="rect">
            <a:avLst/>
          </a:prstGeom>
        </p:spPr>
      </p:pic>
      <p:sp>
        <p:nvSpPr>
          <p:cNvPr id="224" name="uniskill-source-component-48">
            <a:extLst xmlns:a="http://schemas.openxmlformats.org/drawingml/2006/main">
              <a:ext uri="{FF2B5EF4-FFF2-40B4-BE49-F238E27FC236}">
                <a16:creationId xmlns:a16="http://schemas.microsoft.com/office/drawing/2014/main" id="{F590E77B-48F4-4793-B6EB-D1DD11F4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8557" y="2118608"/>
            <a:ext cx="158077" cy="158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5" name="pdf-path-184">
            <a:extLst xmlns:a="http://schemas.openxmlformats.org/drawingml/2006/main">
              <a:ext uri="{FF2B5EF4-FFF2-40B4-BE49-F238E27FC236}">
                <a16:creationId xmlns:a16="http://schemas.microsoft.com/office/drawing/2014/main" id="{ABB06DF5-9FE0-4AFF-98C3-104FD52B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7066" y="1220885"/>
            <a:ext cx="226194" cy="155297"/>
          </a:xfrm>
          <a:custGeom xmlns:a="http://schemas.openxmlformats.org/drawingml/2006/main">
            <a:pathLst>
              <a:path w="226194" h="155297">
                <a:moveTo>
                  <a:pt x="337" y="144260"/>
                </a:moveTo>
                <a:lnTo>
                  <a:pt x="0" y="152156"/>
                </a:lnTo>
                <a:cubicBezTo>
                  <a:pt x="73857" y="155297"/>
                  <a:pt x="153769" y="120666"/>
                  <a:pt x="194965" y="84773"/>
                </a:cubicBezTo>
                <a:cubicBezTo>
                  <a:pt x="205328" y="75745"/>
                  <a:pt x="213634" y="66305"/>
                  <a:pt x="218734" y="56967"/>
                </a:cubicBezTo>
                <a:cubicBezTo>
                  <a:pt x="223806" y="47679"/>
                  <a:pt x="226194" y="37519"/>
                  <a:pt x="222794" y="27928"/>
                </a:cubicBezTo>
                <a:cubicBezTo>
                  <a:pt x="219365" y="18257"/>
                  <a:pt x="210844" y="11375"/>
                  <a:pt x="199013" y="6952"/>
                </a:cubicBezTo>
                <a:cubicBezTo>
                  <a:pt x="187190" y="2532"/>
                  <a:pt x="171081" y="152"/>
                  <a:pt x="150386" y="0"/>
                </a:cubicBezTo>
                <a:lnTo>
                  <a:pt x="150327" y="7904"/>
                </a:lnTo>
                <a:lnTo>
                  <a:pt x="150270" y="15807"/>
                </a:lnTo>
                <a:cubicBezTo>
                  <a:pt x="170052" y="15953"/>
                  <a:pt x="184091" y="18249"/>
                  <a:pt x="193477" y="21758"/>
                </a:cubicBezTo>
                <a:cubicBezTo>
                  <a:pt x="202856" y="25265"/>
                  <a:pt x="206603" y="29566"/>
                  <a:pt x="207895" y="33210"/>
                </a:cubicBezTo>
                <a:cubicBezTo>
                  <a:pt x="209215" y="36935"/>
                  <a:pt x="208775" y="42222"/>
                  <a:pt x="204860" y="49390"/>
                </a:cubicBezTo>
                <a:cubicBezTo>
                  <a:pt x="200973" y="56508"/>
                  <a:pt x="194133" y="64532"/>
                  <a:pt x="184581" y="72855"/>
                </a:cubicBezTo>
                <a:cubicBezTo>
                  <a:pt x="146119" y="106365"/>
                  <a:pt x="70080" y="139315"/>
                  <a:pt x="672" y="136363"/>
                </a:cubicBezTo>
                <a:lnTo>
                  <a:pt x="337" y="144260"/>
                </a:lnTo>
              </a:path>
            </a:pathLst>
          </a:custGeom>
          <a:solidFill xmlns:a="http://schemas.openxmlformats.org/drawingml/2006/main">
            <a:srgbClr val="5E5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df-path-185">
            <a:extLst xmlns:a="http://schemas.openxmlformats.org/drawingml/2006/main">
              <a:ext uri="{FF2B5EF4-FFF2-40B4-BE49-F238E27FC236}">
                <a16:creationId xmlns:a16="http://schemas.microsoft.com/office/drawing/2014/main" id="{29B4DB2F-0909-4F98-9271-EA1647AC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2162" y="1355214"/>
            <a:ext cx="226194" cy="155297"/>
          </a:xfrm>
          <a:custGeom xmlns:a="http://schemas.openxmlformats.org/drawingml/2006/main">
            <a:pathLst>
              <a:path w="226194" h="155297">
                <a:moveTo>
                  <a:pt x="337" y="144260"/>
                </a:moveTo>
                <a:lnTo>
                  <a:pt x="0" y="152156"/>
                </a:lnTo>
                <a:cubicBezTo>
                  <a:pt x="73857" y="155297"/>
                  <a:pt x="153769" y="120666"/>
                  <a:pt x="194965" y="84773"/>
                </a:cubicBezTo>
                <a:cubicBezTo>
                  <a:pt x="205328" y="75745"/>
                  <a:pt x="213634" y="66305"/>
                  <a:pt x="218734" y="56967"/>
                </a:cubicBezTo>
                <a:cubicBezTo>
                  <a:pt x="223806" y="47679"/>
                  <a:pt x="226194" y="37519"/>
                  <a:pt x="222794" y="27928"/>
                </a:cubicBezTo>
                <a:cubicBezTo>
                  <a:pt x="219365" y="18257"/>
                  <a:pt x="210844" y="11375"/>
                  <a:pt x="199013" y="6952"/>
                </a:cubicBezTo>
                <a:cubicBezTo>
                  <a:pt x="187190" y="2532"/>
                  <a:pt x="171081" y="152"/>
                  <a:pt x="150386" y="0"/>
                </a:cubicBezTo>
                <a:lnTo>
                  <a:pt x="150327" y="7904"/>
                </a:lnTo>
                <a:lnTo>
                  <a:pt x="150269" y="15807"/>
                </a:lnTo>
                <a:cubicBezTo>
                  <a:pt x="170052" y="15953"/>
                  <a:pt x="184091" y="18249"/>
                  <a:pt x="193477" y="21758"/>
                </a:cubicBezTo>
                <a:cubicBezTo>
                  <a:pt x="202856" y="25265"/>
                  <a:pt x="206603" y="29566"/>
                  <a:pt x="207895" y="33210"/>
                </a:cubicBezTo>
                <a:cubicBezTo>
                  <a:pt x="209215" y="36935"/>
                  <a:pt x="208775" y="42222"/>
                  <a:pt x="204860" y="49390"/>
                </a:cubicBezTo>
                <a:cubicBezTo>
                  <a:pt x="200973" y="56508"/>
                  <a:pt x="194133" y="64532"/>
                  <a:pt x="184581" y="72855"/>
                </a:cubicBezTo>
                <a:cubicBezTo>
                  <a:pt x="146119" y="106365"/>
                  <a:pt x="70080" y="139315"/>
                  <a:pt x="672" y="136363"/>
                </a:cubicBezTo>
                <a:lnTo>
                  <a:pt x="337" y="14426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df-path-186">
            <a:extLst xmlns:a="http://schemas.openxmlformats.org/drawingml/2006/main">
              <a:ext uri="{FF2B5EF4-FFF2-40B4-BE49-F238E27FC236}">
                <a16:creationId xmlns:a16="http://schemas.microsoft.com/office/drawing/2014/main" id="{B33B6F2A-4996-4FEF-8FEE-48793C22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9422" y="2395242"/>
            <a:ext cx="89288" cy="89496"/>
          </a:xfrm>
          <a:custGeom xmlns:a="http://schemas.openxmlformats.org/drawingml/2006/main">
            <a:pathLst>
              <a:path w="89288" h="89496">
                <a:moveTo>
                  <a:pt x="33736" y="89496"/>
                </a:moveTo>
                <a:cubicBezTo>
                  <a:pt x="23635" y="89496"/>
                  <a:pt x="15487" y="86262"/>
                  <a:pt x="9292" y="79794"/>
                </a:cubicBezTo>
                <a:cubicBezTo>
                  <a:pt x="3097" y="73326"/>
                  <a:pt x="0" y="65538"/>
                  <a:pt x="0" y="56430"/>
                </a:cubicBezTo>
                <a:cubicBezTo>
                  <a:pt x="0" y="47850"/>
                  <a:pt x="2021" y="39732"/>
                  <a:pt x="6061" y="32076"/>
                </a:cubicBezTo>
                <a:cubicBezTo>
                  <a:pt x="10101" y="24420"/>
                  <a:pt x="15622" y="17754"/>
                  <a:pt x="22625" y="12078"/>
                </a:cubicBezTo>
                <a:cubicBezTo>
                  <a:pt x="32860" y="4026"/>
                  <a:pt x="43298" y="0"/>
                  <a:pt x="53937" y="0"/>
                </a:cubicBezTo>
                <a:cubicBezTo>
                  <a:pt x="58246" y="0"/>
                  <a:pt x="60940" y="66"/>
                  <a:pt x="62017" y="198"/>
                </a:cubicBezTo>
                <a:cubicBezTo>
                  <a:pt x="63768" y="594"/>
                  <a:pt x="65519" y="1056"/>
                  <a:pt x="67269" y="1584"/>
                </a:cubicBezTo>
                <a:cubicBezTo>
                  <a:pt x="69020" y="2112"/>
                  <a:pt x="71377" y="3168"/>
                  <a:pt x="74340" y="4752"/>
                </a:cubicBezTo>
                <a:cubicBezTo>
                  <a:pt x="77303" y="6336"/>
                  <a:pt x="79726" y="8316"/>
                  <a:pt x="81612" y="10692"/>
                </a:cubicBezTo>
                <a:cubicBezTo>
                  <a:pt x="83498" y="13068"/>
                  <a:pt x="85248" y="16302"/>
                  <a:pt x="86865" y="20394"/>
                </a:cubicBezTo>
                <a:cubicBezTo>
                  <a:pt x="88481" y="24486"/>
                  <a:pt x="89288" y="29106"/>
                  <a:pt x="89288" y="34254"/>
                </a:cubicBezTo>
                <a:cubicBezTo>
                  <a:pt x="89288" y="48378"/>
                  <a:pt x="83498" y="61116"/>
                  <a:pt x="71915" y="72468"/>
                </a:cubicBezTo>
                <a:cubicBezTo>
                  <a:pt x="60334" y="83820"/>
                  <a:pt x="47607" y="89496"/>
                  <a:pt x="33736" y="89496"/>
                </a:cubicBezTo>
                <a:moveTo>
                  <a:pt x="17575" y="63558"/>
                </a:moveTo>
                <a:cubicBezTo>
                  <a:pt x="17575" y="70158"/>
                  <a:pt x="19325" y="74910"/>
                  <a:pt x="22827" y="77814"/>
                </a:cubicBezTo>
                <a:cubicBezTo>
                  <a:pt x="26329" y="80718"/>
                  <a:pt x="30302" y="82170"/>
                  <a:pt x="34746" y="82170"/>
                </a:cubicBezTo>
                <a:cubicBezTo>
                  <a:pt x="40671" y="82170"/>
                  <a:pt x="46260" y="80058"/>
                  <a:pt x="51512" y="75834"/>
                </a:cubicBezTo>
                <a:cubicBezTo>
                  <a:pt x="56765" y="71610"/>
                  <a:pt x="60940" y="66066"/>
                  <a:pt x="64037" y="59202"/>
                </a:cubicBezTo>
                <a:cubicBezTo>
                  <a:pt x="65250" y="56430"/>
                  <a:pt x="66798" y="51546"/>
                  <a:pt x="68684" y="44550"/>
                </a:cubicBezTo>
                <a:cubicBezTo>
                  <a:pt x="70569" y="37554"/>
                  <a:pt x="71512" y="31482"/>
                  <a:pt x="71512" y="26334"/>
                </a:cubicBezTo>
                <a:cubicBezTo>
                  <a:pt x="71512" y="20526"/>
                  <a:pt x="70299" y="16104"/>
                  <a:pt x="67875" y="13068"/>
                </a:cubicBezTo>
                <a:cubicBezTo>
                  <a:pt x="64643" y="9108"/>
                  <a:pt x="60334" y="7128"/>
                  <a:pt x="54946" y="7128"/>
                </a:cubicBezTo>
                <a:cubicBezTo>
                  <a:pt x="46462" y="7128"/>
                  <a:pt x="38988" y="10956"/>
                  <a:pt x="32524" y="18612"/>
                </a:cubicBezTo>
                <a:cubicBezTo>
                  <a:pt x="27541" y="24420"/>
                  <a:pt x="23837" y="32142"/>
                  <a:pt x="21413" y="41778"/>
                </a:cubicBezTo>
                <a:cubicBezTo>
                  <a:pt x="18989" y="51414"/>
                  <a:pt x="17709" y="58674"/>
                  <a:pt x="17575" y="6355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df-path-187">
            <a:extLst xmlns:a="http://schemas.openxmlformats.org/drawingml/2006/main">
              <a:ext uri="{FF2B5EF4-FFF2-40B4-BE49-F238E27FC236}">
                <a16:creationId xmlns:a16="http://schemas.microsoft.com/office/drawing/2014/main" id="{69606D94-C539-4A8F-AE1E-A5686F12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909" y="2424629"/>
            <a:ext cx="44417" cy="89171"/>
          </a:xfrm>
          <a:custGeom xmlns:a="http://schemas.openxmlformats.org/drawingml/2006/main">
            <a:pathLst>
              <a:path w="44417" h="89171">
                <a:moveTo>
                  <a:pt x="999" y="33737"/>
                </a:moveTo>
                <a:cubicBezTo>
                  <a:pt x="333" y="33083"/>
                  <a:pt x="0" y="32616"/>
                  <a:pt x="0" y="32337"/>
                </a:cubicBezTo>
                <a:cubicBezTo>
                  <a:pt x="0" y="31963"/>
                  <a:pt x="143" y="31217"/>
                  <a:pt x="428" y="30097"/>
                </a:cubicBezTo>
                <a:cubicBezTo>
                  <a:pt x="714" y="28977"/>
                  <a:pt x="952" y="28324"/>
                  <a:pt x="1142" y="28137"/>
                </a:cubicBezTo>
                <a:cubicBezTo>
                  <a:pt x="1333" y="27671"/>
                  <a:pt x="1762" y="27437"/>
                  <a:pt x="2428" y="27437"/>
                </a:cubicBezTo>
                <a:cubicBezTo>
                  <a:pt x="3095" y="27437"/>
                  <a:pt x="5523" y="27390"/>
                  <a:pt x="9712" y="27297"/>
                </a:cubicBezTo>
                <a:lnTo>
                  <a:pt x="17281" y="27297"/>
                </a:lnTo>
                <a:lnTo>
                  <a:pt x="19995" y="16098"/>
                </a:lnTo>
                <a:cubicBezTo>
                  <a:pt x="20280" y="15072"/>
                  <a:pt x="20614" y="13718"/>
                  <a:pt x="20994" y="12039"/>
                </a:cubicBezTo>
                <a:cubicBezTo>
                  <a:pt x="21375" y="10359"/>
                  <a:pt x="21709" y="9146"/>
                  <a:pt x="21995" y="8399"/>
                </a:cubicBezTo>
                <a:cubicBezTo>
                  <a:pt x="22280" y="7653"/>
                  <a:pt x="22566" y="6720"/>
                  <a:pt x="22852" y="5599"/>
                </a:cubicBezTo>
                <a:cubicBezTo>
                  <a:pt x="23137" y="4480"/>
                  <a:pt x="23518" y="3686"/>
                  <a:pt x="23994" y="3220"/>
                </a:cubicBezTo>
                <a:cubicBezTo>
                  <a:pt x="24470" y="2753"/>
                  <a:pt x="24946" y="2193"/>
                  <a:pt x="25423" y="1540"/>
                </a:cubicBezTo>
                <a:cubicBezTo>
                  <a:pt x="25898" y="886"/>
                  <a:pt x="26565" y="467"/>
                  <a:pt x="27421" y="280"/>
                </a:cubicBezTo>
                <a:cubicBezTo>
                  <a:pt x="28279" y="93"/>
                  <a:pt x="29136" y="0"/>
                  <a:pt x="29992" y="0"/>
                </a:cubicBezTo>
                <a:cubicBezTo>
                  <a:pt x="31706" y="93"/>
                  <a:pt x="32897" y="607"/>
                  <a:pt x="33563" y="1540"/>
                </a:cubicBezTo>
                <a:cubicBezTo>
                  <a:pt x="34229" y="2473"/>
                  <a:pt x="34562" y="3360"/>
                  <a:pt x="34562" y="4200"/>
                </a:cubicBezTo>
                <a:cubicBezTo>
                  <a:pt x="34562" y="4853"/>
                  <a:pt x="34134" y="7046"/>
                  <a:pt x="33277" y="10779"/>
                </a:cubicBezTo>
                <a:cubicBezTo>
                  <a:pt x="32421" y="14512"/>
                  <a:pt x="31468" y="18198"/>
                  <a:pt x="30421" y="21838"/>
                </a:cubicBezTo>
                <a:lnTo>
                  <a:pt x="28993" y="27017"/>
                </a:lnTo>
                <a:cubicBezTo>
                  <a:pt x="28993" y="27204"/>
                  <a:pt x="31373" y="27297"/>
                  <a:pt x="36134" y="27297"/>
                </a:cubicBezTo>
                <a:lnTo>
                  <a:pt x="43418" y="27297"/>
                </a:lnTo>
                <a:cubicBezTo>
                  <a:pt x="44084" y="27951"/>
                  <a:pt x="44417" y="28464"/>
                  <a:pt x="44417" y="28837"/>
                </a:cubicBezTo>
                <a:cubicBezTo>
                  <a:pt x="44417" y="30890"/>
                  <a:pt x="43798" y="32523"/>
                  <a:pt x="42561" y="33737"/>
                </a:cubicBezTo>
                <a:lnTo>
                  <a:pt x="27279" y="33737"/>
                </a:lnTo>
                <a:lnTo>
                  <a:pt x="22138" y="54035"/>
                </a:lnTo>
                <a:cubicBezTo>
                  <a:pt x="18424" y="68966"/>
                  <a:pt x="16567" y="76992"/>
                  <a:pt x="16567" y="78112"/>
                </a:cubicBezTo>
                <a:cubicBezTo>
                  <a:pt x="16567" y="82031"/>
                  <a:pt x="17852" y="83991"/>
                  <a:pt x="20423" y="83991"/>
                </a:cubicBezTo>
                <a:cubicBezTo>
                  <a:pt x="23756" y="83991"/>
                  <a:pt x="26993" y="82405"/>
                  <a:pt x="30135" y="79232"/>
                </a:cubicBezTo>
                <a:cubicBezTo>
                  <a:pt x="33277" y="76059"/>
                  <a:pt x="35801" y="72139"/>
                  <a:pt x="37704" y="67473"/>
                </a:cubicBezTo>
                <a:cubicBezTo>
                  <a:pt x="37895" y="66913"/>
                  <a:pt x="38133" y="66586"/>
                  <a:pt x="38419" y="66493"/>
                </a:cubicBezTo>
                <a:cubicBezTo>
                  <a:pt x="38705" y="66400"/>
                  <a:pt x="39419" y="66306"/>
                  <a:pt x="40561" y="66213"/>
                </a:cubicBezTo>
                <a:lnTo>
                  <a:pt x="41132" y="66213"/>
                </a:lnTo>
                <a:cubicBezTo>
                  <a:pt x="42561" y="66213"/>
                  <a:pt x="43275" y="66586"/>
                  <a:pt x="43275" y="67333"/>
                </a:cubicBezTo>
                <a:cubicBezTo>
                  <a:pt x="43275" y="67613"/>
                  <a:pt x="43132" y="68173"/>
                  <a:pt x="42846" y="69013"/>
                </a:cubicBezTo>
                <a:cubicBezTo>
                  <a:pt x="42371" y="70506"/>
                  <a:pt x="41513" y="72279"/>
                  <a:pt x="40275" y="74332"/>
                </a:cubicBezTo>
                <a:cubicBezTo>
                  <a:pt x="39038" y="76385"/>
                  <a:pt x="37419" y="78579"/>
                  <a:pt x="35420" y="80912"/>
                </a:cubicBezTo>
                <a:cubicBezTo>
                  <a:pt x="33420" y="83245"/>
                  <a:pt x="30992" y="85205"/>
                  <a:pt x="28135" y="86791"/>
                </a:cubicBezTo>
                <a:cubicBezTo>
                  <a:pt x="25280" y="88378"/>
                  <a:pt x="22376" y="89171"/>
                  <a:pt x="19424" y="89171"/>
                </a:cubicBezTo>
                <a:cubicBezTo>
                  <a:pt x="16567" y="89171"/>
                  <a:pt x="13853" y="88471"/>
                  <a:pt x="11282" y="87071"/>
                </a:cubicBezTo>
                <a:cubicBezTo>
                  <a:pt x="8712" y="85671"/>
                  <a:pt x="6855" y="83245"/>
                  <a:pt x="5713" y="79792"/>
                </a:cubicBezTo>
                <a:cubicBezTo>
                  <a:pt x="5523" y="79045"/>
                  <a:pt x="5428" y="77786"/>
                  <a:pt x="5428" y="76012"/>
                </a:cubicBezTo>
                <a:lnTo>
                  <a:pt x="5428" y="73492"/>
                </a:lnTo>
                <a:lnTo>
                  <a:pt x="10426" y="53895"/>
                </a:lnTo>
                <a:cubicBezTo>
                  <a:pt x="13758" y="40736"/>
                  <a:pt x="15473" y="34110"/>
                  <a:pt x="15568" y="34017"/>
                </a:cubicBezTo>
                <a:cubicBezTo>
                  <a:pt x="15568" y="33830"/>
                  <a:pt x="13140" y="33737"/>
                  <a:pt x="8284" y="33737"/>
                </a:cubicBezTo>
                <a:lnTo>
                  <a:pt x="999" y="3373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df-path-188">
            <a:extLst xmlns:a="http://schemas.openxmlformats.org/drawingml/2006/main">
              <a:ext uri="{FF2B5EF4-FFF2-40B4-BE49-F238E27FC236}">
                <a16:creationId xmlns:a16="http://schemas.microsoft.com/office/drawing/2014/main" id="{F4EDD9CB-2206-4A30-8EB3-D1007A68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6826" y="1750841"/>
            <a:ext cx="62658" cy="90056"/>
          </a:xfrm>
          <a:custGeom xmlns:a="http://schemas.openxmlformats.org/drawingml/2006/main">
            <a:pathLst>
              <a:path w="62658" h="90056">
                <a:moveTo>
                  <a:pt x="2228" y="89924"/>
                </a:moveTo>
                <a:cubicBezTo>
                  <a:pt x="743" y="89924"/>
                  <a:pt x="0" y="89529"/>
                  <a:pt x="0" y="88737"/>
                </a:cubicBezTo>
                <a:cubicBezTo>
                  <a:pt x="0" y="88562"/>
                  <a:pt x="131" y="87947"/>
                  <a:pt x="393" y="86892"/>
                </a:cubicBezTo>
                <a:cubicBezTo>
                  <a:pt x="830" y="85221"/>
                  <a:pt x="1267" y="84298"/>
                  <a:pt x="1704" y="84123"/>
                </a:cubicBezTo>
                <a:cubicBezTo>
                  <a:pt x="1966" y="84035"/>
                  <a:pt x="2621" y="83991"/>
                  <a:pt x="3670" y="83991"/>
                </a:cubicBezTo>
                <a:lnTo>
                  <a:pt x="4457" y="83991"/>
                </a:lnTo>
                <a:cubicBezTo>
                  <a:pt x="9701" y="83991"/>
                  <a:pt x="13021" y="83683"/>
                  <a:pt x="14419" y="83068"/>
                </a:cubicBezTo>
                <a:cubicBezTo>
                  <a:pt x="14506" y="83068"/>
                  <a:pt x="14594" y="83024"/>
                  <a:pt x="14682" y="82936"/>
                </a:cubicBezTo>
                <a:cubicBezTo>
                  <a:pt x="15119" y="82760"/>
                  <a:pt x="15599" y="81749"/>
                  <a:pt x="16123" y="79903"/>
                </a:cubicBezTo>
                <a:cubicBezTo>
                  <a:pt x="16647" y="78058"/>
                  <a:pt x="18789" y="69443"/>
                  <a:pt x="22547" y="54060"/>
                </a:cubicBezTo>
                <a:cubicBezTo>
                  <a:pt x="23595" y="50104"/>
                  <a:pt x="24381" y="46984"/>
                  <a:pt x="24906" y="44699"/>
                </a:cubicBezTo>
                <a:cubicBezTo>
                  <a:pt x="31023" y="20086"/>
                  <a:pt x="34082" y="7691"/>
                  <a:pt x="34082" y="7516"/>
                </a:cubicBezTo>
                <a:cubicBezTo>
                  <a:pt x="33907" y="7164"/>
                  <a:pt x="33819" y="6944"/>
                  <a:pt x="33819" y="6856"/>
                </a:cubicBezTo>
                <a:cubicBezTo>
                  <a:pt x="32946" y="6329"/>
                  <a:pt x="29844" y="6065"/>
                  <a:pt x="24513" y="6065"/>
                </a:cubicBezTo>
                <a:lnTo>
                  <a:pt x="21891" y="6065"/>
                </a:lnTo>
                <a:cubicBezTo>
                  <a:pt x="21104" y="5538"/>
                  <a:pt x="20930" y="4439"/>
                  <a:pt x="21367" y="2769"/>
                </a:cubicBezTo>
                <a:cubicBezTo>
                  <a:pt x="21716" y="1451"/>
                  <a:pt x="21978" y="659"/>
                  <a:pt x="22153" y="395"/>
                </a:cubicBezTo>
                <a:cubicBezTo>
                  <a:pt x="22328" y="132"/>
                  <a:pt x="22940" y="0"/>
                  <a:pt x="23988" y="0"/>
                </a:cubicBezTo>
                <a:lnTo>
                  <a:pt x="24513" y="0"/>
                </a:lnTo>
                <a:cubicBezTo>
                  <a:pt x="30805" y="176"/>
                  <a:pt x="37184" y="264"/>
                  <a:pt x="43651" y="264"/>
                </a:cubicBezTo>
                <a:cubicBezTo>
                  <a:pt x="54312" y="264"/>
                  <a:pt x="59906" y="176"/>
                  <a:pt x="60430" y="0"/>
                </a:cubicBezTo>
                <a:lnTo>
                  <a:pt x="61740" y="0"/>
                </a:lnTo>
                <a:cubicBezTo>
                  <a:pt x="62353" y="615"/>
                  <a:pt x="62658" y="1099"/>
                  <a:pt x="62658" y="1451"/>
                </a:cubicBezTo>
                <a:cubicBezTo>
                  <a:pt x="62658" y="1802"/>
                  <a:pt x="62527" y="2549"/>
                  <a:pt x="62265" y="3692"/>
                </a:cubicBezTo>
                <a:cubicBezTo>
                  <a:pt x="62003" y="4835"/>
                  <a:pt x="61697" y="5538"/>
                  <a:pt x="61347" y="5802"/>
                </a:cubicBezTo>
                <a:cubicBezTo>
                  <a:pt x="61086" y="5977"/>
                  <a:pt x="60080" y="6065"/>
                  <a:pt x="58332" y="6065"/>
                </a:cubicBezTo>
                <a:cubicBezTo>
                  <a:pt x="55623" y="6065"/>
                  <a:pt x="52826" y="6197"/>
                  <a:pt x="49943" y="6461"/>
                </a:cubicBezTo>
                <a:cubicBezTo>
                  <a:pt x="48720" y="6725"/>
                  <a:pt x="47889" y="7208"/>
                  <a:pt x="47452" y="7911"/>
                </a:cubicBezTo>
                <a:cubicBezTo>
                  <a:pt x="46841" y="9142"/>
                  <a:pt x="44613" y="17537"/>
                  <a:pt x="40767" y="33095"/>
                </a:cubicBezTo>
                <a:cubicBezTo>
                  <a:pt x="39806" y="37227"/>
                  <a:pt x="38844" y="41226"/>
                  <a:pt x="37883" y="45094"/>
                </a:cubicBezTo>
                <a:cubicBezTo>
                  <a:pt x="31766" y="69355"/>
                  <a:pt x="28708" y="81749"/>
                  <a:pt x="28708" y="82277"/>
                </a:cubicBezTo>
                <a:cubicBezTo>
                  <a:pt x="28708" y="82892"/>
                  <a:pt x="29144" y="83288"/>
                  <a:pt x="30018" y="83463"/>
                </a:cubicBezTo>
                <a:cubicBezTo>
                  <a:pt x="30892" y="83639"/>
                  <a:pt x="33165" y="83815"/>
                  <a:pt x="36835" y="83991"/>
                </a:cubicBezTo>
                <a:lnTo>
                  <a:pt x="41029" y="83991"/>
                </a:lnTo>
                <a:cubicBezTo>
                  <a:pt x="41554" y="84694"/>
                  <a:pt x="41816" y="85090"/>
                  <a:pt x="41816" y="85177"/>
                </a:cubicBezTo>
                <a:cubicBezTo>
                  <a:pt x="41816" y="85265"/>
                  <a:pt x="41684" y="86056"/>
                  <a:pt x="41423" y="87551"/>
                </a:cubicBezTo>
                <a:cubicBezTo>
                  <a:pt x="41073" y="88694"/>
                  <a:pt x="40636" y="89529"/>
                  <a:pt x="40112" y="90056"/>
                </a:cubicBezTo>
                <a:lnTo>
                  <a:pt x="38014" y="90056"/>
                </a:lnTo>
                <a:cubicBezTo>
                  <a:pt x="34781" y="89880"/>
                  <a:pt x="28795" y="89793"/>
                  <a:pt x="20056" y="89793"/>
                </a:cubicBezTo>
                <a:cubicBezTo>
                  <a:pt x="16910" y="89793"/>
                  <a:pt x="14026" y="89793"/>
                  <a:pt x="11405" y="89793"/>
                </a:cubicBezTo>
                <a:cubicBezTo>
                  <a:pt x="8782" y="89793"/>
                  <a:pt x="6685" y="89793"/>
                  <a:pt x="5112" y="89793"/>
                </a:cubicBezTo>
                <a:cubicBezTo>
                  <a:pt x="3540" y="89793"/>
                  <a:pt x="2578" y="89836"/>
                  <a:pt x="2228" y="8992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df-path-189">
            <a:extLst xmlns:a="http://schemas.openxmlformats.org/drawingml/2006/main">
              <a:ext uri="{FF2B5EF4-FFF2-40B4-BE49-F238E27FC236}">
                <a16:creationId xmlns:a16="http://schemas.microsoft.com/office/drawing/2014/main" id="{2E4B3C11-D978-4BD4-878D-E2F9A466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1207" y="1723415"/>
            <a:ext cx="43651" cy="13581"/>
          </a:xfrm>
          <a:custGeom xmlns:a="http://schemas.openxmlformats.org/drawingml/2006/main">
            <a:pathLst>
              <a:path w="43651" h="13581">
                <a:moveTo>
                  <a:pt x="12584" y="8834"/>
                </a:moveTo>
                <a:cubicBezTo>
                  <a:pt x="11273" y="8834"/>
                  <a:pt x="10049" y="9098"/>
                  <a:pt x="8914" y="9625"/>
                </a:cubicBezTo>
                <a:cubicBezTo>
                  <a:pt x="7778" y="10153"/>
                  <a:pt x="6904" y="10636"/>
                  <a:pt x="6292" y="11076"/>
                </a:cubicBezTo>
                <a:cubicBezTo>
                  <a:pt x="5680" y="11515"/>
                  <a:pt x="4807" y="12350"/>
                  <a:pt x="3670" y="13581"/>
                </a:cubicBezTo>
                <a:lnTo>
                  <a:pt x="1835" y="11999"/>
                </a:lnTo>
                <a:lnTo>
                  <a:pt x="0" y="10548"/>
                </a:lnTo>
                <a:cubicBezTo>
                  <a:pt x="0" y="10461"/>
                  <a:pt x="524" y="9801"/>
                  <a:pt x="1573" y="8570"/>
                </a:cubicBezTo>
                <a:cubicBezTo>
                  <a:pt x="2621" y="7340"/>
                  <a:pt x="3758" y="6021"/>
                  <a:pt x="4981" y="4615"/>
                </a:cubicBezTo>
                <a:cubicBezTo>
                  <a:pt x="6205" y="3208"/>
                  <a:pt x="7122" y="2286"/>
                  <a:pt x="7734" y="1846"/>
                </a:cubicBezTo>
                <a:cubicBezTo>
                  <a:pt x="9744" y="615"/>
                  <a:pt x="11710" y="0"/>
                  <a:pt x="13633" y="0"/>
                </a:cubicBezTo>
                <a:cubicBezTo>
                  <a:pt x="15555" y="0"/>
                  <a:pt x="18439" y="791"/>
                  <a:pt x="22284" y="2373"/>
                </a:cubicBezTo>
                <a:cubicBezTo>
                  <a:pt x="26130" y="3956"/>
                  <a:pt x="29057" y="4747"/>
                  <a:pt x="31067" y="4747"/>
                </a:cubicBezTo>
                <a:cubicBezTo>
                  <a:pt x="32378" y="4747"/>
                  <a:pt x="33601" y="4483"/>
                  <a:pt x="34737" y="3956"/>
                </a:cubicBezTo>
                <a:cubicBezTo>
                  <a:pt x="35873" y="3428"/>
                  <a:pt x="36747" y="2945"/>
                  <a:pt x="37359" y="2505"/>
                </a:cubicBezTo>
                <a:cubicBezTo>
                  <a:pt x="37970" y="2066"/>
                  <a:pt x="38844" y="1230"/>
                  <a:pt x="39980" y="0"/>
                </a:cubicBezTo>
                <a:lnTo>
                  <a:pt x="41816" y="1582"/>
                </a:lnTo>
                <a:lnTo>
                  <a:pt x="43651" y="3033"/>
                </a:lnTo>
                <a:cubicBezTo>
                  <a:pt x="40068" y="8219"/>
                  <a:pt x="36922" y="11427"/>
                  <a:pt x="34213" y="12658"/>
                </a:cubicBezTo>
                <a:cubicBezTo>
                  <a:pt x="32989" y="13273"/>
                  <a:pt x="31635" y="13581"/>
                  <a:pt x="30149" y="13581"/>
                </a:cubicBezTo>
                <a:cubicBezTo>
                  <a:pt x="28314" y="13581"/>
                  <a:pt x="25474" y="12790"/>
                  <a:pt x="21629" y="11207"/>
                </a:cubicBezTo>
                <a:cubicBezTo>
                  <a:pt x="17784" y="9625"/>
                  <a:pt x="14769" y="8834"/>
                  <a:pt x="12584" y="883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df-path-190">
            <a:extLst xmlns:a="http://schemas.openxmlformats.org/drawingml/2006/main">
              <a:ext uri="{FF2B5EF4-FFF2-40B4-BE49-F238E27FC236}">
                <a16:creationId xmlns:a16="http://schemas.microsoft.com/office/drawing/2014/main" id="{6B1DFA24-7550-42DD-9DB8-EF31180D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7181" y="1802319"/>
            <a:ext cx="28823" cy="59382"/>
          </a:xfrm>
          <a:custGeom xmlns:a="http://schemas.openxmlformats.org/drawingml/2006/main">
            <a:pathLst>
              <a:path w="28823" h="59382">
                <a:moveTo>
                  <a:pt x="649" y="22466"/>
                </a:moveTo>
                <a:cubicBezTo>
                  <a:pt x="216" y="22031"/>
                  <a:pt x="0" y="21720"/>
                  <a:pt x="0" y="21534"/>
                </a:cubicBezTo>
                <a:cubicBezTo>
                  <a:pt x="0" y="21285"/>
                  <a:pt x="92" y="20788"/>
                  <a:pt x="278" y="20043"/>
                </a:cubicBezTo>
                <a:cubicBezTo>
                  <a:pt x="463" y="19296"/>
                  <a:pt x="618" y="18862"/>
                  <a:pt x="741" y="18738"/>
                </a:cubicBezTo>
                <a:cubicBezTo>
                  <a:pt x="865" y="18427"/>
                  <a:pt x="1143" y="18271"/>
                  <a:pt x="1576" y="18271"/>
                </a:cubicBezTo>
                <a:cubicBezTo>
                  <a:pt x="2008" y="18271"/>
                  <a:pt x="3583" y="18240"/>
                  <a:pt x="6302" y="18178"/>
                </a:cubicBezTo>
                <a:lnTo>
                  <a:pt x="11214" y="18178"/>
                </a:lnTo>
                <a:lnTo>
                  <a:pt x="12975" y="10720"/>
                </a:lnTo>
                <a:cubicBezTo>
                  <a:pt x="13160" y="10037"/>
                  <a:pt x="13376" y="9135"/>
                  <a:pt x="13623" y="8017"/>
                </a:cubicBezTo>
                <a:cubicBezTo>
                  <a:pt x="13871" y="6898"/>
                  <a:pt x="14087" y="6090"/>
                  <a:pt x="14272" y="5593"/>
                </a:cubicBezTo>
                <a:cubicBezTo>
                  <a:pt x="14458" y="5096"/>
                  <a:pt x="14643" y="4474"/>
                  <a:pt x="14828" y="3729"/>
                </a:cubicBezTo>
                <a:cubicBezTo>
                  <a:pt x="15014" y="2983"/>
                  <a:pt x="15261" y="2455"/>
                  <a:pt x="15569" y="2144"/>
                </a:cubicBezTo>
                <a:cubicBezTo>
                  <a:pt x="15879" y="1833"/>
                  <a:pt x="16188" y="1461"/>
                  <a:pt x="16496" y="1026"/>
                </a:cubicBezTo>
                <a:cubicBezTo>
                  <a:pt x="16805" y="590"/>
                  <a:pt x="17238" y="311"/>
                  <a:pt x="17794" y="187"/>
                </a:cubicBezTo>
                <a:cubicBezTo>
                  <a:pt x="18350" y="62"/>
                  <a:pt x="18906" y="0"/>
                  <a:pt x="19462" y="0"/>
                </a:cubicBezTo>
                <a:cubicBezTo>
                  <a:pt x="20574" y="62"/>
                  <a:pt x="21347" y="404"/>
                  <a:pt x="21779" y="1026"/>
                </a:cubicBezTo>
                <a:cubicBezTo>
                  <a:pt x="22212" y="1647"/>
                  <a:pt x="22428" y="2237"/>
                  <a:pt x="22428" y="2797"/>
                </a:cubicBezTo>
                <a:cubicBezTo>
                  <a:pt x="22428" y="3232"/>
                  <a:pt x="22150" y="4692"/>
                  <a:pt x="21593" y="7178"/>
                </a:cubicBezTo>
                <a:cubicBezTo>
                  <a:pt x="21038" y="9664"/>
                  <a:pt x="20420" y="12119"/>
                  <a:pt x="19740" y="14543"/>
                </a:cubicBezTo>
                <a:lnTo>
                  <a:pt x="18813" y="17991"/>
                </a:lnTo>
                <a:cubicBezTo>
                  <a:pt x="18813" y="18116"/>
                  <a:pt x="20358" y="18178"/>
                  <a:pt x="23447" y="18178"/>
                </a:cubicBezTo>
                <a:lnTo>
                  <a:pt x="28174" y="18178"/>
                </a:lnTo>
                <a:cubicBezTo>
                  <a:pt x="28606" y="18613"/>
                  <a:pt x="28823" y="18955"/>
                  <a:pt x="28823" y="19204"/>
                </a:cubicBezTo>
                <a:cubicBezTo>
                  <a:pt x="28823" y="20571"/>
                  <a:pt x="28421" y="21658"/>
                  <a:pt x="27618" y="22466"/>
                </a:cubicBezTo>
                <a:lnTo>
                  <a:pt x="17702" y="22466"/>
                </a:lnTo>
                <a:lnTo>
                  <a:pt x="14365" y="35983"/>
                </a:lnTo>
                <a:cubicBezTo>
                  <a:pt x="11956" y="45927"/>
                  <a:pt x="10751" y="51271"/>
                  <a:pt x="10751" y="52017"/>
                </a:cubicBezTo>
                <a:cubicBezTo>
                  <a:pt x="10751" y="54627"/>
                  <a:pt x="11584" y="55932"/>
                  <a:pt x="13252" y="55932"/>
                </a:cubicBezTo>
                <a:cubicBezTo>
                  <a:pt x="15415" y="55932"/>
                  <a:pt x="17516" y="54876"/>
                  <a:pt x="19555" y="52763"/>
                </a:cubicBezTo>
                <a:cubicBezTo>
                  <a:pt x="21593" y="50650"/>
                  <a:pt x="23231" y="48040"/>
                  <a:pt x="24467" y="44932"/>
                </a:cubicBezTo>
                <a:cubicBezTo>
                  <a:pt x="24590" y="44559"/>
                  <a:pt x="24745" y="44342"/>
                  <a:pt x="24930" y="44280"/>
                </a:cubicBezTo>
                <a:cubicBezTo>
                  <a:pt x="25116" y="44218"/>
                  <a:pt x="25579" y="44156"/>
                  <a:pt x="26320" y="44093"/>
                </a:cubicBezTo>
                <a:lnTo>
                  <a:pt x="26691" y="44093"/>
                </a:lnTo>
                <a:cubicBezTo>
                  <a:pt x="27618" y="44093"/>
                  <a:pt x="28081" y="44342"/>
                  <a:pt x="28081" y="44839"/>
                </a:cubicBezTo>
                <a:cubicBezTo>
                  <a:pt x="28081" y="45026"/>
                  <a:pt x="27988" y="45398"/>
                  <a:pt x="27803" y="45958"/>
                </a:cubicBezTo>
                <a:cubicBezTo>
                  <a:pt x="27494" y="46952"/>
                  <a:pt x="26938" y="48133"/>
                  <a:pt x="26135" y="49500"/>
                </a:cubicBezTo>
                <a:cubicBezTo>
                  <a:pt x="25332" y="50867"/>
                  <a:pt x="24281" y="52328"/>
                  <a:pt x="22983" y="53882"/>
                </a:cubicBezTo>
                <a:cubicBezTo>
                  <a:pt x="21686" y="55435"/>
                  <a:pt x="20111" y="56740"/>
                  <a:pt x="18257" y="57797"/>
                </a:cubicBezTo>
                <a:cubicBezTo>
                  <a:pt x="16404" y="58853"/>
                  <a:pt x="14519" y="59382"/>
                  <a:pt x="12604" y="59382"/>
                </a:cubicBezTo>
                <a:cubicBezTo>
                  <a:pt x="10751" y="59382"/>
                  <a:pt x="8990" y="58915"/>
                  <a:pt x="7322" y="57983"/>
                </a:cubicBezTo>
                <a:cubicBezTo>
                  <a:pt x="5653" y="57051"/>
                  <a:pt x="4448" y="55435"/>
                  <a:pt x="3707" y="53136"/>
                </a:cubicBezTo>
                <a:cubicBezTo>
                  <a:pt x="3583" y="52639"/>
                  <a:pt x="3521" y="51800"/>
                  <a:pt x="3521" y="50619"/>
                </a:cubicBezTo>
                <a:lnTo>
                  <a:pt x="3521" y="48941"/>
                </a:lnTo>
                <a:lnTo>
                  <a:pt x="6765" y="35890"/>
                </a:lnTo>
                <a:cubicBezTo>
                  <a:pt x="8928" y="27127"/>
                  <a:pt x="10040" y="22715"/>
                  <a:pt x="10102" y="22653"/>
                </a:cubicBezTo>
                <a:cubicBezTo>
                  <a:pt x="10102" y="22528"/>
                  <a:pt x="8526" y="22466"/>
                  <a:pt x="5375" y="22466"/>
                </a:cubicBezTo>
                <a:lnTo>
                  <a:pt x="649" y="224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df-path-191">
            <a:extLst xmlns:a="http://schemas.openxmlformats.org/drawingml/2006/main">
              <a:ext uri="{FF2B5EF4-FFF2-40B4-BE49-F238E27FC236}">
                <a16:creationId xmlns:a16="http://schemas.microsoft.com/office/drawing/2014/main" id="{5F75AA12-6CAC-4D2E-9E58-18DEF991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066" y="1806328"/>
            <a:ext cx="61722" cy="61992"/>
          </a:xfrm>
          <a:custGeom xmlns:a="http://schemas.openxmlformats.org/drawingml/2006/main">
            <a:pathLst>
              <a:path w="61722" h="61992">
                <a:moveTo>
                  <a:pt x="0" y="32254"/>
                </a:moveTo>
                <a:cubicBezTo>
                  <a:pt x="0" y="32254"/>
                  <a:pt x="0" y="31850"/>
                  <a:pt x="0" y="31042"/>
                </a:cubicBezTo>
                <a:cubicBezTo>
                  <a:pt x="0" y="30234"/>
                  <a:pt x="433" y="29613"/>
                  <a:pt x="1298" y="29178"/>
                </a:cubicBezTo>
                <a:lnTo>
                  <a:pt x="29008" y="29178"/>
                </a:lnTo>
                <a:lnTo>
                  <a:pt x="29008" y="15195"/>
                </a:lnTo>
                <a:lnTo>
                  <a:pt x="29100" y="1212"/>
                </a:lnTo>
                <a:cubicBezTo>
                  <a:pt x="29718" y="404"/>
                  <a:pt x="30305" y="0"/>
                  <a:pt x="30861" y="0"/>
                </a:cubicBezTo>
                <a:cubicBezTo>
                  <a:pt x="31665" y="0"/>
                  <a:pt x="32282" y="466"/>
                  <a:pt x="32715" y="1398"/>
                </a:cubicBezTo>
                <a:lnTo>
                  <a:pt x="32715" y="29178"/>
                </a:lnTo>
                <a:lnTo>
                  <a:pt x="60332" y="29178"/>
                </a:lnTo>
                <a:cubicBezTo>
                  <a:pt x="61259" y="29675"/>
                  <a:pt x="61722" y="30297"/>
                  <a:pt x="61722" y="31042"/>
                </a:cubicBezTo>
                <a:cubicBezTo>
                  <a:pt x="61722" y="31788"/>
                  <a:pt x="61259" y="32410"/>
                  <a:pt x="60332" y="32907"/>
                </a:cubicBezTo>
                <a:lnTo>
                  <a:pt x="32715" y="32907"/>
                </a:lnTo>
                <a:lnTo>
                  <a:pt x="32715" y="60687"/>
                </a:lnTo>
                <a:cubicBezTo>
                  <a:pt x="32220" y="61557"/>
                  <a:pt x="31665" y="61992"/>
                  <a:pt x="31046" y="61992"/>
                </a:cubicBezTo>
                <a:lnTo>
                  <a:pt x="30861" y="61992"/>
                </a:lnTo>
                <a:lnTo>
                  <a:pt x="30676" y="61992"/>
                </a:lnTo>
                <a:cubicBezTo>
                  <a:pt x="29935" y="61992"/>
                  <a:pt x="29378" y="61557"/>
                  <a:pt x="29008" y="60687"/>
                </a:cubicBezTo>
                <a:lnTo>
                  <a:pt x="29008" y="32907"/>
                </a:lnTo>
                <a:lnTo>
                  <a:pt x="1298" y="32907"/>
                </a:lnTo>
                <a:cubicBezTo>
                  <a:pt x="433" y="32472"/>
                  <a:pt x="0" y="31850"/>
                  <a:pt x="0" y="31042"/>
                </a:cubicBezTo>
                <a:lnTo>
                  <a:pt x="0" y="322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df-path-192">
            <a:extLst xmlns:a="http://schemas.openxmlformats.org/drawingml/2006/main">
              <a:ext uri="{FF2B5EF4-FFF2-40B4-BE49-F238E27FC236}">
                <a16:creationId xmlns:a16="http://schemas.microsoft.com/office/drawing/2014/main" id="{101D6C51-9578-4EC2-AABD-18830A14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5427" y="1795980"/>
            <a:ext cx="42167" cy="65720"/>
          </a:xfrm>
          <a:custGeom xmlns:a="http://schemas.openxmlformats.org/drawingml/2006/main">
            <a:pathLst>
              <a:path w="42167" h="65720">
                <a:moveTo>
                  <a:pt x="6765" y="4382"/>
                </a:moveTo>
                <a:cubicBezTo>
                  <a:pt x="6765" y="3760"/>
                  <a:pt x="6889" y="3045"/>
                  <a:pt x="7136" y="2237"/>
                </a:cubicBezTo>
                <a:cubicBezTo>
                  <a:pt x="7384" y="1429"/>
                  <a:pt x="7754" y="1026"/>
                  <a:pt x="8249" y="1026"/>
                </a:cubicBezTo>
                <a:cubicBezTo>
                  <a:pt x="8310" y="1026"/>
                  <a:pt x="10534" y="870"/>
                  <a:pt x="14921" y="559"/>
                </a:cubicBezTo>
                <a:cubicBezTo>
                  <a:pt x="19308" y="249"/>
                  <a:pt x="21563" y="62"/>
                  <a:pt x="21686" y="0"/>
                </a:cubicBezTo>
                <a:cubicBezTo>
                  <a:pt x="22428" y="0"/>
                  <a:pt x="22799" y="249"/>
                  <a:pt x="22799" y="746"/>
                </a:cubicBezTo>
                <a:cubicBezTo>
                  <a:pt x="22799" y="1181"/>
                  <a:pt x="21253" y="7675"/>
                  <a:pt x="18165" y="20229"/>
                </a:cubicBezTo>
                <a:cubicBezTo>
                  <a:pt x="15075" y="32534"/>
                  <a:pt x="13531" y="38904"/>
                  <a:pt x="13531" y="39339"/>
                </a:cubicBezTo>
                <a:cubicBezTo>
                  <a:pt x="14704" y="38718"/>
                  <a:pt x="15601" y="38127"/>
                  <a:pt x="16218" y="37568"/>
                </a:cubicBezTo>
                <a:cubicBezTo>
                  <a:pt x="17702" y="36449"/>
                  <a:pt x="19833" y="34492"/>
                  <a:pt x="22613" y="31695"/>
                </a:cubicBezTo>
                <a:cubicBezTo>
                  <a:pt x="25393" y="28899"/>
                  <a:pt x="27556" y="27003"/>
                  <a:pt x="29100" y="26009"/>
                </a:cubicBezTo>
                <a:cubicBezTo>
                  <a:pt x="31571" y="24331"/>
                  <a:pt x="33920" y="23491"/>
                  <a:pt x="36143" y="23491"/>
                </a:cubicBezTo>
                <a:cubicBezTo>
                  <a:pt x="37997" y="23491"/>
                  <a:pt x="39449" y="24082"/>
                  <a:pt x="40499" y="25263"/>
                </a:cubicBezTo>
                <a:cubicBezTo>
                  <a:pt x="41550" y="26444"/>
                  <a:pt x="42106" y="28122"/>
                  <a:pt x="42167" y="30297"/>
                </a:cubicBezTo>
                <a:cubicBezTo>
                  <a:pt x="42167" y="31850"/>
                  <a:pt x="41951" y="33155"/>
                  <a:pt x="41519" y="34212"/>
                </a:cubicBezTo>
                <a:cubicBezTo>
                  <a:pt x="41086" y="35268"/>
                  <a:pt x="40499" y="36045"/>
                  <a:pt x="39758" y="36542"/>
                </a:cubicBezTo>
                <a:cubicBezTo>
                  <a:pt x="39017" y="37040"/>
                  <a:pt x="38368" y="37381"/>
                  <a:pt x="37812" y="37568"/>
                </a:cubicBezTo>
                <a:cubicBezTo>
                  <a:pt x="37256" y="37755"/>
                  <a:pt x="36700" y="37847"/>
                  <a:pt x="36143" y="37847"/>
                </a:cubicBezTo>
                <a:cubicBezTo>
                  <a:pt x="34908" y="37847"/>
                  <a:pt x="33920" y="37506"/>
                  <a:pt x="33178" y="36822"/>
                </a:cubicBezTo>
                <a:cubicBezTo>
                  <a:pt x="32436" y="36139"/>
                  <a:pt x="32066" y="35237"/>
                  <a:pt x="32066" y="34119"/>
                </a:cubicBezTo>
                <a:cubicBezTo>
                  <a:pt x="32066" y="32565"/>
                  <a:pt x="32560" y="31291"/>
                  <a:pt x="33549" y="30297"/>
                </a:cubicBezTo>
                <a:cubicBezTo>
                  <a:pt x="34537" y="29302"/>
                  <a:pt x="35526" y="28650"/>
                  <a:pt x="36515" y="28339"/>
                </a:cubicBezTo>
                <a:lnTo>
                  <a:pt x="37997" y="28060"/>
                </a:lnTo>
                <a:cubicBezTo>
                  <a:pt x="37256" y="27314"/>
                  <a:pt x="36515" y="26941"/>
                  <a:pt x="35773" y="26941"/>
                </a:cubicBezTo>
                <a:lnTo>
                  <a:pt x="35402" y="26941"/>
                </a:lnTo>
                <a:cubicBezTo>
                  <a:pt x="33425" y="27127"/>
                  <a:pt x="31479" y="27904"/>
                  <a:pt x="29564" y="29271"/>
                </a:cubicBezTo>
                <a:cubicBezTo>
                  <a:pt x="27648" y="30639"/>
                  <a:pt x="25393" y="32627"/>
                  <a:pt x="22799" y="35237"/>
                </a:cubicBezTo>
                <a:cubicBezTo>
                  <a:pt x="20203" y="37847"/>
                  <a:pt x="18165" y="39743"/>
                  <a:pt x="16682" y="40924"/>
                </a:cubicBezTo>
                <a:cubicBezTo>
                  <a:pt x="16805" y="40986"/>
                  <a:pt x="17269" y="41079"/>
                  <a:pt x="18072" y="41203"/>
                </a:cubicBezTo>
                <a:cubicBezTo>
                  <a:pt x="18875" y="41328"/>
                  <a:pt x="19617" y="41514"/>
                  <a:pt x="20296" y="41763"/>
                </a:cubicBezTo>
                <a:cubicBezTo>
                  <a:pt x="20976" y="42011"/>
                  <a:pt x="21779" y="42260"/>
                  <a:pt x="22705" y="42508"/>
                </a:cubicBezTo>
                <a:cubicBezTo>
                  <a:pt x="23632" y="42757"/>
                  <a:pt x="24467" y="43192"/>
                  <a:pt x="25208" y="43814"/>
                </a:cubicBezTo>
                <a:cubicBezTo>
                  <a:pt x="25949" y="44435"/>
                  <a:pt x="26629" y="44995"/>
                  <a:pt x="27247" y="45492"/>
                </a:cubicBezTo>
                <a:cubicBezTo>
                  <a:pt x="27864" y="45989"/>
                  <a:pt x="28390" y="46797"/>
                  <a:pt x="28823" y="47916"/>
                </a:cubicBezTo>
                <a:cubicBezTo>
                  <a:pt x="29255" y="49034"/>
                  <a:pt x="29440" y="50059"/>
                  <a:pt x="29378" y="50992"/>
                </a:cubicBezTo>
                <a:cubicBezTo>
                  <a:pt x="29378" y="52048"/>
                  <a:pt x="29224" y="53322"/>
                  <a:pt x="28915" y="54814"/>
                </a:cubicBezTo>
                <a:cubicBezTo>
                  <a:pt x="28606" y="56305"/>
                  <a:pt x="28421" y="57548"/>
                  <a:pt x="28359" y="58543"/>
                </a:cubicBezTo>
                <a:cubicBezTo>
                  <a:pt x="28359" y="61028"/>
                  <a:pt x="29193" y="62271"/>
                  <a:pt x="30861" y="62271"/>
                </a:cubicBezTo>
                <a:cubicBezTo>
                  <a:pt x="33827" y="62271"/>
                  <a:pt x="36237" y="58574"/>
                  <a:pt x="38090" y="51178"/>
                </a:cubicBezTo>
                <a:cubicBezTo>
                  <a:pt x="38214" y="50681"/>
                  <a:pt x="38831" y="50432"/>
                  <a:pt x="39944" y="50432"/>
                </a:cubicBezTo>
                <a:lnTo>
                  <a:pt x="40314" y="50432"/>
                </a:lnTo>
                <a:cubicBezTo>
                  <a:pt x="41302" y="50432"/>
                  <a:pt x="41797" y="50712"/>
                  <a:pt x="41797" y="51271"/>
                </a:cubicBezTo>
                <a:cubicBezTo>
                  <a:pt x="41797" y="51582"/>
                  <a:pt x="41704" y="52017"/>
                  <a:pt x="41519" y="52577"/>
                </a:cubicBezTo>
                <a:cubicBezTo>
                  <a:pt x="38986" y="61339"/>
                  <a:pt x="35340" y="65720"/>
                  <a:pt x="30583" y="65720"/>
                </a:cubicBezTo>
                <a:cubicBezTo>
                  <a:pt x="27803" y="65720"/>
                  <a:pt x="25548" y="64912"/>
                  <a:pt x="23818" y="63297"/>
                </a:cubicBezTo>
                <a:cubicBezTo>
                  <a:pt x="22088" y="61681"/>
                  <a:pt x="21223" y="59351"/>
                  <a:pt x="21223" y="56305"/>
                </a:cubicBezTo>
                <a:cubicBezTo>
                  <a:pt x="21223" y="55187"/>
                  <a:pt x="21315" y="54223"/>
                  <a:pt x="21501" y="53415"/>
                </a:cubicBezTo>
                <a:cubicBezTo>
                  <a:pt x="21686" y="52608"/>
                  <a:pt x="21779" y="51862"/>
                  <a:pt x="21779" y="51178"/>
                </a:cubicBezTo>
                <a:cubicBezTo>
                  <a:pt x="21779" y="49811"/>
                  <a:pt x="21347" y="48630"/>
                  <a:pt x="20482" y="47636"/>
                </a:cubicBezTo>
                <a:cubicBezTo>
                  <a:pt x="19617" y="46641"/>
                  <a:pt x="18535" y="45927"/>
                  <a:pt x="17238" y="45492"/>
                </a:cubicBezTo>
                <a:cubicBezTo>
                  <a:pt x="15940" y="45057"/>
                  <a:pt x="14890" y="44715"/>
                  <a:pt x="14087" y="44466"/>
                </a:cubicBezTo>
                <a:cubicBezTo>
                  <a:pt x="13284" y="44218"/>
                  <a:pt x="12727" y="44124"/>
                  <a:pt x="12419" y="44187"/>
                </a:cubicBezTo>
                <a:lnTo>
                  <a:pt x="12233" y="44187"/>
                </a:lnTo>
                <a:cubicBezTo>
                  <a:pt x="11492" y="46797"/>
                  <a:pt x="10843" y="49314"/>
                  <a:pt x="10287" y="51737"/>
                </a:cubicBezTo>
                <a:cubicBezTo>
                  <a:pt x="9731" y="54161"/>
                  <a:pt x="9299" y="55964"/>
                  <a:pt x="8990" y="57144"/>
                </a:cubicBezTo>
                <a:cubicBezTo>
                  <a:pt x="8680" y="58325"/>
                  <a:pt x="8403" y="59475"/>
                  <a:pt x="8155" y="60593"/>
                </a:cubicBezTo>
                <a:cubicBezTo>
                  <a:pt x="7909" y="61712"/>
                  <a:pt x="7692" y="62458"/>
                  <a:pt x="7507" y="62831"/>
                </a:cubicBezTo>
                <a:cubicBezTo>
                  <a:pt x="7322" y="63204"/>
                  <a:pt x="7105" y="63607"/>
                  <a:pt x="6858" y="64043"/>
                </a:cubicBezTo>
                <a:cubicBezTo>
                  <a:pt x="6611" y="64478"/>
                  <a:pt x="6271" y="64757"/>
                  <a:pt x="5838" y="64882"/>
                </a:cubicBezTo>
                <a:cubicBezTo>
                  <a:pt x="5035" y="65441"/>
                  <a:pt x="4170" y="65720"/>
                  <a:pt x="3244" y="65720"/>
                </a:cubicBezTo>
                <a:cubicBezTo>
                  <a:pt x="2193" y="65720"/>
                  <a:pt x="1390" y="65410"/>
                  <a:pt x="834" y="64788"/>
                </a:cubicBezTo>
                <a:cubicBezTo>
                  <a:pt x="278" y="64167"/>
                  <a:pt x="0" y="63638"/>
                  <a:pt x="0" y="63204"/>
                </a:cubicBezTo>
                <a:cubicBezTo>
                  <a:pt x="0" y="62582"/>
                  <a:pt x="1143" y="57610"/>
                  <a:pt x="3429" y="48288"/>
                </a:cubicBezTo>
                <a:cubicBezTo>
                  <a:pt x="5715" y="38966"/>
                  <a:pt x="7970" y="29799"/>
                  <a:pt x="10194" y="20788"/>
                </a:cubicBezTo>
                <a:lnTo>
                  <a:pt x="13623" y="7271"/>
                </a:lnTo>
                <a:cubicBezTo>
                  <a:pt x="13685" y="6463"/>
                  <a:pt x="13469" y="5966"/>
                  <a:pt x="12975" y="5780"/>
                </a:cubicBezTo>
                <a:cubicBezTo>
                  <a:pt x="12481" y="5593"/>
                  <a:pt x="11275" y="5438"/>
                  <a:pt x="9360" y="5314"/>
                </a:cubicBezTo>
                <a:lnTo>
                  <a:pt x="8897" y="5314"/>
                </a:lnTo>
                <a:cubicBezTo>
                  <a:pt x="8279" y="5314"/>
                  <a:pt x="7877" y="5314"/>
                  <a:pt x="7692" y="5314"/>
                </a:cubicBezTo>
                <a:cubicBezTo>
                  <a:pt x="7507" y="5314"/>
                  <a:pt x="7290" y="5220"/>
                  <a:pt x="7043" y="5034"/>
                </a:cubicBezTo>
                <a:cubicBezTo>
                  <a:pt x="6797" y="4848"/>
                  <a:pt x="6703" y="4630"/>
                  <a:pt x="6765" y="43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df-path-193">
            <a:extLst xmlns:a="http://schemas.openxmlformats.org/drawingml/2006/main">
              <a:ext uri="{FF2B5EF4-FFF2-40B4-BE49-F238E27FC236}">
                <a16:creationId xmlns:a16="http://schemas.microsoft.com/office/drawing/2014/main" id="{63C716DE-3BF8-41D8-8D85-4E3F5221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3653" y="788127"/>
            <a:ext cx="1159230" cy="513750"/>
          </a:xfrm>
          <a:custGeom xmlns:a="http://schemas.openxmlformats.org/drawingml/2006/main">
            <a:pathLst>
              <a:path w="1159230" h="513750">
                <a:moveTo>
                  <a:pt x="0" y="65866"/>
                </a:moveTo>
                <a:cubicBezTo>
                  <a:pt x="0" y="29489"/>
                  <a:pt x="29489" y="0"/>
                  <a:pt x="65865" y="0"/>
                </a:cubicBezTo>
                <a:lnTo>
                  <a:pt x="1093365" y="0"/>
                </a:lnTo>
                <a:cubicBezTo>
                  <a:pt x="1129742" y="0"/>
                  <a:pt x="1159230" y="29489"/>
                  <a:pt x="1159230" y="65866"/>
                </a:cubicBezTo>
                <a:lnTo>
                  <a:pt x="1159230" y="447885"/>
                </a:lnTo>
                <a:cubicBezTo>
                  <a:pt x="1159230" y="484261"/>
                  <a:pt x="1129742" y="513750"/>
                  <a:pt x="1093365" y="513750"/>
                </a:cubicBezTo>
                <a:lnTo>
                  <a:pt x="65865" y="513750"/>
                </a:lnTo>
                <a:cubicBezTo>
                  <a:pt x="29489" y="513750"/>
                  <a:pt x="0" y="484261"/>
                  <a:pt x="0" y="447885"/>
                </a:cubicBezTo>
                <a:lnTo>
                  <a:pt x="0" y="65866"/>
                </a:lnTo>
              </a:path>
            </a:pathLst>
          </a:custGeom>
          <a:solidFill xmlns:a="http://schemas.openxmlformats.org/drawingml/2006/main">
            <a:srgbClr val="EF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df-path-194">
            <a:extLst xmlns:a="http://schemas.openxmlformats.org/drawingml/2006/main">
              <a:ext uri="{FF2B5EF4-FFF2-40B4-BE49-F238E27FC236}">
                <a16:creationId xmlns:a16="http://schemas.microsoft.com/office/drawing/2014/main" id="{75B462C6-1AF5-46E0-AE49-F2EACFA5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7067" y="781540"/>
            <a:ext cx="1172403" cy="526923"/>
          </a:xfrm>
          <a:custGeom xmlns:a="http://schemas.openxmlformats.org/drawingml/2006/main">
            <a:pathLst>
              <a:path w="1172403" h="526923">
                <a:moveTo>
                  <a:pt x="1099952" y="6587"/>
                </a:moveTo>
                <a:lnTo>
                  <a:pt x="72452" y="6587"/>
                </a:lnTo>
                <a:lnTo>
                  <a:pt x="72452" y="6587"/>
                </a:lnTo>
                <a:lnTo>
                  <a:pt x="72452" y="13173"/>
                </a:lnTo>
                <a:lnTo>
                  <a:pt x="1099952" y="13173"/>
                </a:lnTo>
                <a:lnTo>
                  <a:pt x="1099952" y="6587"/>
                </a:lnTo>
                <a:close/>
                <a:moveTo>
                  <a:pt x="1165817" y="72452"/>
                </a:moveTo>
                <a:lnTo>
                  <a:pt x="1159230" y="72452"/>
                </a:lnTo>
                <a:lnTo>
                  <a:pt x="1159230" y="454471"/>
                </a:lnTo>
                <a:lnTo>
                  <a:pt x="1165817" y="454471"/>
                </a:lnTo>
                <a:lnTo>
                  <a:pt x="1165817" y="454471"/>
                </a:lnTo>
                <a:lnTo>
                  <a:pt x="1165817" y="72452"/>
                </a:lnTo>
                <a:lnTo>
                  <a:pt x="1165817" y="72452"/>
                </a:lnTo>
                <a:close/>
                <a:moveTo>
                  <a:pt x="1099952" y="520337"/>
                </a:moveTo>
                <a:lnTo>
                  <a:pt x="1099952" y="513750"/>
                </a:lnTo>
                <a:lnTo>
                  <a:pt x="72452" y="513750"/>
                </a:lnTo>
                <a:lnTo>
                  <a:pt x="72452" y="520337"/>
                </a:lnTo>
                <a:lnTo>
                  <a:pt x="72452" y="520337"/>
                </a:lnTo>
                <a:lnTo>
                  <a:pt x="72452" y="520337"/>
                </a:lnTo>
                <a:lnTo>
                  <a:pt x="1099952" y="520337"/>
                </a:lnTo>
                <a:lnTo>
                  <a:pt x="1099952" y="520337"/>
                </a:lnTo>
                <a:lnTo>
                  <a:pt x="1099952" y="520337"/>
                </a:lnTo>
                <a:close/>
                <a:moveTo>
                  <a:pt x="6587" y="454471"/>
                </a:moveTo>
                <a:lnTo>
                  <a:pt x="13173" y="454471"/>
                </a:lnTo>
                <a:lnTo>
                  <a:pt x="13173" y="72452"/>
                </a:lnTo>
                <a:lnTo>
                  <a:pt x="6587" y="72452"/>
                </a:lnTo>
                <a:lnTo>
                  <a:pt x="6586" y="72452"/>
                </a:lnTo>
                <a:lnTo>
                  <a:pt x="6586" y="454471"/>
                </a:lnTo>
                <a:lnTo>
                  <a:pt x="6587" y="454471"/>
                </a:lnTo>
                <a:close/>
                <a:moveTo>
                  <a:pt x="72452" y="520337"/>
                </a:moveTo>
                <a:lnTo>
                  <a:pt x="72452" y="513750"/>
                </a:lnTo>
                <a:lnTo>
                  <a:pt x="71375" y="513740"/>
                </a:lnTo>
                <a:lnTo>
                  <a:pt x="70302" y="513712"/>
                </a:lnTo>
                <a:lnTo>
                  <a:pt x="69235" y="513664"/>
                </a:lnTo>
                <a:lnTo>
                  <a:pt x="68172" y="513598"/>
                </a:lnTo>
                <a:lnTo>
                  <a:pt x="67115" y="513513"/>
                </a:lnTo>
                <a:lnTo>
                  <a:pt x="66063" y="513410"/>
                </a:lnTo>
                <a:lnTo>
                  <a:pt x="65016" y="513288"/>
                </a:lnTo>
                <a:lnTo>
                  <a:pt x="63975" y="513149"/>
                </a:lnTo>
                <a:lnTo>
                  <a:pt x="62940" y="512991"/>
                </a:lnTo>
                <a:lnTo>
                  <a:pt x="61910" y="512816"/>
                </a:lnTo>
                <a:lnTo>
                  <a:pt x="60887" y="512623"/>
                </a:lnTo>
                <a:lnTo>
                  <a:pt x="59870" y="512412"/>
                </a:lnTo>
                <a:lnTo>
                  <a:pt x="58860" y="512184"/>
                </a:lnTo>
                <a:lnTo>
                  <a:pt x="57856" y="511940"/>
                </a:lnTo>
                <a:lnTo>
                  <a:pt x="56859" y="511678"/>
                </a:lnTo>
                <a:lnTo>
                  <a:pt x="55868" y="511399"/>
                </a:lnTo>
                <a:lnTo>
                  <a:pt x="54885" y="511104"/>
                </a:lnTo>
                <a:lnTo>
                  <a:pt x="53909" y="510792"/>
                </a:lnTo>
                <a:lnTo>
                  <a:pt x="52941" y="510464"/>
                </a:lnTo>
                <a:lnTo>
                  <a:pt x="51980" y="510120"/>
                </a:lnTo>
                <a:lnTo>
                  <a:pt x="51027" y="509760"/>
                </a:lnTo>
                <a:lnTo>
                  <a:pt x="50082" y="509384"/>
                </a:lnTo>
                <a:lnTo>
                  <a:pt x="49144" y="508992"/>
                </a:lnTo>
                <a:lnTo>
                  <a:pt x="48215" y="508585"/>
                </a:lnTo>
                <a:lnTo>
                  <a:pt x="47295" y="508163"/>
                </a:lnTo>
                <a:lnTo>
                  <a:pt x="46382" y="507725"/>
                </a:lnTo>
                <a:lnTo>
                  <a:pt x="45479" y="507272"/>
                </a:lnTo>
                <a:lnTo>
                  <a:pt x="44585" y="506805"/>
                </a:lnTo>
                <a:lnTo>
                  <a:pt x="43699" y="506322"/>
                </a:lnTo>
                <a:lnTo>
                  <a:pt x="42823" y="505826"/>
                </a:lnTo>
                <a:lnTo>
                  <a:pt x="41956" y="505314"/>
                </a:lnTo>
                <a:lnTo>
                  <a:pt x="41098" y="504789"/>
                </a:lnTo>
                <a:lnTo>
                  <a:pt x="40250" y="504250"/>
                </a:lnTo>
                <a:lnTo>
                  <a:pt x="39413" y="503696"/>
                </a:lnTo>
                <a:lnTo>
                  <a:pt x="38585" y="503129"/>
                </a:lnTo>
                <a:lnTo>
                  <a:pt x="37767" y="502549"/>
                </a:lnTo>
                <a:lnTo>
                  <a:pt x="36959" y="501955"/>
                </a:lnTo>
                <a:lnTo>
                  <a:pt x="36162" y="501347"/>
                </a:lnTo>
                <a:lnTo>
                  <a:pt x="35376" y="500727"/>
                </a:lnTo>
                <a:lnTo>
                  <a:pt x="34600" y="500094"/>
                </a:lnTo>
                <a:lnTo>
                  <a:pt x="33836" y="499448"/>
                </a:lnTo>
                <a:lnTo>
                  <a:pt x="33082" y="498789"/>
                </a:lnTo>
                <a:lnTo>
                  <a:pt x="32340" y="498118"/>
                </a:lnTo>
                <a:lnTo>
                  <a:pt x="31610" y="497435"/>
                </a:lnTo>
                <a:lnTo>
                  <a:pt x="30891" y="496740"/>
                </a:lnTo>
                <a:lnTo>
                  <a:pt x="30183" y="496033"/>
                </a:lnTo>
                <a:lnTo>
                  <a:pt x="29488" y="495313"/>
                </a:lnTo>
                <a:lnTo>
                  <a:pt x="28805" y="494583"/>
                </a:lnTo>
                <a:lnTo>
                  <a:pt x="28134" y="493841"/>
                </a:lnTo>
                <a:lnTo>
                  <a:pt x="27475" y="493087"/>
                </a:lnTo>
                <a:lnTo>
                  <a:pt x="26829" y="492323"/>
                </a:lnTo>
                <a:lnTo>
                  <a:pt x="26196" y="491547"/>
                </a:lnTo>
                <a:lnTo>
                  <a:pt x="25576" y="490761"/>
                </a:lnTo>
                <a:lnTo>
                  <a:pt x="24968" y="489964"/>
                </a:lnTo>
                <a:lnTo>
                  <a:pt x="24374" y="489156"/>
                </a:lnTo>
                <a:lnTo>
                  <a:pt x="23794" y="488338"/>
                </a:lnTo>
                <a:lnTo>
                  <a:pt x="23227" y="487510"/>
                </a:lnTo>
                <a:lnTo>
                  <a:pt x="22673" y="486673"/>
                </a:lnTo>
                <a:lnTo>
                  <a:pt x="22134" y="485825"/>
                </a:lnTo>
                <a:lnTo>
                  <a:pt x="21609" y="484967"/>
                </a:lnTo>
                <a:lnTo>
                  <a:pt x="21098" y="484100"/>
                </a:lnTo>
                <a:lnTo>
                  <a:pt x="20601" y="483224"/>
                </a:lnTo>
                <a:lnTo>
                  <a:pt x="20118" y="482338"/>
                </a:lnTo>
                <a:lnTo>
                  <a:pt x="19651" y="481444"/>
                </a:lnTo>
                <a:lnTo>
                  <a:pt x="19198" y="480540"/>
                </a:lnTo>
                <a:lnTo>
                  <a:pt x="18761" y="479628"/>
                </a:lnTo>
                <a:lnTo>
                  <a:pt x="18338" y="478708"/>
                </a:lnTo>
                <a:lnTo>
                  <a:pt x="17931" y="477779"/>
                </a:lnTo>
                <a:lnTo>
                  <a:pt x="17539" y="476841"/>
                </a:lnTo>
                <a:lnTo>
                  <a:pt x="17163" y="475896"/>
                </a:lnTo>
                <a:lnTo>
                  <a:pt x="16803" y="474943"/>
                </a:lnTo>
                <a:lnTo>
                  <a:pt x="16459" y="473982"/>
                </a:lnTo>
                <a:lnTo>
                  <a:pt x="16131" y="473014"/>
                </a:lnTo>
                <a:lnTo>
                  <a:pt x="15819" y="472038"/>
                </a:lnTo>
                <a:lnTo>
                  <a:pt x="15524" y="471055"/>
                </a:lnTo>
                <a:lnTo>
                  <a:pt x="15245" y="470064"/>
                </a:lnTo>
                <a:lnTo>
                  <a:pt x="14983" y="469067"/>
                </a:lnTo>
                <a:lnTo>
                  <a:pt x="14739" y="468063"/>
                </a:lnTo>
                <a:lnTo>
                  <a:pt x="14511" y="467053"/>
                </a:lnTo>
                <a:lnTo>
                  <a:pt x="14300" y="466036"/>
                </a:lnTo>
                <a:lnTo>
                  <a:pt x="14108" y="465013"/>
                </a:lnTo>
                <a:lnTo>
                  <a:pt x="13932" y="463983"/>
                </a:lnTo>
                <a:lnTo>
                  <a:pt x="13775" y="462948"/>
                </a:lnTo>
                <a:lnTo>
                  <a:pt x="13635" y="461907"/>
                </a:lnTo>
                <a:lnTo>
                  <a:pt x="13513" y="460860"/>
                </a:lnTo>
                <a:lnTo>
                  <a:pt x="13410" y="459808"/>
                </a:lnTo>
                <a:lnTo>
                  <a:pt x="13325" y="458751"/>
                </a:lnTo>
                <a:lnTo>
                  <a:pt x="13259" y="457688"/>
                </a:lnTo>
                <a:lnTo>
                  <a:pt x="13211" y="456621"/>
                </a:lnTo>
                <a:lnTo>
                  <a:pt x="13183" y="455548"/>
                </a:lnTo>
                <a:lnTo>
                  <a:pt x="13173" y="454471"/>
                </a:lnTo>
                <a:lnTo>
                  <a:pt x="6587" y="454471"/>
                </a:lnTo>
                <a:lnTo>
                  <a:pt x="6586" y="454471"/>
                </a:lnTo>
                <a:lnTo>
                  <a:pt x="6586" y="454471"/>
                </a:lnTo>
                <a:lnTo>
                  <a:pt x="6597" y="455668"/>
                </a:lnTo>
                <a:lnTo>
                  <a:pt x="6629" y="456859"/>
                </a:lnTo>
                <a:lnTo>
                  <a:pt x="6682" y="458046"/>
                </a:lnTo>
                <a:lnTo>
                  <a:pt x="6755" y="459226"/>
                </a:lnTo>
                <a:lnTo>
                  <a:pt x="6850" y="460401"/>
                </a:lnTo>
                <a:lnTo>
                  <a:pt x="6965" y="461570"/>
                </a:lnTo>
                <a:lnTo>
                  <a:pt x="7100" y="462733"/>
                </a:lnTo>
                <a:lnTo>
                  <a:pt x="7255" y="463890"/>
                </a:lnTo>
                <a:lnTo>
                  <a:pt x="7430" y="465040"/>
                </a:lnTo>
                <a:lnTo>
                  <a:pt x="7625" y="466184"/>
                </a:lnTo>
                <a:lnTo>
                  <a:pt x="7839" y="467321"/>
                </a:lnTo>
                <a:lnTo>
                  <a:pt x="8073" y="468451"/>
                </a:lnTo>
                <a:lnTo>
                  <a:pt x="8326" y="469574"/>
                </a:lnTo>
                <a:lnTo>
                  <a:pt x="8598" y="470689"/>
                </a:lnTo>
                <a:lnTo>
                  <a:pt x="8889" y="471797"/>
                </a:lnTo>
                <a:lnTo>
                  <a:pt x="9198" y="472897"/>
                </a:lnTo>
                <a:lnTo>
                  <a:pt x="9527" y="473990"/>
                </a:lnTo>
                <a:lnTo>
                  <a:pt x="9873" y="475074"/>
                </a:lnTo>
                <a:lnTo>
                  <a:pt x="10237" y="476150"/>
                </a:lnTo>
                <a:lnTo>
                  <a:pt x="10620" y="477218"/>
                </a:lnTo>
                <a:lnTo>
                  <a:pt x="11020" y="478277"/>
                </a:lnTo>
                <a:lnTo>
                  <a:pt x="11438" y="479327"/>
                </a:lnTo>
                <a:lnTo>
                  <a:pt x="11873" y="480369"/>
                </a:lnTo>
                <a:lnTo>
                  <a:pt x="12325" y="481401"/>
                </a:lnTo>
                <a:lnTo>
                  <a:pt x="12795" y="482424"/>
                </a:lnTo>
                <a:lnTo>
                  <a:pt x="13281" y="483437"/>
                </a:lnTo>
                <a:lnTo>
                  <a:pt x="13784" y="484441"/>
                </a:lnTo>
                <a:lnTo>
                  <a:pt x="14304" y="485435"/>
                </a:lnTo>
                <a:lnTo>
                  <a:pt x="14839" y="486419"/>
                </a:lnTo>
                <a:lnTo>
                  <a:pt x="15391" y="487393"/>
                </a:lnTo>
                <a:lnTo>
                  <a:pt x="15959" y="488356"/>
                </a:lnTo>
                <a:lnTo>
                  <a:pt x="16543" y="489309"/>
                </a:lnTo>
                <a:lnTo>
                  <a:pt x="17143" y="490251"/>
                </a:lnTo>
                <a:lnTo>
                  <a:pt x="17757" y="491182"/>
                </a:lnTo>
                <a:lnTo>
                  <a:pt x="18387" y="492102"/>
                </a:lnTo>
                <a:lnTo>
                  <a:pt x="19032" y="493010"/>
                </a:lnTo>
                <a:lnTo>
                  <a:pt x="19692" y="493907"/>
                </a:lnTo>
                <a:lnTo>
                  <a:pt x="20367" y="494793"/>
                </a:lnTo>
                <a:lnTo>
                  <a:pt x="21056" y="495667"/>
                </a:lnTo>
                <a:lnTo>
                  <a:pt x="21760" y="496528"/>
                </a:lnTo>
                <a:lnTo>
                  <a:pt x="22478" y="497378"/>
                </a:lnTo>
                <a:lnTo>
                  <a:pt x="23209" y="498215"/>
                </a:lnTo>
                <a:lnTo>
                  <a:pt x="23955" y="499040"/>
                </a:lnTo>
                <a:lnTo>
                  <a:pt x="24714" y="499852"/>
                </a:lnTo>
                <a:lnTo>
                  <a:pt x="25487" y="500651"/>
                </a:lnTo>
                <a:lnTo>
                  <a:pt x="26273" y="501436"/>
                </a:lnTo>
                <a:lnTo>
                  <a:pt x="27072" y="502209"/>
                </a:lnTo>
                <a:lnTo>
                  <a:pt x="27883" y="502968"/>
                </a:lnTo>
                <a:lnTo>
                  <a:pt x="28708" y="503714"/>
                </a:lnTo>
                <a:lnTo>
                  <a:pt x="29545" y="504445"/>
                </a:lnTo>
                <a:lnTo>
                  <a:pt x="30395" y="505163"/>
                </a:lnTo>
                <a:lnTo>
                  <a:pt x="31256" y="505867"/>
                </a:lnTo>
                <a:lnTo>
                  <a:pt x="32130" y="506556"/>
                </a:lnTo>
                <a:lnTo>
                  <a:pt x="33016" y="507231"/>
                </a:lnTo>
                <a:lnTo>
                  <a:pt x="33913" y="507891"/>
                </a:lnTo>
                <a:lnTo>
                  <a:pt x="34822" y="508536"/>
                </a:lnTo>
                <a:lnTo>
                  <a:pt x="35742" y="509166"/>
                </a:lnTo>
                <a:lnTo>
                  <a:pt x="36673" y="509781"/>
                </a:lnTo>
                <a:lnTo>
                  <a:pt x="37615" y="510380"/>
                </a:lnTo>
                <a:lnTo>
                  <a:pt x="38567" y="510964"/>
                </a:lnTo>
                <a:lnTo>
                  <a:pt x="39531" y="511532"/>
                </a:lnTo>
                <a:lnTo>
                  <a:pt x="40504" y="512084"/>
                </a:lnTo>
                <a:lnTo>
                  <a:pt x="41488" y="512619"/>
                </a:lnTo>
                <a:lnTo>
                  <a:pt x="42482" y="513139"/>
                </a:lnTo>
                <a:lnTo>
                  <a:pt x="43486" y="513642"/>
                </a:lnTo>
                <a:lnTo>
                  <a:pt x="44499" y="514128"/>
                </a:lnTo>
                <a:lnTo>
                  <a:pt x="45522" y="514598"/>
                </a:lnTo>
                <a:lnTo>
                  <a:pt x="46555" y="515050"/>
                </a:lnTo>
                <a:lnTo>
                  <a:pt x="47596" y="515485"/>
                </a:lnTo>
                <a:lnTo>
                  <a:pt x="48646" y="515903"/>
                </a:lnTo>
                <a:lnTo>
                  <a:pt x="49705" y="516303"/>
                </a:lnTo>
                <a:lnTo>
                  <a:pt x="50773" y="516686"/>
                </a:lnTo>
                <a:lnTo>
                  <a:pt x="51849" y="517050"/>
                </a:lnTo>
                <a:lnTo>
                  <a:pt x="52934" y="517397"/>
                </a:lnTo>
                <a:lnTo>
                  <a:pt x="54026" y="517725"/>
                </a:lnTo>
                <a:lnTo>
                  <a:pt x="55126" y="518034"/>
                </a:lnTo>
                <a:lnTo>
                  <a:pt x="56234" y="518325"/>
                </a:lnTo>
                <a:lnTo>
                  <a:pt x="57350" y="518597"/>
                </a:lnTo>
                <a:lnTo>
                  <a:pt x="58472" y="518850"/>
                </a:lnTo>
                <a:lnTo>
                  <a:pt x="59602" y="519084"/>
                </a:lnTo>
                <a:lnTo>
                  <a:pt x="60739" y="519298"/>
                </a:lnTo>
                <a:lnTo>
                  <a:pt x="61883" y="519493"/>
                </a:lnTo>
                <a:lnTo>
                  <a:pt x="63033" y="519668"/>
                </a:lnTo>
                <a:lnTo>
                  <a:pt x="64190" y="519823"/>
                </a:lnTo>
                <a:lnTo>
                  <a:pt x="65353" y="519959"/>
                </a:lnTo>
                <a:lnTo>
                  <a:pt x="66522" y="520073"/>
                </a:lnTo>
                <a:lnTo>
                  <a:pt x="67697" y="520168"/>
                </a:lnTo>
                <a:lnTo>
                  <a:pt x="68877" y="520241"/>
                </a:lnTo>
                <a:lnTo>
                  <a:pt x="70064" y="520294"/>
                </a:lnTo>
                <a:lnTo>
                  <a:pt x="71255" y="520326"/>
                </a:lnTo>
                <a:lnTo>
                  <a:pt x="72452" y="520337"/>
                </a:lnTo>
                <a:lnTo>
                  <a:pt x="72452" y="520337"/>
                </a:lnTo>
                <a:close/>
                <a:moveTo>
                  <a:pt x="1165817" y="454471"/>
                </a:moveTo>
                <a:lnTo>
                  <a:pt x="1159230" y="454471"/>
                </a:lnTo>
                <a:lnTo>
                  <a:pt x="1159221" y="455548"/>
                </a:lnTo>
                <a:lnTo>
                  <a:pt x="1159192" y="456621"/>
                </a:lnTo>
                <a:lnTo>
                  <a:pt x="1159145" y="457688"/>
                </a:lnTo>
                <a:lnTo>
                  <a:pt x="1159078" y="458751"/>
                </a:lnTo>
                <a:lnTo>
                  <a:pt x="1158993" y="459808"/>
                </a:lnTo>
                <a:lnTo>
                  <a:pt x="1158890" y="460860"/>
                </a:lnTo>
                <a:lnTo>
                  <a:pt x="1158769" y="461907"/>
                </a:lnTo>
                <a:lnTo>
                  <a:pt x="1158629" y="462948"/>
                </a:lnTo>
                <a:lnTo>
                  <a:pt x="1158471" y="463983"/>
                </a:lnTo>
                <a:lnTo>
                  <a:pt x="1158296" y="465013"/>
                </a:lnTo>
                <a:lnTo>
                  <a:pt x="1158103" y="466036"/>
                </a:lnTo>
                <a:lnTo>
                  <a:pt x="1157893" y="467053"/>
                </a:lnTo>
                <a:lnTo>
                  <a:pt x="1157665" y="468063"/>
                </a:lnTo>
                <a:lnTo>
                  <a:pt x="1157420" y="469067"/>
                </a:lnTo>
                <a:lnTo>
                  <a:pt x="1157158" y="470064"/>
                </a:lnTo>
                <a:lnTo>
                  <a:pt x="1156880" y="471055"/>
                </a:lnTo>
                <a:lnTo>
                  <a:pt x="1156584" y="472038"/>
                </a:lnTo>
                <a:lnTo>
                  <a:pt x="1156273" y="473014"/>
                </a:lnTo>
                <a:lnTo>
                  <a:pt x="1155945" y="473982"/>
                </a:lnTo>
                <a:lnTo>
                  <a:pt x="1155600" y="474943"/>
                </a:lnTo>
                <a:lnTo>
                  <a:pt x="1155240" y="475896"/>
                </a:lnTo>
                <a:lnTo>
                  <a:pt x="1154864" y="476841"/>
                </a:lnTo>
                <a:lnTo>
                  <a:pt x="1154473" y="477779"/>
                </a:lnTo>
                <a:lnTo>
                  <a:pt x="1154065" y="478708"/>
                </a:lnTo>
                <a:lnTo>
                  <a:pt x="1153643" y="479628"/>
                </a:lnTo>
                <a:lnTo>
                  <a:pt x="1153205" y="480540"/>
                </a:lnTo>
                <a:lnTo>
                  <a:pt x="1152753" y="481444"/>
                </a:lnTo>
                <a:lnTo>
                  <a:pt x="1152285" y="482338"/>
                </a:lnTo>
                <a:lnTo>
                  <a:pt x="1151803" y="483224"/>
                </a:lnTo>
                <a:lnTo>
                  <a:pt x="1151306" y="484100"/>
                </a:lnTo>
                <a:lnTo>
                  <a:pt x="1150795" y="484967"/>
                </a:lnTo>
                <a:lnTo>
                  <a:pt x="1150269" y="485825"/>
                </a:lnTo>
                <a:lnTo>
                  <a:pt x="1149730" y="486673"/>
                </a:lnTo>
                <a:lnTo>
                  <a:pt x="1149177" y="487510"/>
                </a:lnTo>
                <a:lnTo>
                  <a:pt x="1148610" y="488338"/>
                </a:lnTo>
                <a:lnTo>
                  <a:pt x="1148029" y="489156"/>
                </a:lnTo>
                <a:lnTo>
                  <a:pt x="1147435" y="489964"/>
                </a:lnTo>
                <a:lnTo>
                  <a:pt x="1146828" y="490761"/>
                </a:lnTo>
                <a:lnTo>
                  <a:pt x="1146208" y="491547"/>
                </a:lnTo>
                <a:lnTo>
                  <a:pt x="1145574" y="492323"/>
                </a:lnTo>
                <a:lnTo>
                  <a:pt x="1144928" y="493087"/>
                </a:lnTo>
                <a:lnTo>
                  <a:pt x="1144270" y="493841"/>
                </a:lnTo>
                <a:lnTo>
                  <a:pt x="1143599" y="494583"/>
                </a:lnTo>
                <a:lnTo>
                  <a:pt x="1142916" y="495313"/>
                </a:lnTo>
                <a:lnTo>
                  <a:pt x="1142220" y="496033"/>
                </a:lnTo>
                <a:lnTo>
                  <a:pt x="1141513" y="496740"/>
                </a:lnTo>
                <a:lnTo>
                  <a:pt x="1140794" y="497435"/>
                </a:lnTo>
                <a:lnTo>
                  <a:pt x="1140063" y="498118"/>
                </a:lnTo>
                <a:lnTo>
                  <a:pt x="1139321" y="498789"/>
                </a:lnTo>
                <a:lnTo>
                  <a:pt x="1138568" y="499448"/>
                </a:lnTo>
                <a:lnTo>
                  <a:pt x="1137803" y="500094"/>
                </a:lnTo>
                <a:lnTo>
                  <a:pt x="1137028" y="500727"/>
                </a:lnTo>
                <a:lnTo>
                  <a:pt x="1136241" y="501347"/>
                </a:lnTo>
                <a:lnTo>
                  <a:pt x="1135444" y="501955"/>
                </a:lnTo>
                <a:lnTo>
                  <a:pt x="1134637" y="502549"/>
                </a:lnTo>
                <a:lnTo>
                  <a:pt x="1133819" y="503129"/>
                </a:lnTo>
                <a:lnTo>
                  <a:pt x="1132991" y="503696"/>
                </a:lnTo>
                <a:lnTo>
                  <a:pt x="1132153" y="504250"/>
                </a:lnTo>
                <a:lnTo>
                  <a:pt x="1131305" y="504789"/>
                </a:lnTo>
                <a:lnTo>
                  <a:pt x="1130448" y="505314"/>
                </a:lnTo>
                <a:lnTo>
                  <a:pt x="1129581" y="505826"/>
                </a:lnTo>
                <a:lnTo>
                  <a:pt x="1128705" y="506322"/>
                </a:lnTo>
                <a:lnTo>
                  <a:pt x="1127819" y="506805"/>
                </a:lnTo>
                <a:lnTo>
                  <a:pt x="1126925" y="507272"/>
                </a:lnTo>
                <a:lnTo>
                  <a:pt x="1126021" y="507725"/>
                </a:lnTo>
                <a:lnTo>
                  <a:pt x="1125109" y="508163"/>
                </a:lnTo>
                <a:lnTo>
                  <a:pt x="1124188" y="508585"/>
                </a:lnTo>
                <a:lnTo>
                  <a:pt x="1123259" y="508992"/>
                </a:lnTo>
                <a:lnTo>
                  <a:pt x="1122322" y="509384"/>
                </a:lnTo>
                <a:lnTo>
                  <a:pt x="1121377" y="509760"/>
                </a:lnTo>
                <a:lnTo>
                  <a:pt x="1120424" y="510120"/>
                </a:lnTo>
                <a:lnTo>
                  <a:pt x="1119463" y="510464"/>
                </a:lnTo>
                <a:lnTo>
                  <a:pt x="1118494" y="510792"/>
                </a:lnTo>
                <a:lnTo>
                  <a:pt x="1117518" y="511104"/>
                </a:lnTo>
                <a:lnTo>
                  <a:pt x="1116535" y="511399"/>
                </a:lnTo>
                <a:lnTo>
                  <a:pt x="1115545" y="511678"/>
                </a:lnTo>
                <a:lnTo>
                  <a:pt x="1114548" y="511940"/>
                </a:lnTo>
                <a:lnTo>
                  <a:pt x="1113544" y="512184"/>
                </a:lnTo>
                <a:lnTo>
                  <a:pt x="1112533" y="512412"/>
                </a:lnTo>
                <a:lnTo>
                  <a:pt x="1111516" y="512623"/>
                </a:lnTo>
                <a:lnTo>
                  <a:pt x="1110493" y="512816"/>
                </a:lnTo>
                <a:lnTo>
                  <a:pt x="1109464" y="512991"/>
                </a:lnTo>
                <a:lnTo>
                  <a:pt x="1108429" y="513149"/>
                </a:lnTo>
                <a:lnTo>
                  <a:pt x="1107388" y="513288"/>
                </a:lnTo>
                <a:lnTo>
                  <a:pt x="1106341" y="513410"/>
                </a:lnTo>
                <a:lnTo>
                  <a:pt x="1105289" y="513513"/>
                </a:lnTo>
                <a:lnTo>
                  <a:pt x="1104231" y="513598"/>
                </a:lnTo>
                <a:lnTo>
                  <a:pt x="1103169" y="513664"/>
                </a:lnTo>
                <a:lnTo>
                  <a:pt x="1102101" y="513712"/>
                </a:lnTo>
                <a:lnTo>
                  <a:pt x="1101029" y="513740"/>
                </a:lnTo>
                <a:lnTo>
                  <a:pt x="1099952" y="513750"/>
                </a:lnTo>
                <a:lnTo>
                  <a:pt x="1099952" y="520337"/>
                </a:lnTo>
                <a:lnTo>
                  <a:pt x="1099952" y="520337"/>
                </a:lnTo>
                <a:lnTo>
                  <a:pt x="1101148" y="520326"/>
                </a:lnTo>
                <a:lnTo>
                  <a:pt x="1102340" y="520294"/>
                </a:lnTo>
                <a:lnTo>
                  <a:pt x="1103526" y="520241"/>
                </a:lnTo>
                <a:lnTo>
                  <a:pt x="1104707" y="520168"/>
                </a:lnTo>
                <a:lnTo>
                  <a:pt x="1105882" y="520073"/>
                </a:lnTo>
                <a:lnTo>
                  <a:pt x="1107051" y="519959"/>
                </a:lnTo>
                <a:lnTo>
                  <a:pt x="1108214" y="519823"/>
                </a:lnTo>
                <a:lnTo>
                  <a:pt x="1109370" y="519668"/>
                </a:lnTo>
                <a:lnTo>
                  <a:pt x="1110521" y="519493"/>
                </a:lnTo>
                <a:lnTo>
                  <a:pt x="1111664" y="519298"/>
                </a:lnTo>
                <a:lnTo>
                  <a:pt x="1112801" y="519084"/>
                </a:lnTo>
                <a:lnTo>
                  <a:pt x="1113931" y="518850"/>
                </a:lnTo>
                <a:lnTo>
                  <a:pt x="1115054" y="518597"/>
                </a:lnTo>
                <a:lnTo>
                  <a:pt x="1116169" y="518325"/>
                </a:lnTo>
                <a:lnTo>
                  <a:pt x="1117277" y="518034"/>
                </a:lnTo>
                <a:lnTo>
                  <a:pt x="1118377" y="517725"/>
                </a:lnTo>
                <a:lnTo>
                  <a:pt x="1119470" y="517397"/>
                </a:lnTo>
                <a:lnTo>
                  <a:pt x="1120554" y="517050"/>
                </a:lnTo>
                <a:lnTo>
                  <a:pt x="1121630" y="516686"/>
                </a:lnTo>
                <a:lnTo>
                  <a:pt x="1122698" y="516303"/>
                </a:lnTo>
                <a:lnTo>
                  <a:pt x="1123757" y="515903"/>
                </a:lnTo>
                <a:lnTo>
                  <a:pt x="1124807" y="515485"/>
                </a:lnTo>
                <a:lnTo>
                  <a:pt x="1125849" y="515050"/>
                </a:lnTo>
                <a:lnTo>
                  <a:pt x="1126881" y="514598"/>
                </a:lnTo>
                <a:lnTo>
                  <a:pt x="1127904" y="514128"/>
                </a:lnTo>
                <a:lnTo>
                  <a:pt x="1128917" y="513642"/>
                </a:lnTo>
                <a:lnTo>
                  <a:pt x="1129921" y="513139"/>
                </a:lnTo>
                <a:lnTo>
                  <a:pt x="1130915" y="512619"/>
                </a:lnTo>
                <a:lnTo>
                  <a:pt x="1131899" y="512084"/>
                </a:lnTo>
                <a:lnTo>
                  <a:pt x="1132873" y="511532"/>
                </a:lnTo>
                <a:lnTo>
                  <a:pt x="1133836" y="510964"/>
                </a:lnTo>
                <a:lnTo>
                  <a:pt x="1134789" y="510380"/>
                </a:lnTo>
                <a:lnTo>
                  <a:pt x="1135731" y="509781"/>
                </a:lnTo>
                <a:lnTo>
                  <a:pt x="1136662" y="509166"/>
                </a:lnTo>
                <a:lnTo>
                  <a:pt x="1137582" y="508536"/>
                </a:lnTo>
                <a:lnTo>
                  <a:pt x="1138490" y="507891"/>
                </a:lnTo>
                <a:lnTo>
                  <a:pt x="1139388" y="507231"/>
                </a:lnTo>
                <a:lnTo>
                  <a:pt x="1140273" y="506556"/>
                </a:lnTo>
                <a:lnTo>
                  <a:pt x="1141147" y="505867"/>
                </a:lnTo>
                <a:lnTo>
                  <a:pt x="1142009" y="505163"/>
                </a:lnTo>
                <a:lnTo>
                  <a:pt x="1142858" y="504445"/>
                </a:lnTo>
                <a:lnTo>
                  <a:pt x="1143695" y="503714"/>
                </a:lnTo>
                <a:lnTo>
                  <a:pt x="1144520" y="502968"/>
                </a:lnTo>
                <a:lnTo>
                  <a:pt x="1145332" y="502209"/>
                </a:lnTo>
                <a:lnTo>
                  <a:pt x="1146131" y="501436"/>
                </a:lnTo>
                <a:lnTo>
                  <a:pt x="1146917" y="500651"/>
                </a:lnTo>
                <a:lnTo>
                  <a:pt x="1147689" y="499852"/>
                </a:lnTo>
                <a:lnTo>
                  <a:pt x="1148448" y="499040"/>
                </a:lnTo>
                <a:lnTo>
                  <a:pt x="1149194" y="498215"/>
                </a:lnTo>
                <a:lnTo>
                  <a:pt x="1149926" y="497378"/>
                </a:lnTo>
                <a:lnTo>
                  <a:pt x="1150643" y="496528"/>
                </a:lnTo>
                <a:lnTo>
                  <a:pt x="1151347" y="495667"/>
                </a:lnTo>
                <a:lnTo>
                  <a:pt x="1152036" y="494793"/>
                </a:lnTo>
                <a:lnTo>
                  <a:pt x="1152711" y="493907"/>
                </a:lnTo>
                <a:lnTo>
                  <a:pt x="1153371" y="493010"/>
                </a:lnTo>
                <a:lnTo>
                  <a:pt x="1154016" y="492102"/>
                </a:lnTo>
                <a:lnTo>
                  <a:pt x="1154646" y="491182"/>
                </a:lnTo>
                <a:lnTo>
                  <a:pt x="1155261" y="490251"/>
                </a:lnTo>
                <a:lnTo>
                  <a:pt x="1155860" y="489309"/>
                </a:lnTo>
                <a:lnTo>
                  <a:pt x="1156444" y="488356"/>
                </a:lnTo>
                <a:lnTo>
                  <a:pt x="1157012" y="487393"/>
                </a:lnTo>
                <a:lnTo>
                  <a:pt x="1157564" y="486419"/>
                </a:lnTo>
                <a:lnTo>
                  <a:pt x="1158100" y="485435"/>
                </a:lnTo>
                <a:lnTo>
                  <a:pt x="1158619" y="484441"/>
                </a:lnTo>
                <a:lnTo>
                  <a:pt x="1159122" y="483437"/>
                </a:lnTo>
                <a:lnTo>
                  <a:pt x="1159609" y="482424"/>
                </a:lnTo>
                <a:lnTo>
                  <a:pt x="1160078" y="481401"/>
                </a:lnTo>
                <a:lnTo>
                  <a:pt x="1160531" y="480369"/>
                </a:lnTo>
                <a:lnTo>
                  <a:pt x="1160966" y="479327"/>
                </a:lnTo>
                <a:lnTo>
                  <a:pt x="1161383" y="478277"/>
                </a:lnTo>
                <a:lnTo>
                  <a:pt x="1161784" y="477218"/>
                </a:lnTo>
                <a:lnTo>
                  <a:pt x="1162166" y="476150"/>
                </a:lnTo>
                <a:lnTo>
                  <a:pt x="1162531" y="475074"/>
                </a:lnTo>
                <a:lnTo>
                  <a:pt x="1162877" y="473990"/>
                </a:lnTo>
                <a:lnTo>
                  <a:pt x="1163205" y="472897"/>
                </a:lnTo>
                <a:lnTo>
                  <a:pt x="1163515" y="471797"/>
                </a:lnTo>
                <a:lnTo>
                  <a:pt x="1163805" y="470689"/>
                </a:lnTo>
                <a:lnTo>
                  <a:pt x="1164077" y="469574"/>
                </a:lnTo>
                <a:lnTo>
                  <a:pt x="1164330" y="468451"/>
                </a:lnTo>
                <a:lnTo>
                  <a:pt x="1164564" y="467321"/>
                </a:lnTo>
                <a:lnTo>
                  <a:pt x="1164779" y="466184"/>
                </a:lnTo>
                <a:lnTo>
                  <a:pt x="1164974" y="465040"/>
                </a:lnTo>
                <a:lnTo>
                  <a:pt x="1165149" y="463890"/>
                </a:lnTo>
                <a:lnTo>
                  <a:pt x="1165304" y="462733"/>
                </a:lnTo>
                <a:lnTo>
                  <a:pt x="1165439" y="461570"/>
                </a:lnTo>
                <a:lnTo>
                  <a:pt x="1165554" y="460401"/>
                </a:lnTo>
                <a:lnTo>
                  <a:pt x="1165648" y="459226"/>
                </a:lnTo>
                <a:lnTo>
                  <a:pt x="1165722" y="458046"/>
                </a:lnTo>
                <a:lnTo>
                  <a:pt x="1165775" y="456859"/>
                </a:lnTo>
                <a:lnTo>
                  <a:pt x="1165806" y="455668"/>
                </a:lnTo>
                <a:lnTo>
                  <a:pt x="1165817" y="454471"/>
                </a:lnTo>
                <a:lnTo>
                  <a:pt x="1165817" y="454471"/>
                </a:lnTo>
                <a:lnTo>
                  <a:pt x="1165817" y="454471"/>
                </a:lnTo>
                <a:close/>
                <a:moveTo>
                  <a:pt x="1165817" y="72452"/>
                </a:moveTo>
                <a:lnTo>
                  <a:pt x="1165806" y="71255"/>
                </a:lnTo>
                <a:lnTo>
                  <a:pt x="1165775" y="70064"/>
                </a:lnTo>
                <a:lnTo>
                  <a:pt x="1165722" y="68878"/>
                </a:lnTo>
                <a:lnTo>
                  <a:pt x="1165648" y="67697"/>
                </a:lnTo>
                <a:lnTo>
                  <a:pt x="1165554" y="66522"/>
                </a:lnTo>
                <a:lnTo>
                  <a:pt x="1165439" y="65353"/>
                </a:lnTo>
                <a:lnTo>
                  <a:pt x="1165304" y="64190"/>
                </a:lnTo>
                <a:lnTo>
                  <a:pt x="1165149" y="63033"/>
                </a:lnTo>
                <a:lnTo>
                  <a:pt x="1164974" y="61883"/>
                </a:lnTo>
                <a:lnTo>
                  <a:pt x="1164779" y="60739"/>
                </a:lnTo>
                <a:lnTo>
                  <a:pt x="1164564" y="59603"/>
                </a:lnTo>
                <a:lnTo>
                  <a:pt x="1164330" y="58473"/>
                </a:lnTo>
                <a:lnTo>
                  <a:pt x="1164077" y="57350"/>
                </a:lnTo>
                <a:lnTo>
                  <a:pt x="1163805" y="56234"/>
                </a:lnTo>
                <a:lnTo>
                  <a:pt x="1163515" y="55126"/>
                </a:lnTo>
                <a:lnTo>
                  <a:pt x="1163205" y="54026"/>
                </a:lnTo>
                <a:lnTo>
                  <a:pt x="1162877" y="52934"/>
                </a:lnTo>
                <a:lnTo>
                  <a:pt x="1162531" y="51850"/>
                </a:lnTo>
                <a:lnTo>
                  <a:pt x="1162166" y="50773"/>
                </a:lnTo>
                <a:lnTo>
                  <a:pt x="1161784" y="49706"/>
                </a:lnTo>
                <a:lnTo>
                  <a:pt x="1161383" y="48647"/>
                </a:lnTo>
                <a:lnTo>
                  <a:pt x="1160966" y="47596"/>
                </a:lnTo>
                <a:lnTo>
                  <a:pt x="1160531" y="46555"/>
                </a:lnTo>
                <a:lnTo>
                  <a:pt x="1160078" y="45523"/>
                </a:lnTo>
                <a:lnTo>
                  <a:pt x="1159609" y="44500"/>
                </a:lnTo>
                <a:lnTo>
                  <a:pt x="1159122" y="43486"/>
                </a:lnTo>
                <a:lnTo>
                  <a:pt x="1158619" y="42483"/>
                </a:lnTo>
                <a:lnTo>
                  <a:pt x="1158100" y="41489"/>
                </a:lnTo>
                <a:lnTo>
                  <a:pt x="1157564" y="40505"/>
                </a:lnTo>
                <a:lnTo>
                  <a:pt x="1157012" y="39531"/>
                </a:lnTo>
                <a:lnTo>
                  <a:pt x="1156444" y="38568"/>
                </a:lnTo>
                <a:lnTo>
                  <a:pt x="1155860" y="37615"/>
                </a:lnTo>
                <a:lnTo>
                  <a:pt x="1155261" y="36673"/>
                </a:lnTo>
                <a:lnTo>
                  <a:pt x="1154646" y="35742"/>
                </a:lnTo>
                <a:lnTo>
                  <a:pt x="1154016" y="34822"/>
                </a:lnTo>
                <a:lnTo>
                  <a:pt x="1153371" y="33913"/>
                </a:lnTo>
                <a:lnTo>
                  <a:pt x="1152711" y="33016"/>
                </a:lnTo>
                <a:lnTo>
                  <a:pt x="1152036" y="32130"/>
                </a:lnTo>
                <a:lnTo>
                  <a:pt x="1151347" y="31257"/>
                </a:lnTo>
                <a:lnTo>
                  <a:pt x="1150643" y="30395"/>
                </a:lnTo>
                <a:lnTo>
                  <a:pt x="1149926" y="29546"/>
                </a:lnTo>
                <a:lnTo>
                  <a:pt x="1149194" y="28708"/>
                </a:lnTo>
                <a:lnTo>
                  <a:pt x="1148448" y="27884"/>
                </a:lnTo>
                <a:lnTo>
                  <a:pt x="1147689" y="27072"/>
                </a:lnTo>
                <a:lnTo>
                  <a:pt x="1146917" y="26273"/>
                </a:lnTo>
                <a:lnTo>
                  <a:pt x="1146131" y="25487"/>
                </a:lnTo>
                <a:lnTo>
                  <a:pt x="1145332" y="24714"/>
                </a:lnTo>
                <a:lnTo>
                  <a:pt x="1144520" y="23955"/>
                </a:lnTo>
                <a:lnTo>
                  <a:pt x="1143695" y="23210"/>
                </a:lnTo>
                <a:lnTo>
                  <a:pt x="1142858" y="22478"/>
                </a:lnTo>
                <a:lnTo>
                  <a:pt x="1142009" y="21760"/>
                </a:lnTo>
                <a:lnTo>
                  <a:pt x="1141147" y="21057"/>
                </a:lnTo>
                <a:lnTo>
                  <a:pt x="1140273" y="20367"/>
                </a:lnTo>
                <a:lnTo>
                  <a:pt x="1139388" y="19693"/>
                </a:lnTo>
                <a:lnTo>
                  <a:pt x="1138490" y="19033"/>
                </a:lnTo>
                <a:lnTo>
                  <a:pt x="1137582" y="18388"/>
                </a:lnTo>
                <a:lnTo>
                  <a:pt x="1136662" y="17758"/>
                </a:lnTo>
                <a:lnTo>
                  <a:pt x="1135731" y="17143"/>
                </a:lnTo>
                <a:lnTo>
                  <a:pt x="1134789" y="16543"/>
                </a:lnTo>
                <a:lnTo>
                  <a:pt x="1133836" y="15960"/>
                </a:lnTo>
                <a:lnTo>
                  <a:pt x="1132873" y="15392"/>
                </a:lnTo>
                <a:lnTo>
                  <a:pt x="1131899" y="14840"/>
                </a:lnTo>
                <a:lnTo>
                  <a:pt x="1130915" y="14304"/>
                </a:lnTo>
                <a:lnTo>
                  <a:pt x="1129921" y="13784"/>
                </a:lnTo>
                <a:lnTo>
                  <a:pt x="1128917" y="13281"/>
                </a:lnTo>
                <a:lnTo>
                  <a:pt x="1127904" y="12795"/>
                </a:lnTo>
                <a:lnTo>
                  <a:pt x="1126881" y="12326"/>
                </a:lnTo>
                <a:lnTo>
                  <a:pt x="1125849" y="11873"/>
                </a:lnTo>
                <a:lnTo>
                  <a:pt x="1124807" y="11438"/>
                </a:lnTo>
                <a:lnTo>
                  <a:pt x="1123757" y="11020"/>
                </a:lnTo>
                <a:lnTo>
                  <a:pt x="1122698" y="10620"/>
                </a:lnTo>
                <a:lnTo>
                  <a:pt x="1121630" y="10238"/>
                </a:lnTo>
                <a:lnTo>
                  <a:pt x="1120554" y="9873"/>
                </a:lnTo>
                <a:lnTo>
                  <a:pt x="1119470" y="9527"/>
                </a:lnTo>
                <a:lnTo>
                  <a:pt x="1118377" y="9199"/>
                </a:lnTo>
                <a:lnTo>
                  <a:pt x="1117277" y="8889"/>
                </a:lnTo>
                <a:lnTo>
                  <a:pt x="1116169" y="8598"/>
                </a:lnTo>
                <a:lnTo>
                  <a:pt x="1115054" y="8326"/>
                </a:lnTo>
                <a:lnTo>
                  <a:pt x="1113931" y="8073"/>
                </a:lnTo>
                <a:lnTo>
                  <a:pt x="1112801" y="7839"/>
                </a:lnTo>
                <a:lnTo>
                  <a:pt x="1111664" y="7625"/>
                </a:lnTo>
                <a:lnTo>
                  <a:pt x="1110521" y="7430"/>
                </a:lnTo>
                <a:lnTo>
                  <a:pt x="1109370" y="7255"/>
                </a:lnTo>
                <a:lnTo>
                  <a:pt x="1108214" y="7100"/>
                </a:lnTo>
                <a:lnTo>
                  <a:pt x="1107051" y="6965"/>
                </a:lnTo>
                <a:lnTo>
                  <a:pt x="1105882" y="6850"/>
                </a:lnTo>
                <a:lnTo>
                  <a:pt x="1104707" y="6756"/>
                </a:lnTo>
                <a:lnTo>
                  <a:pt x="1103526" y="6682"/>
                </a:lnTo>
                <a:lnTo>
                  <a:pt x="1102340" y="6629"/>
                </a:lnTo>
                <a:lnTo>
                  <a:pt x="1101148" y="6597"/>
                </a:lnTo>
                <a:lnTo>
                  <a:pt x="1099952" y="6587"/>
                </a:lnTo>
                <a:lnTo>
                  <a:pt x="1099952" y="13173"/>
                </a:lnTo>
                <a:lnTo>
                  <a:pt x="1101029" y="13183"/>
                </a:lnTo>
                <a:lnTo>
                  <a:pt x="1102101" y="13211"/>
                </a:lnTo>
                <a:lnTo>
                  <a:pt x="1103169" y="13259"/>
                </a:lnTo>
                <a:lnTo>
                  <a:pt x="1104231" y="13325"/>
                </a:lnTo>
                <a:lnTo>
                  <a:pt x="1105289" y="13410"/>
                </a:lnTo>
                <a:lnTo>
                  <a:pt x="1106341" y="13514"/>
                </a:lnTo>
                <a:lnTo>
                  <a:pt x="1107388" y="13635"/>
                </a:lnTo>
                <a:lnTo>
                  <a:pt x="1108429" y="13775"/>
                </a:lnTo>
                <a:lnTo>
                  <a:pt x="1109464" y="13932"/>
                </a:lnTo>
                <a:lnTo>
                  <a:pt x="1110493" y="14108"/>
                </a:lnTo>
                <a:lnTo>
                  <a:pt x="1111516" y="14301"/>
                </a:lnTo>
                <a:lnTo>
                  <a:pt x="1112533" y="14511"/>
                </a:lnTo>
                <a:lnTo>
                  <a:pt x="1113544" y="14739"/>
                </a:lnTo>
                <a:lnTo>
                  <a:pt x="1114548" y="14984"/>
                </a:lnTo>
                <a:lnTo>
                  <a:pt x="1115545" y="15245"/>
                </a:lnTo>
                <a:lnTo>
                  <a:pt x="1116535" y="15524"/>
                </a:lnTo>
                <a:lnTo>
                  <a:pt x="1117518" y="15819"/>
                </a:lnTo>
                <a:lnTo>
                  <a:pt x="1118494" y="16131"/>
                </a:lnTo>
                <a:lnTo>
                  <a:pt x="1119463" y="16459"/>
                </a:lnTo>
                <a:lnTo>
                  <a:pt x="1120424" y="16803"/>
                </a:lnTo>
                <a:lnTo>
                  <a:pt x="1121377" y="17163"/>
                </a:lnTo>
                <a:lnTo>
                  <a:pt x="1122322" y="17539"/>
                </a:lnTo>
                <a:lnTo>
                  <a:pt x="1123259" y="17931"/>
                </a:lnTo>
                <a:lnTo>
                  <a:pt x="1124188" y="18338"/>
                </a:lnTo>
                <a:lnTo>
                  <a:pt x="1125109" y="18761"/>
                </a:lnTo>
                <a:lnTo>
                  <a:pt x="1126021" y="19198"/>
                </a:lnTo>
                <a:lnTo>
                  <a:pt x="1126925" y="19651"/>
                </a:lnTo>
                <a:lnTo>
                  <a:pt x="1127819" y="20119"/>
                </a:lnTo>
                <a:lnTo>
                  <a:pt x="1128705" y="20601"/>
                </a:lnTo>
                <a:lnTo>
                  <a:pt x="1129581" y="21098"/>
                </a:lnTo>
                <a:lnTo>
                  <a:pt x="1130448" y="21609"/>
                </a:lnTo>
                <a:lnTo>
                  <a:pt x="1131305" y="22134"/>
                </a:lnTo>
                <a:lnTo>
                  <a:pt x="1132153" y="22674"/>
                </a:lnTo>
                <a:lnTo>
                  <a:pt x="1132991" y="23227"/>
                </a:lnTo>
                <a:lnTo>
                  <a:pt x="1133819" y="23794"/>
                </a:lnTo>
                <a:lnTo>
                  <a:pt x="1134637" y="24375"/>
                </a:lnTo>
                <a:lnTo>
                  <a:pt x="1135444" y="24969"/>
                </a:lnTo>
                <a:lnTo>
                  <a:pt x="1136241" y="25576"/>
                </a:lnTo>
                <a:lnTo>
                  <a:pt x="1137028" y="26196"/>
                </a:lnTo>
                <a:lnTo>
                  <a:pt x="1137803" y="26829"/>
                </a:lnTo>
                <a:lnTo>
                  <a:pt x="1138568" y="27475"/>
                </a:lnTo>
                <a:lnTo>
                  <a:pt x="1139321" y="28134"/>
                </a:lnTo>
                <a:lnTo>
                  <a:pt x="1140063" y="28805"/>
                </a:lnTo>
                <a:lnTo>
                  <a:pt x="1140794" y="29488"/>
                </a:lnTo>
                <a:lnTo>
                  <a:pt x="1141513" y="30183"/>
                </a:lnTo>
                <a:lnTo>
                  <a:pt x="1142220" y="30891"/>
                </a:lnTo>
                <a:lnTo>
                  <a:pt x="1142916" y="31610"/>
                </a:lnTo>
                <a:lnTo>
                  <a:pt x="1143599" y="32340"/>
                </a:lnTo>
                <a:lnTo>
                  <a:pt x="1144270" y="33083"/>
                </a:lnTo>
                <a:lnTo>
                  <a:pt x="1144928" y="33836"/>
                </a:lnTo>
                <a:lnTo>
                  <a:pt x="1145574" y="34601"/>
                </a:lnTo>
                <a:lnTo>
                  <a:pt x="1146208" y="35376"/>
                </a:lnTo>
                <a:lnTo>
                  <a:pt x="1146828" y="36162"/>
                </a:lnTo>
                <a:lnTo>
                  <a:pt x="1147435" y="36959"/>
                </a:lnTo>
                <a:lnTo>
                  <a:pt x="1148029" y="37767"/>
                </a:lnTo>
                <a:lnTo>
                  <a:pt x="1148610" y="38585"/>
                </a:lnTo>
                <a:lnTo>
                  <a:pt x="1149177" y="39413"/>
                </a:lnTo>
                <a:lnTo>
                  <a:pt x="1149730" y="40251"/>
                </a:lnTo>
                <a:lnTo>
                  <a:pt x="1150269" y="41098"/>
                </a:lnTo>
                <a:lnTo>
                  <a:pt x="1150795" y="41956"/>
                </a:lnTo>
                <a:lnTo>
                  <a:pt x="1151306" y="42823"/>
                </a:lnTo>
                <a:lnTo>
                  <a:pt x="1151803" y="43699"/>
                </a:lnTo>
                <a:lnTo>
                  <a:pt x="1152285" y="44585"/>
                </a:lnTo>
                <a:lnTo>
                  <a:pt x="1152753" y="45479"/>
                </a:lnTo>
                <a:lnTo>
                  <a:pt x="1153205" y="46383"/>
                </a:lnTo>
                <a:lnTo>
                  <a:pt x="1153643" y="47295"/>
                </a:lnTo>
                <a:lnTo>
                  <a:pt x="1154065" y="48215"/>
                </a:lnTo>
                <a:lnTo>
                  <a:pt x="1154473" y="49144"/>
                </a:lnTo>
                <a:lnTo>
                  <a:pt x="1154864" y="50082"/>
                </a:lnTo>
                <a:lnTo>
                  <a:pt x="1155240" y="51027"/>
                </a:lnTo>
                <a:lnTo>
                  <a:pt x="1155600" y="51980"/>
                </a:lnTo>
                <a:lnTo>
                  <a:pt x="1155945" y="52941"/>
                </a:lnTo>
                <a:lnTo>
                  <a:pt x="1156273" y="53910"/>
                </a:lnTo>
                <a:lnTo>
                  <a:pt x="1156584" y="54886"/>
                </a:lnTo>
                <a:lnTo>
                  <a:pt x="1156880" y="55869"/>
                </a:lnTo>
                <a:lnTo>
                  <a:pt x="1157158" y="56859"/>
                </a:lnTo>
                <a:lnTo>
                  <a:pt x="1157420" y="57856"/>
                </a:lnTo>
                <a:lnTo>
                  <a:pt x="1157665" y="58860"/>
                </a:lnTo>
                <a:lnTo>
                  <a:pt x="1157893" y="59870"/>
                </a:lnTo>
                <a:lnTo>
                  <a:pt x="1158103" y="60887"/>
                </a:lnTo>
                <a:lnTo>
                  <a:pt x="1158296" y="61911"/>
                </a:lnTo>
                <a:lnTo>
                  <a:pt x="1158471" y="62940"/>
                </a:lnTo>
                <a:lnTo>
                  <a:pt x="1158629" y="63975"/>
                </a:lnTo>
                <a:lnTo>
                  <a:pt x="1158769" y="65016"/>
                </a:lnTo>
                <a:lnTo>
                  <a:pt x="1158890" y="66063"/>
                </a:lnTo>
                <a:lnTo>
                  <a:pt x="1158993" y="67115"/>
                </a:lnTo>
                <a:lnTo>
                  <a:pt x="1159078" y="68173"/>
                </a:lnTo>
                <a:lnTo>
                  <a:pt x="1159145" y="69235"/>
                </a:lnTo>
                <a:lnTo>
                  <a:pt x="1159192" y="70303"/>
                </a:lnTo>
                <a:lnTo>
                  <a:pt x="1159221" y="71375"/>
                </a:lnTo>
                <a:lnTo>
                  <a:pt x="1159230" y="72452"/>
                </a:lnTo>
                <a:lnTo>
                  <a:pt x="1165817" y="72452"/>
                </a:lnTo>
                <a:lnTo>
                  <a:pt x="1165817" y="72452"/>
                </a:lnTo>
                <a:close/>
                <a:moveTo>
                  <a:pt x="71255" y="6597"/>
                </a:moveTo>
                <a:lnTo>
                  <a:pt x="70064" y="6629"/>
                </a:lnTo>
                <a:lnTo>
                  <a:pt x="68877" y="6682"/>
                </a:lnTo>
                <a:lnTo>
                  <a:pt x="67697" y="6756"/>
                </a:lnTo>
                <a:lnTo>
                  <a:pt x="66522" y="6850"/>
                </a:lnTo>
                <a:lnTo>
                  <a:pt x="65353" y="6965"/>
                </a:lnTo>
                <a:lnTo>
                  <a:pt x="64190" y="7100"/>
                </a:lnTo>
                <a:lnTo>
                  <a:pt x="63033" y="7255"/>
                </a:lnTo>
                <a:lnTo>
                  <a:pt x="61883" y="7430"/>
                </a:lnTo>
                <a:lnTo>
                  <a:pt x="60739" y="7625"/>
                </a:lnTo>
                <a:lnTo>
                  <a:pt x="59602" y="7839"/>
                </a:lnTo>
                <a:lnTo>
                  <a:pt x="58472" y="8073"/>
                </a:lnTo>
                <a:lnTo>
                  <a:pt x="57350" y="8326"/>
                </a:lnTo>
                <a:lnTo>
                  <a:pt x="56234" y="8598"/>
                </a:lnTo>
                <a:lnTo>
                  <a:pt x="55126" y="8889"/>
                </a:lnTo>
                <a:lnTo>
                  <a:pt x="54026" y="9199"/>
                </a:lnTo>
                <a:lnTo>
                  <a:pt x="52934" y="9527"/>
                </a:lnTo>
                <a:lnTo>
                  <a:pt x="51849" y="9873"/>
                </a:lnTo>
                <a:lnTo>
                  <a:pt x="50773" y="10238"/>
                </a:lnTo>
                <a:lnTo>
                  <a:pt x="49705" y="10620"/>
                </a:lnTo>
                <a:lnTo>
                  <a:pt x="48646" y="11020"/>
                </a:lnTo>
                <a:lnTo>
                  <a:pt x="47596" y="11438"/>
                </a:lnTo>
                <a:lnTo>
                  <a:pt x="46555" y="11873"/>
                </a:lnTo>
                <a:lnTo>
                  <a:pt x="45522" y="12326"/>
                </a:lnTo>
                <a:lnTo>
                  <a:pt x="44499" y="12795"/>
                </a:lnTo>
                <a:lnTo>
                  <a:pt x="43486" y="13281"/>
                </a:lnTo>
                <a:lnTo>
                  <a:pt x="42482" y="13784"/>
                </a:lnTo>
                <a:lnTo>
                  <a:pt x="41488" y="14304"/>
                </a:lnTo>
                <a:lnTo>
                  <a:pt x="40504" y="14840"/>
                </a:lnTo>
                <a:lnTo>
                  <a:pt x="39531" y="15392"/>
                </a:lnTo>
                <a:lnTo>
                  <a:pt x="38567" y="15960"/>
                </a:lnTo>
                <a:lnTo>
                  <a:pt x="37615" y="16543"/>
                </a:lnTo>
                <a:lnTo>
                  <a:pt x="36673" y="17143"/>
                </a:lnTo>
                <a:lnTo>
                  <a:pt x="35742" y="17758"/>
                </a:lnTo>
                <a:lnTo>
                  <a:pt x="34822" y="18388"/>
                </a:lnTo>
                <a:lnTo>
                  <a:pt x="33913" y="19033"/>
                </a:lnTo>
                <a:lnTo>
                  <a:pt x="33016" y="19693"/>
                </a:lnTo>
                <a:lnTo>
                  <a:pt x="32130" y="20367"/>
                </a:lnTo>
                <a:lnTo>
                  <a:pt x="31256" y="21057"/>
                </a:lnTo>
                <a:lnTo>
                  <a:pt x="30395" y="21760"/>
                </a:lnTo>
                <a:lnTo>
                  <a:pt x="29545" y="22478"/>
                </a:lnTo>
                <a:lnTo>
                  <a:pt x="28708" y="23210"/>
                </a:lnTo>
                <a:lnTo>
                  <a:pt x="27883" y="23955"/>
                </a:lnTo>
                <a:lnTo>
                  <a:pt x="27072" y="24714"/>
                </a:lnTo>
                <a:lnTo>
                  <a:pt x="26273" y="25487"/>
                </a:lnTo>
                <a:lnTo>
                  <a:pt x="25487" y="26273"/>
                </a:lnTo>
                <a:lnTo>
                  <a:pt x="24714" y="27072"/>
                </a:lnTo>
                <a:lnTo>
                  <a:pt x="23955" y="27884"/>
                </a:lnTo>
                <a:lnTo>
                  <a:pt x="23209" y="28708"/>
                </a:lnTo>
                <a:lnTo>
                  <a:pt x="22478" y="29546"/>
                </a:lnTo>
                <a:lnTo>
                  <a:pt x="21760" y="30395"/>
                </a:lnTo>
                <a:lnTo>
                  <a:pt x="21056" y="31257"/>
                </a:lnTo>
                <a:lnTo>
                  <a:pt x="20367" y="32130"/>
                </a:lnTo>
                <a:lnTo>
                  <a:pt x="19692" y="33016"/>
                </a:lnTo>
                <a:lnTo>
                  <a:pt x="19032" y="33913"/>
                </a:lnTo>
                <a:lnTo>
                  <a:pt x="18387" y="34822"/>
                </a:lnTo>
                <a:lnTo>
                  <a:pt x="17757" y="35742"/>
                </a:lnTo>
                <a:lnTo>
                  <a:pt x="17143" y="36673"/>
                </a:lnTo>
                <a:lnTo>
                  <a:pt x="16543" y="37615"/>
                </a:lnTo>
                <a:lnTo>
                  <a:pt x="15959" y="38568"/>
                </a:lnTo>
                <a:lnTo>
                  <a:pt x="15391" y="39531"/>
                </a:lnTo>
                <a:lnTo>
                  <a:pt x="14839" y="40505"/>
                </a:lnTo>
                <a:lnTo>
                  <a:pt x="14304" y="41489"/>
                </a:lnTo>
                <a:lnTo>
                  <a:pt x="13784" y="42483"/>
                </a:lnTo>
                <a:lnTo>
                  <a:pt x="13281" y="43486"/>
                </a:lnTo>
                <a:lnTo>
                  <a:pt x="12795" y="44500"/>
                </a:lnTo>
                <a:lnTo>
                  <a:pt x="12325" y="45523"/>
                </a:lnTo>
                <a:lnTo>
                  <a:pt x="11873" y="46555"/>
                </a:lnTo>
                <a:lnTo>
                  <a:pt x="11438" y="47596"/>
                </a:lnTo>
                <a:lnTo>
                  <a:pt x="11020" y="48647"/>
                </a:lnTo>
                <a:lnTo>
                  <a:pt x="10620" y="49706"/>
                </a:lnTo>
                <a:lnTo>
                  <a:pt x="10237" y="50773"/>
                </a:lnTo>
                <a:lnTo>
                  <a:pt x="9873" y="51850"/>
                </a:lnTo>
                <a:lnTo>
                  <a:pt x="9527" y="52934"/>
                </a:lnTo>
                <a:lnTo>
                  <a:pt x="9198" y="54026"/>
                </a:lnTo>
                <a:lnTo>
                  <a:pt x="8889" y="55126"/>
                </a:lnTo>
                <a:lnTo>
                  <a:pt x="8598" y="56234"/>
                </a:lnTo>
                <a:lnTo>
                  <a:pt x="8326" y="57350"/>
                </a:lnTo>
                <a:lnTo>
                  <a:pt x="8073" y="58473"/>
                </a:lnTo>
                <a:lnTo>
                  <a:pt x="7839" y="59603"/>
                </a:lnTo>
                <a:lnTo>
                  <a:pt x="7625" y="60739"/>
                </a:lnTo>
                <a:lnTo>
                  <a:pt x="7430" y="61883"/>
                </a:lnTo>
                <a:lnTo>
                  <a:pt x="7255" y="63033"/>
                </a:lnTo>
                <a:lnTo>
                  <a:pt x="7100" y="64190"/>
                </a:lnTo>
                <a:lnTo>
                  <a:pt x="6965" y="65353"/>
                </a:lnTo>
                <a:lnTo>
                  <a:pt x="6850" y="66522"/>
                </a:lnTo>
                <a:lnTo>
                  <a:pt x="6755" y="67697"/>
                </a:lnTo>
                <a:lnTo>
                  <a:pt x="6682" y="68878"/>
                </a:lnTo>
                <a:lnTo>
                  <a:pt x="6629" y="70064"/>
                </a:lnTo>
                <a:lnTo>
                  <a:pt x="6597" y="71255"/>
                </a:lnTo>
                <a:lnTo>
                  <a:pt x="6586" y="72452"/>
                </a:lnTo>
                <a:lnTo>
                  <a:pt x="6586" y="72452"/>
                </a:lnTo>
                <a:lnTo>
                  <a:pt x="6587" y="72452"/>
                </a:lnTo>
                <a:lnTo>
                  <a:pt x="13173" y="72452"/>
                </a:lnTo>
                <a:lnTo>
                  <a:pt x="13183" y="71375"/>
                </a:lnTo>
                <a:lnTo>
                  <a:pt x="13211" y="70303"/>
                </a:lnTo>
                <a:lnTo>
                  <a:pt x="13259" y="69235"/>
                </a:lnTo>
                <a:lnTo>
                  <a:pt x="13325" y="68173"/>
                </a:lnTo>
                <a:lnTo>
                  <a:pt x="13410" y="67115"/>
                </a:lnTo>
                <a:lnTo>
                  <a:pt x="13513" y="66063"/>
                </a:lnTo>
                <a:lnTo>
                  <a:pt x="13635" y="65016"/>
                </a:lnTo>
                <a:lnTo>
                  <a:pt x="13775" y="63975"/>
                </a:lnTo>
                <a:lnTo>
                  <a:pt x="13932" y="62940"/>
                </a:lnTo>
                <a:lnTo>
                  <a:pt x="14108" y="61911"/>
                </a:lnTo>
                <a:lnTo>
                  <a:pt x="14300" y="60887"/>
                </a:lnTo>
                <a:lnTo>
                  <a:pt x="14511" y="59870"/>
                </a:lnTo>
                <a:lnTo>
                  <a:pt x="14739" y="58860"/>
                </a:lnTo>
                <a:lnTo>
                  <a:pt x="14983" y="57856"/>
                </a:lnTo>
                <a:lnTo>
                  <a:pt x="15245" y="56859"/>
                </a:lnTo>
                <a:lnTo>
                  <a:pt x="15524" y="55869"/>
                </a:lnTo>
                <a:lnTo>
                  <a:pt x="15819" y="54886"/>
                </a:lnTo>
                <a:lnTo>
                  <a:pt x="16131" y="53910"/>
                </a:lnTo>
                <a:lnTo>
                  <a:pt x="16459" y="52941"/>
                </a:lnTo>
                <a:lnTo>
                  <a:pt x="16803" y="51980"/>
                </a:lnTo>
                <a:lnTo>
                  <a:pt x="17163" y="51027"/>
                </a:lnTo>
                <a:lnTo>
                  <a:pt x="17539" y="50082"/>
                </a:lnTo>
                <a:lnTo>
                  <a:pt x="17931" y="49144"/>
                </a:lnTo>
                <a:lnTo>
                  <a:pt x="18338" y="48215"/>
                </a:lnTo>
                <a:lnTo>
                  <a:pt x="18761" y="47295"/>
                </a:lnTo>
                <a:lnTo>
                  <a:pt x="19198" y="46383"/>
                </a:lnTo>
                <a:lnTo>
                  <a:pt x="19651" y="45479"/>
                </a:lnTo>
                <a:lnTo>
                  <a:pt x="20118" y="44585"/>
                </a:lnTo>
                <a:lnTo>
                  <a:pt x="20601" y="43699"/>
                </a:lnTo>
                <a:lnTo>
                  <a:pt x="21098" y="42823"/>
                </a:lnTo>
                <a:lnTo>
                  <a:pt x="21609" y="41956"/>
                </a:lnTo>
                <a:lnTo>
                  <a:pt x="22134" y="41098"/>
                </a:lnTo>
                <a:lnTo>
                  <a:pt x="22673" y="40251"/>
                </a:lnTo>
                <a:lnTo>
                  <a:pt x="23227" y="39413"/>
                </a:lnTo>
                <a:lnTo>
                  <a:pt x="23794" y="38585"/>
                </a:lnTo>
                <a:lnTo>
                  <a:pt x="24374" y="37767"/>
                </a:lnTo>
                <a:lnTo>
                  <a:pt x="24968" y="36959"/>
                </a:lnTo>
                <a:lnTo>
                  <a:pt x="25576" y="36162"/>
                </a:lnTo>
                <a:lnTo>
                  <a:pt x="26196" y="35376"/>
                </a:lnTo>
                <a:lnTo>
                  <a:pt x="26829" y="34601"/>
                </a:lnTo>
                <a:lnTo>
                  <a:pt x="27475" y="33836"/>
                </a:lnTo>
                <a:lnTo>
                  <a:pt x="28134" y="33083"/>
                </a:lnTo>
                <a:lnTo>
                  <a:pt x="28805" y="32340"/>
                </a:lnTo>
                <a:lnTo>
                  <a:pt x="29488" y="31610"/>
                </a:lnTo>
                <a:lnTo>
                  <a:pt x="30183" y="30891"/>
                </a:lnTo>
                <a:lnTo>
                  <a:pt x="30891" y="30183"/>
                </a:lnTo>
                <a:lnTo>
                  <a:pt x="31610" y="29488"/>
                </a:lnTo>
                <a:lnTo>
                  <a:pt x="32340" y="28805"/>
                </a:lnTo>
                <a:lnTo>
                  <a:pt x="33082" y="28134"/>
                </a:lnTo>
                <a:lnTo>
                  <a:pt x="33836" y="27475"/>
                </a:lnTo>
                <a:lnTo>
                  <a:pt x="34600" y="26829"/>
                </a:lnTo>
                <a:lnTo>
                  <a:pt x="35376" y="26196"/>
                </a:lnTo>
                <a:lnTo>
                  <a:pt x="36162" y="25576"/>
                </a:lnTo>
                <a:lnTo>
                  <a:pt x="36959" y="24969"/>
                </a:lnTo>
                <a:lnTo>
                  <a:pt x="37767" y="24375"/>
                </a:lnTo>
                <a:lnTo>
                  <a:pt x="38585" y="23794"/>
                </a:lnTo>
                <a:lnTo>
                  <a:pt x="39413" y="23227"/>
                </a:lnTo>
                <a:lnTo>
                  <a:pt x="40250" y="22674"/>
                </a:lnTo>
                <a:lnTo>
                  <a:pt x="41098" y="22134"/>
                </a:lnTo>
                <a:lnTo>
                  <a:pt x="41956" y="21609"/>
                </a:lnTo>
                <a:lnTo>
                  <a:pt x="42823" y="21098"/>
                </a:lnTo>
                <a:lnTo>
                  <a:pt x="43699" y="20601"/>
                </a:lnTo>
                <a:lnTo>
                  <a:pt x="44585" y="20119"/>
                </a:lnTo>
                <a:lnTo>
                  <a:pt x="45479" y="19651"/>
                </a:lnTo>
                <a:lnTo>
                  <a:pt x="46382" y="19198"/>
                </a:lnTo>
                <a:lnTo>
                  <a:pt x="47295" y="18761"/>
                </a:lnTo>
                <a:lnTo>
                  <a:pt x="48215" y="18338"/>
                </a:lnTo>
                <a:lnTo>
                  <a:pt x="49144" y="17931"/>
                </a:lnTo>
                <a:lnTo>
                  <a:pt x="50082" y="17539"/>
                </a:lnTo>
                <a:lnTo>
                  <a:pt x="51027" y="17163"/>
                </a:lnTo>
                <a:lnTo>
                  <a:pt x="51980" y="16803"/>
                </a:lnTo>
                <a:lnTo>
                  <a:pt x="52941" y="16459"/>
                </a:lnTo>
                <a:lnTo>
                  <a:pt x="53909" y="16131"/>
                </a:lnTo>
                <a:lnTo>
                  <a:pt x="54885" y="15819"/>
                </a:lnTo>
                <a:lnTo>
                  <a:pt x="55868" y="15524"/>
                </a:lnTo>
                <a:lnTo>
                  <a:pt x="56859" y="15245"/>
                </a:lnTo>
                <a:lnTo>
                  <a:pt x="57856" y="14984"/>
                </a:lnTo>
                <a:lnTo>
                  <a:pt x="58860" y="14739"/>
                </a:lnTo>
                <a:lnTo>
                  <a:pt x="59870" y="14511"/>
                </a:lnTo>
                <a:lnTo>
                  <a:pt x="60887" y="14301"/>
                </a:lnTo>
                <a:lnTo>
                  <a:pt x="61910" y="14108"/>
                </a:lnTo>
                <a:lnTo>
                  <a:pt x="62940" y="13932"/>
                </a:lnTo>
                <a:lnTo>
                  <a:pt x="63975" y="13775"/>
                </a:lnTo>
                <a:lnTo>
                  <a:pt x="65016" y="13635"/>
                </a:lnTo>
                <a:lnTo>
                  <a:pt x="66063" y="13514"/>
                </a:lnTo>
                <a:lnTo>
                  <a:pt x="67115" y="13410"/>
                </a:lnTo>
                <a:lnTo>
                  <a:pt x="68172" y="13325"/>
                </a:lnTo>
                <a:lnTo>
                  <a:pt x="69235" y="13259"/>
                </a:lnTo>
                <a:lnTo>
                  <a:pt x="70302" y="13211"/>
                </a:lnTo>
                <a:lnTo>
                  <a:pt x="71375" y="13183"/>
                </a:lnTo>
                <a:lnTo>
                  <a:pt x="72452" y="13173"/>
                </a:lnTo>
                <a:lnTo>
                  <a:pt x="72452" y="6587"/>
                </a:lnTo>
                <a:close/>
              </a:path>
            </a:pathLst>
          </a:custGeom>
          <a:solidFill xmlns:a="http://schemas.openxmlformats.org/drawingml/2006/main">
            <a:srgbClr val="999A9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26956C87-521D-47A4-A52A-F9027E9258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7aae426d442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9759" y="867166"/>
            <a:ext cx="355673" cy="355673"/>
          </a:xfrm>
          <a:prstGeom xmlns:a="http://schemas.openxmlformats.org/drawingml/2006/main" prst="rect">
            <a:avLst/>
          </a:prstGeom>
        </p:spPr>
      </p:pic>
      <p:sp>
        <p:nvSpPr>
          <p:cNvPr id="237" name="uniskill-source-component-49">
            <a:extLst xmlns:a="http://schemas.openxmlformats.org/drawingml/2006/main">
              <a:ext uri="{FF2B5EF4-FFF2-40B4-BE49-F238E27FC236}">
                <a16:creationId xmlns:a16="http://schemas.microsoft.com/office/drawing/2014/main" id="{5EF36BCA-09DC-4E50-B9B9-52601421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9759" y="867166"/>
            <a:ext cx="355673" cy="355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8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633FC765-C64E-4B5D-927C-3824DD40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5191" y="880228"/>
            <a:ext cx="524587" cy="131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9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DROID &amp;</a:t>
            </a:r>
          </a:p>
        </p:txBody>
      </p:sp>
      <p:sp>
        <p:nvSpPr>
          <p:cNvPr id="239" name="pdf-text-20-1">
            <a:extLst xmlns:a="http://schemas.openxmlformats.org/drawingml/2006/main">
              <a:ext uri="{FF2B5EF4-FFF2-40B4-BE49-F238E27FC236}">
                <a16:creationId xmlns:a16="http://schemas.microsoft.com/office/drawing/2014/main" id="{F6031C43-B06C-410C-BC1F-DD8FDBDB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5191" y="1046308"/>
            <a:ext cx="670499" cy="131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Target Data</a:t>
            </a:r>
          </a:p>
        </p:txBody>
      </p:sp>
      <p:sp>
        <p:nvSpPr>
          <p:cNvPr id="240" name="pdf-path-198">
            <a:extLst xmlns:a="http://schemas.openxmlformats.org/drawingml/2006/main">
              <a:ext uri="{FF2B5EF4-FFF2-40B4-BE49-F238E27FC236}">
                <a16:creationId xmlns:a16="http://schemas.microsoft.com/office/drawing/2014/main" id="{1ED60A8D-A23D-4C96-A0C9-09230A21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7066" y="3514953"/>
            <a:ext cx="652067" cy="446393"/>
          </a:xfrm>
          <a:custGeom xmlns:a="http://schemas.openxmlformats.org/drawingml/2006/main">
            <a:pathLst>
              <a:path w="652067" h="446393">
                <a:moveTo>
                  <a:pt x="652067" y="408365"/>
                </a:moveTo>
                <a:lnTo>
                  <a:pt x="586202" y="370338"/>
                </a:lnTo>
                <a:lnTo>
                  <a:pt x="586202" y="446393"/>
                </a:lnTo>
                <a:lnTo>
                  <a:pt x="652067" y="408365"/>
                </a:lnTo>
                <a:moveTo>
                  <a:pt x="6587" y="408365"/>
                </a:moveTo>
                <a:lnTo>
                  <a:pt x="0" y="408365"/>
                </a:lnTo>
                <a:lnTo>
                  <a:pt x="0" y="414952"/>
                </a:lnTo>
                <a:lnTo>
                  <a:pt x="6587" y="414952"/>
                </a:lnTo>
                <a:lnTo>
                  <a:pt x="6587" y="408365"/>
                </a:lnTo>
                <a:moveTo>
                  <a:pt x="592788" y="408365"/>
                </a:moveTo>
                <a:lnTo>
                  <a:pt x="592788" y="401779"/>
                </a:lnTo>
                <a:lnTo>
                  <a:pt x="6587" y="401779"/>
                </a:lnTo>
                <a:lnTo>
                  <a:pt x="6587" y="408365"/>
                </a:lnTo>
                <a:lnTo>
                  <a:pt x="6587" y="414952"/>
                </a:lnTo>
                <a:lnTo>
                  <a:pt x="592788" y="414952"/>
                </a:lnTo>
                <a:lnTo>
                  <a:pt x="592788" y="408365"/>
                </a:lnTo>
                <a:moveTo>
                  <a:pt x="6587" y="408365"/>
                </a:moveTo>
                <a:lnTo>
                  <a:pt x="13173" y="408365"/>
                </a:lnTo>
                <a:lnTo>
                  <a:pt x="13173" y="0"/>
                </a:lnTo>
                <a:lnTo>
                  <a:pt x="6587" y="0"/>
                </a:lnTo>
                <a:lnTo>
                  <a:pt x="0" y="0"/>
                </a:lnTo>
                <a:lnTo>
                  <a:pt x="0" y="408365"/>
                </a:lnTo>
                <a:lnTo>
                  <a:pt x="6587" y="408365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df-path-199">
            <a:extLst xmlns:a="http://schemas.openxmlformats.org/drawingml/2006/main">
              <a:ext uri="{FF2B5EF4-FFF2-40B4-BE49-F238E27FC236}">
                <a16:creationId xmlns:a16="http://schemas.microsoft.com/office/drawing/2014/main" id="{118052E7-0EDD-4263-B78D-558059AB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4230" y="1749541"/>
            <a:ext cx="55534" cy="85788"/>
          </a:xfrm>
          <a:custGeom xmlns:a="http://schemas.openxmlformats.org/drawingml/2006/main">
            <a:pathLst>
              <a:path w="55534" h="85788">
                <a:moveTo>
                  <a:pt x="1975" y="85662"/>
                </a:moveTo>
                <a:cubicBezTo>
                  <a:pt x="658" y="85662"/>
                  <a:pt x="0" y="85285"/>
                  <a:pt x="0" y="84532"/>
                </a:cubicBezTo>
                <a:cubicBezTo>
                  <a:pt x="0" y="84364"/>
                  <a:pt x="116" y="83778"/>
                  <a:pt x="349" y="82773"/>
                </a:cubicBezTo>
                <a:cubicBezTo>
                  <a:pt x="736" y="81182"/>
                  <a:pt x="1123" y="80303"/>
                  <a:pt x="1510" y="80135"/>
                </a:cubicBezTo>
                <a:cubicBezTo>
                  <a:pt x="1742" y="80052"/>
                  <a:pt x="2324" y="80010"/>
                  <a:pt x="3253" y="80010"/>
                </a:cubicBezTo>
                <a:lnTo>
                  <a:pt x="3950" y="80010"/>
                </a:lnTo>
                <a:cubicBezTo>
                  <a:pt x="8597" y="80010"/>
                  <a:pt x="11541" y="79717"/>
                  <a:pt x="12780" y="79131"/>
                </a:cubicBezTo>
                <a:cubicBezTo>
                  <a:pt x="12857" y="79131"/>
                  <a:pt x="12935" y="79089"/>
                  <a:pt x="13013" y="79005"/>
                </a:cubicBezTo>
                <a:cubicBezTo>
                  <a:pt x="13400" y="78838"/>
                  <a:pt x="13825" y="77874"/>
                  <a:pt x="14290" y="76116"/>
                </a:cubicBezTo>
                <a:cubicBezTo>
                  <a:pt x="14755" y="74358"/>
                  <a:pt x="16652" y="66152"/>
                  <a:pt x="19983" y="51498"/>
                </a:cubicBezTo>
                <a:cubicBezTo>
                  <a:pt x="20912" y="47729"/>
                  <a:pt x="21609" y="44757"/>
                  <a:pt x="22074" y="42580"/>
                </a:cubicBezTo>
                <a:cubicBezTo>
                  <a:pt x="27496" y="19134"/>
                  <a:pt x="30207" y="7327"/>
                  <a:pt x="30207" y="7159"/>
                </a:cubicBezTo>
                <a:cubicBezTo>
                  <a:pt x="30052" y="6825"/>
                  <a:pt x="29975" y="6615"/>
                  <a:pt x="29975" y="6532"/>
                </a:cubicBezTo>
                <a:cubicBezTo>
                  <a:pt x="29200" y="6029"/>
                  <a:pt x="26451" y="5778"/>
                  <a:pt x="21726" y="5778"/>
                </a:cubicBezTo>
                <a:lnTo>
                  <a:pt x="19402" y="5778"/>
                </a:lnTo>
                <a:cubicBezTo>
                  <a:pt x="18705" y="5275"/>
                  <a:pt x="18550" y="4229"/>
                  <a:pt x="18937" y="2637"/>
                </a:cubicBezTo>
                <a:cubicBezTo>
                  <a:pt x="19247" y="1382"/>
                  <a:pt x="19480" y="628"/>
                  <a:pt x="19635" y="377"/>
                </a:cubicBezTo>
                <a:cubicBezTo>
                  <a:pt x="19789" y="126"/>
                  <a:pt x="20332" y="0"/>
                  <a:pt x="21261" y="0"/>
                </a:cubicBezTo>
                <a:lnTo>
                  <a:pt x="21726" y="0"/>
                </a:lnTo>
                <a:cubicBezTo>
                  <a:pt x="27303" y="167"/>
                  <a:pt x="32956" y="251"/>
                  <a:pt x="38688" y="251"/>
                </a:cubicBezTo>
                <a:cubicBezTo>
                  <a:pt x="48137" y="251"/>
                  <a:pt x="53094" y="167"/>
                  <a:pt x="53559" y="0"/>
                </a:cubicBezTo>
                <a:lnTo>
                  <a:pt x="54720" y="0"/>
                </a:lnTo>
                <a:cubicBezTo>
                  <a:pt x="55263" y="586"/>
                  <a:pt x="55534" y="1047"/>
                  <a:pt x="55534" y="1382"/>
                </a:cubicBezTo>
                <a:cubicBezTo>
                  <a:pt x="55534" y="1717"/>
                  <a:pt x="55418" y="2428"/>
                  <a:pt x="55185" y="3517"/>
                </a:cubicBezTo>
                <a:cubicBezTo>
                  <a:pt x="54953" y="4605"/>
                  <a:pt x="54682" y="5275"/>
                  <a:pt x="54373" y="5527"/>
                </a:cubicBezTo>
                <a:cubicBezTo>
                  <a:pt x="54140" y="5694"/>
                  <a:pt x="53249" y="5778"/>
                  <a:pt x="51700" y="5778"/>
                </a:cubicBezTo>
                <a:cubicBezTo>
                  <a:pt x="49299" y="5778"/>
                  <a:pt x="46821" y="5903"/>
                  <a:pt x="44265" y="6154"/>
                </a:cubicBezTo>
                <a:cubicBezTo>
                  <a:pt x="43180" y="6406"/>
                  <a:pt x="42445" y="6866"/>
                  <a:pt x="42058" y="7536"/>
                </a:cubicBezTo>
                <a:cubicBezTo>
                  <a:pt x="41515" y="8709"/>
                  <a:pt x="39540" y="16705"/>
                  <a:pt x="36132" y="31526"/>
                </a:cubicBezTo>
                <a:cubicBezTo>
                  <a:pt x="35280" y="35462"/>
                  <a:pt x="34428" y="39272"/>
                  <a:pt x="33576" y="42957"/>
                </a:cubicBezTo>
                <a:cubicBezTo>
                  <a:pt x="28155" y="66068"/>
                  <a:pt x="25444" y="77874"/>
                  <a:pt x="25444" y="78377"/>
                </a:cubicBezTo>
                <a:cubicBezTo>
                  <a:pt x="25444" y="78963"/>
                  <a:pt x="25831" y="79340"/>
                  <a:pt x="26605" y="79507"/>
                </a:cubicBezTo>
                <a:cubicBezTo>
                  <a:pt x="27379" y="79675"/>
                  <a:pt x="29394" y="79842"/>
                  <a:pt x="32647" y="80010"/>
                </a:cubicBezTo>
                <a:lnTo>
                  <a:pt x="36364" y="80010"/>
                </a:lnTo>
                <a:cubicBezTo>
                  <a:pt x="36829" y="80680"/>
                  <a:pt x="37062" y="81057"/>
                  <a:pt x="37062" y="81140"/>
                </a:cubicBezTo>
                <a:cubicBezTo>
                  <a:pt x="37062" y="81224"/>
                  <a:pt x="36945" y="81977"/>
                  <a:pt x="36713" y="83401"/>
                </a:cubicBezTo>
                <a:cubicBezTo>
                  <a:pt x="36403" y="84490"/>
                  <a:pt x="36016" y="85285"/>
                  <a:pt x="35551" y="85788"/>
                </a:cubicBezTo>
                <a:lnTo>
                  <a:pt x="33692" y="85788"/>
                </a:lnTo>
                <a:cubicBezTo>
                  <a:pt x="30827" y="85620"/>
                  <a:pt x="25521" y="85536"/>
                  <a:pt x="17776" y="85536"/>
                </a:cubicBezTo>
                <a:cubicBezTo>
                  <a:pt x="14987" y="85536"/>
                  <a:pt x="12431" y="85536"/>
                  <a:pt x="10108" y="85536"/>
                </a:cubicBezTo>
                <a:cubicBezTo>
                  <a:pt x="7784" y="85536"/>
                  <a:pt x="5926" y="85536"/>
                  <a:pt x="4531" y="85536"/>
                </a:cubicBezTo>
                <a:cubicBezTo>
                  <a:pt x="3137" y="85536"/>
                  <a:pt x="2285" y="85578"/>
                  <a:pt x="1975" y="8566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df-path-200">
            <a:extLst xmlns:a="http://schemas.openxmlformats.org/drawingml/2006/main">
              <a:ext uri="{FF2B5EF4-FFF2-40B4-BE49-F238E27FC236}">
                <a16:creationId xmlns:a16="http://schemas.microsoft.com/office/drawing/2014/main" id="{95E34F13-2D00-4F1D-ABCA-D0C78639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5839" y="1723415"/>
            <a:ext cx="38688" cy="12937"/>
          </a:xfrm>
          <a:custGeom xmlns:a="http://schemas.openxmlformats.org/drawingml/2006/main">
            <a:pathLst>
              <a:path w="38688" h="12937">
                <a:moveTo>
                  <a:pt x="11153" y="8416"/>
                </a:moveTo>
                <a:cubicBezTo>
                  <a:pt x="9992" y="8416"/>
                  <a:pt x="8907" y="8667"/>
                  <a:pt x="7901" y="9169"/>
                </a:cubicBezTo>
                <a:cubicBezTo>
                  <a:pt x="6893" y="9671"/>
                  <a:pt x="6119" y="10132"/>
                  <a:pt x="5577" y="10551"/>
                </a:cubicBezTo>
                <a:cubicBezTo>
                  <a:pt x="5034" y="10969"/>
                  <a:pt x="4260" y="11765"/>
                  <a:pt x="3253" y="12937"/>
                </a:cubicBezTo>
                <a:lnTo>
                  <a:pt x="1626" y="11430"/>
                </a:lnTo>
                <a:lnTo>
                  <a:pt x="0" y="10049"/>
                </a:lnTo>
                <a:cubicBezTo>
                  <a:pt x="0" y="9964"/>
                  <a:pt x="465" y="9336"/>
                  <a:pt x="1394" y="8164"/>
                </a:cubicBezTo>
                <a:cubicBezTo>
                  <a:pt x="2324" y="6992"/>
                  <a:pt x="3330" y="5736"/>
                  <a:pt x="4415" y="4396"/>
                </a:cubicBezTo>
                <a:cubicBezTo>
                  <a:pt x="5499" y="3056"/>
                  <a:pt x="6313" y="2177"/>
                  <a:pt x="6854" y="1758"/>
                </a:cubicBezTo>
                <a:cubicBezTo>
                  <a:pt x="8636" y="586"/>
                  <a:pt x="10379" y="0"/>
                  <a:pt x="12083" y="0"/>
                </a:cubicBezTo>
                <a:cubicBezTo>
                  <a:pt x="13787" y="0"/>
                  <a:pt x="16343" y="753"/>
                  <a:pt x="19751" y="2261"/>
                </a:cubicBezTo>
                <a:cubicBezTo>
                  <a:pt x="23159" y="3768"/>
                  <a:pt x="25753" y="4522"/>
                  <a:pt x="27535" y="4522"/>
                </a:cubicBezTo>
                <a:cubicBezTo>
                  <a:pt x="28696" y="4522"/>
                  <a:pt x="29781" y="4270"/>
                  <a:pt x="30787" y="3768"/>
                </a:cubicBezTo>
                <a:cubicBezTo>
                  <a:pt x="31795" y="3266"/>
                  <a:pt x="32569" y="2805"/>
                  <a:pt x="33111" y="2386"/>
                </a:cubicBezTo>
                <a:cubicBezTo>
                  <a:pt x="33654" y="1968"/>
                  <a:pt x="34428" y="1172"/>
                  <a:pt x="35435" y="0"/>
                </a:cubicBezTo>
                <a:lnTo>
                  <a:pt x="37062" y="1507"/>
                </a:lnTo>
                <a:lnTo>
                  <a:pt x="38688" y="2889"/>
                </a:lnTo>
                <a:cubicBezTo>
                  <a:pt x="35512" y="7829"/>
                  <a:pt x="32724" y="10886"/>
                  <a:pt x="30323" y="12058"/>
                </a:cubicBezTo>
                <a:cubicBezTo>
                  <a:pt x="29239" y="12644"/>
                  <a:pt x="28038" y="12937"/>
                  <a:pt x="26721" y="12937"/>
                </a:cubicBezTo>
                <a:cubicBezTo>
                  <a:pt x="25095" y="12937"/>
                  <a:pt x="22578" y="12184"/>
                  <a:pt x="19170" y="10676"/>
                </a:cubicBezTo>
                <a:cubicBezTo>
                  <a:pt x="15762" y="9169"/>
                  <a:pt x="13089" y="8416"/>
                  <a:pt x="11153" y="841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df-path-201">
            <a:extLst xmlns:a="http://schemas.openxmlformats.org/drawingml/2006/main">
              <a:ext uri="{FF2B5EF4-FFF2-40B4-BE49-F238E27FC236}">
                <a16:creationId xmlns:a16="http://schemas.microsoft.com/office/drawing/2014/main" id="{678FBC27-754F-4596-B6D9-EA614BCC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7723" y="1798579"/>
            <a:ext cx="25546" cy="56567"/>
          </a:xfrm>
          <a:custGeom xmlns:a="http://schemas.openxmlformats.org/drawingml/2006/main">
            <a:pathLst>
              <a:path w="25546" h="56567">
                <a:moveTo>
                  <a:pt x="575" y="21401"/>
                </a:moveTo>
                <a:cubicBezTo>
                  <a:pt x="192" y="20987"/>
                  <a:pt x="0" y="20691"/>
                  <a:pt x="0" y="20513"/>
                </a:cubicBezTo>
                <a:cubicBezTo>
                  <a:pt x="0" y="20277"/>
                  <a:pt x="82" y="19803"/>
                  <a:pt x="247" y="19092"/>
                </a:cubicBezTo>
                <a:cubicBezTo>
                  <a:pt x="411" y="18382"/>
                  <a:pt x="548" y="17968"/>
                  <a:pt x="658" y="17849"/>
                </a:cubicBezTo>
                <a:cubicBezTo>
                  <a:pt x="767" y="17553"/>
                  <a:pt x="1013" y="17405"/>
                  <a:pt x="1396" y="17405"/>
                </a:cubicBezTo>
                <a:cubicBezTo>
                  <a:pt x="1780" y="17405"/>
                  <a:pt x="3176" y="17376"/>
                  <a:pt x="5585" y="17317"/>
                </a:cubicBezTo>
                <a:lnTo>
                  <a:pt x="9939" y="17317"/>
                </a:lnTo>
                <a:lnTo>
                  <a:pt x="11500" y="10212"/>
                </a:lnTo>
                <a:cubicBezTo>
                  <a:pt x="11664" y="9561"/>
                  <a:pt x="11855" y="8703"/>
                  <a:pt x="12074" y="7637"/>
                </a:cubicBezTo>
                <a:cubicBezTo>
                  <a:pt x="12293" y="6571"/>
                  <a:pt x="12485" y="5802"/>
                  <a:pt x="12650" y="5328"/>
                </a:cubicBezTo>
                <a:cubicBezTo>
                  <a:pt x="12814" y="4855"/>
                  <a:pt x="12978" y="4263"/>
                  <a:pt x="13143" y="3552"/>
                </a:cubicBezTo>
                <a:cubicBezTo>
                  <a:pt x="13306" y="2842"/>
                  <a:pt x="13525" y="2338"/>
                  <a:pt x="13799" y="2042"/>
                </a:cubicBezTo>
                <a:cubicBezTo>
                  <a:pt x="14073" y="1746"/>
                  <a:pt x="14347" y="1391"/>
                  <a:pt x="14621" y="977"/>
                </a:cubicBezTo>
                <a:cubicBezTo>
                  <a:pt x="14894" y="562"/>
                  <a:pt x="15278" y="296"/>
                  <a:pt x="15771" y="177"/>
                </a:cubicBezTo>
                <a:cubicBezTo>
                  <a:pt x="16264" y="59"/>
                  <a:pt x="16756" y="0"/>
                  <a:pt x="17249" y="0"/>
                </a:cubicBezTo>
                <a:cubicBezTo>
                  <a:pt x="18235" y="59"/>
                  <a:pt x="18920" y="385"/>
                  <a:pt x="19303" y="977"/>
                </a:cubicBezTo>
                <a:cubicBezTo>
                  <a:pt x="19686" y="1569"/>
                  <a:pt x="19877" y="2131"/>
                  <a:pt x="19877" y="2664"/>
                </a:cubicBezTo>
                <a:cubicBezTo>
                  <a:pt x="19877" y="3078"/>
                  <a:pt x="19631" y="4470"/>
                  <a:pt x="19139" y="6838"/>
                </a:cubicBezTo>
                <a:cubicBezTo>
                  <a:pt x="18646" y="9206"/>
                  <a:pt x="18098" y="11544"/>
                  <a:pt x="17496" y="13853"/>
                </a:cubicBezTo>
                <a:lnTo>
                  <a:pt x="16674" y="17139"/>
                </a:lnTo>
                <a:cubicBezTo>
                  <a:pt x="16674" y="17257"/>
                  <a:pt x="18043" y="17317"/>
                  <a:pt x="20782" y="17317"/>
                </a:cubicBezTo>
                <a:lnTo>
                  <a:pt x="24970" y="17317"/>
                </a:lnTo>
                <a:cubicBezTo>
                  <a:pt x="25354" y="17731"/>
                  <a:pt x="25546" y="18056"/>
                  <a:pt x="25546" y="18293"/>
                </a:cubicBezTo>
                <a:cubicBezTo>
                  <a:pt x="25546" y="19596"/>
                  <a:pt x="25190" y="20632"/>
                  <a:pt x="24477" y="21401"/>
                </a:cubicBezTo>
                <a:lnTo>
                  <a:pt x="15689" y="21401"/>
                </a:lnTo>
                <a:lnTo>
                  <a:pt x="12732" y="34278"/>
                </a:lnTo>
                <a:cubicBezTo>
                  <a:pt x="10596" y="43750"/>
                  <a:pt x="9528" y="48841"/>
                  <a:pt x="9528" y="49551"/>
                </a:cubicBezTo>
                <a:cubicBezTo>
                  <a:pt x="9528" y="52038"/>
                  <a:pt x="10267" y="53281"/>
                  <a:pt x="11746" y="53281"/>
                </a:cubicBezTo>
                <a:cubicBezTo>
                  <a:pt x="13662" y="53281"/>
                  <a:pt x="15524" y="52275"/>
                  <a:pt x="17332" y="50262"/>
                </a:cubicBezTo>
                <a:cubicBezTo>
                  <a:pt x="19139" y="48249"/>
                  <a:pt x="20590" y="45763"/>
                  <a:pt x="21685" y="42803"/>
                </a:cubicBezTo>
                <a:cubicBezTo>
                  <a:pt x="21794" y="42447"/>
                  <a:pt x="21931" y="42240"/>
                  <a:pt x="22096" y="42181"/>
                </a:cubicBezTo>
                <a:cubicBezTo>
                  <a:pt x="22260" y="42122"/>
                  <a:pt x="22670" y="42063"/>
                  <a:pt x="23328" y="42004"/>
                </a:cubicBezTo>
                <a:lnTo>
                  <a:pt x="23656" y="42004"/>
                </a:lnTo>
                <a:cubicBezTo>
                  <a:pt x="24477" y="42004"/>
                  <a:pt x="24888" y="42240"/>
                  <a:pt x="24888" y="42714"/>
                </a:cubicBezTo>
                <a:cubicBezTo>
                  <a:pt x="24888" y="42891"/>
                  <a:pt x="24806" y="43247"/>
                  <a:pt x="24642" y="43779"/>
                </a:cubicBezTo>
                <a:cubicBezTo>
                  <a:pt x="24368" y="44726"/>
                  <a:pt x="23876" y="45851"/>
                  <a:pt x="23163" y="47154"/>
                </a:cubicBezTo>
                <a:cubicBezTo>
                  <a:pt x="22452" y="48456"/>
                  <a:pt x="21520" y="49848"/>
                  <a:pt x="20371" y="51328"/>
                </a:cubicBezTo>
                <a:cubicBezTo>
                  <a:pt x="19221" y="52808"/>
                  <a:pt x="17824" y="54051"/>
                  <a:pt x="16182" y="55058"/>
                </a:cubicBezTo>
                <a:cubicBezTo>
                  <a:pt x="14539" y="56064"/>
                  <a:pt x="12869" y="56567"/>
                  <a:pt x="11171" y="56567"/>
                </a:cubicBezTo>
                <a:cubicBezTo>
                  <a:pt x="9528" y="56567"/>
                  <a:pt x="7968" y="56123"/>
                  <a:pt x="6489" y="55235"/>
                </a:cubicBezTo>
                <a:cubicBezTo>
                  <a:pt x="5011" y="54347"/>
                  <a:pt x="3942" y="52808"/>
                  <a:pt x="3286" y="50617"/>
                </a:cubicBezTo>
                <a:cubicBezTo>
                  <a:pt x="3176" y="50144"/>
                  <a:pt x="3121" y="49344"/>
                  <a:pt x="3121" y="48219"/>
                </a:cubicBezTo>
                <a:lnTo>
                  <a:pt x="3121" y="46621"/>
                </a:lnTo>
                <a:lnTo>
                  <a:pt x="5996" y="34189"/>
                </a:lnTo>
                <a:cubicBezTo>
                  <a:pt x="7913" y="25842"/>
                  <a:pt x="8898" y="21638"/>
                  <a:pt x="8953" y="21579"/>
                </a:cubicBezTo>
                <a:cubicBezTo>
                  <a:pt x="8953" y="21460"/>
                  <a:pt x="7557" y="21401"/>
                  <a:pt x="4764" y="21401"/>
                </a:cubicBezTo>
                <a:lnTo>
                  <a:pt x="575" y="214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ED4D7D56-C4B3-4114-A1E0-3DB4D26A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4230" y="3239811"/>
            <a:ext cx="263462" cy="76055"/>
          </a:xfrm>
          <a:custGeom xmlns:a="http://schemas.openxmlformats.org/drawingml/2006/main">
            <a:pathLst>
              <a:path w="263462" h="76055">
                <a:moveTo>
                  <a:pt x="0" y="38027"/>
                </a:moveTo>
                <a:lnTo>
                  <a:pt x="65865" y="76055"/>
                </a:lnTo>
                <a:lnTo>
                  <a:pt x="65865" y="0"/>
                </a:lnTo>
                <a:lnTo>
                  <a:pt x="0" y="38027"/>
                </a:lnTo>
                <a:moveTo>
                  <a:pt x="263462" y="38027"/>
                </a:moveTo>
                <a:lnTo>
                  <a:pt x="263462" y="31441"/>
                </a:lnTo>
                <a:lnTo>
                  <a:pt x="49874" y="31441"/>
                </a:lnTo>
                <a:lnTo>
                  <a:pt x="49874" y="38027"/>
                </a:lnTo>
                <a:lnTo>
                  <a:pt x="49874" y="44614"/>
                </a:lnTo>
                <a:lnTo>
                  <a:pt x="263462" y="44614"/>
                </a:lnTo>
                <a:lnTo>
                  <a:pt x="263462" y="38027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AB258234-08E1-454F-AD36-FA8A1D0C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6780" y="1802453"/>
            <a:ext cx="76054" cy="1251442"/>
          </a:xfrm>
          <a:custGeom xmlns:a="http://schemas.openxmlformats.org/drawingml/2006/main">
            <a:pathLst>
              <a:path w="76054" h="1251442">
                <a:moveTo>
                  <a:pt x="38027" y="1251442"/>
                </a:moveTo>
                <a:lnTo>
                  <a:pt x="76054" y="1185577"/>
                </a:lnTo>
                <a:lnTo>
                  <a:pt x="0" y="1185577"/>
                </a:lnTo>
                <a:lnTo>
                  <a:pt x="38027" y="1251442"/>
                </a:lnTo>
                <a:moveTo>
                  <a:pt x="38027" y="0"/>
                </a:moveTo>
                <a:lnTo>
                  <a:pt x="31441" y="0"/>
                </a:lnTo>
                <a:lnTo>
                  <a:pt x="31441" y="1014543"/>
                </a:lnTo>
                <a:lnTo>
                  <a:pt x="38027" y="1014543"/>
                </a:lnTo>
                <a:lnTo>
                  <a:pt x="44614" y="1014543"/>
                </a:lnTo>
                <a:lnTo>
                  <a:pt x="44614" y="0"/>
                </a:lnTo>
                <a:lnTo>
                  <a:pt x="38027" y="0"/>
                </a:lnTo>
                <a:moveTo>
                  <a:pt x="38027" y="1014543"/>
                </a:moveTo>
                <a:lnTo>
                  <a:pt x="31441" y="1014543"/>
                </a:lnTo>
                <a:lnTo>
                  <a:pt x="31441" y="1192163"/>
                </a:lnTo>
                <a:lnTo>
                  <a:pt x="38027" y="1192163"/>
                </a:lnTo>
                <a:lnTo>
                  <a:pt x="44614" y="1192163"/>
                </a:lnTo>
                <a:lnTo>
                  <a:pt x="44614" y="1014543"/>
                </a:lnTo>
                <a:lnTo>
                  <a:pt x="38027" y="1014543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df-path-204">
            <a:extLst xmlns:a="http://schemas.openxmlformats.org/drawingml/2006/main">
              <a:ext uri="{FF2B5EF4-FFF2-40B4-BE49-F238E27FC236}">
                <a16:creationId xmlns:a16="http://schemas.microsoft.com/office/drawing/2014/main" id="{111DC27B-8267-425C-B0F1-2ABB4159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1538" y="2026396"/>
            <a:ext cx="1106538" cy="790385"/>
          </a:xfrm>
          <a:custGeom xmlns:a="http://schemas.openxmlformats.org/drawingml/2006/main">
            <a:pathLst>
              <a:path w="1106538" h="790385">
                <a:moveTo>
                  <a:pt x="0" y="197596"/>
                </a:moveTo>
                <a:cubicBezTo>
                  <a:pt x="0" y="88467"/>
                  <a:pt x="88467" y="0"/>
                  <a:pt x="197596" y="0"/>
                </a:cubicBezTo>
                <a:lnTo>
                  <a:pt x="908942" y="0"/>
                </a:lnTo>
                <a:cubicBezTo>
                  <a:pt x="1018072" y="0"/>
                  <a:pt x="1106538" y="88467"/>
                  <a:pt x="1106538" y="197596"/>
                </a:cubicBezTo>
                <a:lnTo>
                  <a:pt x="1106538" y="592789"/>
                </a:lnTo>
                <a:cubicBezTo>
                  <a:pt x="1106538" y="701918"/>
                  <a:pt x="1018072" y="790385"/>
                  <a:pt x="908942" y="790385"/>
                </a:cubicBezTo>
                <a:lnTo>
                  <a:pt x="197596" y="790385"/>
                </a:lnTo>
                <a:cubicBezTo>
                  <a:pt x="88467" y="790385"/>
                  <a:pt x="0" y="701918"/>
                  <a:pt x="0" y="592789"/>
                </a:cubicBezTo>
                <a:lnTo>
                  <a:pt x="0" y="197596"/>
                </a:lnTo>
              </a:path>
            </a:pathLst>
          </a:custGeom>
          <a:solidFill xmlns:a="http://schemas.openxmlformats.org/drawingml/2006/main">
            <a:srgbClr val="D9E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df-path-205">
            <a:extLst xmlns:a="http://schemas.openxmlformats.org/drawingml/2006/main">
              <a:ext uri="{FF2B5EF4-FFF2-40B4-BE49-F238E27FC236}">
                <a16:creationId xmlns:a16="http://schemas.microsoft.com/office/drawing/2014/main" id="{62BDB97E-E503-4A23-973C-700F0A58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1778" y="2006636"/>
            <a:ext cx="1146057" cy="829904"/>
          </a:xfrm>
          <a:custGeom xmlns:a="http://schemas.openxmlformats.org/drawingml/2006/main">
            <a:pathLst>
              <a:path w="1146057" h="829904">
                <a:moveTo>
                  <a:pt x="217356" y="19760"/>
                </a:moveTo>
                <a:lnTo>
                  <a:pt x="217356" y="39519"/>
                </a:lnTo>
                <a:lnTo>
                  <a:pt x="928701" y="39519"/>
                </a:lnTo>
                <a:lnTo>
                  <a:pt x="928701" y="19760"/>
                </a:lnTo>
                <a:close/>
                <a:moveTo>
                  <a:pt x="1126297" y="217356"/>
                </a:moveTo>
                <a:lnTo>
                  <a:pt x="1106538" y="217356"/>
                </a:lnTo>
                <a:lnTo>
                  <a:pt x="1106538" y="612548"/>
                </a:lnTo>
                <a:lnTo>
                  <a:pt x="1126297" y="612548"/>
                </a:lnTo>
                <a:close/>
                <a:moveTo>
                  <a:pt x="928701" y="810144"/>
                </a:moveTo>
                <a:lnTo>
                  <a:pt x="928701" y="790385"/>
                </a:lnTo>
                <a:lnTo>
                  <a:pt x="217356" y="790385"/>
                </a:lnTo>
                <a:lnTo>
                  <a:pt x="217356" y="810144"/>
                </a:lnTo>
                <a:lnTo>
                  <a:pt x="217356" y="810144"/>
                </a:lnTo>
                <a:lnTo>
                  <a:pt x="928701" y="810144"/>
                </a:lnTo>
                <a:lnTo>
                  <a:pt x="928701" y="810144"/>
                </a:lnTo>
                <a:lnTo>
                  <a:pt x="928701" y="810144"/>
                </a:lnTo>
                <a:close/>
                <a:moveTo>
                  <a:pt x="19760" y="612548"/>
                </a:moveTo>
                <a:lnTo>
                  <a:pt x="39519" y="612548"/>
                </a:lnTo>
                <a:lnTo>
                  <a:pt x="39519" y="217356"/>
                </a:lnTo>
                <a:lnTo>
                  <a:pt x="19760" y="217356"/>
                </a:lnTo>
                <a:lnTo>
                  <a:pt x="19759" y="217356"/>
                </a:lnTo>
                <a:lnTo>
                  <a:pt x="19759" y="612548"/>
                </a:lnTo>
                <a:lnTo>
                  <a:pt x="19759" y="612548"/>
                </a:lnTo>
                <a:lnTo>
                  <a:pt x="19760" y="612548"/>
                </a:lnTo>
                <a:close/>
                <a:moveTo>
                  <a:pt x="217356" y="810144"/>
                </a:moveTo>
                <a:lnTo>
                  <a:pt x="217356" y="790385"/>
                </a:lnTo>
                <a:lnTo>
                  <a:pt x="216269" y="790381"/>
                </a:lnTo>
                <a:lnTo>
                  <a:pt x="215184" y="790372"/>
                </a:lnTo>
                <a:lnTo>
                  <a:pt x="214101" y="790355"/>
                </a:lnTo>
                <a:lnTo>
                  <a:pt x="213019" y="790333"/>
                </a:lnTo>
                <a:lnTo>
                  <a:pt x="211939" y="790304"/>
                </a:lnTo>
                <a:lnTo>
                  <a:pt x="210860" y="790268"/>
                </a:lnTo>
                <a:lnTo>
                  <a:pt x="209783" y="790226"/>
                </a:lnTo>
                <a:lnTo>
                  <a:pt x="208708" y="790178"/>
                </a:lnTo>
                <a:lnTo>
                  <a:pt x="207634" y="790123"/>
                </a:lnTo>
                <a:lnTo>
                  <a:pt x="206562" y="790062"/>
                </a:lnTo>
                <a:lnTo>
                  <a:pt x="205492" y="789995"/>
                </a:lnTo>
                <a:lnTo>
                  <a:pt x="204423" y="789922"/>
                </a:lnTo>
                <a:lnTo>
                  <a:pt x="203356" y="789842"/>
                </a:lnTo>
                <a:lnTo>
                  <a:pt x="202291" y="789756"/>
                </a:lnTo>
                <a:lnTo>
                  <a:pt x="201228" y="789663"/>
                </a:lnTo>
                <a:lnTo>
                  <a:pt x="200167" y="789565"/>
                </a:lnTo>
                <a:lnTo>
                  <a:pt x="199107" y="789460"/>
                </a:lnTo>
                <a:lnTo>
                  <a:pt x="198049" y="789349"/>
                </a:lnTo>
                <a:lnTo>
                  <a:pt x="196993" y="789232"/>
                </a:lnTo>
                <a:lnTo>
                  <a:pt x="195939" y="789108"/>
                </a:lnTo>
                <a:lnTo>
                  <a:pt x="194887" y="788979"/>
                </a:lnTo>
                <a:lnTo>
                  <a:pt x="193836" y="788843"/>
                </a:lnTo>
                <a:lnTo>
                  <a:pt x="192788" y="788701"/>
                </a:lnTo>
                <a:lnTo>
                  <a:pt x="191741" y="788554"/>
                </a:lnTo>
                <a:lnTo>
                  <a:pt x="190697" y="788400"/>
                </a:lnTo>
                <a:lnTo>
                  <a:pt x="189654" y="788240"/>
                </a:lnTo>
                <a:lnTo>
                  <a:pt x="188614" y="788074"/>
                </a:lnTo>
                <a:lnTo>
                  <a:pt x="187575" y="787902"/>
                </a:lnTo>
                <a:lnTo>
                  <a:pt x="186539" y="787724"/>
                </a:lnTo>
                <a:lnTo>
                  <a:pt x="185504" y="787540"/>
                </a:lnTo>
                <a:lnTo>
                  <a:pt x="184472" y="787350"/>
                </a:lnTo>
                <a:lnTo>
                  <a:pt x="183442" y="787155"/>
                </a:lnTo>
                <a:lnTo>
                  <a:pt x="182413" y="786953"/>
                </a:lnTo>
                <a:lnTo>
                  <a:pt x="181387" y="786745"/>
                </a:lnTo>
                <a:lnTo>
                  <a:pt x="180363" y="786532"/>
                </a:lnTo>
                <a:lnTo>
                  <a:pt x="179342" y="786313"/>
                </a:lnTo>
                <a:lnTo>
                  <a:pt x="178322" y="786087"/>
                </a:lnTo>
                <a:lnTo>
                  <a:pt x="177305" y="785856"/>
                </a:lnTo>
                <a:lnTo>
                  <a:pt x="176290" y="785620"/>
                </a:lnTo>
                <a:lnTo>
                  <a:pt x="175277" y="785377"/>
                </a:lnTo>
                <a:lnTo>
                  <a:pt x="174266" y="785129"/>
                </a:lnTo>
                <a:lnTo>
                  <a:pt x="173258" y="784875"/>
                </a:lnTo>
                <a:lnTo>
                  <a:pt x="172252" y="784615"/>
                </a:lnTo>
                <a:lnTo>
                  <a:pt x="171248" y="784349"/>
                </a:lnTo>
                <a:lnTo>
                  <a:pt x="170246" y="784078"/>
                </a:lnTo>
                <a:lnTo>
                  <a:pt x="169247" y="783801"/>
                </a:lnTo>
                <a:lnTo>
                  <a:pt x="168251" y="783518"/>
                </a:lnTo>
                <a:lnTo>
                  <a:pt x="167256" y="783230"/>
                </a:lnTo>
                <a:lnTo>
                  <a:pt x="166264" y="782936"/>
                </a:lnTo>
                <a:lnTo>
                  <a:pt x="165275" y="782637"/>
                </a:lnTo>
                <a:lnTo>
                  <a:pt x="164288" y="782332"/>
                </a:lnTo>
                <a:lnTo>
                  <a:pt x="163303" y="782021"/>
                </a:lnTo>
                <a:lnTo>
                  <a:pt x="162321" y="781705"/>
                </a:lnTo>
                <a:lnTo>
                  <a:pt x="161341" y="781383"/>
                </a:lnTo>
                <a:lnTo>
                  <a:pt x="160364" y="781056"/>
                </a:lnTo>
                <a:lnTo>
                  <a:pt x="159389" y="780723"/>
                </a:lnTo>
                <a:lnTo>
                  <a:pt x="158417" y="780385"/>
                </a:lnTo>
                <a:lnTo>
                  <a:pt x="157448" y="780042"/>
                </a:lnTo>
                <a:lnTo>
                  <a:pt x="156481" y="779693"/>
                </a:lnTo>
                <a:lnTo>
                  <a:pt x="155517" y="779338"/>
                </a:lnTo>
                <a:lnTo>
                  <a:pt x="154555" y="778978"/>
                </a:lnTo>
                <a:lnTo>
                  <a:pt x="153596" y="778613"/>
                </a:lnTo>
                <a:lnTo>
                  <a:pt x="152640" y="778242"/>
                </a:lnTo>
                <a:lnTo>
                  <a:pt x="151686" y="777866"/>
                </a:lnTo>
                <a:lnTo>
                  <a:pt x="150735" y="777485"/>
                </a:lnTo>
                <a:lnTo>
                  <a:pt x="149787" y="777099"/>
                </a:lnTo>
                <a:lnTo>
                  <a:pt x="148841" y="776707"/>
                </a:lnTo>
                <a:lnTo>
                  <a:pt x="147898" y="776310"/>
                </a:lnTo>
                <a:lnTo>
                  <a:pt x="146958" y="775907"/>
                </a:lnTo>
                <a:lnTo>
                  <a:pt x="146021" y="775499"/>
                </a:lnTo>
                <a:lnTo>
                  <a:pt x="145086" y="775087"/>
                </a:lnTo>
                <a:lnTo>
                  <a:pt x="144155" y="774669"/>
                </a:lnTo>
                <a:lnTo>
                  <a:pt x="143226" y="774245"/>
                </a:lnTo>
                <a:lnTo>
                  <a:pt x="142300" y="773817"/>
                </a:lnTo>
                <a:lnTo>
                  <a:pt x="141377" y="773383"/>
                </a:lnTo>
                <a:lnTo>
                  <a:pt x="140457" y="772945"/>
                </a:lnTo>
                <a:lnTo>
                  <a:pt x="139540" y="772501"/>
                </a:lnTo>
                <a:lnTo>
                  <a:pt x="138626" y="772052"/>
                </a:lnTo>
                <a:lnTo>
                  <a:pt x="137714" y="771598"/>
                </a:lnTo>
                <a:lnTo>
                  <a:pt x="136806" y="771139"/>
                </a:lnTo>
                <a:lnTo>
                  <a:pt x="135901" y="770675"/>
                </a:lnTo>
                <a:lnTo>
                  <a:pt x="134998" y="770206"/>
                </a:lnTo>
                <a:lnTo>
                  <a:pt x="134099" y="769732"/>
                </a:lnTo>
                <a:lnTo>
                  <a:pt x="133203" y="769253"/>
                </a:lnTo>
                <a:lnTo>
                  <a:pt x="132309" y="768769"/>
                </a:lnTo>
                <a:lnTo>
                  <a:pt x="131419" y="768280"/>
                </a:lnTo>
                <a:lnTo>
                  <a:pt x="130532" y="767786"/>
                </a:lnTo>
                <a:lnTo>
                  <a:pt x="129648" y="767287"/>
                </a:lnTo>
                <a:lnTo>
                  <a:pt x="128768" y="766784"/>
                </a:lnTo>
                <a:lnTo>
                  <a:pt x="127890" y="766275"/>
                </a:lnTo>
                <a:lnTo>
                  <a:pt x="127015" y="765762"/>
                </a:lnTo>
                <a:lnTo>
                  <a:pt x="126144" y="765244"/>
                </a:lnTo>
                <a:lnTo>
                  <a:pt x="125276" y="764721"/>
                </a:lnTo>
                <a:lnTo>
                  <a:pt x="124411" y="764193"/>
                </a:lnTo>
                <a:lnTo>
                  <a:pt x="123550" y="763660"/>
                </a:lnTo>
                <a:lnTo>
                  <a:pt x="122692" y="763123"/>
                </a:lnTo>
                <a:lnTo>
                  <a:pt x="121837" y="762581"/>
                </a:lnTo>
                <a:lnTo>
                  <a:pt x="120985" y="762034"/>
                </a:lnTo>
                <a:lnTo>
                  <a:pt x="120137" y="761483"/>
                </a:lnTo>
                <a:lnTo>
                  <a:pt x="119291" y="760927"/>
                </a:lnTo>
                <a:lnTo>
                  <a:pt x="118450" y="760366"/>
                </a:lnTo>
                <a:lnTo>
                  <a:pt x="117612" y="759800"/>
                </a:lnTo>
                <a:lnTo>
                  <a:pt x="116777" y="759230"/>
                </a:lnTo>
                <a:lnTo>
                  <a:pt x="115945" y="758655"/>
                </a:lnTo>
                <a:lnTo>
                  <a:pt x="115117" y="758076"/>
                </a:lnTo>
                <a:lnTo>
                  <a:pt x="114292" y="757492"/>
                </a:lnTo>
                <a:lnTo>
                  <a:pt x="113471" y="756904"/>
                </a:lnTo>
                <a:lnTo>
                  <a:pt x="112654" y="756311"/>
                </a:lnTo>
                <a:lnTo>
                  <a:pt x="111840" y="755713"/>
                </a:lnTo>
                <a:lnTo>
                  <a:pt x="111029" y="755111"/>
                </a:lnTo>
                <a:lnTo>
                  <a:pt x="110222" y="754505"/>
                </a:lnTo>
                <a:lnTo>
                  <a:pt x="109418" y="753894"/>
                </a:lnTo>
                <a:lnTo>
                  <a:pt x="108618" y="753279"/>
                </a:lnTo>
                <a:lnTo>
                  <a:pt x="107822" y="752659"/>
                </a:lnTo>
                <a:lnTo>
                  <a:pt x="107029" y="752035"/>
                </a:lnTo>
                <a:lnTo>
                  <a:pt x="106240" y="751406"/>
                </a:lnTo>
                <a:lnTo>
                  <a:pt x="105455" y="750773"/>
                </a:lnTo>
                <a:lnTo>
                  <a:pt x="104673" y="750136"/>
                </a:lnTo>
                <a:lnTo>
                  <a:pt x="103895" y="749494"/>
                </a:lnTo>
                <a:lnTo>
                  <a:pt x="103121" y="748848"/>
                </a:lnTo>
                <a:lnTo>
                  <a:pt x="102350" y="748198"/>
                </a:lnTo>
                <a:lnTo>
                  <a:pt x="101583" y="747543"/>
                </a:lnTo>
                <a:lnTo>
                  <a:pt x="100820" y="746885"/>
                </a:lnTo>
                <a:lnTo>
                  <a:pt x="100061" y="746221"/>
                </a:lnTo>
                <a:lnTo>
                  <a:pt x="99305" y="745554"/>
                </a:lnTo>
                <a:lnTo>
                  <a:pt x="98553" y="744883"/>
                </a:lnTo>
                <a:lnTo>
                  <a:pt x="97806" y="744207"/>
                </a:lnTo>
                <a:lnTo>
                  <a:pt x="97062" y="743527"/>
                </a:lnTo>
                <a:lnTo>
                  <a:pt x="96321" y="742843"/>
                </a:lnTo>
                <a:lnTo>
                  <a:pt x="95585" y="742155"/>
                </a:lnTo>
                <a:lnTo>
                  <a:pt x="94853" y="741463"/>
                </a:lnTo>
                <a:lnTo>
                  <a:pt x="94124" y="740767"/>
                </a:lnTo>
                <a:lnTo>
                  <a:pt x="93400" y="740066"/>
                </a:lnTo>
                <a:lnTo>
                  <a:pt x="92679" y="739362"/>
                </a:lnTo>
                <a:lnTo>
                  <a:pt x="91963" y="738653"/>
                </a:lnTo>
                <a:lnTo>
                  <a:pt x="91250" y="737941"/>
                </a:lnTo>
                <a:lnTo>
                  <a:pt x="90542" y="737224"/>
                </a:lnTo>
                <a:lnTo>
                  <a:pt x="89837" y="736504"/>
                </a:lnTo>
                <a:lnTo>
                  <a:pt x="89137" y="735779"/>
                </a:lnTo>
                <a:lnTo>
                  <a:pt x="88441" y="735051"/>
                </a:lnTo>
                <a:lnTo>
                  <a:pt x="87748" y="734318"/>
                </a:lnTo>
                <a:lnTo>
                  <a:pt x="87060" y="733582"/>
                </a:lnTo>
                <a:lnTo>
                  <a:pt x="86376" y="732842"/>
                </a:lnTo>
                <a:lnTo>
                  <a:pt x="85697" y="732098"/>
                </a:lnTo>
                <a:lnTo>
                  <a:pt x="85021" y="731350"/>
                </a:lnTo>
                <a:lnTo>
                  <a:pt x="84349" y="730598"/>
                </a:lnTo>
                <a:lnTo>
                  <a:pt x="83682" y="729843"/>
                </a:lnTo>
                <a:lnTo>
                  <a:pt x="83019" y="729084"/>
                </a:lnTo>
                <a:lnTo>
                  <a:pt x="82360" y="728320"/>
                </a:lnTo>
                <a:lnTo>
                  <a:pt x="81706" y="727554"/>
                </a:lnTo>
                <a:lnTo>
                  <a:pt x="81055" y="726783"/>
                </a:lnTo>
                <a:lnTo>
                  <a:pt x="80410" y="726009"/>
                </a:lnTo>
                <a:lnTo>
                  <a:pt x="79768" y="725230"/>
                </a:lnTo>
                <a:lnTo>
                  <a:pt x="79131" y="724449"/>
                </a:lnTo>
                <a:lnTo>
                  <a:pt x="78498" y="723663"/>
                </a:lnTo>
                <a:lnTo>
                  <a:pt x="77869" y="722874"/>
                </a:lnTo>
                <a:lnTo>
                  <a:pt x="77245" y="722081"/>
                </a:lnTo>
                <a:lnTo>
                  <a:pt x="76625" y="721285"/>
                </a:lnTo>
                <a:lnTo>
                  <a:pt x="76010" y="720485"/>
                </a:lnTo>
                <a:lnTo>
                  <a:pt x="75399" y="719682"/>
                </a:lnTo>
                <a:lnTo>
                  <a:pt x="74792" y="718875"/>
                </a:lnTo>
                <a:lnTo>
                  <a:pt x="74190" y="718064"/>
                </a:lnTo>
                <a:lnTo>
                  <a:pt x="73593" y="717250"/>
                </a:lnTo>
                <a:lnTo>
                  <a:pt x="73000" y="716432"/>
                </a:lnTo>
                <a:lnTo>
                  <a:pt x="72411" y="715611"/>
                </a:lnTo>
                <a:lnTo>
                  <a:pt x="71827" y="714787"/>
                </a:lnTo>
                <a:lnTo>
                  <a:pt x="71248" y="713958"/>
                </a:lnTo>
                <a:lnTo>
                  <a:pt x="70673" y="713127"/>
                </a:lnTo>
                <a:lnTo>
                  <a:pt x="70103" y="712292"/>
                </a:lnTo>
                <a:lnTo>
                  <a:pt x="69538" y="711454"/>
                </a:lnTo>
                <a:lnTo>
                  <a:pt x="68977" y="710612"/>
                </a:lnTo>
                <a:lnTo>
                  <a:pt x="68421" y="709767"/>
                </a:lnTo>
                <a:lnTo>
                  <a:pt x="67869" y="708919"/>
                </a:lnTo>
                <a:lnTo>
                  <a:pt x="67323" y="708067"/>
                </a:lnTo>
                <a:lnTo>
                  <a:pt x="66781" y="707212"/>
                </a:lnTo>
                <a:lnTo>
                  <a:pt x="66243" y="706354"/>
                </a:lnTo>
                <a:lnTo>
                  <a:pt x="65711" y="705492"/>
                </a:lnTo>
                <a:lnTo>
                  <a:pt x="65183" y="704627"/>
                </a:lnTo>
                <a:lnTo>
                  <a:pt x="64660" y="703759"/>
                </a:lnTo>
                <a:lnTo>
                  <a:pt x="64142" y="702888"/>
                </a:lnTo>
                <a:lnTo>
                  <a:pt x="63628" y="702014"/>
                </a:lnTo>
                <a:lnTo>
                  <a:pt x="63120" y="701136"/>
                </a:lnTo>
                <a:lnTo>
                  <a:pt x="62616" y="700255"/>
                </a:lnTo>
                <a:lnTo>
                  <a:pt x="62117" y="699371"/>
                </a:lnTo>
                <a:lnTo>
                  <a:pt x="61624" y="698484"/>
                </a:lnTo>
                <a:lnTo>
                  <a:pt x="61135" y="697594"/>
                </a:lnTo>
                <a:lnTo>
                  <a:pt x="60651" y="696701"/>
                </a:lnTo>
                <a:lnTo>
                  <a:pt x="60172" y="695805"/>
                </a:lnTo>
                <a:lnTo>
                  <a:pt x="59698" y="694906"/>
                </a:lnTo>
                <a:lnTo>
                  <a:pt x="59229" y="694003"/>
                </a:lnTo>
                <a:lnTo>
                  <a:pt x="58765" y="693098"/>
                </a:lnTo>
                <a:lnTo>
                  <a:pt x="58306" y="692189"/>
                </a:lnTo>
                <a:lnTo>
                  <a:pt x="57852" y="691278"/>
                </a:lnTo>
                <a:lnTo>
                  <a:pt x="57403" y="690364"/>
                </a:lnTo>
                <a:lnTo>
                  <a:pt x="56959" y="689447"/>
                </a:lnTo>
                <a:lnTo>
                  <a:pt x="56520" y="688527"/>
                </a:lnTo>
                <a:lnTo>
                  <a:pt x="56087" y="687604"/>
                </a:lnTo>
                <a:lnTo>
                  <a:pt x="55658" y="686678"/>
                </a:lnTo>
                <a:lnTo>
                  <a:pt x="55235" y="685749"/>
                </a:lnTo>
                <a:lnTo>
                  <a:pt x="54817" y="684817"/>
                </a:lnTo>
                <a:lnTo>
                  <a:pt x="54404" y="683883"/>
                </a:lnTo>
                <a:lnTo>
                  <a:pt x="53997" y="682946"/>
                </a:lnTo>
                <a:lnTo>
                  <a:pt x="53594" y="682006"/>
                </a:lnTo>
                <a:lnTo>
                  <a:pt x="53197" y="681063"/>
                </a:lnTo>
                <a:lnTo>
                  <a:pt x="52805" y="680117"/>
                </a:lnTo>
                <a:lnTo>
                  <a:pt x="52418" y="679169"/>
                </a:lnTo>
                <a:lnTo>
                  <a:pt x="52037" y="678218"/>
                </a:lnTo>
                <a:lnTo>
                  <a:pt x="51661" y="677264"/>
                </a:lnTo>
                <a:lnTo>
                  <a:pt x="51291" y="676308"/>
                </a:lnTo>
                <a:lnTo>
                  <a:pt x="50925" y="675349"/>
                </a:lnTo>
                <a:lnTo>
                  <a:pt x="50565" y="674387"/>
                </a:lnTo>
                <a:lnTo>
                  <a:pt x="50211" y="673423"/>
                </a:lnTo>
                <a:lnTo>
                  <a:pt x="49862" y="672456"/>
                </a:lnTo>
                <a:lnTo>
                  <a:pt x="49518" y="671486"/>
                </a:lnTo>
                <a:lnTo>
                  <a:pt x="49180" y="670514"/>
                </a:lnTo>
                <a:lnTo>
                  <a:pt x="48847" y="669540"/>
                </a:lnTo>
                <a:lnTo>
                  <a:pt x="48520" y="668563"/>
                </a:lnTo>
                <a:lnTo>
                  <a:pt x="48199" y="667583"/>
                </a:lnTo>
                <a:lnTo>
                  <a:pt x="47882" y="666601"/>
                </a:lnTo>
                <a:lnTo>
                  <a:pt x="47572" y="665616"/>
                </a:lnTo>
                <a:lnTo>
                  <a:pt x="47267" y="664629"/>
                </a:lnTo>
                <a:lnTo>
                  <a:pt x="46967" y="663640"/>
                </a:lnTo>
                <a:lnTo>
                  <a:pt x="46674" y="662648"/>
                </a:lnTo>
                <a:lnTo>
                  <a:pt x="46385" y="661653"/>
                </a:lnTo>
                <a:lnTo>
                  <a:pt x="46103" y="660657"/>
                </a:lnTo>
                <a:lnTo>
                  <a:pt x="45826" y="659657"/>
                </a:lnTo>
                <a:lnTo>
                  <a:pt x="45555" y="658656"/>
                </a:lnTo>
                <a:lnTo>
                  <a:pt x="45289" y="657652"/>
                </a:lnTo>
                <a:lnTo>
                  <a:pt x="45029" y="656646"/>
                </a:lnTo>
                <a:lnTo>
                  <a:pt x="44775" y="655638"/>
                </a:lnTo>
                <a:lnTo>
                  <a:pt x="44527" y="654627"/>
                </a:lnTo>
                <a:lnTo>
                  <a:pt x="44284" y="653614"/>
                </a:lnTo>
                <a:lnTo>
                  <a:pt x="44047" y="652599"/>
                </a:lnTo>
                <a:lnTo>
                  <a:pt x="43816" y="651582"/>
                </a:lnTo>
                <a:lnTo>
                  <a:pt x="43591" y="650562"/>
                </a:lnTo>
                <a:lnTo>
                  <a:pt x="43372" y="649540"/>
                </a:lnTo>
                <a:lnTo>
                  <a:pt x="43158" y="648517"/>
                </a:lnTo>
                <a:lnTo>
                  <a:pt x="42951" y="647490"/>
                </a:lnTo>
                <a:lnTo>
                  <a:pt x="42749" y="646462"/>
                </a:lnTo>
                <a:lnTo>
                  <a:pt x="42553" y="645432"/>
                </a:lnTo>
                <a:lnTo>
                  <a:pt x="42363" y="644400"/>
                </a:lnTo>
                <a:lnTo>
                  <a:pt x="42180" y="643365"/>
                </a:lnTo>
                <a:lnTo>
                  <a:pt x="42002" y="642329"/>
                </a:lnTo>
                <a:lnTo>
                  <a:pt x="41830" y="641290"/>
                </a:lnTo>
                <a:lnTo>
                  <a:pt x="41664" y="640250"/>
                </a:lnTo>
                <a:lnTo>
                  <a:pt x="41504" y="639207"/>
                </a:lnTo>
                <a:lnTo>
                  <a:pt x="41350" y="638163"/>
                </a:lnTo>
                <a:lnTo>
                  <a:pt x="41202" y="637116"/>
                </a:lnTo>
                <a:lnTo>
                  <a:pt x="41061" y="636068"/>
                </a:lnTo>
                <a:lnTo>
                  <a:pt x="40925" y="635017"/>
                </a:lnTo>
                <a:lnTo>
                  <a:pt x="40796" y="633965"/>
                </a:lnTo>
                <a:lnTo>
                  <a:pt x="40672" y="632911"/>
                </a:lnTo>
                <a:lnTo>
                  <a:pt x="40555" y="631855"/>
                </a:lnTo>
                <a:lnTo>
                  <a:pt x="40444" y="630797"/>
                </a:lnTo>
                <a:lnTo>
                  <a:pt x="40339" y="629737"/>
                </a:lnTo>
                <a:lnTo>
                  <a:pt x="40241" y="628676"/>
                </a:lnTo>
                <a:lnTo>
                  <a:pt x="40148" y="627613"/>
                </a:lnTo>
                <a:lnTo>
                  <a:pt x="40062" y="626548"/>
                </a:lnTo>
                <a:lnTo>
                  <a:pt x="39982" y="625481"/>
                </a:lnTo>
                <a:lnTo>
                  <a:pt x="39909" y="624412"/>
                </a:lnTo>
                <a:lnTo>
                  <a:pt x="39841" y="623342"/>
                </a:lnTo>
                <a:lnTo>
                  <a:pt x="39780" y="622270"/>
                </a:lnTo>
                <a:lnTo>
                  <a:pt x="39726" y="621196"/>
                </a:lnTo>
                <a:lnTo>
                  <a:pt x="39677" y="620121"/>
                </a:lnTo>
                <a:lnTo>
                  <a:pt x="39636" y="619044"/>
                </a:lnTo>
                <a:lnTo>
                  <a:pt x="39600" y="617965"/>
                </a:lnTo>
                <a:lnTo>
                  <a:pt x="39571" y="616885"/>
                </a:lnTo>
                <a:lnTo>
                  <a:pt x="39548" y="615803"/>
                </a:lnTo>
                <a:lnTo>
                  <a:pt x="39532" y="614720"/>
                </a:lnTo>
                <a:lnTo>
                  <a:pt x="39522" y="613635"/>
                </a:lnTo>
                <a:lnTo>
                  <a:pt x="39519" y="612548"/>
                </a:lnTo>
                <a:lnTo>
                  <a:pt x="19760" y="612548"/>
                </a:lnTo>
                <a:lnTo>
                  <a:pt x="19759" y="612548"/>
                </a:lnTo>
                <a:lnTo>
                  <a:pt x="19763" y="613751"/>
                </a:lnTo>
                <a:lnTo>
                  <a:pt x="19773" y="614952"/>
                </a:lnTo>
                <a:lnTo>
                  <a:pt x="19791" y="616151"/>
                </a:lnTo>
                <a:lnTo>
                  <a:pt x="19816" y="617349"/>
                </a:lnTo>
                <a:lnTo>
                  <a:pt x="19848" y="618545"/>
                </a:lnTo>
                <a:lnTo>
                  <a:pt x="19888" y="619739"/>
                </a:lnTo>
                <a:lnTo>
                  <a:pt x="19934" y="620931"/>
                </a:lnTo>
                <a:lnTo>
                  <a:pt x="19987" y="622122"/>
                </a:lnTo>
                <a:lnTo>
                  <a:pt x="20047" y="623310"/>
                </a:lnTo>
                <a:lnTo>
                  <a:pt x="20114" y="624497"/>
                </a:lnTo>
                <a:lnTo>
                  <a:pt x="20189" y="625682"/>
                </a:lnTo>
                <a:lnTo>
                  <a:pt x="20270" y="626865"/>
                </a:lnTo>
                <a:lnTo>
                  <a:pt x="20358" y="628046"/>
                </a:lnTo>
                <a:lnTo>
                  <a:pt x="20453" y="629226"/>
                </a:lnTo>
                <a:lnTo>
                  <a:pt x="20555" y="630403"/>
                </a:lnTo>
                <a:lnTo>
                  <a:pt x="20664" y="631578"/>
                </a:lnTo>
                <a:lnTo>
                  <a:pt x="20779" y="632751"/>
                </a:lnTo>
                <a:lnTo>
                  <a:pt x="20902" y="633922"/>
                </a:lnTo>
                <a:lnTo>
                  <a:pt x="21031" y="635092"/>
                </a:lnTo>
                <a:lnTo>
                  <a:pt x="21167" y="636259"/>
                </a:lnTo>
                <a:lnTo>
                  <a:pt x="21310" y="637424"/>
                </a:lnTo>
                <a:lnTo>
                  <a:pt x="21459" y="638587"/>
                </a:lnTo>
                <a:lnTo>
                  <a:pt x="21616" y="639747"/>
                </a:lnTo>
                <a:lnTo>
                  <a:pt x="21779" y="640906"/>
                </a:lnTo>
                <a:lnTo>
                  <a:pt x="21949" y="642063"/>
                </a:lnTo>
                <a:lnTo>
                  <a:pt x="22125" y="643217"/>
                </a:lnTo>
                <a:lnTo>
                  <a:pt x="22308" y="644369"/>
                </a:lnTo>
                <a:lnTo>
                  <a:pt x="22498" y="645519"/>
                </a:lnTo>
                <a:lnTo>
                  <a:pt x="22694" y="646667"/>
                </a:lnTo>
                <a:lnTo>
                  <a:pt x="22897" y="647812"/>
                </a:lnTo>
                <a:lnTo>
                  <a:pt x="23106" y="648955"/>
                </a:lnTo>
                <a:lnTo>
                  <a:pt x="23322" y="650096"/>
                </a:lnTo>
                <a:lnTo>
                  <a:pt x="23545" y="651234"/>
                </a:lnTo>
                <a:lnTo>
                  <a:pt x="23774" y="652371"/>
                </a:lnTo>
                <a:lnTo>
                  <a:pt x="24009" y="653504"/>
                </a:lnTo>
                <a:lnTo>
                  <a:pt x="24251" y="654636"/>
                </a:lnTo>
                <a:lnTo>
                  <a:pt x="24499" y="655765"/>
                </a:lnTo>
                <a:lnTo>
                  <a:pt x="24754" y="656891"/>
                </a:lnTo>
                <a:lnTo>
                  <a:pt x="25015" y="658016"/>
                </a:lnTo>
                <a:lnTo>
                  <a:pt x="25283" y="659137"/>
                </a:lnTo>
                <a:lnTo>
                  <a:pt x="25557" y="660256"/>
                </a:lnTo>
                <a:lnTo>
                  <a:pt x="25837" y="661373"/>
                </a:lnTo>
                <a:lnTo>
                  <a:pt x="26124" y="662487"/>
                </a:lnTo>
                <a:lnTo>
                  <a:pt x="26417" y="663599"/>
                </a:lnTo>
                <a:lnTo>
                  <a:pt x="26716" y="664708"/>
                </a:lnTo>
                <a:lnTo>
                  <a:pt x="27022" y="665814"/>
                </a:lnTo>
                <a:lnTo>
                  <a:pt x="27334" y="666918"/>
                </a:lnTo>
                <a:lnTo>
                  <a:pt x="27652" y="668019"/>
                </a:lnTo>
                <a:lnTo>
                  <a:pt x="27976" y="669118"/>
                </a:lnTo>
                <a:lnTo>
                  <a:pt x="28306" y="670214"/>
                </a:lnTo>
                <a:lnTo>
                  <a:pt x="28643" y="671307"/>
                </a:lnTo>
                <a:lnTo>
                  <a:pt x="28985" y="672398"/>
                </a:lnTo>
                <a:lnTo>
                  <a:pt x="29334" y="673485"/>
                </a:lnTo>
                <a:lnTo>
                  <a:pt x="29689" y="674571"/>
                </a:lnTo>
                <a:lnTo>
                  <a:pt x="30050" y="675653"/>
                </a:lnTo>
                <a:lnTo>
                  <a:pt x="30417" y="676732"/>
                </a:lnTo>
                <a:lnTo>
                  <a:pt x="30790" y="677809"/>
                </a:lnTo>
                <a:lnTo>
                  <a:pt x="31169" y="678883"/>
                </a:lnTo>
                <a:lnTo>
                  <a:pt x="31554" y="679954"/>
                </a:lnTo>
                <a:lnTo>
                  <a:pt x="31946" y="681022"/>
                </a:lnTo>
                <a:lnTo>
                  <a:pt x="32343" y="682087"/>
                </a:lnTo>
                <a:lnTo>
                  <a:pt x="32746" y="683150"/>
                </a:lnTo>
                <a:lnTo>
                  <a:pt x="33154" y="684209"/>
                </a:lnTo>
                <a:lnTo>
                  <a:pt x="33569" y="685265"/>
                </a:lnTo>
                <a:lnTo>
                  <a:pt x="33990" y="686319"/>
                </a:lnTo>
                <a:lnTo>
                  <a:pt x="34417" y="687369"/>
                </a:lnTo>
                <a:lnTo>
                  <a:pt x="34849" y="688417"/>
                </a:lnTo>
                <a:lnTo>
                  <a:pt x="35287" y="689461"/>
                </a:lnTo>
                <a:lnTo>
                  <a:pt x="35731" y="690503"/>
                </a:lnTo>
                <a:lnTo>
                  <a:pt x="36181" y="691541"/>
                </a:lnTo>
                <a:lnTo>
                  <a:pt x="36637" y="692576"/>
                </a:lnTo>
                <a:lnTo>
                  <a:pt x="37098" y="693609"/>
                </a:lnTo>
                <a:lnTo>
                  <a:pt x="37565" y="694638"/>
                </a:lnTo>
                <a:lnTo>
                  <a:pt x="38038" y="695663"/>
                </a:lnTo>
                <a:lnTo>
                  <a:pt x="38516" y="696686"/>
                </a:lnTo>
                <a:lnTo>
                  <a:pt x="39000" y="697706"/>
                </a:lnTo>
                <a:lnTo>
                  <a:pt x="39490" y="698722"/>
                </a:lnTo>
                <a:lnTo>
                  <a:pt x="39985" y="699735"/>
                </a:lnTo>
                <a:lnTo>
                  <a:pt x="40486" y="700745"/>
                </a:lnTo>
                <a:lnTo>
                  <a:pt x="40993" y="701751"/>
                </a:lnTo>
                <a:lnTo>
                  <a:pt x="41505" y="702755"/>
                </a:lnTo>
                <a:lnTo>
                  <a:pt x="42022" y="703754"/>
                </a:lnTo>
                <a:lnTo>
                  <a:pt x="42545" y="704751"/>
                </a:lnTo>
                <a:lnTo>
                  <a:pt x="43074" y="705744"/>
                </a:lnTo>
                <a:lnTo>
                  <a:pt x="43608" y="706734"/>
                </a:lnTo>
                <a:lnTo>
                  <a:pt x="44147" y="707721"/>
                </a:lnTo>
                <a:lnTo>
                  <a:pt x="44692" y="708704"/>
                </a:lnTo>
                <a:lnTo>
                  <a:pt x="45243" y="709683"/>
                </a:lnTo>
                <a:lnTo>
                  <a:pt x="45799" y="710659"/>
                </a:lnTo>
                <a:lnTo>
                  <a:pt x="46360" y="711632"/>
                </a:lnTo>
                <a:lnTo>
                  <a:pt x="46926" y="712601"/>
                </a:lnTo>
                <a:lnTo>
                  <a:pt x="47498" y="713567"/>
                </a:lnTo>
                <a:lnTo>
                  <a:pt x="48075" y="714529"/>
                </a:lnTo>
                <a:lnTo>
                  <a:pt x="48658" y="715488"/>
                </a:lnTo>
                <a:lnTo>
                  <a:pt x="49245" y="716443"/>
                </a:lnTo>
                <a:lnTo>
                  <a:pt x="49838" y="717394"/>
                </a:lnTo>
                <a:lnTo>
                  <a:pt x="50437" y="718342"/>
                </a:lnTo>
                <a:lnTo>
                  <a:pt x="51040" y="719286"/>
                </a:lnTo>
                <a:lnTo>
                  <a:pt x="51649" y="720227"/>
                </a:lnTo>
                <a:lnTo>
                  <a:pt x="52262" y="721163"/>
                </a:lnTo>
                <a:lnTo>
                  <a:pt x="52881" y="722097"/>
                </a:lnTo>
                <a:lnTo>
                  <a:pt x="53505" y="723026"/>
                </a:lnTo>
                <a:lnTo>
                  <a:pt x="54135" y="723952"/>
                </a:lnTo>
                <a:lnTo>
                  <a:pt x="54769" y="724874"/>
                </a:lnTo>
                <a:lnTo>
                  <a:pt x="55408" y="725792"/>
                </a:lnTo>
                <a:lnTo>
                  <a:pt x="56053" y="726706"/>
                </a:lnTo>
                <a:lnTo>
                  <a:pt x="56702" y="727617"/>
                </a:lnTo>
                <a:lnTo>
                  <a:pt x="57357" y="728523"/>
                </a:lnTo>
                <a:lnTo>
                  <a:pt x="58016" y="729426"/>
                </a:lnTo>
                <a:lnTo>
                  <a:pt x="58680" y="730325"/>
                </a:lnTo>
                <a:lnTo>
                  <a:pt x="59350" y="731220"/>
                </a:lnTo>
                <a:lnTo>
                  <a:pt x="60024" y="732111"/>
                </a:lnTo>
                <a:lnTo>
                  <a:pt x="60703" y="732998"/>
                </a:lnTo>
                <a:lnTo>
                  <a:pt x="61387" y="733882"/>
                </a:lnTo>
                <a:lnTo>
                  <a:pt x="62076" y="734761"/>
                </a:lnTo>
                <a:lnTo>
                  <a:pt x="62770" y="735636"/>
                </a:lnTo>
                <a:lnTo>
                  <a:pt x="63469" y="736507"/>
                </a:lnTo>
                <a:lnTo>
                  <a:pt x="64172" y="737374"/>
                </a:lnTo>
                <a:lnTo>
                  <a:pt x="64881" y="738238"/>
                </a:lnTo>
                <a:lnTo>
                  <a:pt x="65594" y="739097"/>
                </a:lnTo>
                <a:lnTo>
                  <a:pt x="66311" y="739952"/>
                </a:lnTo>
                <a:lnTo>
                  <a:pt x="67034" y="740802"/>
                </a:lnTo>
                <a:lnTo>
                  <a:pt x="67761" y="741649"/>
                </a:lnTo>
                <a:lnTo>
                  <a:pt x="68493" y="742492"/>
                </a:lnTo>
                <a:lnTo>
                  <a:pt x="69229" y="743330"/>
                </a:lnTo>
                <a:lnTo>
                  <a:pt x="69971" y="744164"/>
                </a:lnTo>
                <a:lnTo>
                  <a:pt x="70716" y="744994"/>
                </a:lnTo>
                <a:lnTo>
                  <a:pt x="71467" y="745820"/>
                </a:lnTo>
                <a:lnTo>
                  <a:pt x="72222" y="746641"/>
                </a:lnTo>
                <a:lnTo>
                  <a:pt x="72981" y="747458"/>
                </a:lnTo>
                <a:lnTo>
                  <a:pt x="73746" y="748271"/>
                </a:lnTo>
                <a:lnTo>
                  <a:pt x="74514" y="749079"/>
                </a:lnTo>
                <a:lnTo>
                  <a:pt x="75287" y="749884"/>
                </a:lnTo>
                <a:lnTo>
                  <a:pt x="76065" y="750683"/>
                </a:lnTo>
                <a:lnTo>
                  <a:pt x="76847" y="751479"/>
                </a:lnTo>
                <a:lnTo>
                  <a:pt x="77634" y="752270"/>
                </a:lnTo>
                <a:lnTo>
                  <a:pt x="78425" y="753056"/>
                </a:lnTo>
                <a:lnTo>
                  <a:pt x="79220" y="753838"/>
                </a:lnTo>
                <a:lnTo>
                  <a:pt x="80020" y="754616"/>
                </a:lnTo>
                <a:lnTo>
                  <a:pt x="80824" y="755389"/>
                </a:lnTo>
                <a:lnTo>
                  <a:pt x="81633" y="756158"/>
                </a:lnTo>
                <a:lnTo>
                  <a:pt x="82445" y="756922"/>
                </a:lnTo>
                <a:lnTo>
                  <a:pt x="83262" y="757682"/>
                </a:lnTo>
                <a:lnTo>
                  <a:pt x="84084" y="758437"/>
                </a:lnTo>
                <a:lnTo>
                  <a:pt x="84909" y="759187"/>
                </a:lnTo>
                <a:lnTo>
                  <a:pt x="85739" y="759933"/>
                </a:lnTo>
                <a:lnTo>
                  <a:pt x="86574" y="760674"/>
                </a:lnTo>
                <a:lnTo>
                  <a:pt x="87412" y="761411"/>
                </a:lnTo>
                <a:lnTo>
                  <a:pt x="88254" y="762142"/>
                </a:lnTo>
                <a:lnTo>
                  <a:pt x="89101" y="762870"/>
                </a:lnTo>
                <a:lnTo>
                  <a:pt x="89952" y="763592"/>
                </a:lnTo>
                <a:lnTo>
                  <a:pt x="90807" y="764310"/>
                </a:lnTo>
                <a:lnTo>
                  <a:pt x="91666" y="765023"/>
                </a:lnTo>
                <a:lnTo>
                  <a:pt x="92529" y="765731"/>
                </a:lnTo>
                <a:lnTo>
                  <a:pt x="93396" y="766435"/>
                </a:lnTo>
                <a:lnTo>
                  <a:pt x="94267" y="767133"/>
                </a:lnTo>
                <a:lnTo>
                  <a:pt x="95143" y="767827"/>
                </a:lnTo>
                <a:lnTo>
                  <a:pt x="96022" y="768516"/>
                </a:lnTo>
                <a:lnTo>
                  <a:pt x="96905" y="769200"/>
                </a:lnTo>
                <a:lnTo>
                  <a:pt x="97792" y="769879"/>
                </a:lnTo>
                <a:lnTo>
                  <a:pt x="98683" y="770554"/>
                </a:lnTo>
                <a:lnTo>
                  <a:pt x="99578" y="771223"/>
                </a:lnTo>
                <a:lnTo>
                  <a:pt x="100477" y="771887"/>
                </a:lnTo>
                <a:lnTo>
                  <a:pt x="101380" y="772547"/>
                </a:lnTo>
                <a:lnTo>
                  <a:pt x="102287" y="773201"/>
                </a:lnTo>
                <a:lnTo>
                  <a:pt x="103197" y="773851"/>
                </a:lnTo>
                <a:lnTo>
                  <a:pt x="104112" y="774495"/>
                </a:lnTo>
                <a:lnTo>
                  <a:pt x="105030" y="775134"/>
                </a:lnTo>
                <a:lnTo>
                  <a:pt x="105952" y="775769"/>
                </a:lnTo>
                <a:lnTo>
                  <a:pt x="106877" y="776398"/>
                </a:lnTo>
                <a:lnTo>
                  <a:pt x="107807" y="777022"/>
                </a:lnTo>
                <a:lnTo>
                  <a:pt x="108740" y="777641"/>
                </a:lnTo>
                <a:lnTo>
                  <a:pt x="109677" y="778255"/>
                </a:lnTo>
                <a:lnTo>
                  <a:pt x="110617" y="778863"/>
                </a:lnTo>
                <a:lnTo>
                  <a:pt x="111561" y="779467"/>
                </a:lnTo>
                <a:lnTo>
                  <a:pt x="112509" y="780065"/>
                </a:lnTo>
                <a:lnTo>
                  <a:pt x="113461" y="780658"/>
                </a:lnTo>
                <a:lnTo>
                  <a:pt x="114416" y="781246"/>
                </a:lnTo>
                <a:lnTo>
                  <a:pt x="115374" y="781828"/>
                </a:lnTo>
                <a:lnTo>
                  <a:pt x="116336" y="782405"/>
                </a:lnTo>
                <a:lnTo>
                  <a:pt x="117302" y="782977"/>
                </a:lnTo>
                <a:lnTo>
                  <a:pt x="118271" y="783544"/>
                </a:lnTo>
                <a:lnTo>
                  <a:pt x="119244" y="784105"/>
                </a:lnTo>
                <a:lnTo>
                  <a:pt x="120220" y="784661"/>
                </a:lnTo>
                <a:lnTo>
                  <a:pt x="121200" y="785211"/>
                </a:lnTo>
                <a:lnTo>
                  <a:pt x="122183" y="785756"/>
                </a:lnTo>
                <a:lnTo>
                  <a:pt x="123169" y="786295"/>
                </a:lnTo>
                <a:lnTo>
                  <a:pt x="124159" y="786830"/>
                </a:lnTo>
                <a:lnTo>
                  <a:pt x="125152" y="787358"/>
                </a:lnTo>
                <a:lnTo>
                  <a:pt x="126149" y="787881"/>
                </a:lnTo>
                <a:lnTo>
                  <a:pt x="127149" y="788399"/>
                </a:lnTo>
                <a:lnTo>
                  <a:pt x="128152" y="788911"/>
                </a:lnTo>
                <a:lnTo>
                  <a:pt x="129159" y="789417"/>
                </a:lnTo>
                <a:lnTo>
                  <a:pt x="130168" y="789918"/>
                </a:lnTo>
                <a:lnTo>
                  <a:pt x="131181" y="790414"/>
                </a:lnTo>
                <a:lnTo>
                  <a:pt x="132198" y="790903"/>
                </a:lnTo>
                <a:lnTo>
                  <a:pt x="133217" y="791387"/>
                </a:lnTo>
                <a:lnTo>
                  <a:pt x="134240" y="791866"/>
                </a:lnTo>
                <a:lnTo>
                  <a:pt x="135266" y="792338"/>
                </a:lnTo>
                <a:lnTo>
                  <a:pt x="136295" y="792805"/>
                </a:lnTo>
                <a:lnTo>
                  <a:pt x="137327" y="793267"/>
                </a:lnTo>
                <a:lnTo>
                  <a:pt x="138362" y="793722"/>
                </a:lnTo>
                <a:lnTo>
                  <a:pt x="139401" y="794172"/>
                </a:lnTo>
                <a:lnTo>
                  <a:pt x="140442" y="794616"/>
                </a:lnTo>
                <a:lnTo>
                  <a:pt x="141486" y="795054"/>
                </a:lnTo>
                <a:lnTo>
                  <a:pt x="142534" y="795487"/>
                </a:lnTo>
                <a:lnTo>
                  <a:pt x="143584" y="795913"/>
                </a:lnTo>
                <a:lnTo>
                  <a:pt x="144638" y="796334"/>
                </a:lnTo>
                <a:lnTo>
                  <a:pt x="145694" y="796749"/>
                </a:lnTo>
                <a:lnTo>
                  <a:pt x="146754" y="797158"/>
                </a:lnTo>
                <a:lnTo>
                  <a:pt x="147816" y="797561"/>
                </a:lnTo>
                <a:lnTo>
                  <a:pt x="148881" y="797958"/>
                </a:lnTo>
                <a:lnTo>
                  <a:pt x="149950" y="798349"/>
                </a:lnTo>
                <a:lnTo>
                  <a:pt x="151021" y="798734"/>
                </a:lnTo>
                <a:lnTo>
                  <a:pt x="152094" y="799113"/>
                </a:lnTo>
                <a:lnTo>
                  <a:pt x="153171" y="799486"/>
                </a:lnTo>
                <a:lnTo>
                  <a:pt x="154251" y="799853"/>
                </a:lnTo>
                <a:lnTo>
                  <a:pt x="155333" y="800214"/>
                </a:lnTo>
                <a:lnTo>
                  <a:pt x="156418" y="800569"/>
                </a:lnTo>
                <a:lnTo>
                  <a:pt x="157506" y="800918"/>
                </a:lnTo>
                <a:lnTo>
                  <a:pt x="158596" y="801261"/>
                </a:lnTo>
                <a:lnTo>
                  <a:pt x="159689" y="801597"/>
                </a:lnTo>
                <a:lnTo>
                  <a:pt x="160785" y="801928"/>
                </a:lnTo>
                <a:lnTo>
                  <a:pt x="161884" y="802252"/>
                </a:lnTo>
                <a:lnTo>
                  <a:pt x="162985" y="802570"/>
                </a:lnTo>
                <a:lnTo>
                  <a:pt x="164089" y="802882"/>
                </a:lnTo>
                <a:lnTo>
                  <a:pt x="165196" y="803187"/>
                </a:lnTo>
                <a:lnTo>
                  <a:pt x="166305" y="803486"/>
                </a:lnTo>
                <a:lnTo>
                  <a:pt x="167416" y="803779"/>
                </a:lnTo>
                <a:lnTo>
                  <a:pt x="168530" y="804066"/>
                </a:lnTo>
                <a:lnTo>
                  <a:pt x="169647" y="804346"/>
                </a:lnTo>
                <a:lnTo>
                  <a:pt x="170766" y="804620"/>
                </a:lnTo>
                <a:lnTo>
                  <a:pt x="171888" y="804888"/>
                </a:lnTo>
                <a:lnTo>
                  <a:pt x="173012" y="805149"/>
                </a:lnTo>
                <a:lnTo>
                  <a:pt x="174139" y="805404"/>
                </a:lnTo>
                <a:lnTo>
                  <a:pt x="175268" y="805652"/>
                </a:lnTo>
                <a:lnTo>
                  <a:pt x="176399" y="805894"/>
                </a:lnTo>
                <a:lnTo>
                  <a:pt x="177533" y="806130"/>
                </a:lnTo>
                <a:lnTo>
                  <a:pt x="178669" y="806359"/>
                </a:lnTo>
                <a:lnTo>
                  <a:pt x="179807" y="806581"/>
                </a:lnTo>
                <a:lnTo>
                  <a:pt x="180948" y="806797"/>
                </a:lnTo>
                <a:lnTo>
                  <a:pt x="182091" y="807007"/>
                </a:lnTo>
                <a:lnTo>
                  <a:pt x="183237" y="807210"/>
                </a:lnTo>
                <a:lnTo>
                  <a:pt x="184384" y="807406"/>
                </a:lnTo>
                <a:lnTo>
                  <a:pt x="185534" y="807595"/>
                </a:lnTo>
                <a:lnTo>
                  <a:pt x="186686" y="807778"/>
                </a:lnTo>
                <a:lnTo>
                  <a:pt x="187841" y="807955"/>
                </a:lnTo>
                <a:lnTo>
                  <a:pt x="188997" y="808125"/>
                </a:lnTo>
                <a:lnTo>
                  <a:pt x="190156" y="808288"/>
                </a:lnTo>
                <a:lnTo>
                  <a:pt x="191317" y="808444"/>
                </a:lnTo>
                <a:lnTo>
                  <a:pt x="192480" y="808593"/>
                </a:lnTo>
                <a:lnTo>
                  <a:pt x="193645" y="808736"/>
                </a:lnTo>
                <a:lnTo>
                  <a:pt x="194812" y="808872"/>
                </a:lnTo>
                <a:lnTo>
                  <a:pt x="195981" y="809002"/>
                </a:lnTo>
                <a:lnTo>
                  <a:pt x="197152" y="809124"/>
                </a:lnTo>
                <a:lnTo>
                  <a:pt x="198325" y="809240"/>
                </a:lnTo>
                <a:lnTo>
                  <a:pt x="199501" y="809348"/>
                </a:lnTo>
                <a:lnTo>
                  <a:pt x="200678" y="809450"/>
                </a:lnTo>
                <a:lnTo>
                  <a:pt x="201857" y="809545"/>
                </a:lnTo>
                <a:lnTo>
                  <a:pt x="203038" y="809633"/>
                </a:lnTo>
                <a:lnTo>
                  <a:pt x="204221" y="809715"/>
                </a:lnTo>
                <a:lnTo>
                  <a:pt x="205406" y="809789"/>
                </a:lnTo>
                <a:lnTo>
                  <a:pt x="206593" y="809856"/>
                </a:lnTo>
                <a:lnTo>
                  <a:pt x="207782" y="809916"/>
                </a:lnTo>
                <a:lnTo>
                  <a:pt x="208972" y="809970"/>
                </a:lnTo>
                <a:lnTo>
                  <a:pt x="210164" y="810016"/>
                </a:lnTo>
                <a:lnTo>
                  <a:pt x="211358" y="810055"/>
                </a:lnTo>
                <a:lnTo>
                  <a:pt x="212554" y="810087"/>
                </a:lnTo>
                <a:lnTo>
                  <a:pt x="213752" y="810112"/>
                </a:lnTo>
                <a:lnTo>
                  <a:pt x="214951" y="810130"/>
                </a:lnTo>
                <a:lnTo>
                  <a:pt x="216152" y="810141"/>
                </a:lnTo>
                <a:lnTo>
                  <a:pt x="217355" y="810144"/>
                </a:lnTo>
                <a:lnTo>
                  <a:pt x="217356" y="810144"/>
                </a:lnTo>
                <a:lnTo>
                  <a:pt x="217356" y="810144"/>
                </a:lnTo>
                <a:close/>
                <a:moveTo>
                  <a:pt x="929904" y="810141"/>
                </a:moveTo>
                <a:lnTo>
                  <a:pt x="931105" y="810130"/>
                </a:lnTo>
                <a:lnTo>
                  <a:pt x="932305" y="810112"/>
                </a:lnTo>
                <a:lnTo>
                  <a:pt x="933502" y="810087"/>
                </a:lnTo>
                <a:lnTo>
                  <a:pt x="934698" y="810055"/>
                </a:lnTo>
                <a:lnTo>
                  <a:pt x="935892" y="810016"/>
                </a:lnTo>
                <a:lnTo>
                  <a:pt x="937085" y="809970"/>
                </a:lnTo>
                <a:lnTo>
                  <a:pt x="938275" y="809916"/>
                </a:lnTo>
                <a:lnTo>
                  <a:pt x="939464" y="809856"/>
                </a:lnTo>
                <a:lnTo>
                  <a:pt x="940650" y="809789"/>
                </a:lnTo>
                <a:lnTo>
                  <a:pt x="941835" y="809715"/>
                </a:lnTo>
                <a:lnTo>
                  <a:pt x="943018" y="809633"/>
                </a:lnTo>
                <a:lnTo>
                  <a:pt x="944200" y="809545"/>
                </a:lnTo>
                <a:lnTo>
                  <a:pt x="945379" y="809450"/>
                </a:lnTo>
                <a:lnTo>
                  <a:pt x="946556" y="809348"/>
                </a:lnTo>
                <a:lnTo>
                  <a:pt x="947731" y="809240"/>
                </a:lnTo>
                <a:lnTo>
                  <a:pt x="948904" y="809124"/>
                </a:lnTo>
                <a:lnTo>
                  <a:pt x="950076" y="809002"/>
                </a:lnTo>
                <a:lnTo>
                  <a:pt x="951245" y="808872"/>
                </a:lnTo>
                <a:lnTo>
                  <a:pt x="952412" y="808736"/>
                </a:lnTo>
                <a:lnTo>
                  <a:pt x="953577" y="808593"/>
                </a:lnTo>
                <a:lnTo>
                  <a:pt x="954740" y="808444"/>
                </a:lnTo>
                <a:lnTo>
                  <a:pt x="955901" y="808288"/>
                </a:lnTo>
                <a:lnTo>
                  <a:pt x="957059" y="808125"/>
                </a:lnTo>
                <a:lnTo>
                  <a:pt x="958216" y="807955"/>
                </a:lnTo>
                <a:lnTo>
                  <a:pt x="959370" y="807778"/>
                </a:lnTo>
                <a:lnTo>
                  <a:pt x="960522" y="807595"/>
                </a:lnTo>
                <a:lnTo>
                  <a:pt x="961672" y="807406"/>
                </a:lnTo>
                <a:lnTo>
                  <a:pt x="962820" y="807210"/>
                </a:lnTo>
                <a:lnTo>
                  <a:pt x="963965" y="807007"/>
                </a:lnTo>
                <a:lnTo>
                  <a:pt x="965108" y="806797"/>
                </a:lnTo>
                <a:lnTo>
                  <a:pt x="966249" y="806581"/>
                </a:lnTo>
                <a:lnTo>
                  <a:pt x="967388" y="806359"/>
                </a:lnTo>
                <a:lnTo>
                  <a:pt x="968524" y="806130"/>
                </a:lnTo>
                <a:lnTo>
                  <a:pt x="969658" y="805894"/>
                </a:lnTo>
                <a:lnTo>
                  <a:pt x="970789" y="805652"/>
                </a:lnTo>
                <a:lnTo>
                  <a:pt x="971918" y="805404"/>
                </a:lnTo>
                <a:lnTo>
                  <a:pt x="973045" y="805149"/>
                </a:lnTo>
                <a:lnTo>
                  <a:pt x="974169" y="804888"/>
                </a:lnTo>
                <a:lnTo>
                  <a:pt x="975291" y="804620"/>
                </a:lnTo>
                <a:lnTo>
                  <a:pt x="976410" y="804346"/>
                </a:lnTo>
                <a:lnTo>
                  <a:pt x="977526" y="804066"/>
                </a:lnTo>
                <a:lnTo>
                  <a:pt x="978641" y="803779"/>
                </a:lnTo>
                <a:lnTo>
                  <a:pt x="979752" y="803486"/>
                </a:lnTo>
                <a:lnTo>
                  <a:pt x="980861" y="803187"/>
                </a:lnTo>
                <a:lnTo>
                  <a:pt x="981968" y="802882"/>
                </a:lnTo>
                <a:lnTo>
                  <a:pt x="983072" y="802570"/>
                </a:lnTo>
                <a:lnTo>
                  <a:pt x="984173" y="802252"/>
                </a:lnTo>
                <a:lnTo>
                  <a:pt x="985271" y="801928"/>
                </a:lnTo>
                <a:lnTo>
                  <a:pt x="986367" y="801597"/>
                </a:lnTo>
                <a:lnTo>
                  <a:pt x="987460" y="801261"/>
                </a:lnTo>
                <a:lnTo>
                  <a:pt x="988551" y="800918"/>
                </a:lnTo>
                <a:lnTo>
                  <a:pt x="989639" y="800569"/>
                </a:lnTo>
                <a:lnTo>
                  <a:pt x="990724" y="800214"/>
                </a:lnTo>
                <a:lnTo>
                  <a:pt x="991806" y="799853"/>
                </a:lnTo>
                <a:lnTo>
                  <a:pt x="992886" y="799486"/>
                </a:lnTo>
                <a:lnTo>
                  <a:pt x="993962" y="799113"/>
                </a:lnTo>
                <a:lnTo>
                  <a:pt x="995036" y="798734"/>
                </a:lnTo>
                <a:lnTo>
                  <a:pt x="996107" y="798349"/>
                </a:lnTo>
                <a:lnTo>
                  <a:pt x="997175" y="797958"/>
                </a:lnTo>
                <a:lnTo>
                  <a:pt x="998241" y="797561"/>
                </a:lnTo>
                <a:lnTo>
                  <a:pt x="999303" y="797158"/>
                </a:lnTo>
                <a:lnTo>
                  <a:pt x="1000362" y="796749"/>
                </a:lnTo>
                <a:lnTo>
                  <a:pt x="1001419" y="796334"/>
                </a:lnTo>
                <a:lnTo>
                  <a:pt x="1002472" y="795913"/>
                </a:lnTo>
                <a:lnTo>
                  <a:pt x="1003523" y="795487"/>
                </a:lnTo>
                <a:lnTo>
                  <a:pt x="1004570" y="795054"/>
                </a:lnTo>
                <a:lnTo>
                  <a:pt x="1005615" y="794616"/>
                </a:lnTo>
                <a:lnTo>
                  <a:pt x="1006656" y="794172"/>
                </a:lnTo>
                <a:lnTo>
                  <a:pt x="1007695" y="793722"/>
                </a:lnTo>
                <a:lnTo>
                  <a:pt x="1008730" y="793267"/>
                </a:lnTo>
                <a:lnTo>
                  <a:pt x="1009762" y="792805"/>
                </a:lnTo>
                <a:lnTo>
                  <a:pt x="1010791" y="792338"/>
                </a:lnTo>
                <a:lnTo>
                  <a:pt x="1011817" y="791866"/>
                </a:lnTo>
                <a:lnTo>
                  <a:pt x="1012840" y="791387"/>
                </a:lnTo>
                <a:lnTo>
                  <a:pt x="1013859" y="790903"/>
                </a:lnTo>
                <a:lnTo>
                  <a:pt x="1014875" y="790414"/>
                </a:lnTo>
                <a:lnTo>
                  <a:pt x="1015888" y="789918"/>
                </a:lnTo>
                <a:lnTo>
                  <a:pt x="1016898" y="789417"/>
                </a:lnTo>
                <a:lnTo>
                  <a:pt x="1017905" y="788911"/>
                </a:lnTo>
                <a:lnTo>
                  <a:pt x="1018908" y="788399"/>
                </a:lnTo>
                <a:lnTo>
                  <a:pt x="1019908" y="787881"/>
                </a:lnTo>
                <a:lnTo>
                  <a:pt x="1020904" y="787358"/>
                </a:lnTo>
                <a:lnTo>
                  <a:pt x="1021898" y="786830"/>
                </a:lnTo>
                <a:lnTo>
                  <a:pt x="1022888" y="786295"/>
                </a:lnTo>
                <a:lnTo>
                  <a:pt x="1023874" y="785756"/>
                </a:lnTo>
                <a:lnTo>
                  <a:pt x="1024857" y="785211"/>
                </a:lnTo>
                <a:lnTo>
                  <a:pt x="1025837" y="784661"/>
                </a:lnTo>
                <a:lnTo>
                  <a:pt x="1026813" y="784105"/>
                </a:lnTo>
                <a:lnTo>
                  <a:pt x="1027785" y="783544"/>
                </a:lnTo>
                <a:lnTo>
                  <a:pt x="1028755" y="782977"/>
                </a:lnTo>
                <a:lnTo>
                  <a:pt x="1029720" y="782405"/>
                </a:lnTo>
                <a:lnTo>
                  <a:pt x="1030683" y="781828"/>
                </a:lnTo>
                <a:lnTo>
                  <a:pt x="1031641" y="781246"/>
                </a:lnTo>
                <a:lnTo>
                  <a:pt x="1032596" y="780658"/>
                </a:lnTo>
                <a:lnTo>
                  <a:pt x="1033548" y="780065"/>
                </a:lnTo>
                <a:lnTo>
                  <a:pt x="1034495" y="779467"/>
                </a:lnTo>
                <a:lnTo>
                  <a:pt x="1035439" y="778863"/>
                </a:lnTo>
                <a:lnTo>
                  <a:pt x="1036380" y="778255"/>
                </a:lnTo>
                <a:lnTo>
                  <a:pt x="1037317" y="777641"/>
                </a:lnTo>
                <a:lnTo>
                  <a:pt x="1038250" y="777022"/>
                </a:lnTo>
                <a:lnTo>
                  <a:pt x="1039179" y="776398"/>
                </a:lnTo>
                <a:lnTo>
                  <a:pt x="1040105" y="775769"/>
                </a:lnTo>
                <a:lnTo>
                  <a:pt x="1041027" y="775134"/>
                </a:lnTo>
                <a:lnTo>
                  <a:pt x="1041945" y="774495"/>
                </a:lnTo>
                <a:lnTo>
                  <a:pt x="1042859" y="773851"/>
                </a:lnTo>
                <a:lnTo>
                  <a:pt x="1043770" y="773201"/>
                </a:lnTo>
                <a:lnTo>
                  <a:pt x="1044677" y="772547"/>
                </a:lnTo>
                <a:lnTo>
                  <a:pt x="1045579" y="771887"/>
                </a:lnTo>
                <a:lnTo>
                  <a:pt x="1046478" y="771223"/>
                </a:lnTo>
                <a:lnTo>
                  <a:pt x="1047373" y="770554"/>
                </a:lnTo>
                <a:lnTo>
                  <a:pt x="1048265" y="769879"/>
                </a:lnTo>
                <a:lnTo>
                  <a:pt x="1049152" y="769200"/>
                </a:lnTo>
                <a:lnTo>
                  <a:pt x="1050035" y="768516"/>
                </a:lnTo>
                <a:lnTo>
                  <a:pt x="1050914" y="767827"/>
                </a:lnTo>
                <a:lnTo>
                  <a:pt x="1051789" y="767133"/>
                </a:lnTo>
                <a:lnTo>
                  <a:pt x="1052661" y="766435"/>
                </a:lnTo>
                <a:lnTo>
                  <a:pt x="1053528" y="765731"/>
                </a:lnTo>
                <a:lnTo>
                  <a:pt x="1054391" y="765023"/>
                </a:lnTo>
                <a:lnTo>
                  <a:pt x="1055250" y="764310"/>
                </a:lnTo>
                <a:lnTo>
                  <a:pt x="1056105" y="763592"/>
                </a:lnTo>
                <a:lnTo>
                  <a:pt x="1056956" y="762870"/>
                </a:lnTo>
                <a:lnTo>
                  <a:pt x="1057802" y="762142"/>
                </a:lnTo>
                <a:lnTo>
                  <a:pt x="1058645" y="761411"/>
                </a:lnTo>
                <a:lnTo>
                  <a:pt x="1059483" y="760674"/>
                </a:lnTo>
                <a:lnTo>
                  <a:pt x="1060317" y="759933"/>
                </a:lnTo>
                <a:lnTo>
                  <a:pt x="1061147" y="759187"/>
                </a:lnTo>
                <a:lnTo>
                  <a:pt x="1061973" y="758437"/>
                </a:lnTo>
                <a:lnTo>
                  <a:pt x="1062794" y="757682"/>
                </a:lnTo>
                <a:lnTo>
                  <a:pt x="1063611" y="756922"/>
                </a:lnTo>
                <a:lnTo>
                  <a:pt x="1064424" y="756158"/>
                </a:lnTo>
                <a:lnTo>
                  <a:pt x="1065233" y="755389"/>
                </a:lnTo>
                <a:lnTo>
                  <a:pt x="1066037" y="754616"/>
                </a:lnTo>
                <a:lnTo>
                  <a:pt x="1066837" y="753838"/>
                </a:lnTo>
                <a:lnTo>
                  <a:pt x="1067632" y="753056"/>
                </a:lnTo>
                <a:lnTo>
                  <a:pt x="1068423" y="752270"/>
                </a:lnTo>
                <a:lnTo>
                  <a:pt x="1069210" y="751479"/>
                </a:lnTo>
                <a:lnTo>
                  <a:pt x="1069992" y="750683"/>
                </a:lnTo>
                <a:lnTo>
                  <a:pt x="1070769" y="749884"/>
                </a:lnTo>
                <a:lnTo>
                  <a:pt x="1071542" y="749079"/>
                </a:lnTo>
                <a:lnTo>
                  <a:pt x="1072311" y="748271"/>
                </a:lnTo>
                <a:lnTo>
                  <a:pt x="1073075" y="747458"/>
                </a:lnTo>
                <a:lnTo>
                  <a:pt x="1073835" y="746641"/>
                </a:lnTo>
                <a:lnTo>
                  <a:pt x="1074590" y="745820"/>
                </a:lnTo>
                <a:lnTo>
                  <a:pt x="1075340" y="744994"/>
                </a:lnTo>
                <a:lnTo>
                  <a:pt x="1076086" y="744164"/>
                </a:lnTo>
                <a:lnTo>
                  <a:pt x="1076827" y="743330"/>
                </a:lnTo>
                <a:lnTo>
                  <a:pt x="1077564" y="742492"/>
                </a:lnTo>
                <a:lnTo>
                  <a:pt x="1078296" y="741649"/>
                </a:lnTo>
                <a:lnTo>
                  <a:pt x="1079023" y="740802"/>
                </a:lnTo>
                <a:lnTo>
                  <a:pt x="1079745" y="739952"/>
                </a:lnTo>
                <a:lnTo>
                  <a:pt x="1080463" y="739097"/>
                </a:lnTo>
                <a:lnTo>
                  <a:pt x="1081176" y="738238"/>
                </a:lnTo>
                <a:lnTo>
                  <a:pt x="1081884" y="737374"/>
                </a:lnTo>
                <a:lnTo>
                  <a:pt x="1082588" y="736507"/>
                </a:lnTo>
                <a:lnTo>
                  <a:pt x="1083287" y="735636"/>
                </a:lnTo>
                <a:lnTo>
                  <a:pt x="1083980" y="734761"/>
                </a:lnTo>
                <a:lnTo>
                  <a:pt x="1084669" y="733882"/>
                </a:lnTo>
                <a:lnTo>
                  <a:pt x="1085353" y="732998"/>
                </a:lnTo>
                <a:lnTo>
                  <a:pt x="1086033" y="732111"/>
                </a:lnTo>
                <a:lnTo>
                  <a:pt x="1086707" y="731220"/>
                </a:lnTo>
                <a:lnTo>
                  <a:pt x="1087376" y="730325"/>
                </a:lnTo>
                <a:lnTo>
                  <a:pt x="1088041" y="729426"/>
                </a:lnTo>
                <a:lnTo>
                  <a:pt x="1088700" y="728523"/>
                </a:lnTo>
                <a:lnTo>
                  <a:pt x="1089355" y="727617"/>
                </a:lnTo>
                <a:lnTo>
                  <a:pt x="1090004" y="726706"/>
                </a:lnTo>
                <a:lnTo>
                  <a:pt x="1090648" y="725792"/>
                </a:lnTo>
                <a:lnTo>
                  <a:pt x="1091288" y="724874"/>
                </a:lnTo>
                <a:lnTo>
                  <a:pt x="1091922" y="723952"/>
                </a:lnTo>
                <a:lnTo>
                  <a:pt x="1092551" y="723026"/>
                </a:lnTo>
                <a:lnTo>
                  <a:pt x="1093175" y="722097"/>
                </a:lnTo>
                <a:lnTo>
                  <a:pt x="1093794" y="721163"/>
                </a:lnTo>
                <a:lnTo>
                  <a:pt x="1094408" y="720227"/>
                </a:lnTo>
                <a:lnTo>
                  <a:pt x="1095017" y="719286"/>
                </a:lnTo>
                <a:lnTo>
                  <a:pt x="1095620" y="718342"/>
                </a:lnTo>
                <a:lnTo>
                  <a:pt x="1096218" y="717394"/>
                </a:lnTo>
                <a:lnTo>
                  <a:pt x="1096811" y="716443"/>
                </a:lnTo>
                <a:lnTo>
                  <a:pt x="1097399" y="715488"/>
                </a:lnTo>
                <a:lnTo>
                  <a:pt x="1097981" y="714529"/>
                </a:lnTo>
                <a:lnTo>
                  <a:pt x="1098559" y="713567"/>
                </a:lnTo>
                <a:lnTo>
                  <a:pt x="1099130" y="712601"/>
                </a:lnTo>
                <a:lnTo>
                  <a:pt x="1099697" y="711632"/>
                </a:lnTo>
                <a:lnTo>
                  <a:pt x="1100258" y="710659"/>
                </a:lnTo>
                <a:lnTo>
                  <a:pt x="1100814" y="709683"/>
                </a:lnTo>
                <a:lnTo>
                  <a:pt x="1101364" y="708704"/>
                </a:lnTo>
                <a:lnTo>
                  <a:pt x="1101909" y="707721"/>
                </a:lnTo>
                <a:lnTo>
                  <a:pt x="1102449" y="706734"/>
                </a:lnTo>
                <a:lnTo>
                  <a:pt x="1102983" y="705744"/>
                </a:lnTo>
                <a:lnTo>
                  <a:pt x="1103511" y="704751"/>
                </a:lnTo>
                <a:lnTo>
                  <a:pt x="1104034" y="703754"/>
                </a:lnTo>
                <a:lnTo>
                  <a:pt x="1104552" y="702755"/>
                </a:lnTo>
                <a:lnTo>
                  <a:pt x="1105064" y="701751"/>
                </a:lnTo>
                <a:lnTo>
                  <a:pt x="1105571" y="700745"/>
                </a:lnTo>
                <a:lnTo>
                  <a:pt x="1106071" y="699735"/>
                </a:lnTo>
                <a:lnTo>
                  <a:pt x="1106567" y="698722"/>
                </a:lnTo>
                <a:lnTo>
                  <a:pt x="1107057" y="697706"/>
                </a:lnTo>
                <a:lnTo>
                  <a:pt x="1107541" y="696686"/>
                </a:lnTo>
                <a:lnTo>
                  <a:pt x="1108019" y="695663"/>
                </a:lnTo>
                <a:lnTo>
                  <a:pt x="1108492" y="694638"/>
                </a:lnTo>
                <a:lnTo>
                  <a:pt x="1108959" y="693609"/>
                </a:lnTo>
                <a:lnTo>
                  <a:pt x="1109420" y="692576"/>
                </a:lnTo>
                <a:lnTo>
                  <a:pt x="1109876" y="691541"/>
                </a:lnTo>
                <a:lnTo>
                  <a:pt x="1110325" y="690503"/>
                </a:lnTo>
                <a:lnTo>
                  <a:pt x="1110769" y="689461"/>
                </a:lnTo>
                <a:lnTo>
                  <a:pt x="1111208" y="688417"/>
                </a:lnTo>
                <a:lnTo>
                  <a:pt x="1111640" y="687369"/>
                </a:lnTo>
                <a:lnTo>
                  <a:pt x="1112067" y="686319"/>
                </a:lnTo>
                <a:lnTo>
                  <a:pt x="1112487" y="685265"/>
                </a:lnTo>
                <a:lnTo>
                  <a:pt x="1112902" y="684209"/>
                </a:lnTo>
                <a:lnTo>
                  <a:pt x="1113311" y="683150"/>
                </a:lnTo>
                <a:lnTo>
                  <a:pt x="1113714" y="682087"/>
                </a:lnTo>
                <a:lnTo>
                  <a:pt x="1114111" y="681022"/>
                </a:lnTo>
                <a:lnTo>
                  <a:pt x="1114502" y="679954"/>
                </a:lnTo>
                <a:lnTo>
                  <a:pt x="1114887" y="678883"/>
                </a:lnTo>
                <a:lnTo>
                  <a:pt x="1115266" y="677809"/>
                </a:lnTo>
                <a:lnTo>
                  <a:pt x="1115640" y="676732"/>
                </a:lnTo>
                <a:lnTo>
                  <a:pt x="1116007" y="675653"/>
                </a:lnTo>
                <a:lnTo>
                  <a:pt x="1116368" y="674571"/>
                </a:lnTo>
                <a:lnTo>
                  <a:pt x="1116722" y="673485"/>
                </a:lnTo>
                <a:lnTo>
                  <a:pt x="1117071" y="672398"/>
                </a:lnTo>
                <a:lnTo>
                  <a:pt x="1117414" y="671307"/>
                </a:lnTo>
                <a:lnTo>
                  <a:pt x="1117750" y="670214"/>
                </a:lnTo>
                <a:lnTo>
                  <a:pt x="1118081" y="669118"/>
                </a:lnTo>
                <a:lnTo>
                  <a:pt x="1118405" y="668019"/>
                </a:lnTo>
                <a:lnTo>
                  <a:pt x="1118723" y="666918"/>
                </a:lnTo>
                <a:lnTo>
                  <a:pt x="1119035" y="665814"/>
                </a:lnTo>
                <a:lnTo>
                  <a:pt x="1119340" y="664708"/>
                </a:lnTo>
                <a:lnTo>
                  <a:pt x="1119640" y="663599"/>
                </a:lnTo>
                <a:lnTo>
                  <a:pt x="1119932" y="662487"/>
                </a:lnTo>
                <a:lnTo>
                  <a:pt x="1120219" y="661373"/>
                </a:lnTo>
                <a:lnTo>
                  <a:pt x="1120499" y="660256"/>
                </a:lnTo>
                <a:lnTo>
                  <a:pt x="1120773" y="659137"/>
                </a:lnTo>
                <a:lnTo>
                  <a:pt x="1121041" y="658016"/>
                </a:lnTo>
                <a:lnTo>
                  <a:pt x="1121302" y="656891"/>
                </a:lnTo>
                <a:lnTo>
                  <a:pt x="1121557" y="655765"/>
                </a:lnTo>
                <a:lnTo>
                  <a:pt x="1121806" y="654636"/>
                </a:lnTo>
                <a:lnTo>
                  <a:pt x="1122047" y="653504"/>
                </a:lnTo>
                <a:lnTo>
                  <a:pt x="1122283" y="652371"/>
                </a:lnTo>
                <a:lnTo>
                  <a:pt x="1122512" y="651234"/>
                </a:lnTo>
                <a:lnTo>
                  <a:pt x="1122734" y="650096"/>
                </a:lnTo>
                <a:lnTo>
                  <a:pt x="1122950" y="648955"/>
                </a:lnTo>
                <a:lnTo>
                  <a:pt x="1123160" y="647812"/>
                </a:lnTo>
                <a:lnTo>
                  <a:pt x="1123363" y="646667"/>
                </a:lnTo>
                <a:lnTo>
                  <a:pt x="1123559" y="645519"/>
                </a:lnTo>
                <a:lnTo>
                  <a:pt x="1123749" y="644369"/>
                </a:lnTo>
                <a:lnTo>
                  <a:pt x="1123932" y="643217"/>
                </a:lnTo>
                <a:lnTo>
                  <a:pt x="1124108" y="642063"/>
                </a:lnTo>
                <a:lnTo>
                  <a:pt x="1124278" y="640906"/>
                </a:lnTo>
                <a:lnTo>
                  <a:pt x="1124441" y="639747"/>
                </a:lnTo>
                <a:lnTo>
                  <a:pt x="1124597" y="638587"/>
                </a:lnTo>
                <a:lnTo>
                  <a:pt x="1124747" y="637424"/>
                </a:lnTo>
                <a:lnTo>
                  <a:pt x="1124889" y="636259"/>
                </a:lnTo>
                <a:lnTo>
                  <a:pt x="1125026" y="635092"/>
                </a:lnTo>
                <a:lnTo>
                  <a:pt x="1125155" y="633922"/>
                </a:lnTo>
                <a:lnTo>
                  <a:pt x="1125277" y="632751"/>
                </a:lnTo>
                <a:lnTo>
                  <a:pt x="1125393" y="631578"/>
                </a:lnTo>
                <a:lnTo>
                  <a:pt x="1125502" y="630403"/>
                </a:lnTo>
                <a:lnTo>
                  <a:pt x="1125604" y="629226"/>
                </a:lnTo>
                <a:lnTo>
                  <a:pt x="1125699" y="628046"/>
                </a:lnTo>
                <a:lnTo>
                  <a:pt x="1125787" y="626865"/>
                </a:lnTo>
                <a:lnTo>
                  <a:pt x="1125868" y="625682"/>
                </a:lnTo>
                <a:lnTo>
                  <a:pt x="1125942" y="624497"/>
                </a:lnTo>
                <a:lnTo>
                  <a:pt x="1126009" y="623310"/>
                </a:lnTo>
                <a:lnTo>
                  <a:pt x="1126070" y="622122"/>
                </a:lnTo>
                <a:lnTo>
                  <a:pt x="1126123" y="620931"/>
                </a:lnTo>
                <a:lnTo>
                  <a:pt x="1126169" y="619739"/>
                </a:lnTo>
                <a:lnTo>
                  <a:pt x="1126208" y="618545"/>
                </a:lnTo>
                <a:lnTo>
                  <a:pt x="1126240" y="617349"/>
                </a:lnTo>
                <a:lnTo>
                  <a:pt x="1126265" y="616151"/>
                </a:lnTo>
                <a:lnTo>
                  <a:pt x="1126283" y="614952"/>
                </a:lnTo>
                <a:lnTo>
                  <a:pt x="1126294" y="613751"/>
                </a:lnTo>
                <a:lnTo>
                  <a:pt x="1126297" y="612548"/>
                </a:lnTo>
                <a:lnTo>
                  <a:pt x="1126297" y="612548"/>
                </a:lnTo>
                <a:lnTo>
                  <a:pt x="1106538" y="612548"/>
                </a:lnTo>
                <a:lnTo>
                  <a:pt x="1106535" y="613635"/>
                </a:lnTo>
                <a:lnTo>
                  <a:pt x="1106525" y="614720"/>
                </a:lnTo>
                <a:lnTo>
                  <a:pt x="1106509" y="615803"/>
                </a:lnTo>
                <a:lnTo>
                  <a:pt x="1106486" y="616885"/>
                </a:lnTo>
                <a:lnTo>
                  <a:pt x="1106457" y="617965"/>
                </a:lnTo>
                <a:lnTo>
                  <a:pt x="1106422" y="619044"/>
                </a:lnTo>
                <a:lnTo>
                  <a:pt x="1106380" y="620121"/>
                </a:lnTo>
                <a:lnTo>
                  <a:pt x="1106332" y="621196"/>
                </a:lnTo>
                <a:lnTo>
                  <a:pt x="1106277" y="622270"/>
                </a:lnTo>
                <a:lnTo>
                  <a:pt x="1106216" y="623342"/>
                </a:lnTo>
                <a:lnTo>
                  <a:pt x="1106149" y="624412"/>
                </a:lnTo>
                <a:lnTo>
                  <a:pt x="1106075" y="625481"/>
                </a:lnTo>
                <a:lnTo>
                  <a:pt x="1105995" y="626548"/>
                </a:lnTo>
                <a:lnTo>
                  <a:pt x="1105909" y="627613"/>
                </a:lnTo>
                <a:lnTo>
                  <a:pt x="1105817" y="628676"/>
                </a:lnTo>
                <a:lnTo>
                  <a:pt x="1105718" y="629737"/>
                </a:lnTo>
                <a:lnTo>
                  <a:pt x="1105613" y="630797"/>
                </a:lnTo>
                <a:lnTo>
                  <a:pt x="1105502" y="631855"/>
                </a:lnTo>
                <a:lnTo>
                  <a:pt x="1105385" y="632911"/>
                </a:lnTo>
                <a:lnTo>
                  <a:pt x="1105262" y="633965"/>
                </a:lnTo>
                <a:lnTo>
                  <a:pt x="1105132" y="635017"/>
                </a:lnTo>
                <a:lnTo>
                  <a:pt x="1104997" y="636068"/>
                </a:lnTo>
                <a:lnTo>
                  <a:pt x="1104855" y="637116"/>
                </a:lnTo>
                <a:lnTo>
                  <a:pt x="1104707" y="638163"/>
                </a:lnTo>
                <a:lnTo>
                  <a:pt x="1104553" y="639207"/>
                </a:lnTo>
                <a:lnTo>
                  <a:pt x="1104394" y="640250"/>
                </a:lnTo>
                <a:lnTo>
                  <a:pt x="1104228" y="641290"/>
                </a:lnTo>
                <a:lnTo>
                  <a:pt x="1104056" y="642329"/>
                </a:lnTo>
                <a:lnTo>
                  <a:pt x="1103878" y="643365"/>
                </a:lnTo>
                <a:lnTo>
                  <a:pt x="1103694" y="644400"/>
                </a:lnTo>
                <a:lnTo>
                  <a:pt x="1103504" y="645432"/>
                </a:lnTo>
                <a:lnTo>
                  <a:pt x="1103308" y="646462"/>
                </a:lnTo>
                <a:lnTo>
                  <a:pt x="1103107" y="647490"/>
                </a:lnTo>
                <a:lnTo>
                  <a:pt x="1102899" y="648517"/>
                </a:lnTo>
                <a:lnTo>
                  <a:pt x="1102686" y="649540"/>
                </a:lnTo>
                <a:lnTo>
                  <a:pt x="1102466" y="650562"/>
                </a:lnTo>
                <a:lnTo>
                  <a:pt x="1102241" y="651582"/>
                </a:lnTo>
                <a:lnTo>
                  <a:pt x="1102010" y="652599"/>
                </a:lnTo>
                <a:lnTo>
                  <a:pt x="1101773" y="653614"/>
                </a:lnTo>
                <a:lnTo>
                  <a:pt x="1101531" y="654627"/>
                </a:lnTo>
                <a:lnTo>
                  <a:pt x="1101282" y="655638"/>
                </a:lnTo>
                <a:lnTo>
                  <a:pt x="1101028" y="656646"/>
                </a:lnTo>
                <a:lnTo>
                  <a:pt x="1100768" y="657652"/>
                </a:lnTo>
                <a:lnTo>
                  <a:pt x="1100503" y="658656"/>
                </a:lnTo>
                <a:lnTo>
                  <a:pt x="1100232" y="659657"/>
                </a:lnTo>
                <a:lnTo>
                  <a:pt x="1099955" y="660657"/>
                </a:lnTo>
                <a:lnTo>
                  <a:pt x="1099672" y="661653"/>
                </a:lnTo>
                <a:lnTo>
                  <a:pt x="1099384" y="662648"/>
                </a:lnTo>
                <a:lnTo>
                  <a:pt x="1099090" y="663640"/>
                </a:lnTo>
                <a:lnTo>
                  <a:pt x="1098791" y="664629"/>
                </a:lnTo>
                <a:lnTo>
                  <a:pt x="1098485" y="665616"/>
                </a:lnTo>
                <a:lnTo>
                  <a:pt x="1098175" y="666601"/>
                </a:lnTo>
                <a:lnTo>
                  <a:pt x="1097859" y="667583"/>
                </a:lnTo>
                <a:lnTo>
                  <a:pt x="1097537" y="668563"/>
                </a:lnTo>
                <a:lnTo>
                  <a:pt x="1097210" y="669540"/>
                </a:lnTo>
                <a:lnTo>
                  <a:pt x="1096877" y="670514"/>
                </a:lnTo>
                <a:lnTo>
                  <a:pt x="1096539" y="671486"/>
                </a:lnTo>
                <a:lnTo>
                  <a:pt x="1096195" y="672456"/>
                </a:lnTo>
                <a:lnTo>
                  <a:pt x="1095846" y="673423"/>
                </a:lnTo>
                <a:lnTo>
                  <a:pt x="1095492" y="674387"/>
                </a:lnTo>
                <a:lnTo>
                  <a:pt x="1095132" y="675349"/>
                </a:lnTo>
                <a:lnTo>
                  <a:pt x="1094767" y="676308"/>
                </a:lnTo>
                <a:lnTo>
                  <a:pt x="1094396" y="677264"/>
                </a:lnTo>
                <a:lnTo>
                  <a:pt x="1094020" y="678218"/>
                </a:lnTo>
                <a:lnTo>
                  <a:pt x="1093639" y="679169"/>
                </a:lnTo>
                <a:lnTo>
                  <a:pt x="1093252" y="680117"/>
                </a:lnTo>
                <a:lnTo>
                  <a:pt x="1092860" y="681063"/>
                </a:lnTo>
                <a:lnTo>
                  <a:pt x="1092463" y="682006"/>
                </a:lnTo>
                <a:lnTo>
                  <a:pt x="1092061" y="682946"/>
                </a:lnTo>
                <a:lnTo>
                  <a:pt x="1091653" y="683883"/>
                </a:lnTo>
                <a:lnTo>
                  <a:pt x="1091240" y="684817"/>
                </a:lnTo>
                <a:lnTo>
                  <a:pt x="1090822" y="685749"/>
                </a:lnTo>
                <a:lnTo>
                  <a:pt x="1090399" y="686678"/>
                </a:lnTo>
                <a:lnTo>
                  <a:pt x="1089971" y="687604"/>
                </a:lnTo>
                <a:lnTo>
                  <a:pt x="1089537" y="688527"/>
                </a:lnTo>
                <a:lnTo>
                  <a:pt x="1089098" y="689447"/>
                </a:lnTo>
                <a:lnTo>
                  <a:pt x="1088655" y="690364"/>
                </a:lnTo>
                <a:lnTo>
                  <a:pt x="1088206" y="691278"/>
                </a:lnTo>
                <a:lnTo>
                  <a:pt x="1087752" y="692189"/>
                </a:lnTo>
                <a:lnTo>
                  <a:pt x="1087293" y="693098"/>
                </a:lnTo>
                <a:lnTo>
                  <a:pt x="1086829" y="694003"/>
                </a:lnTo>
                <a:lnTo>
                  <a:pt x="1086360" y="694906"/>
                </a:lnTo>
                <a:lnTo>
                  <a:pt x="1085886" y="695805"/>
                </a:lnTo>
                <a:lnTo>
                  <a:pt x="1085407" y="696701"/>
                </a:lnTo>
                <a:lnTo>
                  <a:pt x="1084923" y="697594"/>
                </a:lnTo>
                <a:lnTo>
                  <a:pt x="1084434" y="698484"/>
                </a:lnTo>
                <a:lnTo>
                  <a:pt x="1083940" y="699371"/>
                </a:lnTo>
                <a:lnTo>
                  <a:pt x="1083441" y="700255"/>
                </a:lnTo>
                <a:lnTo>
                  <a:pt x="1082938" y="701136"/>
                </a:lnTo>
                <a:lnTo>
                  <a:pt x="1082429" y="702014"/>
                </a:lnTo>
                <a:lnTo>
                  <a:pt x="1081916" y="702888"/>
                </a:lnTo>
                <a:lnTo>
                  <a:pt x="1081397" y="703759"/>
                </a:lnTo>
                <a:lnTo>
                  <a:pt x="1080874" y="704627"/>
                </a:lnTo>
                <a:lnTo>
                  <a:pt x="1080347" y="705492"/>
                </a:lnTo>
                <a:lnTo>
                  <a:pt x="1079814" y="706354"/>
                </a:lnTo>
                <a:lnTo>
                  <a:pt x="1079277" y="707212"/>
                </a:lnTo>
                <a:lnTo>
                  <a:pt x="1078735" y="708067"/>
                </a:lnTo>
                <a:lnTo>
                  <a:pt x="1078188" y="708919"/>
                </a:lnTo>
                <a:lnTo>
                  <a:pt x="1077637" y="709767"/>
                </a:lnTo>
                <a:lnTo>
                  <a:pt x="1077080" y="710612"/>
                </a:lnTo>
                <a:lnTo>
                  <a:pt x="1076520" y="711454"/>
                </a:lnTo>
                <a:lnTo>
                  <a:pt x="1075954" y="712292"/>
                </a:lnTo>
                <a:lnTo>
                  <a:pt x="1075384" y="713127"/>
                </a:lnTo>
                <a:lnTo>
                  <a:pt x="1074809" y="713958"/>
                </a:lnTo>
                <a:lnTo>
                  <a:pt x="1074230" y="714787"/>
                </a:lnTo>
                <a:lnTo>
                  <a:pt x="1073646" y="715611"/>
                </a:lnTo>
                <a:lnTo>
                  <a:pt x="1073058" y="716432"/>
                </a:lnTo>
                <a:lnTo>
                  <a:pt x="1072465" y="717250"/>
                </a:lnTo>
                <a:lnTo>
                  <a:pt x="1071867" y="718064"/>
                </a:lnTo>
                <a:lnTo>
                  <a:pt x="1071265" y="718875"/>
                </a:lnTo>
                <a:lnTo>
                  <a:pt x="1070659" y="719682"/>
                </a:lnTo>
                <a:lnTo>
                  <a:pt x="1070048" y="720485"/>
                </a:lnTo>
                <a:lnTo>
                  <a:pt x="1069432" y="721285"/>
                </a:lnTo>
                <a:lnTo>
                  <a:pt x="1068813" y="722081"/>
                </a:lnTo>
                <a:lnTo>
                  <a:pt x="1068188" y="722874"/>
                </a:lnTo>
                <a:lnTo>
                  <a:pt x="1067560" y="723663"/>
                </a:lnTo>
                <a:lnTo>
                  <a:pt x="1066927" y="724449"/>
                </a:lnTo>
                <a:lnTo>
                  <a:pt x="1066290" y="725230"/>
                </a:lnTo>
                <a:lnTo>
                  <a:pt x="1065648" y="726009"/>
                </a:lnTo>
                <a:lnTo>
                  <a:pt x="1065002" y="726783"/>
                </a:lnTo>
                <a:lnTo>
                  <a:pt x="1064352" y="727554"/>
                </a:lnTo>
                <a:lnTo>
                  <a:pt x="1063697" y="728320"/>
                </a:lnTo>
                <a:lnTo>
                  <a:pt x="1063038" y="729084"/>
                </a:lnTo>
                <a:lnTo>
                  <a:pt x="1062375" y="729843"/>
                </a:lnTo>
                <a:lnTo>
                  <a:pt x="1061708" y="730598"/>
                </a:lnTo>
                <a:lnTo>
                  <a:pt x="1061036" y="731350"/>
                </a:lnTo>
                <a:lnTo>
                  <a:pt x="1060361" y="732098"/>
                </a:lnTo>
                <a:lnTo>
                  <a:pt x="1059681" y="732842"/>
                </a:lnTo>
                <a:lnTo>
                  <a:pt x="1058997" y="733582"/>
                </a:lnTo>
                <a:lnTo>
                  <a:pt x="1058309" y="734318"/>
                </a:lnTo>
                <a:lnTo>
                  <a:pt x="1057617" y="735051"/>
                </a:lnTo>
                <a:lnTo>
                  <a:pt x="1056920" y="735779"/>
                </a:lnTo>
                <a:lnTo>
                  <a:pt x="1056220" y="736504"/>
                </a:lnTo>
                <a:lnTo>
                  <a:pt x="1055515" y="737224"/>
                </a:lnTo>
                <a:lnTo>
                  <a:pt x="1054807" y="737941"/>
                </a:lnTo>
                <a:lnTo>
                  <a:pt x="1054094" y="738653"/>
                </a:lnTo>
                <a:lnTo>
                  <a:pt x="1053378" y="739362"/>
                </a:lnTo>
                <a:lnTo>
                  <a:pt x="1052657" y="740066"/>
                </a:lnTo>
                <a:lnTo>
                  <a:pt x="1051933" y="740767"/>
                </a:lnTo>
                <a:lnTo>
                  <a:pt x="1051205" y="741463"/>
                </a:lnTo>
                <a:lnTo>
                  <a:pt x="1050472" y="742155"/>
                </a:lnTo>
                <a:lnTo>
                  <a:pt x="1049736" y="742843"/>
                </a:lnTo>
                <a:lnTo>
                  <a:pt x="1048996" y="743527"/>
                </a:lnTo>
                <a:lnTo>
                  <a:pt x="1048252" y="744207"/>
                </a:lnTo>
                <a:lnTo>
                  <a:pt x="1047504" y="744883"/>
                </a:lnTo>
                <a:lnTo>
                  <a:pt x="1046752" y="745554"/>
                </a:lnTo>
                <a:lnTo>
                  <a:pt x="1045997" y="746221"/>
                </a:lnTo>
                <a:lnTo>
                  <a:pt x="1045237" y="746885"/>
                </a:lnTo>
                <a:lnTo>
                  <a:pt x="1044474" y="747543"/>
                </a:lnTo>
                <a:lnTo>
                  <a:pt x="1043707" y="748198"/>
                </a:lnTo>
                <a:lnTo>
                  <a:pt x="1042937" y="748848"/>
                </a:lnTo>
                <a:lnTo>
                  <a:pt x="1042162" y="749494"/>
                </a:lnTo>
                <a:lnTo>
                  <a:pt x="1041384" y="750136"/>
                </a:lnTo>
                <a:lnTo>
                  <a:pt x="1040602" y="750773"/>
                </a:lnTo>
                <a:lnTo>
                  <a:pt x="1039817" y="751406"/>
                </a:lnTo>
                <a:lnTo>
                  <a:pt x="1039028" y="752035"/>
                </a:lnTo>
                <a:lnTo>
                  <a:pt x="1038235" y="752659"/>
                </a:lnTo>
                <a:lnTo>
                  <a:pt x="1037439" y="753279"/>
                </a:lnTo>
                <a:lnTo>
                  <a:pt x="1036639" y="753894"/>
                </a:lnTo>
                <a:lnTo>
                  <a:pt x="1035835" y="754505"/>
                </a:lnTo>
                <a:lnTo>
                  <a:pt x="1035028" y="755111"/>
                </a:lnTo>
                <a:lnTo>
                  <a:pt x="1034218" y="755713"/>
                </a:lnTo>
                <a:lnTo>
                  <a:pt x="1033404" y="756311"/>
                </a:lnTo>
                <a:lnTo>
                  <a:pt x="1032586" y="756904"/>
                </a:lnTo>
                <a:lnTo>
                  <a:pt x="1031765" y="757492"/>
                </a:lnTo>
                <a:lnTo>
                  <a:pt x="1030940" y="758076"/>
                </a:lnTo>
                <a:lnTo>
                  <a:pt x="1030112" y="758655"/>
                </a:lnTo>
                <a:lnTo>
                  <a:pt x="1029281" y="759230"/>
                </a:lnTo>
                <a:lnTo>
                  <a:pt x="1028446" y="759800"/>
                </a:lnTo>
                <a:lnTo>
                  <a:pt x="1027608" y="760366"/>
                </a:lnTo>
                <a:lnTo>
                  <a:pt x="1026766" y="760927"/>
                </a:lnTo>
                <a:lnTo>
                  <a:pt x="1025921" y="761483"/>
                </a:lnTo>
                <a:lnTo>
                  <a:pt x="1025072" y="762034"/>
                </a:lnTo>
                <a:lnTo>
                  <a:pt x="1024221" y="762581"/>
                </a:lnTo>
                <a:lnTo>
                  <a:pt x="1023366" y="763123"/>
                </a:lnTo>
                <a:lnTo>
                  <a:pt x="1022508" y="763660"/>
                </a:lnTo>
                <a:lnTo>
                  <a:pt x="1021646" y="764193"/>
                </a:lnTo>
                <a:lnTo>
                  <a:pt x="1020781" y="764721"/>
                </a:lnTo>
                <a:lnTo>
                  <a:pt x="1019913" y="765244"/>
                </a:lnTo>
                <a:lnTo>
                  <a:pt x="1019042" y="765762"/>
                </a:lnTo>
                <a:lnTo>
                  <a:pt x="1018167" y="766275"/>
                </a:lnTo>
                <a:lnTo>
                  <a:pt x="1017290" y="766784"/>
                </a:lnTo>
                <a:lnTo>
                  <a:pt x="1016409" y="767287"/>
                </a:lnTo>
                <a:lnTo>
                  <a:pt x="1015525" y="767786"/>
                </a:lnTo>
                <a:lnTo>
                  <a:pt x="1014638" y="768280"/>
                </a:lnTo>
                <a:lnTo>
                  <a:pt x="1013748" y="768769"/>
                </a:lnTo>
                <a:lnTo>
                  <a:pt x="1012855" y="769253"/>
                </a:lnTo>
                <a:lnTo>
                  <a:pt x="1011959" y="769732"/>
                </a:lnTo>
                <a:lnTo>
                  <a:pt x="1011059" y="770206"/>
                </a:lnTo>
                <a:lnTo>
                  <a:pt x="1010157" y="770675"/>
                </a:lnTo>
                <a:lnTo>
                  <a:pt x="1009252" y="771139"/>
                </a:lnTo>
                <a:lnTo>
                  <a:pt x="1008343" y="771598"/>
                </a:lnTo>
                <a:lnTo>
                  <a:pt x="1007432" y="772052"/>
                </a:lnTo>
                <a:lnTo>
                  <a:pt x="1006518" y="772501"/>
                </a:lnTo>
                <a:lnTo>
                  <a:pt x="1005600" y="772945"/>
                </a:lnTo>
                <a:lnTo>
                  <a:pt x="1004680" y="773383"/>
                </a:lnTo>
                <a:lnTo>
                  <a:pt x="1003757" y="773817"/>
                </a:lnTo>
                <a:lnTo>
                  <a:pt x="1002831" y="774245"/>
                </a:lnTo>
                <a:lnTo>
                  <a:pt x="1001903" y="774669"/>
                </a:lnTo>
                <a:lnTo>
                  <a:pt x="1000971" y="775087"/>
                </a:lnTo>
                <a:lnTo>
                  <a:pt x="1000036" y="775499"/>
                </a:lnTo>
                <a:lnTo>
                  <a:pt x="999099" y="775907"/>
                </a:lnTo>
                <a:lnTo>
                  <a:pt x="998159" y="776310"/>
                </a:lnTo>
                <a:lnTo>
                  <a:pt x="997216" y="776707"/>
                </a:lnTo>
                <a:lnTo>
                  <a:pt x="996271" y="777099"/>
                </a:lnTo>
                <a:lnTo>
                  <a:pt x="995323" y="777485"/>
                </a:lnTo>
                <a:lnTo>
                  <a:pt x="994372" y="777866"/>
                </a:lnTo>
                <a:lnTo>
                  <a:pt x="993418" y="778242"/>
                </a:lnTo>
                <a:lnTo>
                  <a:pt x="992461" y="778613"/>
                </a:lnTo>
                <a:lnTo>
                  <a:pt x="991502" y="778978"/>
                </a:lnTo>
                <a:lnTo>
                  <a:pt x="990541" y="779338"/>
                </a:lnTo>
                <a:lnTo>
                  <a:pt x="989576" y="779693"/>
                </a:lnTo>
                <a:lnTo>
                  <a:pt x="988609" y="780042"/>
                </a:lnTo>
                <a:lnTo>
                  <a:pt x="987640" y="780385"/>
                </a:lnTo>
                <a:lnTo>
                  <a:pt x="986668" y="780723"/>
                </a:lnTo>
                <a:lnTo>
                  <a:pt x="985693" y="781056"/>
                </a:lnTo>
                <a:lnTo>
                  <a:pt x="984716" y="781383"/>
                </a:lnTo>
                <a:lnTo>
                  <a:pt x="983737" y="781705"/>
                </a:lnTo>
                <a:lnTo>
                  <a:pt x="982754" y="782021"/>
                </a:lnTo>
                <a:lnTo>
                  <a:pt x="981770" y="782332"/>
                </a:lnTo>
                <a:lnTo>
                  <a:pt x="980783" y="782637"/>
                </a:lnTo>
                <a:lnTo>
                  <a:pt x="979793" y="782936"/>
                </a:lnTo>
                <a:lnTo>
                  <a:pt x="978801" y="783230"/>
                </a:lnTo>
                <a:lnTo>
                  <a:pt x="977807" y="783518"/>
                </a:lnTo>
                <a:lnTo>
                  <a:pt x="976810" y="783801"/>
                </a:lnTo>
                <a:lnTo>
                  <a:pt x="975811" y="784078"/>
                </a:lnTo>
                <a:lnTo>
                  <a:pt x="974810" y="784349"/>
                </a:lnTo>
                <a:lnTo>
                  <a:pt x="973806" y="784615"/>
                </a:lnTo>
                <a:lnTo>
                  <a:pt x="972800" y="784875"/>
                </a:lnTo>
                <a:lnTo>
                  <a:pt x="971791" y="785129"/>
                </a:lnTo>
                <a:lnTo>
                  <a:pt x="970781" y="785377"/>
                </a:lnTo>
                <a:lnTo>
                  <a:pt x="969768" y="785620"/>
                </a:lnTo>
                <a:lnTo>
                  <a:pt x="968753" y="785856"/>
                </a:lnTo>
                <a:lnTo>
                  <a:pt x="967735" y="786087"/>
                </a:lnTo>
                <a:lnTo>
                  <a:pt x="966716" y="786313"/>
                </a:lnTo>
                <a:lnTo>
                  <a:pt x="965694" y="786532"/>
                </a:lnTo>
                <a:lnTo>
                  <a:pt x="964670" y="786745"/>
                </a:lnTo>
                <a:lnTo>
                  <a:pt x="963644" y="786953"/>
                </a:lnTo>
                <a:lnTo>
                  <a:pt x="962616" y="787155"/>
                </a:lnTo>
                <a:lnTo>
                  <a:pt x="961586" y="787350"/>
                </a:lnTo>
                <a:lnTo>
                  <a:pt x="960553" y="787540"/>
                </a:lnTo>
                <a:lnTo>
                  <a:pt x="959519" y="787724"/>
                </a:lnTo>
                <a:lnTo>
                  <a:pt x="958482" y="787902"/>
                </a:lnTo>
                <a:lnTo>
                  <a:pt x="957444" y="788074"/>
                </a:lnTo>
                <a:lnTo>
                  <a:pt x="956403" y="788240"/>
                </a:lnTo>
                <a:lnTo>
                  <a:pt x="955361" y="788400"/>
                </a:lnTo>
                <a:lnTo>
                  <a:pt x="954316" y="788554"/>
                </a:lnTo>
                <a:lnTo>
                  <a:pt x="953270" y="788701"/>
                </a:lnTo>
                <a:lnTo>
                  <a:pt x="952221" y="788843"/>
                </a:lnTo>
                <a:lnTo>
                  <a:pt x="951171" y="788979"/>
                </a:lnTo>
                <a:lnTo>
                  <a:pt x="950119" y="789108"/>
                </a:lnTo>
                <a:lnTo>
                  <a:pt x="949064" y="789232"/>
                </a:lnTo>
                <a:lnTo>
                  <a:pt x="948008" y="789349"/>
                </a:lnTo>
                <a:lnTo>
                  <a:pt x="946950" y="789460"/>
                </a:lnTo>
                <a:lnTo>
                  <a:pt x="945891" y="789565"/>
                </a:lnTo>
                <a:lnTo>
                  <a:pt x="944829" y="789663"/>
                </a:lnTo>
                <a:lnTo>
                  <a:pt x="943766" y="789756"/>
                </a:lnTo>
                <a:lnTo>
                  <a:pt x="942701" y="789842"/>
                </a:lnTo>
                <a:lnTo>
                  <a:pt x="941634" y="789922"/>
                </a:lnTo>
                <a:lnTo>
                  <a:pt x="940565" y="789995"/>
                </a:lnTo>
                <a:lnTo>
                  <a:pt x="939495" y="790062"/>
                </a:lnTo>
                <a:lnTo>
                  <a:pt x="938423" y="790123"/>
                </a:lnTo>
                <a:lnTo>
                  <a:pt x="937349" y="790178"/>
                </a:lnTo>
                <a:lnTo>
                  <a:pt x="936274" y="790226"/>
                </a:lnTo>
                <a:lnTo>
                  <a:pt x="935197" y="790268"/>
                </a:lnTo>
                <a:lnTo>
                  <a:pt x="934118" y="790304"/>
                </a:lnTo>
                <a:lnTo>
                  <a:pt x="933038" y="790333"/>
                </a:lnTo>
                <a:lnTo>
                  <a:pt x="931956" y="790355"/>
                </a:lnTo>
                <a:lnTo>
                  <a:pt x="930873" y="790372"/>
                </a:lnTo>
                <a:lnTo>
                  <a:pt x="929788" y="790381"/>
                </a:lnTo>
                <a:lnTo>
                  <a:pt x="928701" y="790385"/>
                </a:lnTo>
                <a:lnTo>
                  <a:pt x="928701" y="810144"/>
                </a:lnTo>
                <a:lnTo>
                  <a:pt x="928701" y="810144"/>
                </a:lnTo>
                <a:close/>
                <a:moveTo>
                  <a:pt x="1126297" y="217356"/>
                </a:moveTo>
                <a:lnTo>
                  <a:pt x="1126294" y="216153"/>
                </a:lnTo>
                <a:lnTo>
                  <a:pt x="1126283" y="214952"/>
                </a:lnTo>
                <a:lnTo>
                  <a:pt x="1126265" y="213753"/>
                </a:lnTo>
                <a:lnTo>
                  <a:pt x="1126240" y="212555"/>
                </a:lnTo>
                <a:lnTo>
                  <a:pt x="1126208" y="211359"/>
                </a:lnTo>
                <a:lnTo>
                  <a:pt x="1126169" y="210165"/>
                </a:lnTo>
                <a:lnTo>
                  <a:pt x="1126123" y="208973"/>
                </a:lnTo>
                <a:lnTo>
                  <a:pt x="1126070" y="207782"/>
                </a:lnTo>
                <a:lnTo>
                  <a:pt x="1126009" y="206593"/>
                </a:lnTo>
                <a:lnTo>
                  <a:pt x="1125942" y="205407"/>
                </a:lnTo>
                <a:lnTo>
                  <a:pt x="1125868" y="204222"/>
                </a:lnTo>
                <a:lnTo>
                  <a:pt x="1125787" y="203039"/>
                </a:lnTo>
                <a:lnTo>
                  <a:pt x="1125699" y="201858"/>
                </a:lnTo>
                <a:lnTo>
                  <a:pt x="1125604" y="200678"/>
                </a:lnTo>
                <a:lnTo>
                  <a:pt x="1125502" y="199501"/>
                </a:lnTo>
                <a:lnTo>
                  <a:pt x="1125393" y="198326"/>
                </a:lnTo>
                <a:lnTo>
                  <a:pt x="1125277" y="197153"/>
                </a:lnTo>
                <a:lnTo>
                  <a:pt x="1125155" y="195982"/>
                </a:lnTo>
                <a:lnTo>
                  <a:pt x="1125026" y="194812"/>
                </a:lnTo>
                <a:lnTo>
                  <a:pt x="1124889" y="193645"/>
                </a:lnTo>
                <a:lnTo>
                  <a:pt x="1124747" y="192480"/>
                </a:lnTo>
                <a:lnTo>
                  <a:pt x="1124597" y="191317"/>
                </a:lnTo>
                <a:lnTo>
                  <a:pt x="1124441" y="190157"/>
                </a:lnTo>
                <a:lnTo>
                  <a:pt x="1124278" y="188998"/>
                </a:lnTo>
                <a:lnTo>
                  <a:pt x="1124108" y="187841"/>
                </a:lnTo>
                <a:lnTo>
                  <a:pt x="1123932" y="186687"/>
                </a:lnTo>
                <a:lnTo>
                  <a:pt x="1123749" y="185535"/>
                </a:lnTo>
                <a:lnTo>
                  <a:pt x="1123559" y="184385"/>
                </a:lnTo>
                <a:lnTo>
                  <a:pt x="1123363" y="183237"/>
                </a:lnTo>
                <a:lnTo>
                  <a:pt x="1123160" y="182092"/>
                </a:lnTo>
                <a:lnTo>
                  <a:pt x="1122950" y="180949"/>
                </a:lnTo>
                <a:lnTo>
                  <a:pt x="1122734" y="179808"/>
                </a:lnTo>
                <a:lnTo>
                  <a:pt x="1122512" y="178670"/>
                </a:lnTo>
                <a:lnTo>
                  <a:pt x="1122283" y="177533"/>
                </a:lnTo>
                <a:lnTo>
                  <a:pt x="1122047" y="176400"/>
                </a:lnTo>
                <a:lnTo>
                  <a:pt x="1121806" y="175268"/>
                </a:lnTo>
                <a:lnTo>
                  <a:pt x="1121557" y="174139"/>
                </a:lnTo>
                <a:lnTo>
                  <a:pt x="1121302" y="173013"/>
                </a:lnTo>
                <a:lnTo>
                  <a:pt x="1121041" y="171888"/>
                </a:lnTo>
                <a:lnTo>
                  <a:pt x="1120773" y="170767"/>
                </a:lnTo>
                <a:lnTo>
                  <a:pt x="1120499" y="169648"/>
                </a:lnTo>
                <a:lnTo>
                  <a:pt x="1120219" y="168531"/>
                </a:lnTo>
                <a:lnTo>
                  <a:pt x="1119932" y="167417"/>
                </a:lnTo>
                <a:lnTo>
                  <a:pt x="1119640" y="166305"/>
                </a:lnTo>
                <a:lnTo>
                  <a:pt x="1119340" y="165196"/>
                </a:lnTo>
                <a:lnTo>
                  <a:pt x="1119035" y="164090"/>
                </a:lnTo>
                <a:lnTo>
                  <a:pt x="1118723" y="162986"/>
                </a:lnTo>
                <a:lnTo>
                  <a:pt x="1118405" y="161885"/>
                </a:lnTo>
                <a:lnTo>
                  <a:pt x="1118081" y="160786"/>
                </a:lnTo>
                <a:lnTo>
                  <a:pt x="1117750" y="159690"/>
                </a:lnTo>
                <a:lnTo>
                  <a:pt x="1117414" y="158597"/>
                </a:lnTo>
                <a:lnTo>
                  <a:pt x="1117071" y="157506"/>
                </a:lnTo>
                <a:lnTo>
                  <a:pt x="1116722" y="156419"/>
                </a:lnTo>
                <a:lnTo>
                  <a:pt x="1116368" y="155333"/>
                </a:lnTo>
                <a:lnTo>
                  <a:pt x="1116007" y="154251"/>
                </a:lnTo>
                <a:lnTo>
                  <a:pt x="1115640" y="153172"/>
                </a:lnTo>
                <a:lnTo>
                  <a:pt x="1115266" y="152095"/>
                </a:lnTo>
                <a:lnTo>
                  <a:pt x="1114887" y="151021"/>
                </a:lnTo>
                <a:lnTo>
                  <a:pt x="1114502" y="149950"/>
                </a:lnTo>
                <a:lnTo>
                  <a:pt x="1114111" y="148882"/>
                </a:lnTo>
                <a:lnTo>
                  <a:pt x="1113714" y="147817"/>
                </a:lnTo>
                <a:lnTo>
                  <a:pt x="1113311" y="146754"/>
                </a:lnTo>
                <a:lnTo>
                  <a:pt x="1112902" y="145695"/>
                </a:lnTo>
                <a:lnTo>
                  <a:pt x="1112487" y="144639"/>
                </a:lnTo>
                <a:lnTo>
                  <a:pt x="1112067" y="143585"/>
                </a:lnTo>
                <a:lnTo>
                  <a:pt x="1111640" y="142535"/>
                </a:lnTo>
                <a:lnTo>
                  <a:pt x="1111208" y="141487"/>
                </a:lnTo>
                <a:lnTo>
                  <a:pt x="1110769" y="140443"/>
                </a:lnTo>
                <a:lnTo>
                  <a:pt x="1110325" y="139401"/>
                </a:lnTo>
                <a:lnTo>
                  <a:pt x="1109876" y="138363"/>
                </a:lnTo>
                <a:lnTo>
                  <a:pt x="1109420" y="137328"/>
                </a:lnTo>
                <a:lnTo>
                  <a:pt x="1108959" y="136295"/>
                </a:lnTo>
                <a:lnTo>
                  <a:pt x="1108492" y="135266"/>
                </a:lnTo>
                <a:lnTo>
                  <a:pt x="1108019" y="134241"/>
                </a:lnTo>
                <a:lnTo>
                  <a:pt x="1107541" y="133218"/>
                </a:lnTo>
                <a:lnTo>
                  <a:pt x="1107057" y="132198"/>
                </a:lnTo>
                <a:lnTo>
                  <a:pt x="1106567" y="131182"/>
                </a:lnTo>
                <a:lnTo>
                  <a:pt x="1106071" y="130169"/>
                </a:lnTo>
                <a:lnTo>
                  <a:pt x="1105571" y="129159"/>
                </a:lnTo>
                <a:lnTo>
                  <a:pt x="1105064" y="128153"/>
                </a:lnTo>
                <a:lnTo>
                  <a:pt x="1104552" y="127149"/>
                </a:lnTo>
                <a:lnTo>
                  <a:pt x="1104034" y="126150"/>
                </a:lnTo>
                <a:lnTo>
                  <a:pt x="1103511" y="125153"/>
                </a:lnTo>
                <a:lnTo>
                  <a:pt x="1102983" y="124160"/>
                </a:lnTo>
                <a:lnTo>
                  <a:pt x="1102449" y="123170"/>
                </a:lnTo>
                <a:lnTo>
                  <a:pt x="1101909" y="122183"/>
                </a:lnTo>
                <a:lnTo>
                  <a:pt x="1101364" y="121200"/>
                </a:lnTo>
                <a:lnTo>
                  <a:pt x="1100814" y="120221"/>
                </a:lnTo>
                <a:lnTo>
                  <a:pt x="1100258" y="119245"/>
                </a:lnTo>
                <a:lnTo>
                  <a:pt x="1099697" y="118272"/>
                </a:lnTo>
                <a:lnTo>
                  <a:pt x="1099130" y="117303"/>
                </a:lnTo>
                <a:lnTo>
                  <a:pt x="1098559" y="116337"/>
                </a:lnTo>
                <a:lnTo>
                  <a:pt x="1097981" y="115375"/>
                </a:lnTo>
                <a:lnTo>
                  <a:pt x="1097399" y="114416"/>
                </a:lnTo>
                <a:lnTo>
                  <a:pt x="1096811" y="113461"/>
                </a:lnTo>
                <a:lnTo>
                  <a:pt x="1096218" y="112510"/>
                </a:lnTo>
                <a:lnTo>
                  <a:pt x="1095620" y="111562"/>
                </a:lnTo>
                <a:lnTo>
                  <a:pt x="1095017" y="110618"/>
                </a:lnTo>
                <a:lnTo>
                  <a:pt x="1094408" y="109677"/>
                </a:lnTo>
                <a:lnTo>
                  <a:pt x="1093794" y="108741"/>
                </a:lnTo>
                <a:lnTo>
                  <a:pt x="1093175" y="107807"/>
                </a:lnTo>
                <a:lnTo>
                  <a:pt x="1092551" y="106878"/>
                </a:lnTo>
                <a:lnTo>
                  <a:pt x="1091922" y="105952"/>
                </a:lnTo>
                <a:lnTo>
                  <a:pt x="1091288" y="105030"/>
                </a:lnTo>
                <a:lnTo>
                  <a:pt x="1090648" y="104112"/>
                </a:lnTo>
                <a:lnTo>
                  <a:pt x="1090004" y="103198"/>
                </a:lnTo>
                <a:lnTo>
                  <a:pt x="1089355" y="102287"/>
                </a:lnTo>
                <a:lnTo>
                  <a:pt x="1088700" y="101381"/>
                </a:lnTo>
                <a:lnTo>
                  <a:pt x="1088041" y="100478"/>
                </a:lnTo>
                <a:lnTo>
                  <a:pt x="1087376" y="99579"/>
                </a:lnTo>
                <a:lnTo>
                  <a:pt x="1086707" y="98684"/>
                </a:lnTo>
                <a:lnTo>
                  <a:pt x="1086033" y="97793"/>
                </a:lnTo>
                <a:lnTo>
                  <a:pt x="1085353" y="96906"/>
                </a:lnTo>
                <a:lnTo>
                  <a:pt x="1084669" y="96022"/>
                </a:lnTo>
                <a:lnTo>
                  <a:pt x="1083980" y="95143"/>
                </a:lnTo>
                <a:lnTo>
                  <a:pt x="1083287" y="94268"/>
                </a:lnTo>
                <a:lnTo>
                  <a:pt x="1082588" y="93397"/>
                </a:lnTo>
                <a:lnTo>
                  <a:pt x="1081884" y="92530"/>
                </a:lnTo>
                <a:lnTo>
                  <a:pt x="1081176" y="91666"/>
                </a:lnTo>
                <a:lnTo>
                  <a:pt x="1080463" y="90807"/>
                </a:lnTo>
                <a:lnTo>
                  <a:pt x="1079745" y="89952"/>
                </a:lnTo>
                <a:lnTo>
                  <a:pt x="1079023" y="89102"/>
                </a:lnTo>
                <a:lnTo>
                  <a:pt x="1078296" y="88255"/>
                </a:lnTo>
                <a:lnTo>
                  <a:pt x="1077564" y="87412"/>
                </a:lnTo>
                <a:lnTo>
                  <a:pt x="1076827" y="86574"/>
                </a:lnTo>
                <a:lnTo>
                  <a:pt x="1076086" y="85740"/>
                </a:lnTo>
                <a:lnTo>
                  <a:pt x="1075340" y="84910"/>
                </a:lnTo>
                <a:lnTo>
                  <a:pt x="1074590" y="84084"/>
                </a:lnTo>
                <a:lnTo>
                  <a:pt x="1073835" y="83263"/>
                </a:lnTo>
                <a:lnTo>
                  <a:pt x="1073075" y="82446"/>
                </a:lnTo>
                <a:lnTo>
                  <a:pt x="1072311" y="81633"/>
                </a:lnTo>
                <a:lnTo>
                  <a:pt x="1071542" y="80825"/>
                </a:lnTo>
                <a:lnTo>
                  <a:pt x="1070769" y="80020"/>
                </a:lnTo>
                <a:lnTo>
                  <a:pt x="1069992" y="79221"/>
                </a:lnTo>
                <a:lnTo>
                  <a:pt x="1069210" y="78425"/>
                </a:lnTo>
                <a:lnTo>
                  <a:pt x="1068423" y="77634"/>
                </a:lnTo>
                <a:lnTo>
                  <a:pt x="1067632" y="76848"/>
                </a:lnTo>
                <a:lnTo>
                  <a:pt x="1066837" y="76066"/>
                </a:lnTo>
                <a:lnTo>
                  <a:pt x="1066037" y="75288"/>
                </a:lnTo>
                <a:lnTo>
                  <a:pt x="1065233" y="74515"/>
                </a:lnTo>
                <a:lnTo>
                  <a:pt x="1064424" y="73746"/>
                </a:lnTo>
                <a:lnTo>
                  <a:pt x="1063611" y="72982"/>
                </a:lnTo>
                <a:lnTo>
                  <a:pt x="1062794" y="72222"/>
                </a:lnTo>
                <a:lnTo>
                  <a:pt x="1061973" y="71467"/>
                </a:lnTo>
                <a:lnTo>
                  <a:pt x="1061147" y="70717"/>
                </a:lnTo>
                <a:lnTo>
                  <a:pt x="1060317" y="69971"/>
                </a:lnTo>
                <a:lnTo>
                  <a:pt x="1059483" y="69230"/>
                </a:lnTo>
                <a:lnTo>
                  <a:pt x="1058645" y="68493"/>
                </a:lnTo>
                <a:lnTo>
                  <a:pt x="1057802" y="67762"/>
                </a:lnTo>
                <a:lnTo>
                  <a:pt x="1056956" y="67034"/>
                </a:lnTo>
                <a:lnTo>
                  <a:pt x="1056105" y="66312"/>
                </a:lnTo>
                <a:lnTo>
                  <a:pt x="1055250" y="65594"/>
                </a:lnTo>
                <a:lnTo>
                  <a:pt x="1054391" y="64881"/>
                </a:lnTo>
                <a:lnTo>
                  <a:pt x="1053528" y="64173"/>
                </a:lnTo>
                <a:lnTo>
                  <a:pt x="1052661" y="63469"/>
                </a:lnTo>
                <a:lnTo>
                  <a:pt x="1051789" y="62771"/>
                </a:lnTo>
                <a:lnTo>
                  <a:pt x="1050914" y="62077"/>
                </a:lnTo>
                <a:lnTo>
                  <a:pt x="1050035" y="61388"/>
                </a:lnTo>
                <a:lnTo>
                  <a:pt x="1049152" y="60704"/>
                </a:lnTo>
                <a:lnTo>
                  <a:pt x="1048265" y="60025"/>
                </a:lnTo>
                <a:lnTo>
                  <a:pt x="1047373" y="59350"/>
                </a:lnTo>
                <a:lnTo>
                  <a:pt x="1046478" y="58681"/>
                </a:lnTo>
                <a:lnTo>
                  <a:pt x="1045579" y="58017"/>
                </a:lnTo>
                <a:lnTo>
                  <a:pt x="1044677" y="57357"/>
                </a:lnTo>
                <a:lnTo>
                  <a:pt x="1043770" y="56703"/>
                </a:lnTo>
                <a:lnTo>
                  <a:pt x="1042859" y="56053"/>
                </a:lnTo>
                <a:lnTo>
                  <a:pt x="1041945" y="55409"/>
                </a:lnTo>
                <a:lnTo>
                  <a:pt x="1041027" y="54770"/>
                </a:lnTo>
                <a:lnTo>
                  <a:pt x="1040105" y="54135"/>
                </a:lnTo>
                <a:lnTo>
                  <a:pt x="1039179" y="53506"/>
                </a:lnTo>
                <a:lnTo>
                  <a:pt x="1038250" y="52882"/>
                </a:lnTo>
                <a:lnTo>
                  <a:pt x="1037317" y="52263"/>
                </a:lnTo>
                <a:lnTo>
                  <a:pt x="1036380" y="51649"/>
                </a:lnTo>
                <a:lnTo>
                  <a:pt x="1035439" y="51041"/>
                </a:lnTo>
                <a:lnTo>
                  <a:pt x="1034495" y="50437"/>
                </a:lnTo>
                <a:lnTo>
                  <a:pt x="1033548" y="49839"/>
                </a:lnTo>
                <a:lnTo>
                  <a:pt x="1032596" y="49246"/>
                </a:lnTo>
                <a:lnTo>
                  <a:pt x="1031641" y="48658"/>
                </a:lnTo>
                <a:lnTo>
                  <a:pt x="1030683" y="48076"/>
                </a:lnTo>
                <a:lnTo>
                  <a:pt x="1029720" y="47499"/>
                </a:lnTo>
                <a:lnTo>
                  <a:pt x="1028755" y="46927"/>
                </a:lnTo>
                <a:lnTo>
                  <a:pt x="1027785" y="46360"/>
                </a:lnTo>
                <a:lnTo>
                  <a:pt x="1026813" y="45799"/>
                </a:lnTo>
                <a:lnTo>
                  <a:pt x="1025837" y="45243"/>
                </a:lnTo>
                <a:lnTo>
                  <a:pt x="1024857" y="44693"/>
                </a:lnTo>
                <a:lnTo>
                  <a:pt x="1023874" y="44148"/>
                </a:lnTo>
                <a:lnTo>
                  <a:pt x="1022888" y="43609"/>
                </a:lnTo>
                <a:lnTo>
                  <a:pt x="1021898" y="43074"/>
                </a:lnTo>
                <a:lnTo>
                  <a:pt x="1020904" y="42546"/>
                </a:lnTo>
                <a:lnTo>
                  <a:pt x="1019908" y="42023"/>
                </a:lnTo>
                <a:lnTo>
                  <a:pt x="1018908" y="41505"/>
                </a:lnTo>
                <a:lnTo>
                  <a:pt x="1017905" y="40993"/>
                </a:lnTo>
                <a:lnTo>
                  <a:pt x="1016898" y="40487"/>
                </a:lnTo>
                <a:lnTo>
                  <a:pt x="1015888" y="39986"/>
                </a:lnTo>
                <a:lnTo>
                  <a:pt x="1014875" y="39490"/>
                </a:lnTo>
                <a:lnTo>
                  <a:pt x="1013859" y="39001"/>
                </a:lnTo>
                <a:lnTo>
                  <a:pt x="1012840" y="38517"/>
                </a:lnTo>
                <a:lnTo>
                  <a:pt x="1011817" y="38038"/>
                </a:lnTo>
                <a:lnTo>
                  <a:pt x="1010791" y="37566"/>
                </a:lnTo>
                <a:lnTo>
                  <a:pt x="1009762" y="37099"/>
                </a:lnTo>
                <a:lnTo>
                  <a:pt x="1008730" y="36637"/>
                </a:lnTo>
                <a:lnTo>
                  <a:pt x="1007695" y="36182"/>
                </a:lnTo>
                <a:lnTo>
                  <a:pt x="1006656" y="35732"/>
                </a:lnTo>
                <a:lnTo>
                  <a:pt x="1005615" y="35288"/>
                </a:lnTo>
                <a:lnTo>
                  <a:pt x="1004570" y="34850"/>
                </a:lnTo>
                <a:lnTo>
                  <a:pt x="1003523" y="34417"/>
                </a:lnTo>
                <a:lnTo>
                  <a:pt x="1002472" y="33991"/>
                </a:lnTo>
                <a:lnTo>
                  <a:pt x="1001419" y="33570"/>
                </a:lnTo>
                <a:lnTo>
                  <a:pt x="1000362" y="33155"/>
                </a:lnTo>
                <a:lnTo>
                  <a:pt x="999303" y="32746"/>
                </a:lnTo>
                <a:lnTo>
                  <a:pt x="998241" y="32343"/>
                </a:lnTo>
                <a:lnTo>
                  <a:pt x="997175" y="31946"/>
                </a:lnTo>
                <a:lnTo>
                  <a:pt x="996107" y="31555"/>
                </a:lnTo>
                <a:lnTo>
                  <a:pt x="995036" y="31170"/>
                </a:lnTo>
                <a:lnTo>
                  <a:pt x="993962" y="30791"/>
                </a:lnTo>
                <a:lnTo>
                  <a:pt x="992886" y="30418"/>
                </a:lnTo>
                <a:lnTo>
                  <a:pt x="991806" y="30051"/>
                </a:lnTo>
                <a:lnTo>
                  <a:pt x="990724" y="29690"/>
                </a:lnTo>
                <a:lnTo>
                  <a:pt x="989639" y="29335"/>
                </a:lnTo>
                <a:lnTo>
                  <a:pt x="988551" y="28986"/>
                </a:lnTo>
                <a:lnTo>
                  <a:pt x="987460" y="28643"/>
                </a:lnTo>
                <a:lnTo>
                  <a:pt x="986367" y="28307"/>
                </a:lnTo>
                <a:lnTo>
                  <a:pt x="985271" y="27976"/>
                </a:lnTo>
                <a:lnTo>
                  <a:pt x="984173" y="27652"/>
                </a:lnTo>
                <a:lnTo>
                  <a:pt x="983072" y="27334"/>
                </a:lnTo>
                <a:lnTo>
                  <a:pt x="981968" y="27022"/>
                </a:lnTo>
                <a:lnTo>
                  <a:pt x="980861" y="26717"/>
                </a:lnTo>
                <a:lnTo>
                  <a:pt x="979752" y="26418"/>
                </a:lnTo>
                <a:lnTo>
                  <a:pt x="978641" y="26125"/>
                </a:lnTo>
                <a:lnTo>
                  <a:pt x="977526" y="25838"/>
                </a:lnTo>
                <a:lnTo>
                  <a:pt x="976410" y="25558"/>
                </a:lnTo>
                <a:lnTo>
                  <a:pt x="975291" y="25284"/>
                </a:lnTo>
                <a:lnTo>
                  <a:pt x="974169" y="25016"/>
                </a:lnTo>
                <a:lnTo>
                  <a:pt x="973045" y="24755"/>
                </a:lnTo>
                <a:lnTo>
                  <a:pt x="971918" y="24500"/>
                </a:lnTo>
                <a:lnTo>
                  <a:pt x="970789" y="24252"/>
                </a:lnTo>
                <a:lnTo>
                  <a:pt x="969658" y="24010"/>
                </a:lnTo>
                <a:lnTo>
                  <a:pt x="968524" y="23774"/>
                </a:lnTo>
                <a:lnTo>
                  <a:pt x="967388" y="23545"/>
                </a:lnTo>
                <a:lnTo>
                  <a:pt x="966249" y="23323"/>
                </a:lnTo>
                <a:lnTo>
                  <a:pt x="965108" y="23107"/>
                </a:lnTo>
                <a:lnTo>
                  <a:pt x="963965" y="22897"/>
                </a:lnTo>
                <a:lnTo>
                  <a:pt x="962820" y="22694"/>
                </a:lnTo>
                <a:lnTo>
                  <a:pt x="961672" y="22498"/>
                </a:lnTo>
                <a:lnTo>
                  <a:pt x="960522" y="22309"/>
                </a:lnTo>
                <a:lnTo>
                  <a:pt x="959370" y="22126"/>
                </a:lnTo>
                <a:lnTo>
                  <a:pt x="958216" y="21949"/>
                </a:lnTo>
                <a:lnTo>
                  <a:pt x="957059" y="21779"/>
                </a:lnTo>
                <a:lnTo>
                  <a:pt x="955901" y="21616"/>
                </a:lnTo>
                <a:lnTo>
                  <a:pt x="954740" y="21460"/>
                </a:lnTo>
                <a:lnTo>
                  <a:pt x="953577" y="21311"/>
                </a:lnTo>
                <a:lnTo>
                  <a:pt x="952412" y="21168"/>
                </a:lnTo>
                <a:lnTo>
                  <a:pt x="951245" y="21032"/>
                </a:lnTo>
                <a:lnTo>
                  <a:pt x="950076" y="20902"/>
                </a:lnTo>
                <a:lnTo>
                  <a:pt x="948904" y="20780"/>
                </a:lnTo>
                <a:lnTo>
                  <a:pt x="947731" y="20664"/>
                </a:lnTo>
                <a:lnTo>
                  <a:pt x="946556" y="20556"/>
                </a:lnTo>
                <a:lnTo>
                  <a:pt x="945379" y="20454"/>
                </a:lnTo>
                <a:lnTo>
                  <a:pt x="944200" y="20359"/>
                </a:lnTo>
                <a:lnTo>
                  <a:pt x="943018" y="20270"/>
                </a:lnTo>
                <a:lnTo>
                  <a:pt x="941835" y="20189"/>
                </a:lnTo>
                <a:lnTo>
                  <a:pt x="940650" y="20115"/>
                </a:lnTo>
                <a:lnTo>
                  <a:pt x="939464" y="20048"/>
                </a:lnTo>
                <a:lnTo>
                  <a:pt x="938275" y="19988"/>
                </a:lnTo>
                <a:lnTo>
                  <a:pt x="937085" y="19934"/>
                </a:lnTo>
                <a:lnTo>
                  <a:pt x="935892" y="19888"/>
                </a:lnTo>
                <a:lnTo>
                  <a:pt x="934698" y="19849"/>
                </a:lnTo>
                <a:lnTo>
                  <a:pt x="933502" y="19817"/>
                </a:lnTo>
                <a:lnTo>
                  <a:pt x="932305" y="19792"/>
                </a:lnTo>
                <a:lnTo>
                  <a:pt x="931105" y="19774"/>
                </a:lnTo>
                <a:lnTo>
                  <a:pt x="929904" y="19763"/>
                </a:lnTo>
                <a:lnTo>
                  <a:pt x="928701" y="19760"/>
                </a:lnTo>
                <a:lnTo>
                  <a:pt x="928701" y="19760"/>
                </a:lnTo>
                <a:lnTo>
                  <a:pt x="928701" y="39519"/>
                </a:lnTo>
                <a:lnTo>
                  <a:pt x="929788" y="39522"/>
                </a:lnTo>
                <a:lnTo>
                  <a:pt x="930873" y="39532"/>
                </a:lnTo>
                <a:lnTo>
                  <a:pt x="931956" y="39548"/>
                </a:lnTo>
                <a:lnTo>
                  <a:pt x="933038" y="39571"/>
                </a:lnTo>
                <a:lnTo>
                  <a:pt x="934118" y="39600"/>
                </a:lnTo>
                <a:lnTo>
                  <a:pt x="935197" y="39636"/>
                </a:lnTo>
                <a:lnTo>
                  <a:pt x="936274" y="39677"/>
                </a:lnTo>
                <a:lnTo>
                  <a:pt x="937349" y="39726"/>
                </a:lnTo>
                <a:lnTo>
                  <a:pt x="938423" y="39780"/>
                </a:lnTo>
                <a:lnTo>
                  <a:pt x="939495" y="39841"/>
                </a:lnTo>
                <a:lnTo>
                  <a:pt x="940565" y="39909"/>
                </a:lnTo>
                <a:lnTo>
                  <a:pt x="941634" y="39982"/>
                </a:lnTo>
                <a:lnTo>
                  <a:pt x="942701" y="40062"/>
                </a:lnTo>
                <a:lnTo>
                  <a:pt x="943766" y="40148"/>
                </a:lnTo>
                <a:lnTo>
                  <a:pt x="944829" y="40241"/>
                </a:lnTo>
                <a:lnTo>
                  <a:pt x="945891" y="40339"/>
                </a:lnTo>
                <a:lnTo>
                  <a:pt x="946950" y="40444"/>
                </a:lnTo>
                <a:lnTo>
                  <a:pt x="948008" y="40555"/>
                </a:lnTo>
                <a:lnTo>
                  <a:pt x="949064" y="40672"/>
                </a:lnTo>
                <a:lnTo>
                  <a:pt x="950119" y="40796"/>
                </a:lnTo>
                <a:lnTo>
                  <a:pt x="951171" y="40925"/>
                </a:lnTo>
                <a:lnTo>
                  <a:pt x="952221" y="41061"/>
                </a:lnTo>
                <a:lnTo>
                  <a:pt x="953270" y="41202"/>
                </a:lnTo>
                <a:lnTo>
                  <a:pt x="954316" y="41350"/>
                </a:lnTo>
                <a:lnTo>
                  <a:pt x="955361" y="41504"/>
                </a:lnTo>
                <a:lnTo>
                  <a:pt x="956403" y="41664"/>
                </a:lnTo>
                <a:lnTo>
                  <a:pt x="957444" y="41830"/>
                </a:lnTo>
                <a:lnTo>
                  <a:pt x="958482" y="42002"/>
                </a:lnTo>
                <a:lnTo>
                  <a:pt x="959519" y="42180"/>
                </a:lnTo>
                <a:lnTo>
                  <a:pt x="960553" y="42363"/>
                </a:lnTo>
                <a:lnTo>
                  <a:pt x="961586" y="42553"/>
                </a:lnTo>
                <a:lnTo>
                  <a:pt x="962616" y="42749"/>
                </a:lnTo>
                <a:lnTo>
                  <a:pt x="963644" y="42951"/>
                </a:lnTo>
                <a:lnTo>
                  <a:pt x="964670" y="43158"/>
                </a:lnTo>
                <a:lnTo>
                  <a:pt x="965694" y="43372"/>
                </a:lnTo>
                <a:lnTo>
                  <a:pt x="966716" y="43591"/>
                </a:lnTo>
                <a:lnTo>
                  <a:pt x="967735" y="43816"/>
                </a:lnTo>
                <a:lnTo>
                  <a:pt x="968753" y="44047"/>
                </a:lnTo>
                <a:lnTo>
                  <a:pt x="969768" y="44284"/>
                </a:lnTo>
                <a:lnTo>
                  <a:pt x="970781" y="44527"/>
                </a:lnTo>
                <a:lnTo>
                  <a:pt x="971791" y="44775"/>
                </a:lnTo>
                <a:lnTo>
                  <a:pt x="972800" y="45029"/>
                </a:lnTo>
                <a:lnTo>
                  <a:pt x="973806" y="45289"/>
                </a:lnTo>
                <a:lnTo>
                  <a:pt x="974810" y="45555"/>
                </a:lnTo>
                <a:lnTo>
                  <a:pt x="975811" y="45826"/>
                </a:lnTo>
                <a:lnTo>
                  <a:pt x="976810" y="46103"/>
                </a:lnTo>
                <a:lnTo>
                  <a:pt x="977807" y="46385"/>
                </a:lnTo>
                <a:lnTo>
                  <a:pt x="978801" y="46674"/>
                </a:lnTo>
                <a:lnTo>
                  <a:pt x="979793" y="46967"/>
                </a:lnTo>
                <a:lnTo>
                  <a:pt x="980783" y="47267"/>
                </a:lnTo>
                <a:lnTo>
                  <a:pt x="981770" y="47572"/>
                </a:lnTo>
                <a:lnTo>
                  <a:pt x="982754" y="47883"/>
                </a:lnTo>
                <a:lnTo>
                  <a:pt x="983737" y="48199"/>
                </a:lnTo>
                <a:lnTo>
                  <a:pt x="984716" y="48520"/>
                </a:lnTo>
                <a:lnTo>
                  <a:pt x="985693" y="48848"/>
                </a:lnTo>
                <a:lnTo>
                  <a:pt x="986668" y="49180"/>
                </a:lnTo>
                <a:lnTo>
                  <a:pt x="987640" y="49518"/>
                </a:lnTo>
                <a:lnTo>
                  <a:pt x="988609" y="49862"/>
                </a:lnTo>
                <a:lnTo>
                  <a:pt x="989576" y="50211"/>
                </a:lnTo>
                <a:lnTo>
                  <a:pt x="990541" y="50566"/>
                </a:lnTo>
                <a:lnTo>
                  <a:pt x="991502" y="50925"/>
                </a:lnTo>
                <a:lnTo>
                  <a:pt x="992461" y="51291"/>
                </a:lnTo>
                <a:lnTo>
                  <a:pt x="993418" y="51661"/>
                </a:lnTo>
                <a:lnTo>
                  <a:pt x="994372" y="52037"/>
                </a:lnTo>
                <a:lnTo>
                  <a:pt x="995323" y="52419"/>
                </a:lnTo>
                <a:lnTo>
                  <a:pt x="996271" y="52805"/>
                </a:lnTo>
                <a:lnTo>
                  <a:pt x="997216" y="53197"/>
                </a:lnTo>
                <a:lnTo>
                  <a:pt x="998159" y="53594"/>
                </a:lnTo>
                <a:lnTo>
                  <a:pt x="999099" y="53997"/>
                </a:lnTo>
                <a:lnTo>
                  <a:pt x="1000036" y="54404"/>
                </a:lnTo>
                <a:lnTo>
                  <a:pt x="1000971" y="54817"/>
                </a:lnTo>
                <a:lnTo>
                  <a:pt x="1001903" y="55235"/>
                </a:lnTo>
                <a:lnTo>
                  <a:pt x="1002831" y="55658"/>
                </a:lnTo>
                <a:lnTo>
                  <a:pt x="1003757" y="56087"/>
                </a:lnTo>
                <a:lnTo>
                  <a:pt x="1004680" y="56520"/>
                </a:lnTo>
                <a:lnTo>
                  <a:pt x="1005600" y="56959"/>
                </a:lnTo>
                <a:lnTo>
                  <a:pt x="1006518" y="57403"/>
                </a:lnTo>
                <a:lnTo>
                  <a:pt x="1007432" y="57852"/>
                </a:lnTo>
                <a:lnTo>
                  <a:pt x="1008343" y="58306"/>
                </a:lnTo>
                <a:lnTo>
                  <a:pt x="1009252" y="58765"/>
                </a:lnTo>
                <a:lnTo>
                  <a:pt x="1010157" y="59229"/>
                </a:lnTo>
                <a:lnTo>
                  <a:pt x="1011059" y="59698"/>
                </a:lnTo>
                <a:lnTo>
                  <a:pt x="1011959" y="60172"/>
                </a:lnTo>
                <a:lnTo>
                  <a:pt x="1012855" y="60651"/>
                </a:lnTo>
                <a:lnTo>
                  <a:pt x="1013748" y="61135"/>
                </a:lnTo>
                <a:lnTo>
                  <a:pt x="1014638" y="61624"/>
                </a:lnTo>
                <a:lnTo>
                  <a:pt x="1015525" y="62118"/>
                </a:lnTo>
                <a:lnTo>
                  <a:pt x="1016409" y="62616"/>
                </a:lnTo>
                <a:lnTo>
                  <a:pt x="1017290" y="63120"/>
                </a:lnTo>
                <a:lnTo>
                  <a:pt x="1018167" y="63628"/>
                </a:lnTo>
                <a:lnTo>
                  <a:pt x="1019042" y="64142"/>
                </a:lnTo>
                <a:lnTo>
                  <a:pt x="1019913" y="64660"/>
                </a:lnTo>
                <a:lnTo>
                  <a:pt x="1020781" y="65183"/>
                </a:lnTo>
                <a:lnTo>
                  <a:pt x="1021646" y="65711"/>
                </a:lnTo>
                <a:lnTo>
                  <a:pt x="1022508" y="66243"/>
                </a:lnTo>
                <a:lnTo>
                  <a:pt x="1023366" y="66781"/>
                </a:lnTo>
                <a:lnTo>
                  <a:pt x="1024221" y="67323"/>
                </a:lnTo>
                <a:lnTo>
                  <a:pt x="1025072" y="67869"/>
                </a:lnTo>
                <a:lnTo>
                  <a:pt x="1025921" y="68421"/>
                </a:lnTo>
                <a:lnTo>
                  <a:pt x="1026766" y="68977"/>
                </a:lnTo>
                <a:lnTo>
                  <a:pt x="1027608" y="69538"/>
                </a:lnTo>
                <a:lnTo>
                  <a:pt x="1028446" y="70103"/>
                </a:lnTo>
                <a:lnTo>
                  <a:pt x="1029281" y="70674"/>
                </a:lnTo>
                <a:lnTo>
                  <a:pt x="1030112" y="71248"/>
                </a:lnTo>
                <a:lnTo>
                  <a:pt x="1030940" y="71828"/>
                </a:lnTo>
                <a:lnTo>
                  <a:pt x="1031765" y="72411"/>
                </a:lnTo>
                <a:lnTo>
                  <a:pt x="1032586" y="73000"/>
                </a:lnTo>
                <a:lnTo>
                  <a:pt x="1033404" y="73593"/>
                </a:lnTo>
                <a:lnTo>
                  <a:pt x="1034218" y="74190"/>
                </a:lnTo>
                <a:lnTo>
                  <a:pt x="1035028" y="74792"/>
                </a:lnTo>
                <a:lnTo>
                  <a:pt x="1035835" y="75399"/>
                </a:lnTo>
                <a:lnTo>
                  <a:pt x="1036639" y="76010"/>
                </a:lnTo>
                <a:lnTo>
                  <a:pt x="1037439" y="76625"/>
                </a:lnTo>
                <a:lnTo>
                  <a:pt x="1038235" y="77245"/>
                </a:lnTo>
                <a:lnTo>
                  <a:pt x="1039028" y="77869"/>
                </a:lnTo>
                <a:lnTo>
                  <a:pt x="1039817" y="78498"/>
                </a:lnTo>
                <a:lnTo>
                  <a:pt x="1040602" y="79131"/>
                </a:lnTo>
                <a:lnTo>
                  <a:pt x="1041384" y="79768"/>
                </a:lnTo>
                <a:lnTo>
                  <a:pt x="1042162" y="80410"/>
                </a:lnTo>
                <a:lnTo>
                  <a:pt x="1042937" y="81056"/>
                </a:lnTo>
                <a:lnTo>
                  <a:pt x="1043707" y="81706"/>
                </a:lnTo>
                <a:lnTo>
                  <a:pt x="1044474" y="82360"/>
                </a:lnTo>
                <a:lnTo>
                  <a:pt x="1045237" y="83019"/>
                </a:lnTo>
                <a:lnTo>
                  <a:pt x="1045997" y="83682"/>
                </a:lnTo>
                <a:lnTo>
                  <a:pt x="1046752" y="84350"/>
                </a:lnTo>
                <a:lnTo>
                  <a:pt x="1047504" y="85021"/>
                </a:lnTo>
                <a:lnTo>
                  <a:pt x="1048252" y="85697"/>
                </a:lnTo>
                <a:lnTo>
                  <a:pt x="1048996" y="86377"/>
                </a:lnTo>
                <a:lnTo>
                  <a:pt x="1049736" y="87061"/>
                </a:lnTo>
                <a:lnTo>
                  <a:pt x="1050472" y="87749"/>
                </a:lnTo>
                <a:lnTo>
                  <a:pt x="1051205" y="88441"/>
                </a:lnTo>
                <a:lnTo>
                  <a:pt x="1051933" y="89137"/>
                </a:lnTo>
                <a:lnTo>
                  <a:pt x="1052657" y="89838"/>
                </a:lnTo>
                <a:lnTo>
                  <a:pt x="1053378" y="90542"/>
                </a:lnTo>
                <a:lnTo>
                  <a:pt x="1054094" y="91251"/>
                </a:lnTo>
                <a:lnTo>
                  <a:pt x="1054807" y="91963"/>
                </a:lnTo>
                <a:lnTo>
                  <a:pt x="1055515" y="92680"/>
                </a:lnTo>
                <a:lnTo>
                  <a:pt x="1056220" y="93400"/>
                </a:lnTo>
                <a:lnTo>
                  <a:pt x="1056920" y="94125"/>
                </a:lnTo>
                <a:lnTo>
                  <a:pt x="1057617" y="94853"/>
                </a:lnTo>
                <a:lnTo>
                  <a:pt x="1058309" y="95585"/>
                </a:lnTo>
                <a:lnTo>
                  <a:pt x="1058997" y="96322"/>
                </a:lnTo>
                <a:lnTo>
                  <a:pt x="1059681" y="97062"/>
                </a:lnTo>
                <a:lnTo>
                  <a:pt x="1060361" y="97806"/>
                </a:lnTo>
                <a:lnTo>
                  <a:pt x="1061036" y="98554"/>
                </a:lnTo>
                <a:lnTo>
                  <a:pt x="1061708" y="99305"/>
                </a:lnTo>
                <a:lnTo>
                  <a:pt x="1062375" y="100061"/>
                </a:lnTo>
                <a:lnTo>
                  <a:pt x="1063038" y="100820"/>
                </a:lnTo>
                <a:lnTo>
                  <a:pt x="1063697" y="101583"/>
                </a:lnTo>
                <a:lnTo>
                  <a:pt x="1064352" y="102350"/>
                </a:lnTo>
                <a:lnTo>
                  <a:pt x="1065002" y="103121"/>
                </a:lnTo>
                <a:lnTo>
                  <a:pt x="1065648" y="103895"/>
                </a:lnTo>
                <a:lnTo>
                  <a:pt x="1066290" y="104673"/>
                </a:lnTo>
                <a:lnTo>
                  <a:pt x="1066927" y="105455"/>
                </a:lnTo>
                <a:lnTo>
                  <a:pt x="1067560" y="106240"/>
                </a:lnTo>
                <a:lnTo>
                  <a:pt x="1068188" y="107030"/>
                </a:lnTo>
                <a:lnTo>
                  <a:pt x="1068813" y="107822"/>
                </a:lnTo>
                <a:lnTo>
                  <a:pt x="1069432" y="108619"/>
                </a:lnTo>
                <a:lnTo>
                  <a:pt x="1070048" y="109419"/>
                </a:lnTo>
                <a:lnTo>
                  <a:pt x="1070659" y="110222"/>
                </a:lnTo>
                <a:lnTo>
                  <a:pt x="1071265" y="111029"/>
                </a:lnTo>
                <a:lnTo>
                  <a:pt x="1071867" y="111840"/>
                </a:lnTo>
                <a:lnTo>
                  <a:pt x="1072465" y="112654"/>
                </a:lnTo>
                <a:lnTo>
                  <a:pt x="1073058" y="113472"/>
                </a:lnTo>
                <a:lnTo>
                  <a:pt x="1073646" y="114293"/>
                </a:lnTo>
                <a:lnTo>
                  <a:pt x="1074230" y="115117"/>
                </a:lnTo>
                <a:lnTo>
                  <a:pt x="1074809" y="115945"/>
                </a:lnTo>
                <a:lnTo>
                  <a:pt x="1075384" y="116777"/>
                </a:lnTo>
                <a:lnTo>
                  <a:pt x="1075954" y="117612"/>
                </a:lnTo>
                <a:lnTo>
                  <a:pt x="1076520" y="118450"/>
                </a:lnTo>
                <a:lnTo>
                  <a:pt x="1077080" y="119292"/>
                </a:lnTo>
                <a:lnTo>
                  <a:pt x="1077637" y="120137"/>
                </a:lnTo>
                <a:lnTo>
                  <a:pt x="1078188" y="120985"/>
                </a:lnTo>
                <a:lnTo>
                  <a:pt x="1078735" y="121837"/>
                </a:lnTo>
                <a:lnTo>
                  <a:pt x="1079277" y="122692"/>
                </a:lnTo>
                <a:lnTo>
                  <a:pt x="1079814" y="123550"/>
                </a:lnTo>
                <a:lnTo>
                  <a:pt x="1080347" y="124412"/>
                </a:lnTo>
                <a:lnTo>
                  <a:pt x="1080874" y="125276"/>
                </a:lnTo>
                <a:lnTo>
                  <a:pt x="1081397" y="126144"/>
                </a:lnTo>
                <a:lnTo>
                  <a:pt x="1081916" y="127016"/>
                </a:lnTo>
                <a:lnTo>
                  <a:pt x="1082429" y="127890"/>
                </a:lnTo>
                <a:lnTo>
                  <a:pt x="1082938" y="128768"/>
                </a:lnTo>
                <a:lnTo>
                  <a:pt x="1083441" y="129648"/>
                </a:lnTo>
                <a:lnTo>
                  <a:pt x="1083940" y="130532"/>
                </a:lnTo>
                <a:lnTo>
                  <a:pt x="1084434" y="131419"/>
                </a:lnTo>
                <a:lnTo>
                  <a:pt x="1084923" y="132310"/>
                </a:lnTo>
                <a:lnTo>
                  <a:pt x="1085407" y="133203"/>
                </a:lnTo>
                <a:lnTo>
                  <a:pt x="1085886" y="134099"/>
                </a:lnTo>
                <a:lnTo>
                  <a:pt x="1086360" y="134998"/>
                </a:lnTo>
                <a:lnTo>
                  <a:pt x="1086829" y="135901"/>
                </a:lnTo>
                <a:lnTo>
                  <a:pt x="1087293" y="136806"/>
                </a:lnTo>
                <a:lnTo>
                  <a:pt x="1087752" y="137714"/>
                </a:lnTo>
                <a:lnTo>
                  <a:pt x="1088206" y="138626"/>
                </a:lnTo>
                <a:lnTo>
                  <a:pt x="1088655" y="139540"/>
                </a:lnTo>
                <a:lnTo>
                  <a:pt x="1089098" y="140457"/>
                </a:lnTo>
                <a:lnTo>
                  <a:pt x="1089537" y="141377"/>
                </a:lnTo>
                <a:lnTo>
                  <a:pt x="1089971" y="142300"/>
                </a:lnTo>
                <a:lnTo>
                  <a:pt x="1090399" y="143226"/>
                </a:lnTo>
                <a:lnTo>
                  <a:pt x="1090822" y="144155"/>
                </a:lnTo>
                <a:lnTo>
                  <a:pt x="1091240" y="145087"/>
                </a:lnTo>
                <a:lnTo>
                  <a:pt x="1091653" y="146021"/>
                </a:lnTo>
                <a:lnTo>
                  <a:pt x="1092061" y="146958"/>
                </a:lnTo>
                <a:lnTo>
                  <a:pt x="1092463" y="147898"/>
                </a:lnTo>
                <a:lnTo>
                  <a:pt x="1092860" y="148841"/>
                </a:lnTo>
                <a:lnTo>
                  <a:pt x="1093252" y="149787"/>
                </a:lnTo>
                <a:lnTo>
                  <a:pt x="1093639" y="150735"/>
                </a:lnTo>
                <a:lnTo>
                  <a:pt x="1094020" y="151686"/>
                </a:lnTo>
                <a:lnTo>
                  <a:pt x="1094396" y="152640"/>
                </a:lnTo>
                <a:lnTo>
                  <a:pt x="1094767" y="153596"/>
                </a:lnTo>
                <a:lnTo>
                  <a:pt x="1095132" y="154555"/>
                </a:lnTo>
                <a:lnTo>
                  <a:pt x="1095492" y="155517"/>
                </a:lnTo>
                <a:lnTo>
                  <a:pt x="1095846" y="156481"/>
                </a:lnTo>
                <a:lnTo>
                  <a:pt x="1096195" y="157448"/>
                </a:lnTo>
                <a:lnTo>
                  <a:pt x="1096539" y="158418"/>
                </a:lnTo>
                <a:lnTo>
                  <a:pt x="1096877" y="159390"/>
                </a:lnTo>
                <a:lnTo>
                  <a:pt x="1097210" y="160364"/>
                </a:lnTo>
                <a:lnTo>
                  <a:pt x="1097537" y="161341"/>
                </a:lnTo>
                <a:lnTo>
                  <a:pt x="1097859" y="162321"/>
                </a:lnTo>
                <a:lnTo>
                  <a:pt x="1098175" y="163303"/>
                </a:lnTo>
                <a:lnTo>
                  <a:pt x="1098485" y="164288"/>
                </a:lnTo>
                <a:lnTo>
                  <a:pt x="1098791" y="165275"/>
                </a:lnTo>
                <a:lnTo>
                  <a:pt x="1099090" y="166264"/>
                </a:lnTo>
                <a:lnTo>
                  <a:pt x="1099384" y="167256"/>
                </a:lnTo>
                <a:lnTo>
                  <a:pt x="1099672" y="168251"/>
                </a:lnTo>
                <a:lnTo>
                  <a:pt x="1099955" y="169247"/>
                </a:lnTo>
                <a:lnTo>
                  <a:pt x="1100232" y="170247"/>
                </a:lnTo>
                <a:lnTo>
                  <a:pt x="1100503" y="171248"/>
                </a:lnTo>
                <a:lnTo>
                  <a:pt x="1100768" y="172252"/>
                </a:lnTo>
                <a:lnTo>
                  <a:pt x="1101028" y="173258"/>
                </a:lnTo>
                <a:lnTo>
                  <a:pt x="1101282" y="174266"/>
                </a:lnTo>
                <a:lnTo>
                  <a:pt x="1101531" y="175277"/>
                </a:lnTo>
                <a:lnTo>
                  <a:pt x="1101773" y="176290"/>
                </a:lnTo>
                <a:lnTo>
                  <a:pt x="1102010" y="177305"/>
                </a:lnTo>
                <a:lnTo>
                  <a:pt x="1102241" y="178322"/>
                </a:lnTo>
                <a:lnTo>
                  <a:pt x="1102466" y="179342"/>
                </a:lnTo>
                <a:lnTo>
                  <a:pt x="1102686" y="180364"/>
                </a:lnTo>
                <a:lnTo>
                  <a:pt x="1102899" y="181387"/>
                </a:lnTo>
                <a:lnTo>
                  <a:pt x="1103107" y="182414"/>
                </a:lnTo>
                <a:lnTo>
                  <a:pt x="1103308" y="183442"/>
                </a:lnTo>
                <a:lnTo>
                  <a:pt x="1103504" y="184472"/>
                </a:lnTo>
                <a:lnTo>
                  <a:pt x="1103694" y="185504"/>
                </a:lnTo>
                <a:lnTo>
                  <a:pt x="1103878" y="186539"/>
                </a:lnTo>
                <a:lnTo>
                  <a:pt x="1104056" y="187575"/>
                </a:lnTo>
                <a:lnTo>
                  <a:pt x="1104228" y="188614"/>
                </a:lnTo>
                <a:lnTo>
                  <a:pt x="1104394" y="189654"/>
                </a:lnTo>
                <a:lnTo>
                  <a:pt x="1104553" y="190697"/>
                </a:lnTo>
                <a:lnTo>
                  <a:pt x="1104707" y="191741"/>
                </a:lnTo>
                <a:lnTo>
                  <a:pt x="1104855" y="192788"/>
                </a:lnTo>
                <a:lnTo>
                  <a:pt x="1104997" y="193836"/>
                </a:lnTo>
                <a:lnTo>
                  <a:pt x="1105132" y="194887"/>
                </a:lnTo>
                <a:lnTo>
                  <a:pt x="1105262" y="195939"/>
                </a:lnTo>
                <a:lnTo>
                  <a:pt x="1105385" y="196993"/>
                </a:lnTo>
                <a:lnTo>
                  <a:pt x="1105502" y="198049"/>
                </a:lnTo>
                <a:lnTo>
                  <a:pt x="1105613" y="199107"/>
                </a:lnTo>
                <a:lnTo>
                  <a:pt x="1105718" y="200167"/>
                </a:lnTo>
                <a:lnTo>
                  <a:pt x="1105817" y="201228"/>
                </a:lnTo>
                <a:lnTo>
                  <a:pt x="1105909" y="202291"/>
                </a:lnTo>
                <a:lnTo>
                  <a:pt x="1105995" y="203357"/>
                </a:lnTo>
                <a:lnTo>
                  <a:pt x="1106075" y="204423"/>
                </a:lnTo>
                <a:lnTo>
                  <a:pt x="1106149" y="205492"/>
                </a:lnTo>
                <a:lnTo>
                  <a:pt x="1106216" y="206562"/>
                </a:lnTo>
                <a:lnTo>
                  <a:pt x="1106277" y="207634"/>
                </a:lnTo>
                <a:lnTo>
                  <a:pt x="1106332" y="208708"/>
                </a:lnTo>
                <a:lnTo>
                  <a:pt x="1106380" y="209783"/>
                </a:lnTo>
                <a:lnTo>
                  <a:pt x="1106422" y="210860"/>
                </a:lnTo>
                <a:lnTo>
                  <a:pt x="1106457" y="211939"/>
                </a:lnTo>
                <a:lnTo>
                  <a:pt x="1106486" y="213019"/>
                </a:lnTo>
                <a:lnTo>
                  <a:pt x="1106509" y="214101"/>
                </a:lnTo>
                <a:lnTo>
                  <a:pt x="1106525" y="215184"/>
                </a:lnTo>
                <a:lnTo>
                  <a:pt x="1106535" y="216269"/>
                </a:lnTo>
                <a:lnTo>
                  <a:pt x="1106538" y="217356"/>
                </a:lnTo>
                <a:lnTo>
                  <a:pt x="1126297" y="217356"/>
                </a:lnTo>
                <a:close/>
                <a:moveTo>
                  <a:pt x="217355" y="19760"/>
                </a:moveTo>
                <a:lnTo>
                  <a:pt x="216152" y="19763"/>
                </a:lnTo>
                <a:lnTo>
                  <a:pt x="214951" y="19774"/>
                </a:lnTo>
                <a:lnTo>
                  <a:pt x="213752" y="19792"/>
                </a:lnTo>
                <a:lnTo>
                  <a:pt x="212554" y="19817"/>
                </a:lnTo>
                <a:lnTo>
                  <a:pt x="211358" y="19849"/>
                </a:lnTo>
                <a:lnTo>
                  <a:pt x="210164" y="19888"/>
                </a:lnTo>
                <a:lnTo>
                  <a:pt x="208972" y="19934"/>
                </a:lnTo>
                <a:lnTo>
                  <a:pt x="207782" y="19988"/>
                </a:lnTo>
                <a:lnTo>
                  <a:pt x="206593" y="20048"/>
                </a:lnTo>
                <a:lnTo>
                  <a:pt x="205406" y="20115"/>
                </a:lnTo>
                <a:lnTo>
                  <a:pt x="204221" y="20189"/>
                </a:lnTo>
                <a:lnTo>
                  <a:pt x="203038" y="20270"/>
                </a:lnTo>
                <a:lnTo>
                  <a:pt x="201857" y="20359"/>
                </a:lnTo>
                <a:lnTo>
                  <a:pt x="200678" y="20454"/>
                </a:lnTo>
                <a:lnTo>
                  <a:pt x="199501" y="20556"/>
                </a:lnTo>
                <a:lnTo>
                  <a:pt x="198325" y="20664"/>
                </a:lnTo>
                <a:lnTo>
                  <a:pt x="197152" y="20780"/>
                </a:lnTo>
                <a:lnTo>
                  <a:pt x="195981" y="20902"/>
                </a:lnTo>
                <a:lnTo>
                  <a:pt x="194812" y="21032"/>
                </a:lnTo>
                <a:lnTo>
                  <a:pt x="193645" y="21168"/>
                </a:lnTo>
                <a:lnTo>
                  <a:pt x="192480" y="21311"/>
                </a:lnTo>
                <a:lnTo>
                  <a:pt x="191317" y="21460"/>
                </a:lnTo>
                <a:lnTo>
                  <a:pt x="190156" y="21616"/>
                </a:lnTo>
                <a:lnTo>
                  <a:pt x="188997" y="21779"/>
                </a:lnTo>
                <a:lnTo>
                  <a:pt x="187841" y="21949"/>
                </a:lnTo>
                <a:lnTo>
                  <a:pt x="186686" y="22126"/>
                </a:lnTo>
                <a:lnTo>
                  <a:pt x="185534" y="22309"/>
                </a:lnTo>
                <a:lnTo>
                  <a:pt x="184384" y="22498"/>
                </a:lnTo>
                <a:lnTo>
                  <a:pt x="183237" y="22694"/>
                </a:lnTo>
                <a:lnTo>
                  <a:pt x="182091" y="22897"/>
                </a:lnTo>
                <a:lnTo>
                  <a:pt x="180948" y="23107"/>
                </a:lnTo>
                <a:lnTo>
                  <a:pt x="179807" y="23323"/>
                </a:lnTo>
                <a:lnTo>
                  <a:pt x="178669" y="23545"/>
                </a:lnTo>
                <a:lnTo>
                  <a:pt x="177533" y="23774"/>
                </a:lnTo>
                <a:lnTo>
                  <a:pt x="176399" y="24010"/>
                </a:lnTo>
                <a:lnTo>
                  <a:pt x="175268" y="24252"/>
                </a:lnTo>
                <a:lnTo>
                  <a:pt x="174139" y="24500"/>
                </a:lnTo>
                <a:lnTo>
                  <a:pt x="173012" y="24755"/>
                </a:lnTo>
                <a:lnTo>
                  <a:pt x="171888" y="25016"/>
                </a:lnTo>
                <a:lnTo>
                  <a:pt x="170766" y="25284"/>
                </a:lnTo>
                <a:lnTo>
                  <a:pt x="169647" y="25558"/>
                </a:lnTo>
                <a:lnTo>
                  <a:pt x="168530" y="25838"/>
                </a:lnTo>
                <a:lnTo>
                  <a:pt x="167416" y="26125"/>
                </a:lnTo>
                <a:lnTo>
                  <a:pt x="166305" y="26418"/>
                </a:lnTo>
                <a:lnTo>
                  <a:pt x="165196" y="26717"/>
                </a:lnTo>
                <a:lnTo>
                  <a:pt x="164089" y="27022"/>
                </a:lnTo>
                <a:lnTo>
                  <a:pt x="162985" y="27334"/>
                </a:lnTo>
                <a:lnTo>
                  <a:pt x="161884" y="27652"/>
                </a:lnTo>
                <a:lnTo>
                  <a:pt x="160785" y="27976"/>
                </a:lnTo>
                <a:lnTo>
                  <a:pt x="159689" y="28307"/>
                </a:lnTo>
                <a:lnTo>
                  <a:pt x="158596" y="28643"/>
                </a:lnTo>
                <a:lnTo>
                  <a:pt x="157506" y="28986"/>
                </a:lnTo>
                <a:lnTo>
                  <a:pt x="156418" y="29335"/>
                </a:lnTo>
                <a:lnTo>
                  <a:pt x="155333" y="29690"/>
                </a:lnTo>
                <a:lnTo>
                  <a:pt x="154251" y="30051"/>
                </a:lnTo>
                <a:lnTo>
                  <a:pt x="153171" y="30418"/>
                </a:lnTo>
                <a:lnTo>
                  <a:pt x="152094" y="30791"/>
                </a:lnTo>
                <a:lnTo>
                  <a:pt x="151021" y="31170"/>
                </a:lnTo>
                <a:lnTo>
                  <a:pt x="149950" y="31555"/>
                </a:lnTo>
                <a:lnTo>
                  <a:pt x="148881" y="31946"/>
                </a:lnTo>
                <a:lnTo>
                  <a:pt x="147816" y="32343"/>
                </a:lnTo>
                <a:lnTo>
                  <a:pt x="146754" y="32746"/>
                </a:lnTo>
                <a:lnTo>
                  <a:pt x="145694" y="33155"/>
                </a:lnTo>
                <a:lnTo>
                  <a:pt x="144638" y="33570"/>
                </a:lnTo>
                <a:lnTo>
                  <a:pt x="143584" y="33991"/>
                </a:lnTo>
                <a:lnTo>
                  <a:pt x="142534" y="34417"/>
                </a:lnTo>
                <a:lnTo>
                  <a:pt x="141486" y="34850"/>
                </a:lnTo>
                <a:lnTo>
                  <a:pt x="140442" y="35288"/>
                </a:lnTo>
                <a:lnTo>
                  <a:pt x="139401" y="35732"/>
                </a:lnTo>
                <a:lnTo>
                  <a:pt x="138362" y="36182"/>
                </a:lnTo>
                <a:lnTo>
                  <a:pt x="137327" y="36637"/>
                </a:lnTo>
                <a:lnTo>
                  <a:pt x="136295" y="37099"/>
                </a:lnTo>
                <a:lnTo>
                  <a:pt x="135266" y="37566"/>
                </a:lnTo>
                <a:lnTo>
                  <a:pt x="134240" y="38038"/>
                </a:lnTo>
                <a:lnTo>
                  <a:pt x="133217" y="38517"/>
                </a:lnTo>
                <a:lnTo>
                  <a:pt x="132198" y="39001"/>
                </a:lnTo>
                <a:lnTo>
                  <a:pt x="131181" y="39490"/>
                </a:lnTo>
                <a:lnTo>
                  <a:pt x="130168" y="39986"/>
                </a:lnTo>
                <a:lnTo>
                  <a:pt x="129159" y="40487"/>
                </a:lnTo>
                <a:lnTo>
                  <a:pt x="128152" y="40993"/>
                </a:lnTo>
                <a:lnTo>
                  <a:pt x="127149" y="41505"/>
                </a:lnTo>
                <a:lnTo>
                  <a:pt x="126149" y="42023"/>
                </a:lnTo>
                <a:lnTo>
                  <a:pt x="125152" y="42546"/>
                </a:lnTo>
                <a:lnTo>
                  <a:pt x="124159" y="43074"/>
                </a:lnTo>
                <a:lnTo>
                  <a:pt x="123169" y="43609"/>
                </a:lnTo>
                <a:lnTo>
                  <a:pt x="122183" y="44148"/>
                </a:lnTo>
                <a:lnTo>
                  <a:pt x="121200" y="44693"/>
                </a:lnTo>
                <a:lnTo>
                  <a:pt x="120220" y="45243"/>
                </a:lnTo>
                <a:lnTo>
                  <a:pt x="119244" y="45799"/>
                </a:lnTo>
                <a:lnTo>
                  <a:pt x="118271" y="46360"/>
                </a:lnTo>
                <a:lnTo>
                  <a:pt x="117302" y="46927"/>
                </a:lnTo>
                <a:lnTo>
                  <a:pt x="116336" y="47499"/>
                </a:lnTo>
                <a:lnTo>
                  <a:pt x="115374" y="48076"/>
                </a:lnTo>
                <a:lnTo>
                  <a:pt x="114416" y="48658"/>
                </a:lnTo>
                <a:lnTo>
                  <a:pt x="113461" y="49246"/>
                </a:lnTo>
                <a:lnTo>
                  <a:pt x="112509" y="49839"/>
                </a:lnTo>
                <a:lnTo>
                  <a:pt x="111561" y="50437"/>
                </a:lnTo>
                <a:lnTo>
                  <a:pt x="110617" y="51041"/>
                </a:lnTo>
                <a:lnTo>
                  <a:pt x="109677" y="51649"/>
                </a:lnTo>
                <a:lnTo>
                  <a:pt x="108740" y="52263"/>
                </a:lnTo>
                <a:lnTo>
                  <a:pt x="107807" y="52882"/>
                </a:lnTo>
                <a:lnTo>
                  <a:pt x="106877" y="53506"/>
                </a:lnTo>
                <a:lnTo>
                  <a:pt x="105952" y="54135"/>
                </a:lnTo>
                <a:lnTo>
                  <a:pt x="105030" y="54770"/>
                </a:lnTo>
                <a:lnTo>
                  <a:pt x="104112" y="55409"/>
                </a:lnTo>
                <a:lnTo>
                  <a:pt x="103197" y="56053"/>
                </a:lnTo>
                <a:lnTo>
                  <a:pt x="102287" y="56703"/>
                </a:lnTo>
                <a:lnTo>
                  <a:pt x="101380" y="57357"/>
                </a:lnTo>
                <a:lnTo>
                  <a:pt x="100477" y="58017"/>
                </a:lnTo>
                <a:lnTo>
                  <a:pt x="99578" y="58681"/>
                </a:lnTo>
                <a:lnTo>
                  <a:pt x="98683" y="59350"/>
                </a:lnTo>
                <a:lnTo>
                  <a:pt x="97792" y="60025"/>
                </a:lnTo>
                <a:lnTo>
                  <a:pt x="96905" y="60704"/>
                </a:lnTo>
                <a:lnTo>
                  <a:pt x="96022" y="61388"/>
                </a:lnTo>
                <a:lnTo>
                  <a:pt x="95143" y="62077"/>
                </a:lnTo>
                <a:lnTo>
                  <a:pt x="94267" y="62771"/>
                </a:lnTo>
                <a:lnTo>
                  <a:pt x="93396" y="63469"/>
                </a:lnTo>
                <a:lnTo>
                  <a:pt x="92529" y="64173"/>
                </a:lnTo>
                <a:lnTo>
                  <a:pt x="91666" y="64881"/>
                </a:lnTo>
                <a:lnTo>
                  <a:pt x="90807" y="65594"/>
                </a:lnTo>
                <a:lnTo>
                  <a:pt x="89952" y="66312"/>
                </a:lnTo>
                <a:lnTo>
                  <a:pt x="89101" y="67034"/>
                </a:lnTo>
                <a:lnTo>
                  <a:pt x="88254" y="67762"/>
                </a:lnTo>
                <a:lnTo>
                  <a:pt x="87412" y="68493"/>
                </a:lnTo>
                <a:lnTo>
                  <a:pt x="86574" y="69230"/>
                </a:lnTo>
                <a:lnTo>
                  <a:pt x="85739" y="69971"/>
                </a:lnTo>
                <a:lnTo>
                  <a:pt x="84909" y="70717"/>
                </a:lnTo>
                <a:lnTo>
                  <a:pt x="84084" y="71467"/>
                </a:lnTo>
                <a:lnTo>
                  <a:pt x="83262" y="72222"/>
                </a:lnTo>
                <a:lnTo>
                  <a:pt x="82445" y="72982"/>
                </a:lnTo>
                <a:lnTo>
                  <a:pt x="81633" y="73746"/>
                </a:lnTo>
                <a:lnTo>
                  <a:pt x="80824" y="74515"/>
                </a:lnTo>
                <a:lnTo>
                  <a:pt x="80020" y="75288"/>
                </a:lnTo>
                <a:lnTo>
                  <a:pt x="79220" y="76066"/>
                </a:lnTo>
                <a:lnTo>
                  <a:pt x="78425" y="76848"/>
                </a:lnTo>
                <a:lnTo>
                  <a:pt x="77634" y="77634"/>
                </a:lnTo>
                <a:lnTo>
                  <a:pt x="76847" y="78425"/>
                </a:lnTo>
                <a:lnTo>
                  <a:pt x="76065" y="79221"/>
                </a:lnTo>
                <a:lnTo>
                  <a:pt x="75287" y="80020"/>
                </a:lnTo>
                <a:lnTo>
                  <a:pt x="74514" y="80825"/>
                </a:lnTo>
                <a:lnTo>
                  <a:pt x="73746" y="81633"/>
                </a:lnTo>
                <a:lnTo>
                  <a:pt x="72981" y="82446"/>
                </a:lnTo>
                <a:lnTo>
                  <a:pt x="72222" y="83263"/>
                </a:lnTo>
                <a:lnTo>
                  <a:pt x="71467" y="84084"/>
                </a:lnTo>
                <a:lnTo>
                  <a:pt x="70716" y="84910"/>
                </a:lnTo>
                <a:lnTo>
                  <a:pt x="69971" y="85740"/>
                </a:lnTo>
                <a:lnTo>
                  <a:pt x="69229" y="86574"/>
                </a:lnTo>
                <a:lnTo>
                  <a:pt x="68493" y="87412"/>
                </a:lnTo>
                <a:lnTo>
                  <a:pt x="67761" y="88255"/>
                </a:lnTo>
                <a:lnTo>
                  <a:pt x="67034" y="89102"/>
                </a:lnTo>
                <a:lnTo>
                  <a:pt x="66311" y="89952"/>
                </a:lnTo>
                <a:lnTo>
                  <a:pt x="65594" y="90807"/>
                </a:lnTo>
                <a:lnTo>
                  <a:pt x="64881" y="91666"/>
                </a:lnTo>
                <a:lnTo>
                  <a:pt x="64172" y="92530"/>
                </a:lnTo>
                <a:lnTo>
                  <a:pt x="63469" y="93397"/>
                </a:lnTo>
                <a:lnTo>
                  <a:pt x="62770" y="94268"/>
                </a:lnTo>
                <a:lnTo>
                  <a:pt x="62076" y="95143"/>
                </a:lnTo>
                <a:lnTo>
                  <a:pt x="61387" y="96022"/>
                </a:lnTo>
                <a:lnTo>
                  <a:pt x="60703" y="96906"/>
                </a:lnTo>
                <a:lnTo>
                  <a:pt x="60024" y="97793"/>
                </a:lnTo>
                <a:lnTo>
                  <a:pt x="59350" y="98684"/>
                </a:lnTo>
                <a:lnTo>
                  <a:pt x="58680" y="99579"/>
                </a:lnTo>
                <a:lnTo>
                  <a:pt x="58016" y="100478"/>
                </a:lnTo>
                <a:lnTo>
                  <a:pt x="57357" y="101381"/>
                </a:lnTo>
                <a:lnTo>
                  <a:pt x="56702" y="102287"/>
                </a:lnTo>
                <a:lnTo>
                  <a:pt x="56053" y="103198"/>
                </a:lnTo>
                <a:lnTo>
                  <a:pt x="55408" y="104112"/>
                </a:lnTo>
                <a:lnTo>
                  <a:pt x="54769" y="105030"/>
                </a:lnTo>
                <a:lnTo>
                  <a:pt x="54135" y="105952"/>
                </a:lnTo>
                <a:lnTo>
                  <a:pt x="53505" y="106878"/>
                </a:lnTo>
                <a:lnTo>
                  <a:pt x="52881" y="107807"/>
                </a:lnTo>
                <a:lnTo>
                  <a:pt x="52262" y="108741"/>
                </a:lnTo>
                <a:lnTo>
                  <a:pt x="51649" y="109677"/>
                </a:lnTo>
                <a:lnTo>
                  <a:pt x="51040" y="110618"/>
                </a:lnTo>
                <a:lnTo>
                  <a:pt x="50437" y="111562"/>
                </a:lnTo>
                <a:lnTo>
                  <a:pt x="49838" y="112510"/>
                </a:lnTo>
                <a:lnTo>
                  <a:pt x="49245" y="113461"/>
                </a:lnTo>
                <a:lnTo>
                  <a:pt x="48658" y="114416"/>
                </a:lnTo>
                <a:lnTo>
                  <a:pt x="48075" y="115375"/>
                </a:lnTo>
                <a:lnTo>
                  <a:pt x="47498" y="116337"/>
                </a:lnTo>
                <a:lnTo>
                  <a:pt x="46926" y="117303"/>
                </a:lnTo>
                <a:lnTo>
                  <a:pt x="46360" y="118272"/>
                </a:lnTo>
                <a:lnTo>
                  <a:pt x="45799" y="119245"/>
                </a:lnTo>
                <a:lnTo>
                  <a:pt x="45243" y="120221"/>
                </a:lnTo>
                <a:lnTo>
                  <a:pt x="44692" y="121200"/>
                </a:lnTo>
                <a:lnTo>
                  <a:pt x="44147" y="122183"/>
                </a:lnTo>
                <a:lnTo>
                  <a:pt x="43608" y="123170"/>
                </a:lnTo>
                <a:lnTo>
                  <a:pt x="43074" y="124160"/>
                </a:lnTo>
                <a:lnTo>
                  <a:pt x="42545" y="125153"/>
                </a:lnTo>
                <a:lnTo>
                  <a:pt x="42022" y="126150"/>
                </a:lnTo>
                <a:lnTo>
                  <a:pt x="41505" y="127149"/>
                </a:lnTo>
                <a:lnTo>
                  <a:pt x="40993" y="128153"/>
                </a:lnTo>
                <a:lnTo>
                  <a:pt x="40486" y="129159"/>
                </a:lnTo>
                <a:lnTo>
                  <a:pt x="39985" y="130169"/>
                </a:lnTo>
                <a:lnTo>
                  <a:pt x="39490" y="131182"/>
                </a:lnTo>
                <a:lnTo>
                  <a:pt x="39000" y="132198"/>
                </a:lnTo>
                <a:lnTo>
                  <a:pt x="38516" y="133218"/>
                </a:lnTo>
                <a:lnTo>
                  <a:pt x="38038" y="134241"/>
                </a:lnTo>
                <a:lnTo>
                  <a:pt x="37565" y="135266"/>
                </a:lnTo>
                <a:lnTo>
                  <a:pt x="37098" y="136295"/>
                </a:lnTo>
                <a:lnTo>
                  <a:pt x="36637" y="137328"/>
                </a:lnTo>
                <a:lnTo>
                  <a:pt x="36181" y="138363"/>
                </a:lnTo>
                <a:lnTo>
                  <a:pt x="35731" y="139401"/>
                </a:lnTo>
                <a:lnTo>
                  <a:pt x="35287" y="140443"/>
                </a:lnTo>
                <a:lnTo>
                  <a:pt x="34849" y="141487"/>
                </a:lnTo>
                <a:lnTo>
                  <a:pt x="34417" y="142535"/>
                </a:lnTo>
                <a:lnTo>
                  <a:pt x="33990" y="143585"/>
                </a:lnTo>
                <a:lnTo>
                  <a:pt x="33569" y="144639"/>
                </a:lnTo>
                <a:lnTo>
                  <a:pt x="33154" y="145695"/>
                </a:lnTo>
                <a:lnTo>
                  <a:pt x="32746" y="146754"/>
                </a:lnTo>
                <a:lnTo>
                  <a:pt x="32343" y="147817"/>
                </a:lnTo>
                <a:lnTo>
                  <a:pt x="31946" y="148882"/>
                </a:lnTo>
                <a:lnTo>
                  <a:pt x="31554" y="149950"/>
                </a:lnTo>
                <a:lnTo>
                  <a:pt x="31169" y="151021"/>
                </a:lnTo>
                <a:lnTo>
                  <a:pt x="30790" y="152095"/>
                </a:lnTo>
                <a:lnTo>
                  <a:pt x="30417" y="153172"/>
                </a:lnTo>
                <a:lnTo>
                  <a:pt x="30050" y="154251"/>
                </a:lnTo>
                <a:lnTo>
                  <a:pt x="29689" y="155333"/>
                </a:lnTo>
                <a:lnTo>
                  <a:pt x="29334" y="156419"/>
                </a:lnTo>
                <a:lnTo>
                  <a:pt x="28985" y="157506"/>
                </a:lnTo>
                <a:lnTo>
                  <a:pt x="28643" y="158597"/>
                </a:lnTo>
                <a:lnTo>
                  <a:pt x="28306" y="159690"/>
                </a:lnTo>
                <a:lnTo>
                  <a:pt x="27976" y="160786"/>
                </a:lnTo>
                <a:lnTo>
                  <a:pt x="27652" y="161885"/>
                </a:lnTo>
                <a:lnTo>
                  <a:pt x="27334" y="162986"/>
                </a:lnTo>
                <a:lnTo>
                  <a:pt x="27022" y="164090"/>
                </a:lnTo>
                <a:lnTo>
                  <a:pt x="26716" y="165196"/>
                </a:lnTo>
                <a:lnTo>
                  <a:pt x="26417" y="166305"/>
                </a:lnTo>
                <a:lnTo>
                  <a:pt x="26124" y="167417"/>
                </a:lnTo>
                <a:lnTo>
                  <a:pt x="25837" y="168531"/>
                </a:lnTo>
                <a:lnTo>
                  <a:pt x="25557" y="169648"/>
                </a:lnTo>
                <a:lnTo>
                  <a:pt x="25283" y="170767"/>
                </a:lnTo>
                <a:lnTo>
                  <a:pt x="25015" y="171888"/>
                </a:lnTo>
                <a:lnTo>
                  <a:pt x="24754" y="173013"/>
                </a:lnTo>
                <a:lnTo>
                  <a:pt x="24499" y="174139"/>
                </a:lnTo>
                <a:lnTo>
                  <a:pt x="24251" y="175268"/>
                </a:lnTo>
                <a:lnTo>
                  <a:pt x="24009" y="176400"/>
                </a:lnTo>
                <a:lnTo>
                  <a:pt x="23774" y="177533"/>
                </a:lnTo>
                <a:lnTo>
                  <a:pt x="23545" y="178670"/>
                </a:lnTo>
                <a:lnTo>
                  <a:pt x="23322" y="179808"/>
                </a:lnTo>
                <a:lnTo>
                  <a:pt x="23106" y="180949"/>
                </a:lnTo>
                <a:lnTo>
                  <a:pt x="22897" y="182092"/>
                </a:lnTo>
                <a:lnTo>
                  <a:pt x="22694" y="183237"/>
                </a:lnTo>
                <a:lnTo>
                  <a:pt x="22498" y="184385"/>
                </a:lnTo>
                <a:lnTo>
                  <a:pt x="22308" y="185535"/>
                </a:lnTo>
                <a:lnTo>
                  <a:pt x="22125" y="186687"/>
                </a:lnTo>
                <a:lnTo>
                  <a:pt x="21949" y="187841"/>
                </a:lnTo>
                <a:lnTo>
                  <a:pt x="21779" y="188998"/>
                </a:lnTo>
                <a:lnTo>
                  <a:pt x="21616" y="190157"/>
                </a:lnTo>
                <a:lnTo>
                  <a:pt x="21459" y="191317"/>
                </a:lnTo>
                <a:lnTo>
                  <a:pt x="21310" y="192480"/>
                </a:lnTo>
                <a:lnTo>
                  <a:pt x="21167" y="193645"/>
                </a:lnTo>
                <a:lnTo>
                  <a:pt x="21031" y="194812"/>
                </a:lnTo>
                <a:lnTo>
                  <a:pt x="20902" y="195982"/>
                </a:lnTo>
                <a:lnTo>
                  <a:pt x="20779" y="197153"/>
                </a:lnTo>
                <a:lnTo>
                  <a:pt x="20664" y="198326"/>
                </a:lnTo>
                <a:lnTo>
                  <a:pt x="20555" y="199501"/>
                </a:lnTo>
                <a:lnTo>
                  <a:pt x="20453" y="200678"/>
                </a:lnTo>
                <a:lnTo>
                  <a:pt x="20358" y="201858"/>
                </a:lnTo>
                <a:lnTo>
                  <a:pt x="20270" y="203039"/>
                </a:lnTo>
                <a:lnTo>
                  <a:pt x="20189" y="204222"/>
                </a:lnTo>
                <a:lnTo>
                  <a:pt x="20114" y="205407"/>
                </a:lnTo>
                <a:lnTo>
                  <a:pt x="20047" y="206593"/>
                </a:lnTo>
                <a:lnTo>
                  <a:pt x="19987" y="207782"/>
                </a:lnTo>
                <a:lnTo>
                  <a:pt x="19934" y="208973"/>
                </a:lnTo>
                <a:lnTo>
                  <a:pt x="19888" y="210165"/>
                </a:lnTo>
                <a:lnTo>
                  <a:pt x="19848" y="211359"/>
                </a:lnTo>
                <a:lnTo>
                  <a:pt x="19816" y="212555"/>
                </a:lnTo>
                <a:lnTo>
                  <a:pt x="19791" y="213753"/>
                </a:lnTo>
                <a:lnTo>
                  <a:pt x="19773" y="214952"/>
                </a:lnTo>
                <a:lnTo>
                  <a:pt x="19763" y="216153"/>
                </a:lnTo>
                <a:lnTo>
                  <a:pt x="19759" y="217356"/>
                </a:lnTo>
                <a:lnTo>
                  <a:pt x="19759" y="217356"/>
                </a:lnTo>
                <a:lnTo>
                  <a:pt x="19760" y="217356"/>
                </a:lnTo>
                <a:lnTo>
                  <a:pt x="39519" y="217356"/>
                </a:lnTo>
                <a:lnTo>
                  <a:pt x="39522" y="216269"/>
                </a:lnTo>
                <a:lnTo>
                  <a:pt x="39532" y="215184"/>
                </a:lnTo>
                <a:lnTo>
                  <a:pt x="39548" y="214101"/>
                </a:lnTo>
                <a:lnTo>
                  <a:pt x="39571" y="213019"/>
                </a:lnTo>
                <a:lnTo>
                  <a:pt x="39600" y="211939"/>
                </a:lnTo>
                <a:lnTo>
                  <a:pt x="39636" y="210860"/>
                </a:lnTo>
                <a:lnTo>
                  <a:pt x="39677" y="209783"/>
                </a:lnTo>
                <a:lnTo>
                  <a:pt x="39726" y="208708"/>
                </a:lnTo>
                <a:lnTo>
                  <a:pt x="39780" y="207634"/>
                </a:lnTo>
                <a:lnTo>
                  <a:pt x="39841" y="206562"/>
                </a:lnTo>
                <a:lnTo>
                  <a:pt x="39909" y="205492"/>
                </a:lnTo>
                <a:lnTo>
                  <a:pt x="39982" y="204423"/>
                </a:lnTo>
                <a:lnTo>
                  <a:pt x="40062" y="203357"/>
                </a:lnTo>
                <a:lnTo>
                  <a:pt x="40148" y="202291"/>
                </a:lnTo>
                <a:lnTo>
                  <a:pt x="40241" y="201228"/>
                </a:lnTo>
                <a:lnTo>
                  <a:pt x="40339" y="200167"/>
                </a:lnTo>
                <a:lnTo>
                  <a:pt x="40444" y="199107"/>
                </a:lnTo>
                <a:lnTo>
                  <a:pt x="40555" y="198049"/>
                </a:lnTo>
                <a:lnTo>
                  <a:pt x="40672" y="196993"/>
                </a:lnTo>
                <a:lnTo>
                  <a:pt x="40796" y="195939"/>
                </a:lnTo>
                <a:lnTo>
                  <a:pt x="40925" y="194887"/>
                </a:lnTo>
                <a:lnTo>
                  <a:pt x="41061" y="193836"/>
                </a:lnTo>
                <a:lnTo>
                  <a:pt x="41202" y="192788"/>
                </a:lnTo>
                <a:lnTo>
                  <a:pt x="41350" y="191741"/>
                </a:lnTo>
                <a:lnTo>
                  <a:pt x="41504" y="190697"/>
                </a:lnTo>
                <a:lnTo>
                  <a:pt x="41664" y="189654"/>
                </a:lnTo>
                <a:lnTo>
                  <a:pt x="41830" y="188614"/>
                </a:lnTo>
                <a:lnTo>
                  <a:pt x="42002" y="187575"/>
                </a:lnTo>
                <a:lnTo>
                  <a:pt x="42180" y="186539"/>
                </a:lnTo>
                <a:lnTo>
                  <a:pt x="42363" y="185504"/>
                </a:lnTo>
                <a:lnTo>
                  <a:pt x="42553" y="184472"/>
                </a:lnTo>
                <a:lnTo>
                  <a:pt x="42749" y="183442"/>
                </a:lnTo>
                <a:lnTo>
                  <a:pt x="42951" y="182414"/>
                </a:lnTo>
                <a:lnTo>
                  <a:pt x="43158" y="181387"/>
                </a:lnTo>
                <a:lnTo>
                  <a:pt x="43372" y="180364"/>
                </a:lnTo>
                <a:lnTo>
                  <a:pt x="43591" y="179342"/>
                </a:lnTo>
                <a:lnTo>
                  <a:pt x="43816" y="178322"/>
                </a:lnTo>
                <a:lnTo>
                  <a:pt x="44047" y="177305"/>
                </a:lnTo>
                <a:lnTo>
                  <a:pt x="44284" y="176290"/>
                </a:lnTo>
                <a:lnTo>
                  <a:pt x="44527" y="175277"/>
                </a:lnTo>
                <a:lnTo>
                  <a:pt x="44775" y="174266"/>
                </a:lnTo>
                <a:lnTo>
                  <a:pt x="45029" y="173258"/>
                </a:lnTo>
                <a:lnTo>
                  <a:pt x="45289" y="172252"/>
                </a:lnTo>
                <a:lnTo>
                  <a:pt x="45555" y="171248"/>
                </a:lnTo>
                <a:lnTo>
                  <a:pt x="45826" y="170247"/>
                </a:lnTo>
                <a:lnTo>
                  <a:pt x="46103" y="169247"/>
                </a:lnTo>
                <a:lnTo>
                  <a:pt x="46385" y="168251"/>
                </a:lnTo>
                <a:lnTo>
                  <a:pt x="46674" y="167256"/>
                </a:lnTo>
                <a:lnTo>
                  <a:pt x="46967" y="166264"/>
                </a:lnTo>
                <a:lnTo>
                  <a:pt x="47267" y="165275"/>
                </a:lnTo>
                <a:lnTo>
                  <a:pt x="47572" y="164288"/>
                </a:lnTo>
                <a:lnTo>
                  <a:pt x="47882" y="163303"/>
                </a:lnTo>
                <a:lnTo>
                  <a:pt x="48199" y="162321"/>
                </a:lnTo>
                <a:lnTo>
                  <a:pt x="48520" y="161341"/>
                </a:lnTo>
                <a:lnTo>
                  <a:pt x="48847" y="160364"/>
                </a:lnTo>
                <a:lnTo>
                  <a:pt x="49180" y="159390"/>
                </a:lnTo>
                <a:lnTo>
                  <a:pt x="49518" y="158418"/>
                </a:lnTo>
                <a:lnTo>
                  <a:pt x="49862" y="157448"/>
                </a:lnTo>
                <a:lnTo>
                  <a:pt x="50211" y="156481"/>
                </a:lnTo>
                <a:lnTo>
                  <a:pt x="50565" y="155517"/>
                </a:lnTo>
                <a:lnTo>
                  <a:pt x="50925" y="154555"/>
                </a:lnTo>
                <a:lnTo>
                  <a:pt x="51291" y="153596"/>
                </a:lnTo>
                <a:lnTo>
                  <a:pt x="51661" y="152640"/>
                </a:lnTo>
                <a:lnTo>
                  <a:pt x="52037" y="151686"/>
                </a:lnTo>
                <a:lnTo>
                  <a:pt x="52418" y="150735"/>
                </a:lnTo>
                <a:lnTo>
                  <a:pt x="52805" y="149787"/>
                </a:lnTo>
                <a:lnTo>
                  <a:pt x="53197" y="148841"/>
                </a:lnTo>
                <a:lnTo>
                  <a:pt x="53594" y="147898"/>
                </a:lnTo>
                <a:lnTo>
                  <a:pt x="53997" y="146958"/>
                </a:lnTo>
                <a:lnTo>
                  <a:pt x="54404" y="146021"/>
                </a:lnTo>
                <a:lnTo>
                  <a:pt x="54817" y="145087"/>
                </a:lnTo>
                <a:lnTo>
                  <a:pt x="55235" y="144155"/>
                </a:lnTo>
                <a:lnTo>
                  <a:pt x="55658" y="143226"/>
                </a:lnTo>
                <a:lnTo>
                  <a:pt x="56087" y="142300"/>
                </a:lnTo>
                <a:lnTo>
                  <a:pt x="56520" y="141377"/>
                </a:lnTo>
                <a:lnTo>
                  <a:pt x="56959" y="140457"/>
                </a:lnTo>
                <a:lnTo>
                  <a:pt x="57403" y="139540"/>
                </a:lnTo>
                <a:lnTo>
                  <a:pt x="57852" y="138626"/>
                </a:lnTo>
                <a:lnTo>
                  <a:pt x="58306" y="137714"/>
                </a:lnTo>
                <a:lnTo>
                  <a:pt x="58765" y="136806"/>
                </a:lnTo>
                <a:lnTo>
                  <a:pt x="59229" y="135901"/>
                </a:lnTo>
                <a:lnTo>
                  <a:pt x="59698" y="134998"/>
                </a:lnTo>
                <a:lnTo>
                  <a:pt x="60172" y="134099"/>
                </a:lnTo>
                <a:lnTo>
                  <a:pt x="60651" y="133203"/>
                </a:lnTo>
                <a:lnTo>
                  <a:pt x="61135" y="132310"/>
                </a:lnTo>
                <a:lnTo>
                  <a:pt x="61624" y="131419"/>
                </a:lnTo>
                <a:lnTo>
                  <a:pt x="62117" y="130532"/>
                </a:lnTo>
                <a:lnTo>
                  <a:pt x="62616" y="129648"/>
                </a:lnTo>
                <a:lnTo>
                  <a:pt x="63120" y="128768"/>
                </a:lnTo>
                <a:lnTo>
                  <a:pt x="63628" y="127890"/>
                </a:lnTo>
                <a:lnTo>
                  <a:pt x="64142" y="127016"/>
                </a:lnTo>
                <a:lnTo>
                  <a:pt x="64660" y="126144"/>
                </a:lnTo>
                <a:lnTo>
                  <a:pt x="65183" y="125276"/>
                </a:lnTo>
                <a:lnTo>
                  <a:pt x="65711" y="124412"/>
                </a:lnTo>
                <a:lnTo>
                  <a:pt x="66243" y="123550"/>
                </a:lnTo>
                <a:lnTo>
                  <a:pt x="66781" y="122692"/>
                </a:lnTo>
                <a:lnTo>
                  <a:pt x="67323" y="121837"/>
                </a:lnTo>
                <a:lnTo>
                  <a:pt x="67869" y="120985"/>
                </a:lnTo>
                <a:lnTo>
                  <a:pt x="68421" y="120137"/>
                </a:lnTo>
                <a:lnTo>
                  <a:pt x="68977" y="119292"/>
                </a:lnTo>
                <a:lnTo>
                  <a:pt x="69538" y="118450"/>
                </a:lnTo>
                <a:lnTo>
                  <a:pt x="70103" y="117612"/>
                </a:lnTo>
                <a:lnTo>
                  <a:pt x="70673" y="116777"/>
                </a:lnTo>
                <a:lnTo>
                  <a:pt x="71248" y="115945"/>
                </a:lnTo>
                <a:lnTo>
                  <a:pt x="71827" y="115117"/>
                </a:lnTo>
                <a:lnTo>
                  <a:pt x="72411" y="114293"/>
                </a:lnTo>
                <a:lnTo>
                  <a:pt x="73000" y="113472"/>
                </a:lnTo>
                <a:lnTo>
                  <a:pt x="73593" y="112654"/>
                </a:lnTo>
                <a:lnTo>
                  <a:pt x="74190" y="111840"/>
                </a:lnTo>
                <a:lnTo>
                  <a:pt x="74792" y="111029"/>
                </a:lnTo>
                <a:lnTo>
                  <a:pt x="75399" y="110222"/>
                </a:lnTo>
                <a:lnTo>
                  <a:pt x="76010" y="109419"/>
                </a:lnTo>
                <a:lnTo>
                  <a:pt x="76625" y="108619"/>
                </a:lnTo>
                <a:lnTo>
                  <a:pt x="77245" y="107822"/>
                </a:lnTo>
                <a:lnTo>
                  <a:pt x="77869" y="107030"/>
                </a:lnTo>
                <a:lnTo>
                  <a:pt x="78498" y="106240"/>
                </a:lnTo>
                <a:lnTo>
                  <a:pt x="79131" y="105455"/>
                </a:lnTo>
                <a:lnTo>
                  <a:pt x="79768" y="104673"/>
                </a:lnTo>
                <a:lnTo>
                  <a:pt x="80410" y="103895"/>
                </a:lnTo>
                <a:lnTo>
                  <a:pt x="81055" y="103121"/>
                </a:lnTo>
                <a:lnTo>
                  <a:pt x="81706" y="102350"/>
                </a:lnTo>
                <a:lnTo>
                  <a:pt x="82360" y="101583"/>
                </a:lnTo>
                <a:lnTo>
                  <a:pt x="83019" y="100820"/>
                </a:lnTo>
                <a:lnTo>
                  <a:pt x="83682" y="100061"/>
                </a:lnTo>
                <a:lnTo>
                  <a:pt x="84349" y="99305"/>
                </a:lnTo>
                <a:lnTo>
                  <a:pt x="85021" y="98554"/>
                </a:lnTo>
                <a:lnTo>
                  <a:pt x="85697" y="97806"/>
                </a:lnTo>
                <a:lnTo>
                  <a:pt x="86376" y="97062"/>
                </a:lnTo>
                <a:lnTo>
                  <a:pt x="87060" y="96322"/>
                </a:lnTo>
                <a:lnTo>
                  <a:pt x="87748" y="95585"/>
                </a:lnTo>
                <a:lnTo>
                  <a:pt x="88441" y="94853"/>
                </a:lnTo>
                <a:lnTo>
                  <a:pt x="89137" y="94125"/>
                </a:lnTo>
                <a:lnTo>
                  <a:pt x="89837" y="93400"/>
                </a:lnTo>
                <a:lnTo>
                  <a:pt x="90542" y="92680"/>
                </a:lnTo>
                <a:lnTo>
                  <a:pt x="91250" y="91963"/>
                </a:lnTo>
                <a:lnTo>
                  <a:pt x="91963" y="91251"/>
                </a:lnTo>
                <a:lnTo>
                  <a:pt x="92679" y="90542"/>
                </a:lnTo>
                <a:lnTo>
                  <a:pt x="93400" y="89838"/>
                </a:lnTo>
                <a:lnTo>
                  <a:pt x="94124" y="89137"/>
                </a:lnTo>
                <a:lnTo>
                  <a:pt x="94853" y="88441"/>
                </a:lnTo>
                <a:lnTo>
                  <a:pt x="95585" y="87749"/>
                </a:lnTo>
                <a:lnTo>
                  <a:pt x="96321" y="87061"/>
                </a:lnTo>
                <a:lnTo>
                  <a:pt x="97062" y="86377"/>
                </a:lnTo>
                <a:lnTo>
                  <a:pt x="97806" y="85697"/>
                </a:lnTo>
                <a:lnTo>
                  <a:pt x="98553" y="85021"/>
                </a:lnTo>
                <a:lnTo>
                  <a:pt x="99305" y="84350"/>
                </a:lnTo>
                <a:lnTo>
                  <a:pt x="100061" y="83682"/>
                </a:lnTo>
                <a:lnTo>
                  <a:pt x="100820" y="83019"/>
                </a:lnTo>
                <a:lnTo>
                  <a:pt x="101583" y="82360"/>
                </a:lnTo>
                <a:lnTo>
                  <a:pt x="102350" y="81706"/>
                </a:lnTo>
                <a:lnTo>
                  <a:pt x="103121" y="81056"/>
                </a:lnTo>
                <a:lnTo>
                  <a:pt x="103895" y="80410"/>
                </a:lnTo>
                <a:lnTo>
                  <a:pt x="104673" y="79768"/>
                </a:lnTo>
                <a:lnTo>
                  <a:pt x="105455" y="79131"/>
                </a:lnTo>
                <a:lnTo>
                  <a:pt x="106240" y="78498"/>
                </a:lnTo>
                <a:lnTo>
                  <a:pt x="107029" y="77869"/>
                </a:lnTo>
                <a:lnTo>
                  <a:pt x="107822" y="77245"/>
                </a:lnTo>
                <a:lnTo>
                  <a:pt x="108618" y="76625"/>
                </a:lnTo>
                <a:lnTo>
                  <a:pt x="109418" y="76010"/>
                </a:lnTo>
                <a:lnTo>
                  <a:pt x="110222" y="75399"/>
                </a:lnTo>
                <a:lnTo>
                  <a:pt x="111029" y="74792"/>
                </a:lnTo>
                <a:lnTo>
                  <a:pt x="111840" y="74190"/>
                </a:lnTo>
                <a:lnTo>
                  <a:pt x="112654" y="73593"/>
                </a:lnTo>
                <a:lnTo>
                  <a:pt x="113471" y="73000"/>
                </a:lnTo>
                <a:lnTo>
                  <a:pt x="114292" y="72411"/>
                </a:lnTo>
                <a:lnTo>
                  <a:pt x="115117" y="71828"/>
                </a:lnTo>
                <a:lnTo>
                  <a:pt x="115945" y="71248"/>
                </a:lnTo>
                <a:lnTo>
                  <a:pt x="116777" y="70674"/>
                </a:lnTo>
                <a:lnTo>
                  <a:pt x="117612" y="70103"/>
                </a:lnTo>
                <a:lnTo>
                  <a:pt x="118450" y="69538"/>
                </a:lnTo>
                <a:lnTo>
                  <a:pt x="119291" y="68977"/>
                </a:lnTo>
                <a:lnTo>
                  <a:pt x="120137" y="68421"/>
                </a:lnTo>
                <a:lnTo>
                  <a:pt x="120985" y="67869"/>
                </a:lnTo>
                <a:lnTo>
                  <a:pt x="121837" y="67323"/>
                </a:lnTo>
                <a:lnTo>
                  <a:pt x="122692" y="66781"/>
                </a:lnTo>
                <a:lnTo>
                  <a:pt x="123550" y="66243"/>
                </a:lnTo>
                <a:lnTo>
                  <a:pt x="124411" y="65711"/>
                </a:lnTo>
                <a:lnTo>
                  <a:pt x="125276" y="65183"/>
                </a:lnTo>
                <a:lnTo>
                  <a:pt x="126144" y="64660"/>
                </a:lnTo>
                <a:lnTo>
                  <a:pt x="127015" y="64142"/>
                </a:lnTo>
                <a:lnTo>
                  <a:pt x="127890" y="63628"/>
                </a:lnTo>
                <a:lnTo>
                  <a:pt x="128768" y="63120"/>
                </a:lnTo>
                <a:lnTo>
                  <a:pt x="129648" y="62616"/>
                </a:lnTo>
                <a:lnTo>
                  <a:pt x="130532" y="62118"/>
                </a:lnTo>
                <a:lnTo>
                  <a:pt x="131419" y="61624"/>
                </a:lnTo>
                <a:lnTo>
                  <a:pt x="132309" y="61135"/>
                </a:lnTo>
                <a:lnTo>
                  <a:pt x="133203" y="60651"/>
                </a:lnTo>
                <a:lnTo>
                  <a:pt x="134099" y="60172"/>
                </a:lnTo>
                <a:lnTo>
                  <a:pt x="134998" y="59698"/>
                </a:lnTo>
                <a:lnTo>
                  <a:pt x="135901" y="59229"/>
                </a:lnTo>
                <a:lnTo>
                  <a:pt x="136806" y="58765"/>
                </a:lnTo>
                <a:lnTo>
                  <a:pt x="137714" y="58306"/>
                </a:lnTo>
                <a:lnTo>
                  <a:pt x="138626" y="57852"/>
                </a:lnTo>
                <a:lnTo>
                  <a:pt x="139540" y="57403"/>
                </a:lnTo>
                <a:lnTo>
                  <a:pt x="140457" y="56959"/>
                </a:lnTo>
                <a:lnTo>
                  <a:pt x="141377" y="56520"/>
                </a:lnTo>
                <a:lnTo>
                  <a:pt x="142300" y="56087"/>
                </a:lnTo>
                <a:lnTo>
                  <a:pt x="143226" y="55658"/>
                </a:lnTo>
                <a:lnTo>
                  <a:pt x="144155" y="55235"/>
                </a:lnTo>
                <a:lnTo>
                  <a:pt x="145086" y="54817"/>
                </a:lnTo>
                <a:lnTo>
                  <a:pt x="146021" y="54404"/>
                </a:lnTo>
                <a:lnTo>
                  <a:pt x="146958" y="53997"/>
                </a:lnTo>
                <a:lnTo>
                  <a:pt x="147898" y="53594"/>
                </a:lnTo>
                <a:lnTo>
                  <a:pt x="148841" y="53197"/>
                </a:lnTo>
                <a:lnTo>
                  <a:pt x="149787" y="52805"/>
                </a:lnTo>
                <a:lnTo>
                  <a:pt x="150735" y="52419"/>
                </a:lnTo>
                <a:lnTo>
                  <a:pt x="151686" y="52037"/>
                </a:lnTo>
                <a:lnTo>
                  <a:pt x="152640" y="51661"/>
                </a:lnTo>
                <a:lnTo>
                  <a:pt x="153596" y="51291"/>
                </a:lnTo>
                <a:lnTo>
                  <a:pt x="154555" y="50925"/>
                </a:lnTo>
                <a:lnTo>
                  <a:pt x="155517" y="50566"/>
                </a:lnTo>
                <a:lnTo>
                  <a:pt x="156481" y="50211"/>
                </a:lnTo>
                <a:lnTo>
                  <a:pt x="157448" y="49862"/>
                </a:lnTo>
                <a:lnTo>
                  <a:pt x="158417" y="49518"/>
                </a:lnTo>
                <a:lnTo>
                  <a:pt x="159389" y="49180"/>
                </a:lnTo>
                <a:lnTo>
                  <a:pt x="160364" y="48848"/>
                </a:lnTo>
                <a:lnTo>
                  <a:pt x="161341" y="48520"/>
                </a:lnTo>
                <a:lnTo>
                  <a:pt x="162321" y="48199"/>
                </a:lnTo>
                <a:lnTo>
                  <a:pt x="163303" y="47883"/>
                </a:lnTo>
                <a:lnTo>
                  <a:pt x="164288" y="47572"/>
                </a:lnTo>
                <a:lnTo>
                  <a:pt x="165275" y="47267"/>
                </a:lnTo>
                <a:lnTo>
                  <a:pt x="166264" y="46967"/>
                </a:lnTo>
                <a:lnTo>
                  <a:pt x="167256" y="46674"/>
                </a:lnTo>
                <a:lnTo>
                  <a:pt x="168251" y="46385"/>
                </a:lnTo>
                <a:lnTo>
                  <a:pt x="169247" y="46103"/>
                </a:lnTo>
                <a:lnTo>
                  <a:pt x="170246" y="45826"/>
                </a:lnTo>
                <a:lnTo>
                  <a:pt x="171248" y="45555"/>
                </a:lnTo>
                <a:lnTo>
                  <a:pt x="172252" y="45289"/>
                </a:lnTo>
                <a:lnTo>
                  <a:pt x="173258" y="45029"/>
                </a:lnTo>
                <a:lnTo>
                  <a:pt x="174266" y="44775"/>
                </a:lnTo>
                <a:lnTo>
                  <a:pt x="175277" y="44527"/>
                </a:lnTo>
                <a:lnTo>
                  <a:pt x="176290" y="44284"/>
                </a:lnTo>
                <a:lnTo>
                  <a:pt x="177305" y="44047"/>
                </a:lnTo>
                <a:lnTo>
                  <a:pt x="178322" y="43816"/>
                </a:lnTo>
                <a:lnTo>
                  <a:pt x="179342" y="43591"/>
                </a:lnTo>
                <a:lnTo>
                  <a:pt x="180363" y="43372"/>
                </a:lnTo>
                <a:lnTo>
                  <a:pt x="181387" y="43158"/>
                </a:lnTo>
                <a:lnTo>
                  <a:pt x="182413" y="42951"/>
                </a:lnTo>
                <a:lnTo>
                  <a:pt x="183442" y="42749"/>
                </a:lnTo>
                <a:lnTo>
                  <a:pt x="184472" y="42553"/>
                </a:lnTo>
                <a:lnTo>
                  <a:pt x="185504" y="42363"/>
                </a:lnTo>
                <a:lnTo>
                  <a:pt x="186539" y="42180"/>
                </a:lnTo>
                <a:lnTo>
                  <a:pt x="187575" y="42002"/>
                </a:lnTo>
                <a:lnTo>
                  <a:pt x="188614" y="41830"/>
                </a:lnTo>
                <a:lnTo>
                  <a:pt x="189654" y="41664"/>
                </a:lnTo>
                <a:lnTo>
                  <a:pt x="190697" y="41504"/>
                </a:lnTo>
                <a:lnTo>
                  <a:pt x="191741" y="41350"/>
                </a:lnTo>
                <a:lnTo>
                  <a:pt x="192788" y="41202"/>
                </a:lnTo>
                <a:lnTo>
                  <a:pt x="193836" y="41061"/>
                </a:lnTo>
                <a:lnTo>
                  <a:pt x="194887" y="40925"/>
                </a:lnTo>
                <a:lnTo>
                  <a:pt x="195939" y="40796"/>
                </a:lnTo>
                <a:lnTo>
                  <a:pt x="196993" y="40672"/>
                </a:lnTo>
                <a:lnTo>
                  <a:pt x="198049" y="40555"/>
                </a:lnTo>
                <a:lnTo>
                  <a:pt x="199107" y="40444"/>
                </a:lnTo>
                <a:lnTo>
                  <a:pt x="200167" y="40339"/>
                </a:lnTo>
                <a:lnTo>
                  <a:pt x="201228" y="40241"/>
                </a:lnTo>
                <a:lnTo>
                  <a:pt x="202291" y="40148"/>
                </a:lnTo>
                <a:lnTo>
                  <a:pt x="203356" y="40062"/>
                </a:lnTo>
                <a:lnTo>
                  <a:pt x="204423" y="39982"/>
                </a:lnTo>
                <a:lnTo>
                  <a:pt x="205492" y="39909"/>
                </a:lnTo>
                <a:lnTo>
                  <a:pt x="206562" y="39841"/>
                </a:lnTo>
                <a:lnTo>
                  <a:pt x="207634" y="39780"/>
                </a:lnTo>
                <a:lnTo>
                  <a:pt x="208708" y="39726"/>
                </a:lnTo>
                <a:lnTo>
                  <a:pt x="209783" y="39677"/>
                </a:lnTo>
                <a:lnTo>
                  <a:pt x="210860" y="39636"/>
                </a:lnTo>
                <a:lnTo>
                  <a:pt x="211939" y="39600"/>
                </a:lnTo>
                <a:lnTo>
                  <a:pt x="213019" y="39571"/>
                </a:lnTo>
                <a:lnTo>
                  <a:pt x="214101" y="39548"/>
                </a:lnTo>
                <a:lnTo>
                  <a:pt x="215184" y="39532"/>
                </a:lnTo>
                <a:lnTo>
                  <a:pt x="216269" y="39522"/>
                </a:lnTo>
                <a:lnTo>
                  <a:pt x="217356" y="39519"/>
                </a:lnTo>
                <a:lnTo>
                  <a:pt x="217356" y="19760"/>
                </a:lnTo>
                <a:close/>
              </a:path>
            </a:pathLst>
          </a:custGeom>
          <a:solidFill xmlns:a="http://schemas.openxmlformats.org/drawingml/2006/main">
            <a:srgbClr val="434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1DF2E1A3-63AC-405E-AEFA-807731C1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7246" y="2243752"/>
            <a:ext cx="443443" cy="131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Inverse</a:t>
            </a:r>
          </a:p>
        </p:txBody>
      </p:sp>
      <p:sp>
        <p:nvSpPr>
          <p:cNvPr id="249" name="pdf-text-21-1">
            <a:extLst xmlns:a="http://schemas.openxmlformats.org/drawingml/2006/main">
              <a:ext uri="{FF2B5EF4-FFF2-40B4-BE49-F238E27FC236}">
                <a16:creationId xmlns:a16="http://schemas.microsoft.com/office/drawing/2014/main" id="{7544264E-3C7F-4066-9F69-F0926AEB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4158" y="2415002"/>
            <a:ext cx="889672" cy="131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3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Dynamics</a:t>
            </a:r>
          </a:p>
        </p:txBody>
      </p:sp>
      <p:pic>
        <p:nvPic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AA3E73CE-5EB8-4F7E-B927-0A62D4D066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c9b70907b4d0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93749" y="2079088"/>
            <a:ext cx="158077" cy="158077"/>
          </a:xfrm>
          <a:prstGeom xmlns:a="http://schemas.openxmlformats.org/drawingml/2006/main" prst="rect">
            <a:avLst/>
          </a:prstGeom>
        </p:spPr>
      </p:pic>
      <p:sp>
        <p:nvSpPr>
          <p:cNvPr id="251" name="uniskill-source-component-50">
            <a:extLst xmlns:a="http://schemas.openxmlformats.org/drawingml/2006/main">
              <a:ext uri="{FF2B5EF4-FFF2-40B4-BE49-F238E27FC236}">
                <a16:creationId xmlns:a16="http://schemas.microsoft.com/office/drawing/2014/main" id="{EC510CEE-2164-4DE3-8F2E-8B8775B7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3749" y="2079088"/>
            <a:ext cx="158077" cy="158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50453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2026-10-09T21:36:51.4380000Z</dcterms:created>
  <dcterms:modified xsi:type="dcterms:W3CDTF">2026-10-09T21:36:51.4380000Z</dcterms:modified>
</coreProperties>
</file>