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6d39866aab4863" /><Relationship Type="http://schemas.openxmlformats.org/officeDocument/2006/relationships/extended-properties" Target="/docProps/app.xml" Id="R676cb2c7af754d88" /><Relationship Type="http://schemas.openxmlformats.org/officeDocument/2006/relationships/officeDocument" Target="/ppt/presentation.xml" Id="R64a21a50f6e245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ba9532859740bd"/>
  </p:sldMasterIdLst>
  <p:notesMasterIdLst>
    <p:notesMasterId xmlns:r="http://schemas.openxmlformats.org/officeDocument/2006/relationships" r:id="R9196f1a75abc47c7"/>
  </p:notesMasterIdLst>
  <p:sldIdLst>
    <p:sldId xmlns:r="http://schemas.openxmlformats.org/officeDocument/2006/relationships" id="256" r:id="R9a23fde25d154178"/>
  </p:sldIdLst>
  <p:sldSz cx="8382000" cy="6515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6442a084014001" /><Relationship Type="http://schemas.openxmlformats.org/officeDocument/2006/relationships/slideMaster" Target="/ppt/slideMasters/slideMaster1.xml" Id="Rafba9532859740bd" /><Relationship Type="http://schemas.openxmlformats.org/officeDocument/2006/relationships/notesMaster" Target="/ppt/notesMasters/notesMaster1.xml" Id="R9196f1a75abc47c7" /><Relationship Type="http://schemas.openxmlformats.org/officeDocument/2006/relationships/presProps" Target="/ppt/presProps.xml" Id="Ref62bcb7a6884524" /><Relationship Type="http://schemas.openxmlformats.org/officeDocument/2006/relationships/tableStyles" Target="/ppt/tableStyles.xml" Id="Rda9f6888135d4195" /><Relationship Type="http://schemas.openxmlformats.org/officeDocument/2006/relationships/slide" Target="/ppt/slides/slide1.xml" Id="R9a23fde25d1541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35e17c004a48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b2e8284b574649" /><Relationship Type="http://schemas.openxmlformats.org/officeDocument/2006/relationships/notesMaster" Target="/ppt/notesMasters/notesMaster1.xml" Id="R918d9280f6f445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"Discovering Generalizable Skills via Automated Generation of Diverse Tasks",</a:t>
            </a:r>
          </a:p>
          <a:p xmlns:a="http://schemas.openxmlformats.org/drawingml/2006/main">
            <a:r>
              <a:t>  "paper_url": "https://arxiv.org/pdf/2106.13935v1",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SLIDE skill prior/generator/discriminator/policy architecture. Source mathematical glyphs retained as editable freeform outlines; other labels remain native text. Dependency paths preserve exact geometry without semantic endpoint attachment. Source clipping groups visually reviewed. Crossing-crop path is a transparent source rectangle, not omitted visible content.",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"72a97883f914888c9d753d0c1e79f0c1efab865ece1ab652961d82804166711e",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325,</a:t>
            </a:r>
          </a:p>
          <a:p xmlns:a="http://schemas.openxmlformats.org/drawingml/2006/main">
            <a:r>
              <a:t>    57,</a:t>
            </a:r>
          </a:p>
          <a:p xmlns:a="http://schemas.openxmlformats.org/drawingml/2006/main">
            <a:r>
              <a:t>    545,</a:t>
            </a:r>
          </a:p>
          <a:p xmlns:a="http://schemas.openxmlformats.org/drawingml/2006/main">
            <a:r>
              <a:t>    228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"Cambria",</a:t>
            </a:r>
          </a:p>
          <a:p xmlns:a="http://schemas.openxmlformats.org/drawingml/2006/main">
            <a:r>
              <a:t>    "Cambria-Italic",</a:t>
            </a:r>
          </a:p>
          <a:p xmlns:a="http://schemas.openxmlformats.org/drawingml/2006/main">
            <a:r>
              <a:t>    "TimesNewRomanPS-ItalicMT",</a:t>
            </a:r>
          </a:p>
          <a:p xmlns:a="http://schemas.openxmlformats.org/drawingml/2006/main">
            <a:r>
              <a:t>    "TimesNewRomanPSMT"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9"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9dc40406f43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3650f03da4c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bc3b67e8c43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37da1e2d247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e8463fae44e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60e1737d647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80C6C0-1B81-4F2E-B559-2F42D7835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461260"/>
            <a:ext cx="6705600" cy="941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B8DBF7-87DF-497D-899B-590CD84B55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7300" y="3583305"/>
            <a:ext cx="586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74241A-25A2-45EE-8D03-7848FFFC0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14625"/>
            <a:ext cx="6705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FAC8F0-2B6B-4677-9B49-7D07937C2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1488" y="506730"/>
            <a:ext cx="7439025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6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06E924-E21D-4928-9B91-B112B2A96B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488" y="1809750"/>
            <a:ext cx="7439025" cy="405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71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1pPr>
            <a:lvl2pPr marL="3667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2pPr>
            <a:lvl3pPr marL="5762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3pPr>
            <a:lvl4pPr marL="7858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4pPr>
            <a:lvl5pPr marL="9953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5pPr>
            <a:lvl6pPr marL="12049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6pPr>
            <a:lvl7pPr marL="14144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7pPr>
            <a:lvl8pPr marL="16240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8pPr>
            <a:lvl9pPr marL="18335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434CAD-8CF9-4E47-830A-877F8685F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1488" y="506730"/>
            <a:ext cx="7439025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6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514E61-ADF9-46B4-9F90-868DA2BA75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488" y="1809750"/>
            <a:ext cx="3457575" cy="405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71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1pPr>
            <a:lvl2pPr marL="3667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2pPr>
            <a:lvl3pPr marL="5762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3pPr>
            <a:lvl4pPr marL="7858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4pPr>
            <a:lvl5pPr marL="9953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5pPr>
            <a:lvl6pPr marL="12049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6pPr>
            <a:lvl7pPr marL="14144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7pPr>
            <a:lvl8pPr marL="16240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8pPr>
            <a:lvl9pPr marL="18335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74FA90-B858-44B0-A6FF-6739A7A33E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2938" y="1809750"/>
            <a:ext cx="3457575" cy="405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71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1pPr>
            <a:lvl2pPr marL="3667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2pPr>
            <a:lvl3pPr marL="5762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3pPr>
            <a:lvl4pPr marL="7858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4pPr>
            <a:lvl5pPr marL="9953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5pPr>
            <a:lvl6pPr marL="12049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6pPr>
            <a:lvl7pPr marL="14144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7pPr>
            <a:lvl8pPr marL="16240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8pPr>
            <a:lvl9pPr marL="18335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5A7534-E0C5-4600-96DA-EB8A8C6D4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1488" y="506730"/>
            <a:ext cx="7439025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6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5A5F7D-675F-4E38-9E2D-66C6233627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488" y="1809750"/>
            <a:ext cx="3457575" cy="405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71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1pPr>
            <a:lvl2pPr marL="3667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2pPr>
            <a:lvl3pPr marL="5762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3pPr>
            <a:lvl4pPr marL="7858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4pPr>
            <a:lvl5pPr marL="9953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5pPr>
            <a:lvl6pPr marL="12049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6pPr>
            <a:lvl7pPr marL="14144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7pPr>
            <a:lvl8pPr marL="162401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8pPr>
            <a:lvl9pPr marL="1833563" indent="-157162">
              <a:lnSpc>
                <a:spcPct val="110000"/>
              </a:lnSpc>
              <a:spcBef>
                <a:spcPts val="0"/>
              </a:spcBef>
              <a:spcAft>
                <a:spcPts val="8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637e23a01841a4" /><Relationship Type="http://schemas.openxmlformats.org/officeDocument/2006/relationships/slideLayout" Target="/ppt/slideLayouts/slideLayout1.xml" Id="R8ed9afaa1c8e4a74" /><Relationship Type="http://schemas.openxmlformats.org/officeDocument/2006/relationships/slideLayout" Target="/ppt/slideLayouts/slideLayout2.xml" Id="Ra61b7930777545b8" /><Relationship Type="http://schemas.openxmlformats.org/officeDocument/2006/relationships/slideLayout" Target="/ppt/slideLayouts/slideLayout3.xml" Id="R45690d3ad8c14d95" /><Relationship Type="http://schemas.openxmlformats.org/officeDocument/2006/relationships/slideLayout" Target="/ppt/slideLayouts/slideLayout4.xml" Id="R9c3ce67fc9744692" /><Relationship Type="http://schemas.openxmlformats.org/officeDocument/2006/relationships/slideLayout" Target="/ppt/slideLayouts/slideLayout5.xml" Id="R8d2a9ce80282493f" /><Relationship Type="http://schemas.openxmlformats.org/officeDocument/2006/relationships/slideLayout" Target="/ppt/slideLayouts/slideLayout6.xml" Id="R8f189006ca5d44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9afaa1c8e4a74"/>
    <p:sldLayoutId xmlns:r="http://schemas.openxmlformats.org/officeDocument/2006/relationships" id="2147483650" r:id="Ra61b7930777545b8"/>
    <p:sldLayoutId xmlns:r="http://schemas.openxmlformats.org/officeDocument/2006/relationships" id="2147483651" r:id="R45690d3ad8c14d95"/>
    <p:sldLayoutId xmlns:r="http://schemas.openxmlformats.org/officeDocument/2006/relationships" id="2147483652" r:id="R9c3ce67fc9744692"/>
    <p:sldLayoutId xmlns:r="http://schemas.openxmlformats.org/officeDocument/2006/relationships" id="2147483653" r:id="R8d2a9ce80282493f"/>
    <p:sldLayoutId xmlns:r="http://schemas.openxmlformats.org/officeDocument/2006/relationships" id="2147483654" r:id="R8f189006ca5d44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92b265187404c" /><Relationship Type="http://schemas.openxmlformats.org/officeDocument/2006/relationships/notesSlide" Target="/ppt/notesSlides/notesSlide1.xml" Id="Rfdb0f7a3929747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pdf-path-10">
            <a:extLst xmlns:a="http://schemas.openxmlformats.org/drawingml/2006/main">
              <a:ext uri="{FF2B5EF4-FFF2-40B4-BE49-F238E27FC236}">
                <a16:creationId xmlns:a16="http://schemas.microsoft.com/office/drawing/2014/main" id="{27B5D68A-AC3D-4B71-B8D8-C05D0A18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78" y="2608058"/>
            <a:ext cx="2861681" cy="1127032"/>
          </a:xfrm>
          <a:custGeom xmlns:a="http://schemas.openxmlformats.org/drawingml/2006/main">
            <a:pathLst>
              <a:path w="2861681" h="1127032">
                <a:moveTo>
                  <a:pt x="0" y="278287"/>
                </a:moveTo>
                <a:lnTo>
                  <a:pt x="0" y="278287"/>
                </a:lnTo>
                <a:cubicBezTo>
                  <a:pt x="0" y="124594"/>
                  <a:pt x="124594" y="0"/>
                  <a:pt x="278287" y="0"/>
                </a:cubicBezTo>
                <a:lnTo>
                  <a:pt x="2583395" y="0"/>
                </a:lnTo>
                <a:cubicBezTo>
                  <a:pt x="2657201" y="0"/>
                  <a:pt x="2727985" y="29319"/>
                  <a:pt x="2780173" y="81508"/>
                </a:cubicBezTo>
                <a:cubicBezTo>
                  <a:pt x="2832362" y="133698"/>
                  <a:pt x="2861681" y="204481"/>
                  <a:pt x="2861681" y="278287"/>
                </a:cubicBezTo>
                <a:lnTo>
                  <a:pt x="2861681" y="848745"/>
                </a:lnTo>
                <a:cubicBezTo>
                  <a:pt x="2861681" y="1002439"/>
                  <a:pt x="2737089" y="1127032"/>
                  <a:pt x="2583395" y="1127032"/>
                </a:cubicBezTo>
                <a:lnTo>
                  <a:pt x="278287" y="1127032"/>
                </a:lnTo>
                <a:cubicBezTo>
                  <a:pt x="124594" y="1127032"/>
                  <a:pt x="0" y="1002439"/>
                  <a:pt x="0" y="848745"/>
                </a:cubicBezTo>
                <a:lnTo>
                  <a:pt x="0" y="278287"/>
                </a:lnTo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1">
            <a:extLst xmlns:a="http://schemas.openxmlformats.org/drawingml/2006/main">
              <a:ext uri="{FF2B5EF4-FFF2-40B4-BE49-F238E27FC236}">
                <a16:creationId xmlns:a16="http://schemas.microsoft.com/office/drawing/2014/main" id="{59C21067-141E-4026-8883-BB07FDC2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593" y="2300575"/>
            <a:ext cx="3522709" cy="3714306"/>
          </a:xfrm>
          <a:custGeom xmlns:a="http://schemas.openxmlformats.org/drawingml/2006/main">
            <a:pathLst>
              <a:path w="3522709" h="3714306">
                <a:moveTo>
                  <a:pt x="0" y="337229"/>
                </a:moveTo>
                <a:lnTo>
                  <a:pt x="0" y="337229"/>
                </a:lnTo>
                <a:cubicBezTo>
                  <a:pt x="0" y="150982"/>
                  <a:pt x="150983" y="0"/>
                  <a:pt x="337229" y="0"/>
                </a:cubicBezTo>
                <a:lnTo>
                  <a:pt x="3185481" y="0"/>
                </a:lnTo>
                <a:cubicBezTo>
                  <a:pt x="3274920" y="0"/>
                  <a:pt x="3360696" y="35529"/>
                  <a:pt x="3423939" y="98772"/>
                </a:cubicBezTo>
                <a:cubicBezTo>
                  <a:pt x="3487181" y="162015"/>
                  <a:pt x="3522709" y="247790"/>
                  <a:pt x="3522709" y="337229"/>
                </a:cubicBezTo>
                <a:lnTo>
                  <a:pt x="3522709" y="3377076"/>
                </a:lnTo>
                <a:cubicBezTo>
                  <a:pt x="3522709" y="3563323"/>
                  <a:pt x="3371728" y="3714306"/>
                  <a:pt x="3185481" y="3714306"/>
                </a:cubicBezTo>
                <a:lnTo>
                  <a:pt x="337229" y="3714306"/>
                </a:lnTo>
                <a:cubicBezTo>
                  <a:pt x="150983" y="3714306"/>
                  <a:pt x="0" y="3563323"/>
                  <a:pt x="0" y="3377076"/>
                </a:cubicBezTo>
                <a:lnTo>
                  <a:pt x="0" y="337229"/>
                </a:lnTo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31116">
            <a:solidFill>
              <a:srgbClr val="434343"/>
            </a:solidFill>
            <a:prstDash val="dash"/>
          </a:ln>
        </p:spPr>
      </p:sp>
      <p:sp>
        <p:nvSpPr>
          <p:cNvPr id="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E1C2F821-1595-4DED-9FAD-AA5A17C8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78" y="2608058"/>
            <a:ext cx="2861681" cy="1127032"/>
          </a:xfrm>
          <a:custGeom xmlns:a="http://schemas.openxmlformats.org/drawingml/2006/main">
            <a:pathLst>
              <a:path w="2861681" h="1127032">
                <a:moveTo>
                  <a:pt x="0" y="0"/>
                </a:moveTo>
                <a:lnTo>
                  <a:pt x="2861681" y="0"/>
                </a:lnTo>
                <a:lnTo>
                  <a:pt x="2861681" y="1127032"/>
                </a:lnTo>
                <a:lnTo>
                  <a:pt x="0" y="112703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text-187-0">
            <a:extLst xmlns:a="http://schemas.openxmlformats.org/drawingml/2006/main">
              <a:ext uri="{FF2B5EF4-FFF2-40B4-BE49-F238E27FC236}">
                <a16:creationId xmlns:a16="http://schemas.microsoft.com/office/drawing/2014/main" id="{2BAED24D-8B78-4E9E-A62E-F8F413CE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08" y="2841310"/>
            <a:ext cx="597093" cy="290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5" name="pdf-text-189-0">
            <a:extLst xmlns:a="http://schemas.openxmlformats.org/drawingml/2006/main">
              <a:ext uri="{FF2B5EF4-FFF2-40B4-BE49-F238E27FC236}">
                <a16:creationId xmlns:a16="http://schemas.microsoft.com/office/drawing/2014/main" id="{0477721C-AD0A-4093-A290-3F0D4C7E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184" y="2841310"/>
            <a:ext cx="1306869" cy="290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6" name="pdf-path-27">
            <a:extLst xmlns:a="http://schemas.openxmlformats.org/drawingml/2006/main">
              <a:ext uri="{FF2B5EF4-FFF2-40B4-BE49-F238E27FC236}">
                <a16:creationId xmlns:a16="http://schemas.microsoft.com/office/drawing/2014/main" id="{D370A7CD-3AC5-406A-BD40-FE051383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63" y="2608058"/>
            <a:ext cx="2861682" cy="1127032"/>
          </a:xfrm>
          <a:custGeom xmlns:a="http://schemas.openxmlformats.org/drawingml/2006/main">
            <a:pathLst>
              <a:path w="2861682" h="1127032">
                <a:moveTo>
                  <a:pt x="0" y="278287"/>
                </a:moveTo>
                <a:lnTo>
                  <a:pt x="0" y="278287"/>
                </a:lnTo>
                <a:cubicBezTo>
                  <a:pt x="0" y="124594"/>
                  <a:pt x="124594" y="0"/>
                  <a:pt x="278287" y="0"/>
                </a:cubicBezTo>
                <a:lnTo>
                  <a:pt x="2583395" y="0"/>
                </a:lnTo>
                <a:cubicBezTo>
                  <a:pt x="2657202" y="0"/>
                  <a:pt x="2727986" y="29319"/>
                  <a:pt x="2780173" y="81508"/>
                </a:cubicBezTo>
                <a:cubicBezTo>
                  <a:pt x="2832363" y="133698"/>
                  <a:pt x="2861682" y="204481"/>
                  <a:pt x="2861682" y="278287"/>
                </a:cubicBezTo>
                <a:lnTo>
                  <a:pt x="2861682" y="848745"/>
                </a:lnTo>
                <a:cubicBezTo>
                  <a:pt x="2861682" y="1002439"/>
                  <a:pt x="2737088" y="1127032"/>
                  <a:pt x="2583395" y="1127032"/>
                </a:cubicBezTo>
                <a:lnTo>
                  <a:pt x="278287" y="1127032"/>
                </a:lnTo>
                <a:cubicBezTo>
                  <a:pt x="124594" y="1127032"/>
                  <a:pt x="0" y="1002439"/>
                  <a:pt x="0" y="848745"/>
                </a:cubicBezTo>
                <a:lnTo>
                  <a:pt x="0" y="278287"/>
                </a:ln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28">
            <a:extLst xmlns:a="http://schemas.openxmlformats.org/drawingml/2006/main">
              <a:ext uri="{FF2B5EF4-FFF2-40B4-BE49-F238E27FC236}">
                <a16:creationId xmlns:a16="http://schemas.microsoft.com/office/drawing/2014/main" id="{29985741-8C45-42EA-90E8-83D53C58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63" y="2608058"/>
            <a:ext cx="2861682" cy="1127032"/>
          </a:xfrm>
          <a:custGeom xmlns:a="http://schemas.openxmlformats.org/drawingml/2006/main">
            <a:pathLst>
              <a:path w="2861682" h="1127032">
                <a:moveTo>
                  <a:pt x="0" y="0"/>
                </a:moveTo>
                <a:lnTo>
                  <a:pt x="2861682" y="0"/>
                </a:lnTo>
                <a:lnTo>
                  <a:pt x="2861682" y="1127032"/>
                </a:lnTo>
                <a:lnTo>
                  <a:pt x="0" y="112703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text-200-0">
            <a:extLst xmlns:a="http://schemas.openxmlformats.org/drawingml/2006/main">
              <a:ext uri="{FF2B5EF4-FFF2-40B4-BE49-F238E27FC236}">
                <a16:creationId xmlns:a16="http://schemas.microsoft.com/office/drawing/2014/main" id="{974FD4D9-1459-4FAF-9C6B-3A7C199E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705" y="2801481"/>
            <a:ext cx="2043942" cy="290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Generated Task</a:t>
            </a:r>
          </a:p>
        </p:txBody>
      </p:sp>
      <p:sp>
        <p:nvSpPr>
          <p:cNvPr id="9" name="pdf-path-34">
            <a:extLst xmlns:a="http://schemas.openxmlformats.org/drawingml/2006/main">
              <a:ext uri="{FF2B5EF4-FFF2-40B4-BE49-F238E27FC236}">
                <a16:creationId xmlns:a16="http://schemas.microsoft.com/office/drawing/2014/main" id="{D1AD6C40-F2A3-4D15-8449-324FA0C6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63" y="4636675"/>
            <a:ext cx="2861682" cy="1127032"/>
          </a:xfrm>
          <a:custGeom xmlns:a="http://schemas.openxmlformats.org/drawingml/2006/main">
            <a:pathLst>
              <a:path w="2861682" h="1127032">
                <a:moveTo>
                  <a:pt x="0" y="278287"/>
                </a:moveTo>
                <a:lnTo>
                  <a:pt x="0" y="278287"/>
                </a:lnTo>
                <a:cubicBezTo>
                  <a:pt x="0" y="124594"/>
                  <a:pt x="124594" y="0"/>
                  <a:pt x="278287" y="0"/>
                </a:cubicBezTo>
                <a:lnTo>
                  <a:pt x="2583395" y="0"/>
                </a:lnTo>
                <a:cubicBezTo>
                  <a:pt x="2657202" y="0"/>
                  <a:pt x="2727986" y="29320"/>
                  <a:pt x="2780173" y="81508"/>
                </a:cubicBezTo>
                <a:cubicBezTo>
                  <a:pt x="2832363" y="133698"/>
                  <a:pt x="2861682" y="204481"/>
                  <a:pt x="2861682" y="278287"/>
                </a:cubicBezTo>
                <a:lnTo>
                  <a:pt x="2861682" y="848746"/>
                </a:lnTo>
                <a:cubicBezTo>
                  <a:pt x="2861682" y="1002439"/>
                  <a:pt x="2737088" y="1127032"/>
                  <a:pt x="2583395" y="1127032"/>
                </a:cubicBezTo>
                <a:lnTo>
                  <a:pt x="278287" y="1127032"/>
                </a:lnTo>
                <a:cubicBezTo>
                  <a:pt x="124594" y="1127032"/>
                  <a:pt x="0" y="1002439"/>
                  <a:pt x="0" y="848746"/>
                </a:cubicBezTo>
                <a:lnTo>
                  <a:pt x="0" y="278287"/>
                </a:lnTo>
              </a:path>
            </a:pathLst>
          </a:custGeom>
          <a:solidFill xmlns:a="http://schemas.openxmlformats.org/drawingml/2006/main">
            <a:srgbClr val="A4C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35">
            <a:extLst xmlns:a="http://schemas.openxmlformats.org/drawingml/2006/main">
              <a:ext uri="{FF2B5EF4-FFF2-40B4-BE49-F238E27FC236}">
                <a16:creationId xmlns:a16="http://schemas.microsoft.com/office/drawing/2014/main" id="{7E3F6FE7-2112-4BE2-8F72-E46561EB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63" y="4636675"/>
            <a:ext cx="2861682" cy="1127032"/>
          </a:xfrm>
          <a:custGeom xmlns:a="http://schemas.openxmlformats.org/drawingml/2006/main">
            <a:pathLst>
              <a:path w="2861682" h="1127032">
                <a:moveTo>
                  <a:pt x="0" y="0"/>
                </a:moveTo>
                <a:lnTo>
                  <a:pt x="2861682" y="0"/>
                </a:lnTo>
                <a:lnTo>
                  <a:pt x="2861682" y="1127032"/>
                </a:lnTo>
                <a:lnTo>
                  <a:pt x="0" y="112703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text-205-0">
            <a:extLst xmlns:a="http://schemas.openxmlformats.org/drawingml/2006/main">
              <a:ext uri="{FF2B5EF4-FFF2-40B4-BE49-F238E27FC236}">
                <a16:creationId xmlns:a16="http://schemas.microsoft.com/office/drawing/2014/main" id="{D84B68A3-3CAE-4A9E-99C7-989CDB6B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072" y="4830098"/>
            <a:ext cx="1386730" cy="290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Policy</a:t>
            </a:r>
          </a:p>
        </p:txBody>
      </p:sp>
      <p:sp>
        <p:nvSpPr>
          <p:cNvPr id="12" name="pdf-path-50">
            <a:extLst xmlns:a="http://schemas.openxmlformats.org/drawingml/2006/main">
              <a:ext uri="{FF2B5EF4-FFF2-40B4-BE49-F238E27FC236}">
                <a16:creationId xmlns:a16="http://schemas.microsoft.com/office/drawing/2014/main" id="{301562EE-E21A-482D-9B87-E076FCBA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78" y="4626180"/>
            <a:ext cx="2861681" cy="1127032"/>
          </a:xfrm>
          <a:custGeom xmlns:a="http://schemas.openxmlformats.org/drawingml/2006/main">
            <a:pathLst>
              <a:path w="2861681" h="1127032">
                <a:moveTo>
                  <a:pt x="0" y="278287"/>
                </a:moveTo>
                <a:lnTo>
                  <a:pt x="0" y="278287"/>
                </a:lnTo>
                <a:cubicBezTo>
                  <a:pt x="0" y="124594"/>
                  <a:pt x="124594" y="0"/>
                  <a:pt x="278287" y="0"/>
                </a:cubicBezTo>
                <a:lnTo>
                  <a:pt x="2583395" y="0"/>
                </a:lnTo>
                <a:cubicBezTo>
                  <a:pt x="2657201" y="0"/>
                  <a:pt x="2727985" y="29320"/>
                  <a:pt x="2780173" y="81509"/>
                </a:cubicBezTo>
                <a:cubicBezTo>
                  <a:pt x="2832362" y="133698"/>
                  <a:pt x="2861681" y="204481"/>
                  <a:pt x="2861681" y="278287"/>
                </a:cubicBezTo>
                <a:lnTo>
                  <a:pt x="2861681" y="848746"/>
                </a:lnTo>
                <a:cubicBezTo>
                  <a:pt x="2861681" y="1002439"/>
                  <a:pt x="2737089" y="1127032"/>
                  <a:pt x="2583395" y="1127032"/>
                </a:cubicBezTo>
                <a:lnTo>
                  <a:pt x="278287" y="1127032"/>
                </a:lnTo>
                <a:cubicBezTo>
                  <a:pt x="124594" y="1127032"/>
                  <a:pt x="0" y="1002439"/>
                  <a:pt x="0" y="848746"/>
                </a:cubicBezTo>
                <a:lnTo>
                  <a:pt x="0" y="278287"/>
                </a:lnTo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51">
            <a:extLst xmlns:a="http://schemas.openxmlformats.org/drawingml/2006/main">
              <a:ext uri="{FF2B5EF4-FFF2-40B4-BE49-F238E27FC236}">
                <a16:creationId xmlns:a16="http://schemas.microsoft.com/office/drawing/2014/main" id="{E6BA0C3F-D51E-4E34-9CA1-5A33C32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78" y="4626180"/>
            <a:ext cx="2861681" cy="1127032"/>
          </a:xfrm>
          <a:custGeom xmlns:a="http://schemas.openxmlformats.org/drawingml/2006/main">
            <a:pathLst>
              <a:path w="2861681" h="1127032">
                <a:moveTo>
                  <a:pt x="0" y="0"/>
                </a:moveTo>
                <a:lnTo>
                  <a:pt x="2861681" y="0"/>
                </a:lnTo>
                <a:lnTo>
                  <a:pt x="2861681" y="1127032"/>
                </a:lnTo>
                <a:lnTo>
                  <a:pt x="0" y="112703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text-219-0">
            <a:extLst xmlns:a="http://schemas.openxmlformats.org/drawingml/2006/main">
              <a:ext uri="{FF2B5EF4-FFF2-40B4-BE49-F238E27FC236}">
                <a16:creationId xmlns:a16="http://schemas.microsoft.com/office/drawing/2014/main" id="{BC8110BE-F187-45F8-8245-39281557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65" y="4859432"/>
            <a:ext cx="597094" cy="290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5" name="pdf-text-221-0">
            <a:extLst xmlns:a="http://schemas.openxmlformats.org/drawingml/2006/main">
              <a:ext uri="{FF2B5EF4-FFF2-40B4-BE49-F238E27FC236}">
                <a16:creationId xmlns:a16="http://schemas.microsoft.com/office/drawing/2014/main" id="{0C1D487C-0124-411C-939E-251B4710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43" y="4859432"/>
            <a:ext cx="1693701" cy="290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Discriminator</a:t>
            </a:r>
          </a:p>
        </p:txBody>
      </p:sp>
      <p:sp>
        <p:nvSpPr>
          <p:cNvPr id="16" name="pdf-path-65">
            <a:extLst xmlns:a="http://schemas.openxmlformats.org/drawingml/2006/main">
              <a:ext uri="{FF2B5EF4-FFF2-40B4-BE49-F238E27FC236}">
                <a16:creationId xmlns:a16="http://schemas.microsoft.com/office/drawing/2014/main" id="{C32A3358-F742-454A-B853-1076403C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609" y="134672"/>
            <a:ext cx="2113921" cy="1029519"/>
          </a:xfrm>
          <a:custGeom xmlns:a="http://schemas.openxmlformats.org/drawingml/2006/main">
            <a:pathLst>
              <a:path w="2113921" h="1029519">
                <a:moveTo>
                  <a:pt x="0" y="254209"/>
                </a:moveTo>
                <a:lnTo>
                  <a:pt x="0" y="254209"/>
                </a:lnTo>
                <a:cubicBezTo>
                  <a:pt x="0" y="113813"/>
                  <a:pt x="113813" y="0"/>
                  <a:pt x="254209" y="0"/>
                </a:cubicBezTo>
                <a:lnTo>
                  <a:pt x="1859711" y="0"/>
                </a:lnTo>
                <a:cubicBezTo>
                  <a:pt x="1927132" y="0"/>
                  <a:pt x="1991791" y="26783"/>
                  <a:pt x="2039465" y="74456"/>
                </a:cubicBezTo>
                <a:cubicBezTo>
                  <a:pt x="2087138" y="122129"/>
                  <a:pt x="2113921" y="186788"/>
                  <a:pt x="2113921" y="254209"/>
                </a:cubicBezTo>
                <a:lnTo>
                  <a:pt x="2113921" y="775310"/>
                </a:lnTo>
                <a:cubicBezTo>
                  <a:pt x="2113921" y="915706"/>
                  <a:pt x="2000107" y="1029519"/>
                  <a:pt x="1859711" y="1029519"/>
                </a:cubicBezTo>
                <a:lnTo>
                  <a:pt x="254209" y="1029519"/>
                </a:lnTo>
                <a:cubicBezTo>
                  <a:pt x="113813" y="1029519"/>
                  <a:pt x="0" y="915706"/>
                  <a:pt x="0" y="775310"/>
                </a:cubicBezTo>
                <a:lnTo>
                  <a:pt x="0" y="254209"/>
                </a:lnTo>
              </a:path>
            </a:pathLst>
          </a:custGeom>
          <a:solidFill xmlns:a="http://schemas.openxmlformats.org/drawingml/2006/main">
            <a:srgbClr val="B7B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66">
            <a:extLst xmlns:a="http://schemas.openxmlformats.org/drawingml/2006/main">
              <a:ext uri="{FF2B5EF4-FFF2-40B4-BE49-F238E27FC236}">
                <a16:creationId xmlns:a16="http://schemas.microsoft.com/office/drawing/2014/main" id="{040200AE-CD6C-44E0-8B4D-E788AE83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609" y="134672"/>
            <a:ext cx="2113921" cy="1029519"/>
          </a:xfrm>
          <a:custGeom xmlns:a="http://schemas.openxmlformats.org/drawingml/2006/main">
            <a:pathLst>
              <a:path w="2113921" h="1029519">
                <a:moveTo>
                  <a:pt x="0" y="0"/>
                </a:moveTo>
                <a:lnTo>
                  <a:pt x="2113921" y="0"/>
                </a:lnTo>
                <a:lnTo>
                  <a:pt x="2113921" y="1029519"/>
                </a:lnTo>
                <a:lnTo>
                  <a:pt x="0" y="102951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text-232-0">
            <a:extLst xmlns:a="http://schemas.openxmlformats.org/drawingml/2006/main">
              <a:ext uri="{FF2B5EF4-FFF2-40B4-BE49-F238E27FC236}">
                <a16:creationId xmlns:a16="http://schemas.microsoft.com/office/drawing/2014/main" id="{0E0F8935-2673-40F0-A616-3EA8EF0C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751" y="328095"/>
            <a:ext cx="1225262" cy="290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Prior</a:t>
            </a:r>
          </a:p>
        </p:txBody>
      </p:sp>
      <p:sp>
        <p:nvSpPr>
          <p:cNvPr id="19" name="pdf-path-72">
            <a:extLst xmlns:a="http://schemas.openxmlformats.org/drawingml/2006/main">
              <a:ext uri="{FF2B5EF4-FFF2-40B4-BE49-F238E27FC236}">
                <a16:creationId xmlns:a16="http://schemas.microsoft.com/office/drawing/2014/main" id="{885D9ED7-2B15-4E7F-9EF6-CF1C422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959" y="3171574"/>
            <a:ext cx="1300008" cy="95"/>
          </a:xfrm>
          <a:custGeom xmlns:a="http://schemas.openxmlformats.org/drawingml/2006/main">
            <a:pathLst>
              <a:path w="1300008" h="95">
                <a:moveTo>
                  <a:pt x="0" y="0"/>
                </a:moveTo>
                <a:lnTo>
                  <a:pt x="130000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73">
            <a:extLst xmlns:a="http://schemas.openxmlformats.org/drawingml/2006/main">
              <a:ext uri="{FF2B5EF4-FFF2-40B4-BE49-F238E27FC236}">
                <a16:creationId xmlns:a16="http://schemas.microsoft.com/office/drawing/2014/main" id="{806D73ED-31BA-4914-AEAA-6DEEC27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959" y="3171574"/>
            <a:ext cx="1113312" cy="95"/>
          </a:xfrm>
          <a:custGeom xmlns:a="http://schemas.openxmlformats.org/drawingml/2006/main">
            <a:pathLst>
              <a:path w="1113312" h="95">
                <a:moveTo>
                  <a:pt x="0" y="0"/>
                </a:moveTo>
                <a:lnTo>
                  <a:pt x="11133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21" name="pdf-path-74">
            <a:extLst xmlns:a="http://schemas.openxmlformats.org/drawingml/2006/main">
              <a:ext uri="{FF2B5EF4-FFF2-40B4-BE49-F238E27FC236}">
                <a16:creationId xmlns:a16="http://schemas.microsoft.com/office/drawing/2014/main" id="{E25BF681-42D7-4A9D-AE0B-08C08490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272" y="3120179"/>
            <a:ext cx="141206" cy="102790"/>
          </a:xfrm>
          <a:custGeom xmlns:a="http://schemas.openxmlformats.org/drawingml/2006/main">
            <a:pathLst>
              <a:path w="141206" h="102790">
                <a:moveTo>
                  <a:pt x="0" y="102790"/>
                </a:moveTo>
                <a:lnTo>
                  <a:pt x="141206" y="51395"/>
                </a:lnTo>
                <a:lnTo>
                  <a:pt x="0" y="0"/>
                </a:lnTo>
                <a:lnTo>
                  <a:pt x="0" y="102790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22" name="pdf-path-76">
            <a:extLst xmlns:a="http://schemas.openxmlformats.org/drawingml/2006/main">
              <a:ext uri="{FF2B5EF4-FFF2-40B4-BE49-F238E27FC236}">
                <a16:creationId xmlns:a16="http://schemas.microsoft.com/office/drawing/2014/main" id="{C0CC315E-C925-4F17-AD45-C0343B0D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190" y="2485922"/>
            <a:ext cx="1122622" cy="704640"/>
          </a:xfrm>
          <a:custGeom xmlns:a="http://schemas.openxmlformats.org/drawingml/2006/main">
            <a:pathLst>
              <a:path w="1122622" h="704640">
                <a:moveTo>
                  <a:pt x="0" y="0"/>
                </a:moveTo>
                <a:lnTo>
                  <a:pt x="1122622" y="0"/>
                </a:lnTo>
                <a:lnTo>
                  <a:pt x="1122622" y="704640"/>
                </a:lnTo>
                <a:lnTo>
                  <a:pt x="0" y="70464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78">
            <a:extLst xmlns:a="http://schemas.openxmlformats.org/drawingml/2006/main">
              <a:ext uri="{FF2B5EF4-FFF2-40B4-BE49-F238E27FC236}">
                <a16:creationId xmlns:a16="http://schemas.microsoft.com/office/drawing/2014/main" id="{FB6883E3-2880-4F54-BA43-340D924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119" y="5753213"/>
            <a:ext cx="4154829" cy="650616"/>
          </a:xfrm>
          <a:custGeom xmlns:a="http://schemas.openxmlformats.org/drawingml/2006/main">
            <a:pathLst>
              <a:path w="4154829" h="650616">
                <a:moveTo>
                  <a:pt x="4154829" y="261668"/>
                </a:moveTo>
                <a:lnTo>
                  <a:pt x="4154829" y="650616"/>
                </a:lnTo>
                <a:lnTo>
                  <a:pt x="0" y="65061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79">
            <a:extLst xmlns:a="http://schemas.openxmlformats.org/drawingml/2006/main">
              <a:ext uri="{FF2B5EF4-FFF2-40B4-BE49-F238E27FC236}">
                <a16:creationId xmlns:a16="http://schemas.microsoft.com/office/drawing/2014/main" id="{74AA49F2-6012-428F-AC54-2F1CF517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119" y="5939908"/>
            <a:ext cx="4154829" cy="463920"/>
          </a:xfrm>
          <a:custGeom xmlns:a="http://schemas.openxmlformats.org/drawingml/2006/main">
            <a:pathLst>
              <a:path w="4154829" h="463920">
                <a:moveTo>
                  <a:pt x="4154829" y="74972"/>
                </a:moveTo>
                <a:lnTo>
                  <a:pt x="4154829" y="463920"/>
                </a:lnTo>
                <a:lnTo>
                  <a:pt x="0" y="46392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25" name="pdf-path-80">
            <a:extLst xmlns:a="http://schemas.openxmlformats.org/drawingml/2006/main">
              <a:ext uri="{FF2B5EF4-FFF2-40B4-BE49-F238E27FC236}">
                <a16:creationId xmlns:a16="http://schemas.microsoft.com/office/drawing/2014/main" id="{4ECF0AF7-CA01-4348-BF87-0045D6A5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724" y="5798701"/>
            <a:ext cx="102790" cy="141207"/>
          </a:xfrm>
          <a:custGeom xmlns:a="http://schemas.openxmlformats.org/drawingml/2006/main">
            <a:pathLst>
              <a:path w="102790" h="141207">
                <a:moveTo>
                  <a:pt x="102790" y="141207"/>
                </a:moveTo>
                <a:lnTo>
                  <a:pt x="51395" y="0"/>
                </a:lnTo>
                <a:lnTo>
                  <a:pt x="0" y="141207"/>
                </a:lnTo>
                <a:lnTo>
                  <a:pt x="102790" y="141207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26" name="pdf-path-82">
            <a:extLst xmlns:a="http://schemas.openxmlformats.org/drawingml/2006/main">
              <a:ext uri="{FF2B5EF4-FFF2-40B4-BE49-F238E27FC236}">
                <a16:creationId xmlns:a16="http://schemas.microsoft.com/office/drawing/2014/main" id="{DC82B9F8-EDE6-4125-AED6-E911BB20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24" y="3735091"/>
            <a:ext cx="95" cy="901625"/>
          </a:xfrm>
          <a:custGeom xmlns:a="http://schemas.openxmlformats.org/drawingml/2006/main">
            <a:pathLst>
              <a:path w="95" h="901625">
                <a:moveTo>
                  <a:pt x="0" y="0"/>
                </a:moveTo>
                <a:lnTo>
                  <a:pt x="0" y="90162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83">
            <a:extLst xmlns:a="http://schemas.openxmlformats.org/drawingml/2006/main">
              <a:ext uri="{FF2B5EF4-FFF2-40B4-BE49-F238E27FC236}">
                <a16:creationId xmlns:a16="http://schemas.microsoft.com/office/drawing/2014/main" id="{754899C6-9531-46FA-9F95-9BDD6DDC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24" y="3735091"/>
            <a:ext cx="95" cy="714930"/>
          </a:xfrm>
          <a:custGeom xmlns:a="http://schemas.openxmlformats.org/drawingml/2006/main">
            <a:pathLst>
              <a:path w="95" h="714930">
                <a:moveTo>
                  <a:pt x="0" y="0"/>
                </a:moveTo>
                <a:lnTo>
                  <a:pt x="0" y="714930"/>
                </a:lnTo>
              </a:path>
            </a:pathLst>
          </a:custGeom>
          <a:noFill xmlns:a="http://schemas.openxmlformats.org/drawingml/2006/main"/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28" name="pdf-path-84">
            <a:extLst xmlns:a="http://schemas.openxmlformats.org/drawingml/2006/main">
              <a:ext uri="{FF2B5EF4-FFF2-40B4-BE49-F238E27FC236}">
                <a16:creationId xmlns:a16="http://schemas.microsoft.com/office/drawing/2014/main" id="{4D026879-EF7C-4087-A782-771492EA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729" y="4450021"/>
            <a:ext cx="102791" cy="141207"/>
          </a:xfrm>
          <a:custGeom xmlns:a="http://schemas.openxmlformats.org/drawingml/2006/main">
            <a:pathLst>
              <a:path w="102791" h="141207">
                <a:moveTo>
                  <a:pt x="0" y="0"/>
                </a:moveTo>
                <a:lnTo>
                  <a:pt x="51395" y="141207"/>
                </a:lnTo>
                <a:lnTo>
                  <a:pt x="10279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29" name="pdf-path-86">
            <a:extLst xmlns:a="http://schemas.openxmlformats.org/drawingml/2006/main">
              <a:ext uri="{FF2B5EF4-FFF2-40B4-BE49-F238E27FC236}">
                <a16:creationId xmlns:a16="http://schemas.microsoft.com/office/drawing/2014/main" id="{762039C9-A13C-4538-881B-96FB74D1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206" y="3735091"/>
            <a:ext cx="95" cy="901625"/>
          </a:xfrm>
          <a:custGeom xmlns:a="http://schemas.openxmlformats.org/drawingml/2006/main">
            <a:pathLst>
              <a:path w="95" h="901625">
                <a:moveTo>
                  <a:pt x="0" y="0"/>
                </a:moveTo>
                <a:lnTo>
                  <a:pt x="0" y="90162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87">
            <a:extLst xmlns:a="http://schemas.openxmlformats.org/drawingml/2006/main">
              <a:ext uri="{FF2B5EF4-FFF2-40B4-BE49-F238E27FC236}">
                <a16:creationId xmlns:a16="http://schemas.microsoft.com/office/drawing/2014/main" id="{E1AFEFAC-4914-4541-A5A2-35EAB301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206" y="3921786"/>
            <a:ext cx="95" cy="714930"/>
          </a:xfrm>
          <a:custGeom xmlns:a="http://schemas.openxmlformats.org/drawingml/2006/main">
            <a:pathLst>
              <a:path w="95" h="714930">
                <a:moveTo>
                  <a:pt x="0" y="0"/>
                </a:moveTo>
                <a:lnTo>
                  <a:pt x="0" y="714930"/>
                </a:lnTo>
              </a:path>
            </a:pathLst>
          </a:custGeom>
          <a:noFill xmlns:a="http://schemas.openxmlformats.org/drawingml/2006/main"/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31" name="pdf-path-88">
            <a:extLst xmlns:a="http://schemas.openxmlformats.org/drawingml/2006/main">
              <a:ext uri="{FF2B5EF4-FFF2-40B4-BE49-F238E27FC236}">
                <a16:creationId xmlns:a16="http://schemas.microsoft.com/office/drawing/2014/main" id="{65CA86E8-B016-4EDD-A42D-62CCEF1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810" y="3780579"/>
            <a:ext cx="102790" cy="141207"/>
          </a:xfrm>
          <a:custGeom xmlns:a="http://schemas.openxmlformats.org/drawingml/2006/main">
            <a:pathLst>
              <a:path w="102790" h="141207">
                <a:moveTo>
                  <a:pt x="102790" y="141207"/>
                </a:moveTo>
                <a:lnTo>
                  <a:pt x="51396" y="0"/>
                </a:lnTo>
                <a:lnTo>
                  <a:pt x="0" y="141207"/>
                </a:lnTo>
                <a:lnTo>
                  <a:pt x="102790" y="141207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32" name="pdf-path-90">
            <a:extLst xmlns:a="http://schemas.openxmlformats.org/drawingml/2006/main">
              <a:ext uri="{FF2B5EF4-FFF2-40B4-BE49-F238E27FC236}">
                <a16:creationId xmlns:a16="http://schemas.microsoft.com/office/drawing/2014/main" id="{80BFF961-FD2C-4BB2-BF71-476C88BE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503" y="3801140"/>
            <a:ext cx="1122621" cy="704640"/>
          </a:xfrm>
          <a:custGeom xmlns:a="http://schemas.openxmlformats.org/drawingml/2006/main">
            <a:pathLst>
              <a:path w="1122621" h="704640">
                <a:moveTo>
                  <a:pt x="0" y="0"/>
                </a:moveTo>
                <a:lnTo>
                  <a:pt x="1122621" y="0"/>
                </a:lnTo>
                <a:lnTo>
                  <a:pt x="1122621" y="704640"/>
                </a:lnTo>
                <a:lnTo>
                  <a:pt x="0" y="70464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94">
            <a:extLst xmlns:a="http://schemas.openxmlformats.org/drawingml/2006/main">
              <a:ext uri="{FF2B5EF4-FFF2-40B4-BE49-F238E27FC236}">
                <a16:creationId xmlns:a16="http://schemas.microsoft.com/office/drawing/2014/main" id="{455777FE-7A07-468A-A40E-E8C2EA61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742" y="3801161"/>
            <a:ext cx="1122622" cy="704640"/>
          </a:xfrm>
          <a:custGeom xmlns:a="http://schemas.openxmlformats.org/drawingml/2006/main">
            <a:pathLst>
              <a:path w="1122622" h="704640">
                <a:moveTo>
                  <a:pt x="0" y="0"/>
                </a:moveTo>
                <a:lnTo>
                  <a:pt x="1122622" y="0"/>
                </a:lnTo>
                <a:lnTo>
                  <a:pt x="1122622" y="704640"/>
                </a:lnTo>
                <a:lnTo>
                  <a:pt x="0" y="70464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96">
            <a:extLst xmlns:a="http://schemas.openxmlformats.org/drawingml/2006/main">
              <a:ext uri="{FF2B5EF4-FFF2-40B4-BE49-F238E27FC236}">
                <a16:creationId xmlns:a16="http://schemas.microsoft.com/office/drawing/2014/main" id="{69D0641F-2B9B-4D8B-B39A-F0587269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190" y="5726201"/>
            <a:ext cx="1122622" cy="704640"/>
          </a:xfrm>
          <a:custGeom xmlns:a="http://schemas.openxmlformats.org/drawingml/2006/main">
            <a:pathLst>
              <a:path w="1122622" h="704640">
                <a:moveTo>
                  <a:pt x="0" y="0"/>
                </a:moveTo>
                <a:lnTo>
                  <a:pt x="1122622" y="0"/>
                </a:lnTo>
                <a:lnTo>
                  <a:pt x="1122622" y="704640"/>
                </a:lnTo>
                <a:lnTo>
                  <a:pt x="0" y="70464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53777614-5178-4615-8C72-C83C4E17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119" y="4248380"/>
            <a:ext cx="95" cy="377800"/>
          </a:xfrm>
          <a:custGeom xmlns:a="http://schemas.openxmlformats.org/drawingml/2006/main">
            <a:pathLst>
              <a:path w="95" h="377800">
                <a:moveTo>
                  <a:pt x="0" y="377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14080226-B53C-46CD-89E7-4D57429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119" y="4435076"/>
            <a:ext cx="95" cy="191105"/>
          </a:xfrm>
          <a:custGeom xmlns:a="http://schemas.openxmlformats.org/drawingml/2006/main">
            <a:pathLst>
              <a:path w="95" h="191105">
                <a:moveTo>
                  <a:pt x="0" y="1911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37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01CAAF8A-3FAC-4D1A-8992-A10DF0AD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724" y="4293868"/>
            <a:ext cx="102790" cy="141208"/>
          </a:xfrm>
          <a:custGeom xmlns:a="http://schemas.openxmlformats.org/drawingml/2006/main">
            <a:pathLst>
              <a:path w="102790" h="141208">
                <a:moveTo>
                  <a:pt x="102790" y="141208"/>
                </a:moveTo>
                <a:lnTo>
                  <a:pt x="51395" y="0"/>
                </a:lnTo>
                <a:lnTo>
                  <a:pt x="0" y="141208"/>
                </a:lnTo>
                <a:lnTo>
                  <a:pt x="102790" y="141208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38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BD191F69-406A-4A4C-81FB-7D93CFCB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0" y="4180758"/>
            <a:ext cx="5871788" cy="2223067"/>
          </a:xfrm>
          <a:custGeom xmlns:a="http://schemas.openxmlformats.org/drawingml/2006/main">
            <a:pathLst>
              <a:path w="5871788" h="2223067">
                <a:moveTo>
                  <a:pt x="5871788" y="1834122"/>
                </a:moveTo>
                <a:lnTo>
                  <a:pt x="5871788" y="2223067"/>
                </a:lnTo>
                <a:lnTo>
                  <a:pt x="0" y="2223067"/>
                </a:lnTo>
                <a:lnTo>
                  <a:pt x="0" y="0"/>
                </a:lnTo>
                <a:lnTo>
                  <a:pt x="1648847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B6DA1B4A-8905-40D5-8331-34F8160C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0" y="4180758"/>
            <a:ext cx="5871788" cy="2223067"/>
          </a:xfrm>
          <a:custGeom xmlns:a="http://schemas.openxmlformats.org/drawingml/2006/main">
            <a:pathLst>
              <a:path w="5871788" h="2223067">
                <a:moveTo>
                  <a:pt x="5871788" y="1834122"/>
                </a:moveTo>
                <a:lnTo>
                  <a:pt x="5871788" y="2223067"/>
                </a:lnTo>
                <a:lnTo>
                  <a:pt x="0" y="2223067"/>
                </a:lnTo>
                <a:lnTo>
                  <a:pt x="0" y="0"/>
                </a:lnTo>
                <a:lnTo>
                  <a:pt x="1462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40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B28195C1-29A1-4FB6-9893-F3B7848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312" y="4129363"/>
            <a:ext cx="141206" cy="102790"/>
          </a:xfrm>
          <a:custGeom xmlns:a="http://schemas.openxmlformats.org/drawingml/2006/main">
            <a:pathLst>
              <a:path w="141206" h="102790">
                <a:moveTo>
                  <a:pt x="0" y="102790"/>
                </a:moveTo>
                <a:lnTo>
                  <a:pt x="141206" y="51395"/>
                </a:lnTo>
                <a:lnTo>
                  <a:pt x="0" y="0"/>
                </a:lnTo>
                <a:lnTo>
                  <a:pt x="0" y="102790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41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EC8C4128-96AE-4E7A-AE03-EB288182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364" y="1164191"/>
            <a:ext cx="2296205" cy="1444071"/>
          </a:xfrm>
          <a:custGeom xmlns:a="http://schemas.openxmlformats.org/drawingml/2006/main">
            <a:pathLst>
              <a:path w="2296205" h="1444071">
                <a:moveTo>
                  <a:pt x="2296205" y="0"/>
                </a:moveTo>
                <a:lnTo>
                  <a:pt x="2296205" y="721934"/>
                </a:lnTo>
                <a:lnTo>
                  <a:pt x="0" y="721934"/>
                </a:lnTo>
                <a:lnTo>
                  <a:pt x="0" y="144407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9D57C38B-767D-4731-B4BF-03D48C13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364" y="1164191"/>
            <a:ext cx="2296205" cy="1257376"/>
          </a:xfrm>
          <a:custGeom xmlns:a="http://schemas.openxmlformats.org/drawingml/2006/main">
            <a:pathLst>
              <a:path w="2296205" h="1257376">
                <a:moveTo>
                  <a:pt x="2296205" y="0"/>
                </a:moveTo>
                <a:lnTo>
                  <a:pt x="2296205" y="721934"/>
                </a:lnTo>
                <a:lnTo>
                  <a:pt x="0" y="721934"/>
                </a:lnTo>
                <a:lnTo>
                  <a:pt x="0" y="1257376"/>
                </a:lnTo>
              </a:path>
            </a:pathLst>
          </a:custGeom>
          <a:noFill xmlns:a="http://schemas.openxmlformats.org/drawingml/2006/main"/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43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F19389E9-98D2-4106-A764-19B64850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968" y="2421567"/>
            <a:ext cx="102791" cy="141207"/>
          </a:xfrm>
          <a:custGeom xmlns:a="http://schemas.openxmlformats.org/drawingml/2006/main">
            <a:pathLst>
              <a:path w="102791" h="141207">
                <a:moveTo>
                  <a:pt x="0" y="0"/>
                </a:moveTo>
                <a:lnTo>
                  <a:pt x="51396" y="141207"/>
                </a:lnTo>
                <a:lnTo>
                  <a:pt x="10279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44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84CF568E-3A5E-4454-BA55-795EB534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69" y="1164191"/>
            <a:ext cx="3948410" cy="4036245"/>
          </a:xfrm>
          <a:custGeom xmlns:a="http://schemas.openxmlformats.org/drawingml/2006/main">
            <a:pathLst>
              <a:path w="3948410" h="4036245">
                <a:moveTo>
                  <a:pt x="0" y="0"/>
                </a:moveTo>
                <a:lnTo>
                  <a:pt x="0" y="723053"/>
                </a:lnTo>
                <a:lnTo>
                  <a:pt x="3948410" y="723053"/>
                </a:lnTo>
                <a:lnTo>
                  <a:pt x="3948410" y="4036245"/>
                </a:lnTo>
                <a:lnTo>
                  <a:pt x="3295834" y="40362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B1077B90-DD07-40D1-A6B3-5D073A2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569" y="1164191"/>
            <a:ext cx="3948410" cy="4036245"/>
          </a:xfrm>
          <a:custGeom xmlns:a="http://schemas.openxmlformats.org/drawingml/2006/main">
            <a:pathLst>
              <a:path w="3948410" h="4036245">
                <a:moveTo>
                  <a:pt x="0" y="0"/>
                </a:moveTo>
                <a:lnTo>
                  <a:pt x="0" y="723053"/>
                </a:lnTo>
                <a:lnTo>
                  <a:pt x="3948410" y="723053"/>
                </a:lnTo>
                <a:lnTo>
                  <a:pt x="3948410" y="4036245"/>
                </a:lnTo>
                <a:lnTo>
                  <a:pt x="3482529" y="4036245"/>
                </a:lnTo>
              </a:path>
            </a:pathLst>
          </a:custGeom>
          <a:noFill xmlns:a="http://schemas.openxmlformats.org/drawingml/2006/main"/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46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01FEB7DD-2EE0-426C-BC4C-B2BE6D11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891" y="5149042"/>
            <a:ext cx="141208" cy="102790"/>
          </a:xfrm>
          <a:custGeom xmlns:a="http://schemas.openxmlformats.org/drawingml/2006/main">
            <a:pathLst>
              <a:path w="141208" h="102790">
                <a:moveTo>
                  <a:pt x="141208" y="0"/>
                </a:moveTo>
                <a:lnTo>
                  <a:pt x="0" y="51395"/>
                </a:lnTo>
                <a:lnTo>
                  <a:pt x="141208" y="102790"/>
                </a:lnTo>
                <a:lnTo>
                  <a:pt x="141208" y="0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47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70B49073-BCAB-4A91-B815-169F604A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190" y="1164191"/>
            <a:ext cx="1122622" cy="704640"/>
          </a:xfrm>
          <a:custGeom xmlns:a="http://schemas.openxmlformats.org/drawingml/2006/main">
            <a:pathLst>
              <a:path w="1122622" h="704640">
                <a:moveTo>
                  <a:pt x="0" y="0"/>
                </a:moveTo>
                <a:lnTo>
                  <a:pt x="1122622" y="0"/>
                </a:lnTo>
                <a:lnTo>
                  <a:pt x="1122622" y="704640"/>
                </a:lnTo>
                <a:lnTo>
                  <a:pt x="0" y="70464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1E562C32-6C03-4971-ABE1-179C814B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246" y="4112748"/>
            <a:ext cx="135734" cy="135734"/>
          </a:xfrm>
          <a:custGeom xmlns:a="http://schemas.openxmlformats.org/drawingml/2006/main">
            <a:pathLst>
              <a:path w="135734" h="135734">
                <a:moveTo>
                  <a:pt x="0" y="67867"/>
                </a:moveTo>
                <a:lnTo>
                  <a:pt x="0" y="67867"/>
                </a:lnTo>
                <a:cubicBezTo>
                  <a:pt x="0" y="30385"/>
                  <a:pt x="30384" y="0"/>
                  <a:pt x="67867" y="0"/>
                </a:cubicBezTo>
                <a:cubicBezTo>
                  <a:pt x="85866" y="0"/>
                  <a:pt x="103129" y="7150"/>
                  <a:pt x="115856" y="19877"/>
                </a:cubicBezTo>
                <a:cubicBezTo>
                  <a:pt x="128583" y="32606"/>
                  <a:pt x="135734" y="49867"/>
                  <a:pt x="135734" y="67867"/>
                </a:cubicBezTo>
                <a:cubicBezTo>
                  <a:pt x="135734" y="105349"/>
                  <a:pt x="105348" y="135734"/>
                  <a:pt x="67867" y="135734"/>
                </a:cubicBezTo>
                <a:cubicBezTo>
                  <a:pt x="30384" y="135734"/>
                  <a:pt x="0" y="105349"/>
                  <a:pt x="0" y="67867"/>
                </a:cubicBez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49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AE25B4C6-9CC0-47C4-BD90-9F7BC9C9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113" y="3734948"/>
            <a:ext cx="95" cy="377801"/>
          </a:xfrm>
          <a:custGeom xmlns:a="http://schemas.openxmlformats.org/drawingml/2006/main">
            <a:pathLst>
              <a:path w="95" h="377801">
                <a:moveTo>
                  <a:pt x="0" y="377801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83B0A1FC-85C6-42DE-81AD-38041453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113" y="3921643"/>
            <a:ext cx="95" cy="191105"/>
          </a:xfrm>
          <a:custGeom xmlns:a="http://schemas.openxmlformats.org/drawingml/2006/main">
            <a:pathLst>
              <a:path w="95" h="191105">
                <a:moveTo>
                  <a:pt x="0" y="1911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51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C1A8AFEA-5BDB-47AA-9285-1F5E5789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717" y="3780436"/>
            <a:ext cx="102790" cy="141208"/>
          </a:xfrm>
          <a:custGeom xmlns:a="http://schemas.openxmlformats.org/drawingml/2006/main">
            <a:pathLst>
              <a:path w="102790" h="141208">
                <a:moveTo>
                  <a:pt x="102790" y="141208"/>
                </a:moveTo>
                <a:lnTo>
                  <a:pt x="51396" y="0"/>
                </a:lnTo>
                <a:lnTo>
                  <a:pt x="0" y="141208"/>
                </a:lnTo>
                <a:lnTo>
                  <a:pt x="102790" y="141208"/>
                </a:ln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31116">
            <a:solidFill>
              <a:srgbClr val="434343"/>
            </a:solidFill>
            <a:prstDash val="solid"/>
          </a:ln>
        </p:spPr>
      </p:sp>
      <p:sp>
        <p:nvSpPr>
          <p:cNvPr id="52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2F5BCE6C-2552-4AF5-B129-0CA4862F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713" y="3833563"/>
            <a:ext cx="1300007" cy="704641"/>
          </a:xfrm>
          <a:custGeom xmlns:a="http://schemas.openxmlformats.org/drawingml/2006/main">
            <a:pathLst>
              <a:path w="1300007" h="704641">
                <a:moveTo>
                  <a:pt x="0" y="0"/>
                </a:moveTo>
                <a:lnTo>
                  <a:pt x="1300007" y="0"/>
                </a:lnTo>
                <a:lnTo>
                  <a:pt x="1300007" y="704641"/>
                </a:lnTo>
                <a:lnTo>
                  <a:pt x="0" y="70464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text-247-0">
            <a:extLst xmlns:a="http://schemas.openxmlformats.org/drawingml/2006/main">
              <a:ext uri="{FF2B5EF4-FFF2-40B4-BE49-F238E27FC236}">
                <a16:creationId xmlns:a16="http://schemas.microsoft.com/office/drawing/2014/main" id="{9ACF4102-4B27-4E18-9E8A-A570E5DA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740" y="4026986"/>
            <a:ext cx="936051" cy="290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54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32E8B37B-9535-4E46-BDA9-7E188268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222" y="3307302"/>
            <a:ext cx="179402" cy="230128"/>
          </a:xfrm>
          <a:custGeom xmlns:a="http://schemas.openxmlformats.org/drawingml/2006/main">
            <a:pathLst>
              <a:path w="179402" h="230128">
                <a:moveTo>
                  <a:pt x="34843" y="171624"/>
                </a:moveTo>
                <a:cubicBezTo>
                  <a:pt x="32790" y="174109"/>
                  <a:pt x="31062" y="176567"/>
                  <a:pt x="29657" y="178997"/>
                </a:cubicBezTo>
                <a:cubicBezTo>
                  <a:pt x="28253" y="181428"/>
                  <a:pt x="27253" y="183778"/>
                  <a:pt x="26659" y="186047"/>
                </a:cubicBezTo>
                <a:cubicBezTo>
                  <a:pt x="26065" y="188316"/>
                  <a:pt x="25768" y="191017"/>
                  <a:pt x="25768" y="194150"/>
                </a:cubicBezTo>
                <a:cubicBezTo>
                  <a:pt x="25768" y="202253"/>
                  <a:pt x="28684" y="208169"/>
                  <a:pt x="34519" y="211896"/>
                </a:cubicBezTo>
                <a:cubicBezTo>
                  <a:pt x="40353" y="215623"/>
                  <a:pt x="49159" y="217487"/>
                  <a:pt x="60935" y="217487"/>
                </a:cubicBezTo>
                <a:cubicBezTo>
                  <a:pt x="71632" y="217487"/>
                  <a:pt x="80545" y="215597"/>
                  <a:pt x="87675" y="211815"/>
                </a:cubicBezTo>
                <a:cubicBezTo>
                  <a:pt x="94806" y="208034"/>
                  <a:pt x="100857" y="202227"/>
                  <a:pt x="105826" y="194393"/>
                </a:cubicBezTo>
                <a:cubicBezTo>
                  <a:pt x="110797" y="186560"/>
                  <a:pt x="115145" y="176890"/>
                  <a:pt x="118872" y="165384"/>
                </a:cubicBezTo>
                <a:cubicBezTo>
                  <a:pt x="122599" y="153878"/>
                  <a:pt x="126409" y="138509"/>
                  <a:pt x="130298" y="119278"/>
                </a:cubicBezTo>
                <a:lnTo>
                  <a:pt x="128028" y="118792"/>
                </a:lnTo>
                <a:cubicBezTo>
                  <a:pt x="117549" y="133161"/>
                  <a:pt x="107825" y="143641"/>
                  <a:pt x="98858" y="150232"/>
                </a:cubicBezTo>
                <a:cubicBezTo>
                  <a:pt x="89890" y="156822"/>
                  <a:pt x="80221" y="160117"/>
                  <a:pt x="69848" y="160117"/>
                </a:cubicBezTo>
                <a:cubicBezTo>
                  <a:pt x="58072" y="160117"/>
                  <a:pt x="48916" y="155688"/>
                  <a:pt x="42379" y="146828"/>
                </a:cubicBezTo>
                <a:cubicBezTo>
                  <a:pt x="35842" y="137969"/>
                  <a:pt x="32575" y="125328"/>
                  <a:pt x="32575" y="108906"/>
                </a:cubicBezTo>
                <a:cubicBezTo>
                  <a:pt x="32575" y="96913"/>
                  <a:pt x="34141" y="85083"/>
                  <a:pt x="37274" y="73414"/>
                </a:cubicBezTo>
                <a:cubicBezTo>
                  <a:pt x="40407" y="61746"/>
                  <a:pt x="44783" y="51211"/>
                  <a:pt x="50402" y="41812"/>
                </a:cubicBezTo>
                <a:cubicBezTo>
                  <a:pt x="56019" y="32413"/>
                  <a:pt x="62367" y="24607"/>
                  <a:pt x="69443" y="18394"/>
                </a:cubicBezTo>
                <a:cubicBezTo>
                  <a:pt x="76520" y="12182"/>
                  <a:pt x="84002" y="7563"/>
                  <a:pt x="91889" y="4538"/>
                </a:cubicBezTo>
                <a:cubicBezTo>
                  <a:pt x="99776" y="1513"/>
                  <a:pt x="107988" y="0"/>
                  <a:pt x="116522" y="0"/>
                </a:cubicBezTo>
                <a:cubicBezTo>
                  <a:pt x="123329" y="0"/>
                  <a:pt x="129757" y="810"/>
                  <a:pt x="135808" y="2431"/>
                </a:cubicBezTo>
                <a:cubicBezTo>
                  <a:pt x="141858" y="4051"/>
                  <a:pt x="147962" y="6807"/>
                  <a:pt x="154121" y="10696"/>
                </a:cubicBezTo>
                <a:lnTo>
                  <a:pt x="169030" y="0"/>
                </a:lnTo>
                <a:lnTo>
                  <a:pt x="179402" y="2593"/>
                </a:lnTo>
                <a:lnTo>
                  <a:pt x="162548" y="78600"/>
                </a:lnTo>
                <a:cubicBezTo>
                  <a:pt x="161360" y="84002"/>
                  <a:pt x="160117" y="90107"/>
                  <a:pt x="158821" y="96913"/>
                </a:cubicBezTo>
                <a:lnTo>
                  <a:pt x="154607" y="118143"/>
                </a:lnTo>
                <a:cubicBezTo>
                  <a:pt x="149529" y="143641"/>
                  <a:pt x="145477" y="161198"/>
                  <a:pt x="142452" y="170813"/>
                </a:cubicBezTo>
                <a:cubicBezTo>
                  <a:pt x="138779" y="181942"/>
                  <a:pt x="134457" y="191233"/>
                  <a:pt x="129487" y="198688"/>
                </a:cubicBezTo>
                <a:cubicBezTo>
                  <a:pt x="124841" y="205494"/>
                  <a:pt x="119331" y="211194"/>
                  <a:pt x="112957" y="215786"/>
                </a:cubicBezTo>
                <a:cubicBezTo>
                  <a:pt x="106583" y="220377"/>
                  <a:pt x="99209" y="223915"/>
                  <a:pt x="90835" y="226401"/>
                </a:cubicBezTo>
                <a:cubicBezTo>
                  <a:pt x="82462" y="228885"/>
                  <a:pt x="72604" y="230128"/>
                  <a:pt x="61259" y="230128"/>
                </a:cubicBezTo>
                <a:cubicBezTo>
                  <a:pt x="20420" y="230128"/>
                  <a:pt x="0" y="218244"/>
                  <a:pt x="0" y="194474"/>
                </a:cubicBezTo>
                <a:cubicBezTo>
                  <a:pt x="0" y="188424"/>
                  <a:pt x="1837" y="182914"/>
                  <a:pt x="5510" y="177944"/>
                </a:cubicBezTo>
                <a:cubicBezTo>
                  <a:pt x="9183" y="172974"/>
                  <a:pt x="15071" y="167734"/>
                  <a:pt x="23174" y="162224"/>
                </a:cubicBezTo>
                <a:lnTo>
                  <a:pt x="34843" y="171624"/>
                </a:lnTo>
                <a:moveTo>
                  <a:pt x="81355" y="140994"/>
                </a:moveTo>
                <a:cubicBezTo>
                  <a:pt x="86864" y="140994"/>
                  <a:pt x="92348" y="139103"/>
                  <a:pt x="97804" y="135322"/>
                </a:cubicBezTo>
                <a:cubicBezTo>
                  <a:pt x="103260" y="131540"/>
                  <a:pt x="109095" y="125544"/>
                  <a:pt x="115307" y="117333"/>
                </a:cubicBezTo>
                <a:cubicBezTo>
                  <a:pt x="121519" y="109122"/>
                  <a:pt x="126354" y="101289"/>
                  <a:pt x="129812" y="93834"/>
                </a:cubicBezTo>
                <a:cubicBezTo>
                  <a:pt x="133269" y="86379"/>
                  <a:pt x="136213" y="77088"/>
                  <a:pt x="138644" y="65959"/>
                </a:cubicBezTo>
                <a:cubicBezTo>
                  <a:pt x="141075" y="54831"/>
                  <a:pt x="142290" y="45161"/>
                  <a:pt x="142290" y="36950"/>
                </a:cubicBezTo>
                <a:cubicBezTo>
                  <a:pt x="142290" y="28523"/>
                  <a:pt x="140508" y="22392"/>
                  <a:pt x="136942" y="18556"/>
                </a:cubicBezTo>
                <a:cubicBezTo>
                  <a:pt x="133377" y="14721"/>
                  <a:pt x="127434" y="12803"/>
                  <a:pt x="119115" y="12803"/>
                </a:cubicBezTo>
                <a:cubicBezTo>
                  <a:pt x="114578" y="12803"/>
                  <a:pt x="110256" y="13532"/>
                  <a:pt x="106150" y="14991"/>
                </a:cubicBezTo>
                <a:cubicBezTo>
                  <a:pt x="102045" y="16450"/>
                  <a:pt x="97885" y="18880"/>
                  <a:pt x="93672" y="22284"/>
                </a:cubicBezTo>
                <a:cubicBezTo>
                  <a:pt x="89458" y="25687"/>
                  <a:pt x="85433" y="30144"/>
                  <a:pt x="81599" y="35654"/>
                </a:cubicBezTo>
                <a:cubicBezTo>
                  <a:pt x="77763" y="41164"/>
                  <a:pt x="74278" y="47862"/>
                  <a:pt x="71144" y="55750"/>
                </a:cubicBezTo>
                <a:cubicBezTo>
                  <a:pt x="68012" y="63636"/>
                  <a:pt x="65581" y="72090"/>
                  <a:pt x="63852" y="81112"/>
                </a:cubicBezTo>
                <a:cubicBezTo>
                  <a:pt x="62124" y="90133"/>
                  <a:pt x="61259" y="98912"/>
                  <a:pt x="61259" y="107447"/>
                </a:cubicBezTo>
                <a:cubicBezTo>
                  <a:pt x="61259" y="118683"/>
                  <a:pt x="62880" y="127084"/>
                  <a:pt x="66122" y="132648"/>
                </a:cubicBezTo>
                <a:cubicBezTo>
                  <a:pt x="69362" y="138212"/>
                  <a:pt x="74441" y="140994"/>
                  <a:pt x="81355" y="1409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1F89D0C1-2000-444E-8B11-FAC13E21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10" y="3234536"/>
            <a:ext cx="89458" cy="301435"/>
          </a:xfrm>
          <a:custGeom xmlns:a="http://schemas.openxmlformats.org/drawingml/2006/main">
            <a:pathLst>
              <a:path w="89458" h="301435">
                <a:moveTo>
                  <a:pt x="89458" y="295277"/>
                </a:moveTo>
                <a:lnTo>
                  <a:pt x="89458" y="301435"/>
                </a:lnTo>
                <a:cubicBezTo>
                  <a:pt x="73144" y="293224"/>
                  <a:pt x="59531" y="283608"/>
                  <a:pt x="48619" y="272589"/>
                </a:cubicBezTo>
                <a:cubicBezTo>
                  <a:pt x="33061" y="256922"/>
                  <a:pt x="21068" y="238447"/>
                  <a:pt x="12641" y="217163"/>
                </a:cubicBezTo>
                <a:cubicBezTo>
                  <a:pt x="4214" y="195879"/>
                  <a:pt x="0" y="173785"/>
                  <a:pt x="0" y="150880"/>
                </a:cubicBezTo>
                <a:cubicBezTo>
                  <a:pt x="0" y="117387"/>
                  <a:pt x="8266" y="86838"/>
                  <a:pt x="24795" y="59234"/>
                </a:cubicBezTo>
                <a:cubicBezTo>
                  <a:pt x="41325" y="31629"/>
                  <a:pt x="62880" y="11885"/>
                  <a:pt x="89458" y="0"/>
                </a:cubicBezTo>
                <a:lnTo>
                  <a:pt x="89458" y="6807"/>
                </a:lnTo>
                <a:cubicBezTo>
                  <a:pt x="76169" y="14150"/>
                  <a:pt x="65256" y="24193"/>
                  <a:pt x="56722" y="36935"/>
                </a:cubicBezTo>
                <a:cubicBezTo>
                  <a:pt x="48187" y="49677"/>
                  <a:pt x="41813" y="65821"/>
                  <a:pt x="37599" y="85366"/>
                </a:cubicBezTo>
                <a:cubicBezTo>
                  <a:pt x="33385" y="104908"/>
                  <a:pt x="31278" y="125316"/>
                  <a:pt x="31278" y="146590"/>
                </a:cubicBezTo>
                <a:cubicBezTo>
                  <a:pt x="31278" y="169698"/>
                  <a:pt x="33061" y="190700"/>
                  <a:pt x="36626" y="209597"/>
                </a:cubicBezTo>
                <a:cubicBezTo>
                  <a:pt x="39435" y="224496"/>
                  <a:pt x="42838" y="236454"/>
                  <a:pt x="46836" y="245468"/>
                </a:cubicBezTo>
                <a:cubicBezTo>
                  <a:pt x="50833" y="254486"/>
                  <a:pt x="56208" y="263151"/>
                  <a:pt x="62961" y="271464"/>
                </a:cubicBezTo>
                <a:cubicBezTo>
                  <a:pt x="69713" y="279780"/>
                  <a:pt x="78546" y="287717"/>
                  <a:pt x="89458" y="2952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4574F744-6DE9-4DDE-BF1C-65CD18AF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713" y="3310057"/>
            <a:ext cx="231586" cy="157524"/>
          </a:xfrm>
          <a:custGeom xmlns:a="http://schemas.openxmlformats.org/drawingml/2006/main">
            <a:pathLst>
              <a:path w="231586" h="157524">
                <a:moveTo>
                  <a:pt x="146342" y="128029"/>
                </a:moveTo>
                <a:cubicBezTo>
                  <a:pt x="163196" y="104044"/>
                  <a:pt x="176026" y="83111"/>
                  <a:pt x="184832" y="65230"/>
                </a:cubicBezTo>
                <a:cubicBezTo>
                  <a:pt x="193637" y="47349"/>
                  <a:pt x="198039" y="32790"/>
                  <a:pt x="198039" y="21554"/>
                </a:cubicBezTo>
                <a:cubicBezTo>
                  <a:pt x="198039" y="16476"/>
                  <a:pt x="196959" y="13019"/>
                  <a:pt x="194799" y="11182"/>
                </a:cubicBezTo>
                <a:cubicBezTo>
                  <a:pt x="192637" y="9346"/>
                  <a:pt x="188964" y="8265"/>
                  <a:pt x="183778" y="7941"/>
                </a:cubicBezTo>
                <a:lnTo>
                  <a:pt x="185399" y="0"/>
                </a:lnTo>
                <a:lnTo>
                  <a:pt x="227211" y="0"/>
                </a:lnTo>
                <a:lnTo>
                  <a:pt x="231586" y="8103"/>
                </a:lnTo>
                <a:cubicBezTo>
                  <a:pt x="227805" y="17719"/>
                  <a:pt x="224779" y="25119"/>
                  <a:pt x="222511" y="30306"/>
                </a:cubicBezTo>
                <a:cubicBezTo>
                  <a:pt x="220242" y="35491"/>
                  <a:pt x="217270" y="41731"/>
                  <a:pt x="213597" y="49024"/>
                </a:cubicBezTo>
                <a:cubicBezTo>
                  <a:pt x="209924" y="56316"/>
                  <a:pt x="206035" y="63582"/>
                  <a:pt x="201930" y="70821"/>
                </a:cubicBezTo>
                <a:cubicBezTo>
                  <a:pt x="197824" y="78060"/>
                  <a:pt x="192988" y="86028"/>
                  <a:pt x="187425" y="94725"/>
                </a:cubicBezTo>
                <a:cubicBezTo>
                  <a:pt x="181861" y="103423"/>
                  <a:pt x="175621" y="112876"/>
                  <a:pt x="168706" y="123086"/>
                </a:cubicBezTo>
                <a:cubicBezTo>
                  <a:pt x="161791" y="133296"/>
                  <a:pt x="153635" y="144775"/>
                  <a:pt x="144235" y="157524"/>
                </a:cubicBezTo>
                <a:lnTo>
                  <a:pt x="124949" y="157524"/>
                </a:lnTo>
                <a:lnTo>
                  <a:pt x="118306" y="89782"/>
                </a:lnTo>
                <a:cubicBezTo>
                  <a:pt x="117765" y="84488"/>
                  <a:pt x="117197" y="77574"/>
                  <a:pt x="116603" y="69038"/>
                </a:cubicBezTo>
                <a:cubicBezTo>
                  <a:pt x="116009" y="60503"/>
                  <a:pt x="115605" y="53912"/>
                  <a:pt x="115388" y="49267"/>
                </a:cubicBezTo>
                <a:lnTo>
                  <a:pt x="113606" y="49105"/>
                </a:lnTo>
                <a:cubicBezTo>
                  <a:pt x="107771" y="63474"/>
                  <a:pt x="99830" y="79464"/>
                  <a:pt x="89782" y="97075"/>
                </a:cubicBezTo>
                <a:cubicBezTo>
                  <a:pt x="79735" y="114686"/>
                  <a:pt x="67310" y="134835"/>
                  <a:pt x="52508" y="157524"/>
                </a:cubicBezTo>
                <a:lnTo>
                  <a:pt x="30792" y="157524"/>
                </a:lnTo>
                <a:lnTo>
                  <a:pt x="18476" y="35491"/>
                </a:lnTo>
                <a:cubicBezTo>
                  <a:pt x="17827" y="29225"/>
                  <a:pt x="17016" y="24147"/>
                  <a:pt x="16044" y="20258"/>
                </a:cubicBezTo>
                <a:cubicBezTo>
                  <a:pt x="15072" y="16368"/>
                  <a:pt x="13452" y="13452"/>
                  <a:pt x="11182" y="11506"/>
                </a:cubicBezTo>
                <a:cubicBezTo>
                  <a:pt x="8913" y="9562"/>
                  <a:pt x="5186" y="8373"/>
                  <a:pt x="0" y="7941"/>
                </a:cubicBezTo>
                <a:lnTo>
                  <a:pt x="1782" y="0"/>
                </a:lnTo>
                <a:lnTo>
                  <a:pt x="44243" y="0"/>
                </a:lnTo>
                <a:lnTo>
                  <a:pt x="53966" y="127867"/>
                </a:lnTo>
                <a:cubicBezTo>
                  <a:pt x="69200" y="103018"/>
                  <a:pt x="80194" y="84110"/>
                  <a:pt x="86946" y="71145"/>
                </a:cubicBezTo>
                <a:cubicBezTo>
                  <a:pt x="93699" y="58180"/>
                  <a:pt x="98695" y="46971"/>
                  <a:pt x="101937" y="37517"/>
                </a:cubicBezTo>
                <a:cubicBezTo>
                  <a:pt x="105178" y="28064"/>
                  <a:pt x="107663" y="18205"/>
                  <a:pt x="109392" y="7941"/>
                </a:cubicBezTo>
                <a:lnTo>
                  <a:pt x="111175" y="0"/>
                </a:lnTo>
                <a:lnTo>
                  <a:pt x="134512" y="0"/>
                </a:lnTo>
                <a:lnTo>
                  <a:pt x="146342" y="128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8FF23652-3697-4645-8116-F2248E0A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876" y="3234536"/>
            <a:ext cx="13452" cy="302083"/>
          </a:xfrm>
          <a:custGeom xmlns:a="http://schemas.openxmlformats.org/drawingml/2006/main">
            <a:pathLst>
              <a:path w="13452" h="302083">
                <a:moveTo>
                  <a:pt x="13452" y="0"/>
                </a:moveTo>
                <a:lnTo>
                  <a:pt x="13452" y="302083"/>
                </a:lnTo>
                <a:lnTo>
                  <a:pt x="0" y="302083"/>
                </a:lnTo>
                <a:lnTo>
                  <a:pt x="0" y="0"/>
                </a:lnTo>
                <a:lnTo>
                  <a:pt x="1345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D54BB836-AA02-494B-8678-B980E27B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014" y="3310057"/>
            <a:ext cx="152338" cy="154931"/>
          </a:xfrm>
          <a:custGeom xmlns:a="http://schemas.openxmlformats.org/drawingml/2006/main">
            <a:pathLst>
              <a:path w="152338" h="154931">
                <a:moveTo>
                  <a:pt x="130298" y="109392"/>
                </a:moveTo>
                <a:lnTo>
                  <a:pt x="120412" y="154931"/>
                </a:lnTo>
                <a:lnTo>
                  <a:pt x="3080" y="154931"/>
                </a:lnTo>
                <a:lnTo>
                  <a:pt x="0" y="146990"/>
                </a:lnTo>
                <a:lnTo>
                  <a:pt x="88648" y="44891"/>
                </a:lnTo>
                <a:cubicBezTo>
                  <a:pt x="101181" y="30522"/>
                  <a:pt x="110364" y="20312"/>
                  <a:pt x="116199" y="14261"/>
                </a:cubicBezTo>
                <a:lnTo>
                  <a:pt x="115227" y="13127"/>
                </a:lnTo>
                <a:lnTo>
                  <a:pt x="77303" y="13127"/>
                </a:lnTo>
                <a:cubicBezTo>
                  <a:pt x="71685" y="13127"/>
                  <a:pt x="67580" y="13506"/>
                  <a:pt x="64987" y="14261"/>
                </a:cubicBezTo>
                <a:cubicBezTo>
                  <a:pt x="62394" y="15018"/>
                  <a:pt x="59801" y="16341"/>
                  <a:pt x="57208" y="18232"/>
                </a:cubicBezTo>
                <a:cubicBezTo>
                  <a:pt x="54615" y="20123"/>
                  <a:pt x="51833" y="22932"/>
                  <a:pt x="48862" y="26659"/>
                </a:cubicBezTo>
                <a:cubicBezTo>
                  <a:pt x="45891" y="30387"/>
                  <a:pt x="42568" y="35708"/>
                  <a:pt x="38895" y="42622"/>
                </a:cubicBezTo>
                <a:lnTo>
                  <a:pt x="24472" y="42622"/>
                </a:lnTo>
                <a:lnTo>
                  <a:pt x="34033" y="0"/>
                </a:lnTo>
                <a:lnTo>
                  <a:pt x="149259" y="0"/>
                </a:lnTo>
                <a:lnTo>
                  <a:pt x="152338" y="8103"/>
                </a:lnTo>
                <a:lnTo>
                  <a:pt x="35978" y="140670"/>
                </a:lnTo>
                <a:lnTo>
                  <a:pt x="36950" y="141804"/>
                </a:lnTo>
                <a:lnTo>
                  <a:pt x="73577" y="141804"/>
                </a:lnTo>
                <a:cubicBezTo>
                  <a:pt x="80059" y="141804"/>
                  <a:pt x="85029" y="141453"/>
                  <a:pt x="88486" y="140751"/>
                </a:cubicBezTo>
                <a:cubicBezTo>
                  <a:pt x="91943" y="140048"/>
                  <a:pt x="94969" y="138725"/>
                  <a:pt x="97561" y="136781"/>
                </a:cubicBezTo>
                <a:cubicBezTo>
                  <a:pt x="100154" y="134835"/>
                  <a:pt x="102829" y="131891"/>
                  <a:pt x="105583" y="127948"/>
                </a:cubicBezTo>
                <a:cubicBezTo>
                  <a:pt x="108339" y="124005"/>
                  <a:pt x="111769" y="117819"/>
                  <a:pt x="115874" y="109392"/>
                </a:cubicBezTo>
                <a:lnTo>
                  <a:pt x="130298" y="1093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F69ADBD4-E204-49C8-B82D-A74A4AB9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383" y="3311678"/>
            <a:ext cx="48295" cy="208736"/>
          </a:xfrm>
          <a:custGeom xmlns:a="http://schemas.openxmlformats.org/drawingml/2006/main">
            <a:pathLst>
              <a:path w="48295" h="208736">
                <a:moveTo>
                  <a:pt x="22689" y="0"/>
                </a:moveTo>
                <a:cubicBezTo>
                  <a:pt x="27659" y="0"/>
                  <a:pt x="31899" y="1737"/>
                  <a:pt x="35411" y="5211"/>
                </a:cubicBezTo>
                <a:cubicBezTo>
                  <a:pt x="38922" y="8682"/>
                  <a:pt x="40678" y="12914"/>
                  <a:pt x="40678" y="17908"/>
                </a:cubicBezTo>
                <a:cubicBezTo>
                  <a:pt x="40678" y="22902"/>
                  <a:pt x="38922" y="27162"/>
                  <a:pt x="35411" y="30691"/>
                </a:cubicBezTo>
                <a:cubicBezTo>
                  <a:pt x="31899" y="34215"/>
                  <a:pt x="27659" y="35977"/>
                  <a:pt x="22689" y="35977"/>
                </a:cubicBezTo>
                <a:cubicBezTo>
                  <a:pt x="17719" y="35977"/>
                  <a:pt x="13478" y="34215"/>
                  <a:pt x="9967" y="30691"/>
                </a:cubicBezTo>
                <a:cubicBezTo>
                  <a:pt x="6455" y="27162"/>
                  <a:pt x="4700" y="22902"/>
                  <a:pt x="4700" y="17908"/>
                </a:cubicBezTo>
                <a:cubicBezTo>
                  <a:pt x="4700" y="12914"/>
                  <a:pt x="6455" y="8682"/>
                  <a:pt x="9967" y="5211"/>
                </a:cubicBezTo>
                <a:cubicBezTo>
                  <a:pt x="13478" y="1737"/>
                  <a:pt x="17719" y="0"/>
                  <a:pt x="22689" y="0"/>
                </a:cubicBezTo>
                <a:moveTo>
                  <a:pt x="0" y="208736"/>
                </a:moveTo>
                <a:lnTo>
                  <a:pt x="0" y="201605"/>
                </a:lnTo>
                <a:cubicBezTo>
                  <a:pt x="11128" y="197932"/>
                  <a:pt x="19745" y="192232"/>
                  <a:pt x="25850" y="184507"/>
                </a:cubicBezTo>
                <a:cubicBezTo>
                  <a:pt x="31954" y="176782"/>
                  <a:pt x="35006" y="168598"/>
                  <a:pt x="35006" y="159955"/>
                </a:cubicBezTo>
                <a:cubicBezTo>
                  <a:pt x="35006" y="157902"/>
                  <a:pt x="34519" y="156174"/>
                  <a:pt x="33547" y="154769"/>
                </a:cubicBezTo>
                <a:cubicBezTo>
                  <a:pt x="32791" y="153796"/>
                  <a:pt x="32034" y="153310"/>
                  <a:pt x="31278" y="153310"/>
                </a:cubicBezTo>
                <a:cubicBezTo>
                  <a:pt x="30090" y="153310"/>
                  <a:pt x="27497" y="154354"/>
                  <a:pt x="23500" y="156440"/>
                </a:cubicBezTo>
                <a:cubicBezTo>
                  <a:pt x="21554" y="157379"/>
                  <a:pt x="19501" y="157848"/>
                  <a:pt x="17341" y="157848"/>
                </a:cubicBezTo>
                <a:cubicBezTo>
                  <a:pt x="12047" y="157848"/>
                  <a:pt x="7833" y="156282"/>
                  <a:pt x="4700" y="153148"/>
                </a:cubicBezTo>
                <a:cubicBezTo>
                  <a:pt x="1567" y="150015"/>
                  <a:pt x="0" y="145693"/>
                  <a:pt x="0" y="140183"/>
                </a:cubicBezTo>
                <a:cubicBezTo>
                  <a:pt x="0" y="134889"/>
                  <a:pt x="2025" y="130352"/>
                  <a:pt x="6078" y="126570"/>
                </a:cubicBezTo>
                <a:cubicBezTo>
                  <a:pt x="10130" y="122789"/>
                  <a:pt x="15072" y="120898"/>
                  <a:pt x="20906" y="120898"/>
                </a:cubicBezTo>
                <a:cubicBezTo>
                  <a:pt x="28037" y="120898"/>
                  <a:pt x="34384" y="124011"/>
                  <a:pt x="39949" y="130237"/>
                </a:cubicBezTo>
                <a:cubicBezTo>
                  <a:pt x="45512" y="136459"/>
                  <a:pt x="48295" y="144711"/>
                  <a:pt x="48295" y="154992"/>
                </a:cubicBezTo>
                <a:cubicBezTo>
                  <a:pt x="48295" y="166144"/>
                  <a:pt x="44432" y="176509"/>
                  <a:pt x="36707" y="186087"/>
                </a:cubicBezTo>
                <a:cubicBezTo>
                  <a:pt x="28982" y="195666"/>
                  <a:pt x="16747" y="203216"/>
                  <a:pt x="0" y="2087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8105DDBB-DB7B-4E42-8EA1-BC4F70BE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220" y="3234537"/>
            <a:ext cx="153798" cy="234341"/>
          </a:xfrm>
          <a:custGeom xmlns:a="http://schemas.openxmlformats.org/drawingml/2006/main">
            <a:pathLst>
              <a:path w="153798" h="234341">
                <a:moveTo>
                  <a:pt x="108743" y="0"/>
                </a:moveTo>
                <a:cubicBezTo>
                  <a:pt x="138779" y="0"/>
                  <a:pt x="153798" y="20582"/>
                  <a:pt x="153798" y="61745"/>
                </a:cubicBezTo>
                <a:cubicBezTo>
                  <a:pt x="153798" y="86595"/>
                  <a:pt x="147720" y="114118"/>
                  <a:pt x="135565" y="144316"/>
                </a:cubicBezTo>
                <a:cubicBezTo>
                  <a:pt x="123410" y="174513"/>
                  <a:pt x="109527" y="197067"/>
                  <a:pt x="93915" y="211977"/>
                </a:cubicBezTo>
                <a:cubicBezTo>
                  <a:pt x="78303" y="226886"/>
                  <a:pt x="62232" y="234341"/>
                  <a:pt x="45702" y="234341"/>
                </a:cubicBezTo>
                <a:cubicBezTo>
                  <a:pt x="32197" y="234341"/>
                  <a:pt x="21203" y="228588"/>
                  <a:pt x="12722" y="217082"/>
                </a:cubicBezTo>
                <a:cubicBezTo>
                  <a:pt x="4240" y="205575"/>
                  <a:pt x="0" y="191233"/>
                  <a:pt x="0" y="174054"/>
                </a:cubicBezTo>
                <a:cubicBezTo>
                  <a:pt x="0" y="163034"/>
                  <a:pt x="2431" y="147800"/>
                  <a:pt x="7294" y="128353"/>
                </a:cubicBezTo>
                <a:cubicBezTo>
                  <a:pt x="12155" y="108906"/>
                  <a:pt x="19448" y="89269"/>
                  <a:pt x="29171" y="69443"/>
                </a:cubicBezTo>
                <a:cubicBezTo>
                  <a:pt x="38895" y="49618"/>
                  <a:pt x="51077" y="33088"/>
                  <a:pt x="65717" y="19852"/>
                </a:cubicBezTo>
                <a:cubicBezTo>
                  <a:pt x="80356" y="6618"/>
                  <a:pt x="94699" y="0"/>
                  <a:pt x="108743" y="0"/>
                </a:cubicBezTo>
                <a:moveTo>
                  <a:pt x="118792" y="110202"/>
                </a:moveTo>
                <a:cubicBezTo>
                  <a:pt x="126031" y="87405"/>
                  <a:pt x="129650" y="65256"/>
                  <a:pt x="129650" y="43757"/>
                </a:cubicBezTo>
                <a:cubicBezTo>
                  <a:pt x="129650" y="19123"/>
                  <a:pt x="122681" y="6807"/>
                  <a:pt x="108743" y="6807"/>
                </a:cubicBezTo>
                <a:cubicBezTo>
                  <a:pt x="96535" y="6807"/>
                  <a:pt x="84543" y="16017"/>
                  <a:pt x="72766" y="34438"/>
                </a:cubicBezTo>
                <a:cubicBezTo>
                  <a:pt x="60989" y="52859"/>
                  <a:pt x="50185" y="78114"/>
                  <a:pt x="40353" y="110202"/>
                </a:cubicBezTo>
                <a:lnTo>
                  <a:pt x="118792" y="110202"/>
                </a:lnTo>
                <a:moveTo>
                  <a:pt x="37274" y="119277"/>
                </a:moveTo>
                <a:cubicBezTo>
                  <a:pt x="27334" y="150332"/>
                  <a:pt x="22365" y="174137"/>
                  <a:pt x="22365" y="190691"/>
                </a:cubicBezTo>
                <a:cubicBezTo>
                  <a:pt x="22365" y="201512"/>
                  <a:pt x="24580" y="210358"/>
                  <a:pt x="29010" y="217229"/>
                </a:cubicBezTo>
                <a:cubicBezTo>
                  <a:pt x="33439" y="224099"/>
                  <a:pt x="40030" y="227534"/>
                  <a:pt x="48781" y="227534"/>
                </a:cubicBezTo>
                <a:cubicBezTo>
                  <a:pt x="56020" y="227534"/>
                  <a:pt x="62826" y="224641"/>
                  <a:pt x="69200" y="218854"/>
                </a:cubicBezTo>
                <a:cubicBezTo>
                  <a:pt x="75576" y="213064"/>
                  <a:pt x="83030" y="201296"/>
                  <a:pt x="91565" y="183550"/>
                </a:cubicBezTo>
                <a:cubicBezTo>
                  <a:pt x="100101" y="165804"/>
                  <a:pt x="108149" y="144380"/>
                  <a:pt x="115713" y="119277"/>
                </a:cubicBezTo>
                <a:lnTo>
                  <a:pt x="37274" y="1192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E500475E-7AF4-4972-9CC7-DCA5EDEB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421" y="3484328"/>
            <a:ext cx="119602" cy="153418"/>
          </a:xfrm>
          <a:custGeom xmlns:a="http://schemas.openxmlformats.org/drawingml/2006/main">
            <a:pathLst>
              <a:path w="119602" h="153418">
                <a:moveTo>
                  <a:pt x="23229" y="114415"/>
                </a:moveTo>
                <a:cubicBezTo>
                  <a:pt x="21860" y="116072"/>
                  <a:pt x="20708" y="117711"/>
                  <a:pt x="19771" y="119331"/>
                </a:cubicBezTo>
                <a:cubicBezTo>
                  <a:pt x="18835" y="120952"/>
                  <a:pt x="18169" y="122519"/>
                  <a:pt x="17772" y="124031"/>
                </a:cubicBezTo>
                <a:cubicBezTo>
                  <a:pt x="17377" y="125543"/>
                  <a:pt x="17178" y="127345"/>
                  <a:pt x="17178" y="129433"/>
                </a:cubicBezTo>
                <a:cubicBezTo>
                  <a:pt x="17178" y="134835"/>
                  <a:pt x="19123" y="138779"/>
                  <a:pt x="23013" y="141263"/>
                </a:cubicBezTo>
                <a:cubicBezTo>
                  <a:pt x="26902" y="143749"/>
                  <a:pt x="32772" y="144991"/>
                  <a:pt x="40623" y="144991"/>
                </a:cubicBezTo>
                <a:cubicBezTo>
                  <a:pt x="47754" y="144991"/>
                  <a:pt x="53697" y="143731"/>
                  <a:pt x="58450" y="141209"/>
                </a:cubicBezTo>
                <a:cubicBezTo>
                  <a:pt x="63204" y="138689"/>
                  <a:pt x="67238" y="134817"/>
                  <a:pt x="70550" y="129595"/>
                </a:cubicBezTo>
                <a:cubicBezTo>
                  <a:pt x="73864" y="124373"/>
                  <a:pt x="76763" y="117927"/>
                  <a:pt x="79249" y="110256"/>
                </a:cubicBezTo>
                <a:cubicBezTo>
                  <a:pt x="81733" y="102585"/>
                  <a:pt x="84272" y="92339"/>
                  <a:pt x="86864" y="79518"/>
                </a:cubicBezTo>
                <a:lnTo>
                  <a:pt x="85353" y="79194"/>
                </a:lnTo>
                <a:cubicBezTo>
                  <a:pt x="78366" y="88774"/>
                  <a:pt x="71883" y="95760"/>
                  <a:pt x="65905" y="100154"/>
                </a:cubicBezTo>
                <a:cubicBezTo>
                  <a:pt x="59927" y="104548"/>
                  <a:pt x="53480" y="106745"/>
                  <a:pt x="46566" y="106745"/>
                </a:cubicBezTo>
                <a:cubicBezTo>
                  <a:pt x="38715" y="106745"/>
                  <a:pt x="32611" y="103791"/>
                  <a:pt x="28253" y="97885"/>
                </a:cubicBezTo>
                <a:cubicBezTo>
                  <a:pt x="23895" y="91979"/>
                  <a:pt x="21716" y="83552"/>
                  <a:pt x="21716" y="72604"/>
                </a:cubicBezTo>
                <a:cubicBezTo>
                  <a:pt x="21716" y="64608"/>
                  <a:pt x="22760" y="56722"/>
                  <a:pt x="24850" y="48942"/>
                </a:cubicBezTo>
                <a:cubicBezTo>
                  <a:pt x="26938" y="41163"/>
                  <a:pt x="29855" y="34141"/>
                  <a:pt x="33600" y="27874"/>
                </a:cubicBezTo>
                <a:cubicBezTo>
                  <a:pt x="37347" y="21608"/>
                  <a:pt x="41578" y="16404"/>
                  <a:pt x="46296" y="12263"/>
                </a:cubicBezTo>
                <a:cubicBezTo>
                  <a:pt x="51013" y="8121"/>
                  <a:pt x="56001" y="5042"/>
                  <a:pt x="61259" y="3025"/>
                </a:cubicBezTo>
                <a:cubicBezTo>
                  <a:pt x="66517" y="1008"/>
                  <a:pt x="71991" y="0"/>
                  <a:pt x="77681" y="0"/>
                </a:cubicBezTo>
                <a:cubicBezTo>
                  <a:pt x="82219" y="0"/>
                  <a:pt x="86505" y="540"/>
                  <a:pt x="90539" y="1620"/>
                </a:cubicBezTo>
                <a:cubicBezTo>
                  <a:pt x="94572" y="2701"/>
                  <a:pt x="98642" y="4538"/>
                  <a:pt x="102747" y="7130"/>
                </a:cubicBezTo>
                <a:lnTo>
                  <a:pt x="112687" y="0"/>
                </a:lnTo>
                <a:lnTo>
                  <a:pt x="119602" y="1728"/>
                </a:lnTo>
                <a:lnTo>
                  <a:pt x="108365" y="52400"/>
                </a:lnTo>
                <a:cubicBezTo>
                  <a:pt x="107573" y="56001"/>
                  <a:pt x="106745" y="60071"/>
                  <a:pt x="105881" y="64608"/>
                </a:cubicBezTo>
                <a:lnTo>
                  <a:pt x="103072" y="78762"/>
                </a:lnTo>
                <a:cubicBezTo>
                  <a:pt x="99686" y="95760"/>
                  <a:pt x="96985" y="107465"/>
                  <a:pt x="94969" y="113875"/>
                </a:cubicBezTo>
                <a:cubicBezTo>
                  <a:pt x="92519" y="121294"/>
                  <a:pt x="89638" y="127488"/>
                  <a:pt x="86325" y="132458"/>
                </a:cubicBezTo>
                <a:cubicBezTo>
                  <a:pt x="83227" y="136996"/>
                  <a:pt x="79554" y="140795"/>
                  <a:pt x="75305" y="143856"/>
                </a:cubicBezTo>
                <a:cubicBezTo>
                  <a:pt x="71055" y="146918"/>
                  <a:pt x="66139" y="149276"/>
                  <a:pt x="60557" y="150933"/>
                </a:cubicBezTo>
                <a:cubicBezTo>
                  <a:pt x="54975" y="152590"/>
                  <a:pt x="48403" y="153418"/>
                  <a:pt x="40839" y="153418"/>
                </a:cubicBezTo>
                <a:cubicBezTo>
                  <a:pt x="13613" y="153418"/>
                  <a:pt x="0" y="145495"/>
                  <a:pt x="0" y="129649"/>
                </a:cubicBezTo>
                <a:cubicBezTo>
                  <a:pt x="0" y="125616"/>
                  <a:pt x="1224" y="121942"/>
                  <a:pt x="3673" y="118629"/>
                </a:cubicBezTo>
                <a:cubicBezTo>
                  <a:pt x="6122" y="115316"/>
                  <a:pt x="10048" y="111822"/>
                  <a:pt x="15450" y="108149"/>
                </a:cubicBezTo>
                <a:lnTo>
                  <a:pt x="23229" y="114415"/>
                </a:lnTo>
                <a:moveTo>
                  <a:pt x="54236" y="93995"/>
                </a:moveTo>
                <a:cubicBezTo>
                  <a:pt x="57910" y="93995"/>
                  <a:pt x="61565" y="92735"/>
                  <a:pt x="65203" y="90214"/>
                </a:cubicBezTo>
                <a:cubicBezTo>
                  <a:pt x="68840" y="87693"/>
                  <a:pt x="72729" y="83695"/>
                  <a:pt x="76871" y="78221"/>
                </a:cubicBezTo>
                <a:cubicBezTo>
                  <a:pt x="81012" y="72747"/>
                  <a:pt x="84236" y="67526"/>
                  <a:pt x="86541" y="62555"/>
                </a:cubicBezTo>
                <a:cubicBezTo>
                  <a:pt x="88846" y="57585"/>
                  <a:pt x="90808" y="51391"/>
                  <a:pt x="92429" y="43972"/>
                </a:cubicBezTo>
                <a:cubicBezTo>
                  <a:pt x="94050" y="36554"/>
                  <a:pt x="94860" y="30107"/>
                  <a:pt x="94860" y="24633"/>
                </a:cubicBezTo>
                <a:cubicBezTo>
                  <a:pt x="94860" y="19015"/>
                  <a:pt x="93671" y="14928"/>
                  <a:pt x="91294" y="12371"/>
                </a:cubicBezTo>
                <a:cubicBezTo>
                  <a:pt x="88918" y="9813"/>
                  <a:pt x="84956" y="8535"/>
                  <a:pt x="79410" y="8535"/>
                </a:cubicBezTo>
                <a:cubicBezTo>
                  <a:pt x="76385" y="8535"/>
                  <a:pt x="73504" y="9021"/>
                  <a:pt x="70767" y="9994"/>
                </a:cubicBezTo>
                <a:cubicBezTo>
                  <a:pt x="68030" y="10966"/>
                  <a:pt x="65256" y="12586"/>
                  <a:pt x="62447" y="14855"/>
                </a:cubicBezTo>
                <a:cubicBezTo>
                  <a:pt x="59638" y="17125"/>
                  <a:pt x="56956" y="20095"/>
                  <a:pt x="54399" y="23769"/>
                </a:cubicBezTo>
                <a:cubicBezTo>
                  <a:pt x="51842" y="27443"/>
                  <a:pt x="49519" y="31908"/>
                  <a:pt x="47430" y="37166"/>
                </a:cubicBezTo>
                <a:cubicBezTo>
                  <a:pt x="45341" y="42424"/>
                  <a:pt x="43721" y="48060"/>
                  <a:pt x="42568" y="54075"/>
                </a:cubicBezTo>
                <a:cubicBezTo>
                  <a:pt x="41416" y="60089"/>
                  <a:pt x="40839" y="65941"/>
                  <a:pt x="40839" y="71631"/>
                </a:cubicBezTo>
                <a:cubicBezTo>
                  <a:pt x="40839" y="79122"/>
                  <a:pt x="41920" y="84722"/>
                  <a:pt x="44081" y="88431"/>
                </a:cubicBezTo>
                <a:cubicBezTo>
                  <a:pt x="46241" y="92141"/>
                  <a:pt x="49627" y="93995"/>
                  <a:pt x="54236" y="939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77649C64-2BEA-43B6-A008-54A33D7A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58" y="3234537"/>
            <a:ext cx="89457" cy="301435"/>
          </a:xfrm>
          <a:custGeom xmlns:a="http://schemas.openxmlformats.org/drawingml/2006/main">
            <a:pathLst>
              <a:path w="89457" h="301435">
                <a:moveTo>
                  <a:pt x="0" y="6807"/>
                </a:moveTo>
                <a:lnTo>
                  <a:pt x="0" y="0"/>
                </a:lnTo>
                <a:cubicBezTo>
                  <a:pt x="16422" y="8103"/>
                  <a:pt x="30089" y="17665"/>
                  <a:pt x="41001" y="28685"/>
                </a:cubicBezTo>
                <a:cubicBezTo>
                  <a:pt x="56451" y="44459"/>
                  <a:pt x="68390" y="62961"/>
                  <a:pt x="76816" y="84191"/>
                </a:cubicBezTo>
                <a:cubicBezTo>
                  <a:pt x="85244" y="105421"/>
                  <a:pt x="89457" y="127542"/>
                  <a:pt x="89457" y="150555"/>
                </a:cubicBezTo>
                <a:cubicBezTo>
                  <a:pt x="89457" y="184048"/>
                  <a:pt x="81219" y="214597"/>
                  <a:pt x="64744" y="242201"/>
                </a:cubicBezTo>
                <a:cubicBezTo>
                  <a:pt x="48267" y="269806"/>
                  <a:pt x="26686" y="289550"/>
                  <a:pt x="0" y="301435"/>
                </a:cubicBezTo>
                <a:lnTo>
                  <a:pt x="0" y="295276"/>
                </a:lnTo>
                <a:cubicBezTo>
                  <a:pt x="13289" y="287825"/>
                  <a:pt x="24228" y="277755"/>
                  <a:pt x="32817" y="265067"/>
                </a:cubicBezTo>
                <a:cubicBezTo>
                  <a:pt x="41407" y="252379"/>
                  <a:pt x="47781" y="236237"/>
                  <a:pt x="51940" y="216641"/>
                </a:cubicBezTo>
                <a:cubicBezTo>
                  <a:pt x="56100" y="197041"/>
                  <a:pt x="58180" y="176607"/>
                  <a:pt x="58180" y="155336"/>
                </a:cubicBezTo>
                <a:cubicBezTo>
                  <a:pt x="58180" y="132333"/>
                  <a:pt x="56397" y="111331"/>
                  <a:pt x="52832" y="92329"/>
                </a:cubicBezTo>
                <a:cubicBezTo>
                  <a:pt x="50131" y="77427"/>
                  <a:pt x="46754" y="65495"/>
                  <a:pt x="42703" y="56534"/>
                </a:cubicBezTo>
                <a:cubicBezTo>
                  <a:pt x="38651" y="47570"/>
                  <a:pt x="33276" y="38932"/>
                  <a:pt x="26577" y="30620"/>
                </a:cubicBezTo>
                <a:cubicBezTo>
                  <a:pt x="19879" y="22303"/>
                  <a:pt x="11020" y="14366"/>
                  <a:pt x="0" y="68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3F8ADE1C-FEA3-4497-B527-165CC24E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474" y="3193989"/>
            <a:ext cx="264323" cy="221214"/>
          </a:xfrm>
          <a:custGeom xmlns:a="http://schemas.openxmlformats.org/drawingml/2006/main">
            <a:pathLst>
              <a:path w="264323" h="221214">
                <a:moveTo>
                  <a:pt x="213273" y="0"/>
                </a:moveTo>
                <a:lnTo>
                  <a:pt x="264323" y="0"/>
                </a:lnTo>
                <a:lnTo>
                  <a:pt x="262540" y="7941"/>
                </a:lnTo>
                <a:cubicBezTo>
                  <a:pt x="258434" y="8805"/>
                  <a:pt x="255490" y="9778"/>
                  <a:pt x="253708" y="10858"/>
                </a:cubicBezTo>
                <a:cubicBezTo>
                  <a:pt x="251925" y="11939"/>
                  <a:pt x="250304" y="13559"/>
                  <a:pt x="248846" y="15720"/>
                </a:cubicBezTo>
                <a:cubicBezTo>
                  <a:pt x="247387" y="17881"/>
                  <a:pt x="245929" y="21257"/>
                  <a:pt x="244470" y="25849"/>
                </a:cubicBezTo>
                <a:cubicBezTo>
                  <a:pt x="243012" y="30441"/>
                  <a:pt x="241148" y="37923"/>
                  <a:pt x="238880" y="48295"/>
                </a:cubicBezTo>
                <a:lnTo>
                  <a:pt x="211166" y="174054"/>
                </a:lnTo>
                <a:cubicBezTo>
                  <a:pt x="209763" y="180429"/>
                  <a:pt x="208844" y="185480"/>
                  <a:pt x="208412" y="189207"/>
                </a:cubicBezTo>
                <a:cubicBezTo>
                  <a:pt x="207979" y="192935"/>
                  <a:pt x="207763" y="196311"/>
                  <a:pt x="207763" y="199336"/>
                </a:cubicBezTo>
                <a:cubicBezTo>
                  <a:pt x="207763" y="204198"/>
                  <a:pt x="208979" y="207628"/>
                  <a:pt x="211410" y="209627"/>
                </a:cubicBezTo>
                <a:cubicBezTo>
                  <a:pt x="213840" y="211626"/>
                  <a:pt x="217919" y="212841"/>
                  <a:pt x="223646" y="213274"/>
                </a:cubicBezTo>
                <a:lnTo>
                  <a:pt x="221863" y="221214"/>
                </a:lnTo>
                <a:lnTo>
                  <a:pt x="157038" y="221214"/>
                </a:lnTo>
                <a:lnTo>
                  <a:pt x="158821" y="213274"/>
                </a:lnTo>
                <a:cubicBezTo>
                  <a:pt x="162926" y="212625"/>
                  <a:pt x="166005" y="211572"/>
                  <a:pt x="168058" y="210113"/>
                </a:cubicBezTo>
                <a:cubicBezTo>
                  <a:pt x="170111" y="208655"/>
                  <a:pt x="171840" y="206629"/>
                  <a:pt x="173244" y="204036"/>
                </a:cubicBezTo>
                <a:cubicBezTo>
                  <a:pt x="174649" y="201443"/>
                  <a:pt x="175945" y="198283"/>
                  <a:pt x="177133" y="194555"/>
                </a:cubicBezTo>
                <a:cubicBezTo>
                  <a:pt x="178322" y="190828"/>
                  <a:pt x="180105" y="183616"/>
                  <a:pt x="182482" y="172920"/>
                </a:cubicBezTo>
                <a:lnTo>
                  <a:pt x="204036" y="75197"/>
                </a:lnTo>
                <a:cubicBezTo>
                  <a:pt x="206846" y="62340"/>
                  <a:pt x="210410" y="48564"/>
                  <a:pt x="214732" y="33871"/>
                </a:cubicBezTo>
                <a:lnTo>
                  <a:pt x="212464" y="33871"/>
                </a:lnTo>
                <a:cubicBezTo>
                  <a:pt x="209330" y="39705"/>
                  <a:pt x="206223" y="45297"/>
                  <a:pt x="203145" y="50645"/>
                </a:cubicBezTo>
                <a:cubicBezTo>
                  <a:pt x="200066" y="55993"/>
                  <a:pt x="195501" y="63690"/>
                  <a:pt x="189450" y="73738"/>
                </a:cubicBezTo>
                <a:lnTo>
                  <a:pt x="115713" y="195447"/>
                </a:lnTo>
                <a:lnTo>
                  <a:pt x="98048" y="195447"/>
                </a:lnTo>
                <a:lnTo>
                  <a:pt x="82489" y="73900"/>
                </a:lnTo>
                <a:lnTo>
                  <a:pt x="78114" y="30306"/>
                </a:lnTo>
                <a:lnTo>
                  <a:pt x="74873" y="30306"/>
                </a:lnTo>
                <a:cubicBezTo>
                  <a:pt x="70768" y="57424"/>
                  <a:pt x="66662" y="80383"/>
                  <a:pt x="62557" y="99182"/>
                </a:cubicBezTo>
                <a:lnTo>
                  <a:pt x="46998" y="169841"/>
                </a:lnTo>
                <a:cubicBezTo>
                  <a:pt x="45161" y="178052"/>
                  <a:pt x="43973" y="184156"/>
                  <a:pt x="43433" y="188154"/>
                </a:cubicBezTo>
                <a:cubicBezTo>
                  <a:pt x="42893" y="192151"/>
                  <a:pt x="42623" y="195879"/>
                  <a:pt x="42623" y="199336"/>
                </a:cubicBezTo>
                <a:cubicBezTo>
                  <a:pt x="42623" y="204198"/>
                  <a:pt x="43838" y="207628"/>
                  <a:pt x="46269" y="209627"/>
                </a:cubicBezTo>
                <a:cubicBezTo>
                  <a:pt x="48699" y="211626"/>
                  <a:pt x="52778" y="212841"/>
                  <a:pt x="58505" y="213274"/>
                </a:cubicBezTo>
                <a:lnTo>
                  <a:pt x="56722" y="221214"/>
                </a:lnTo>
                <a:lnTo>
                  <a:pt x="0" y="221214"/>
                </a:lnTo>
                <a:lnTo>
                  <a:pt x="1782" y="213274"/>
                </a:lnTo>
                <a:cubicBezTo>
                  <a:pt x="5888" y="212625"/>
                  <a:pt x="8968" y="211572"/>
                  <a:pt x="11020" y="210113"/>
                </a:cubicBezTo>
                <a:cubicBezTo>
                  <a:pt x="13074" y="208655"/>
                  <a:pt x="14801" y="206629"/>
                  <a:pt x="16206" y="204036"/>
                </a:cubicBezTo>
                <a:cubicBezTo>
                  <a:pt x="17611" y="201443"/>
                  <a:pt x="18907" y="198283"/>
                  <a:pt x="20096" y="194555"/>
                </a:cubicBezTo>
                <a:cubicBezTo>
                  <a:pt x="21285" y="190828"/>
                  <a:pt x="23067" y="183616"/>
                  <a:pt x="25444" y="172920"/>
                </a:cubicBezTo>
                <a:lnTo>
                  <a:pt x="52994" y="48133"/>
                </a:lnTo>
                <a:cubicBezTo>
                  <a:pt x="54075" y="43487"/>
                  <a:pt x="54940" y="39057"/>
                  <a:pt x="55587" y="34843"/>
                </a:cubicBezTo>
                <a:cubicBezTo>
                  <a:pt x="56236" y="30630"/>
                  <a:pt x="56559" y="26362"/>
                  <a:pt x="56559" y="22041"/>
                </a:cubicBezTo>
                <a:cubicBezTo>
                  <a:pt x="56559" y="16962"/>
                  <a:pt x="55263" y="13424"/>
                  <a:pt x="52670" y="11425"/>
                </a:cubicBezTo>
                <a:cubicBezTo>
                  <a:pt x="50077" y="9427"/>
                  <a:pt x="46080" y="8265"/>
                  <a:pt x="40678" y="7941"/>
                </a:cubicBezTo>
                <a:lnTo>
                  <a:pt x="42460" y="0"/>
                </a:lnTo>
                <a:lnTo>
                  <a:pt x="100316" y="0"/>
                </a:lnTo>
                <a:lnTo>
                  <a:pt x="118792" y="157200"/>
                </a:lnTo>
                <a:lnTo>
                  <a:pt x="21327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ACC64292-D8DB-43DA-88E3-3A11C09D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404" y="3184752"/>
            <a:ext cx="89458" cy="301435"/>
          </a:xfrm>
          <a:custGeom xmlns:a="http://schemas.openxmlformats.org/drawingml/2006/main">
            <a:pathLst>
              <a:path w="89458" h="301435">
                <a:moveTo>
                  <a:pt x="89458" y="295276"/>
                </a:moveTo>
                <a:lnTo>
                  <a:pt x="89458" y="301435"/>
                </a:lnTo>
                <a:cubicBezTo>
                  <a:pt x="73144" y="293223"/>
                  <a:pt x="59531" y="283608"/>
                  <a:pt x="48619" y="272587"/>
                </a:cubicBezTo>
                <a:cubicBezTo>
                  <a:pt x="33061" y="256922"/>
                  <a:pt x="21068" y="238446"/>
                  <a:pt x="12641" y="217162"/>
                </a:cubicBezTo>
                <a:cubicBezTo>
                  <a:pt x="4214" y="195879"/>
                  <a:pt x="0" y="173784"/>
                  <a:pt x="0" y="150879"/>
                </a:cubicBezTo>
                <a:cubicBezTo>
                  <a:pt x="0" y="117386"/>
                  <a:pt x="8266" y="86838"/>
                  <a:pt x="24795" y="59234"/>
                </a:cubicBezTo>
                <a:cubicBezTo>
                  <a:pt x="41325" y="31629"/>
                  <a:pt x="62880" y="11884"/>
                  <a:pt x="89458" y="0"/>
                </a:cubicBezTo>
                <a:lnTo>
                  <a:pt x="89458" y="6807"/>
                </a:lnTo>
                <a:cubicBezTo>
                  <a:pt x="76169" y="14150"/>
                  <a:pt x="65256" y="24193"/>
                  <a:pt x="56722" y="36935"/>
                </a:cubicBezTo>
                <a:cubicBezTo>
                  <a:pt x="48187" y="49677"/>
                  <a:pt x="41813" y="65820"/>
                  <a:pt x="37599" y="85366"/>
                </a:cubicBezTo>
                <a:cubicBezTo>
                  <a:pt x="33385" y="104908"/>
                  <a:pt x="31278" y="125316"/>
                  <a:pt x="31278" y="146590"/>
                </a:cubicBezTo>
                <a:cubicBezTo>
                  <a:pt x="31278" y="169697"/>
                  <a:pt x="33061" y="190699"/>
                  <a:pt x="36626" y="209597"/>
                </a:cubicBezTo>
                <a:cubicBezTo>
                  <a:pt x="39435" y="224496"/>
                  <a:pt x="42838" y="236453"/>
                  <a:pt x="46836" y="245468"/>
                </a:cubicBezTo>
                <a:cubicBezTo>
                  <a:pt x="50833" y="254486"/>
                  <a:pt x="56208" y="263151"/>
                  <a:pt x="62961" y="271464"/>
                </a:cubicBezTo>
                <a:cubicBezTo>
                  <a:pt x="69713" y="279779"/>
                  <a:pt x="78546" y="287717"/>
                  <a:pt x="89458" y="29527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C23AA969-DCDC-4D99-A9E2-EBD5AD38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06" y="3260273"/>
            <a:ext cx="231586" cy="157524"/>
          </a:xfrm>
          <a:custGeom xmlns:a="http://schemas.openxmlformats.org/drawingml/2006/main">
            <a:pathLst>
              <a:path w="231586" h="157524">
                <a:moveTo>
                  <a:pt x="146342" y="128029"/>
                </a:moveTo>
                <a:cubicBezTo>
                  <a:pt x="163196" y="104044"/>
                  <a:pt x="176026" y="83111"/>
                  <a:pt x="184832" y="65230"/>
                </a:cubicBezTo>
                <a:cubicBezTo>
                  <a:pt x="193637" y="47349"/>
                  <a:pt x="198039" y="32791"/>
                  <a:pt x="198039" y="21554"/>
                </a:cubicBezTo>
                <a:cubicBezTo>
                  <a:pt x="198039" y="16476"/>
                  <a:pt x="196959" y="13019"/>
                  <a:pt x="194799" y="11182"/>
                </a:cubicBezTo>
                <a:cubicBezTo>
                  <a:pt x="192637" y="9346"/>
                  <a:pt x="188964" y="8265"/>
                  <a:pt x="183778" y="7941"/>
                </a:cubicBezTo>
                <a:lnTo>
                  <a:pt x="185399" y="0"/>
                </a:lnTo>
                <a:lnTo>
                  <a:pt x="227211" y="0"/>
                </a:lnTo>
                <a:lnTo>
                  <a:pt x="231586" y="8104"/>
                </a:lnTo>
                <a:cubicBezTo>
                  <a:pt x="227805" y="17719"/>
                  <a:pt x="224779" y="25120"/>
                  <a:pt x="222511" y="30306"/>
                </a:cubicBezTo>
                <a:cubicBezTo>
                  <a:pt x="220242" y="35492"/>
                  <a:pt x="217270" y="41731"/>
                  <a:pt x="213597" y="49024"/>
                </a:cubicBezTo>
                <a:cubicBezTo>
                  <a:pt x="209924" y="56317"/>
                  <a:pt x="206034" y="63583"/>
                  <a:pt x="201928" y="70821"/>
                </a:cubicBezTo>
                <a:cubicBezTo>
                  <a:pt x="197823" y="78060"/>
                  <a:pt x="192988" y="86028"/>
                  <a:pt x="187425" y="94725"/>
                </a:cubicBezTo>
                <a:cubicBezTo>
                  <a:pt x="181860" y="103423"/>
                  <a:pt x="175621" y="112876"/>
                  <a:pt x="168706" y="123086"/>
                </a:cubicBezTo>
                <a:cubicBezTo>
                  <a:pt x="161791" y="133296"/>
                  <a:pt x="153635" y="144775"/>
                  <a:pt x="144235" y="157524"/>
                </a:cubicBezTo>
                <a:lnTo>
                  <a:pt x="124949" y="157524"/>
                </a:lnTo>
                <a:lnTo>
                  <a:pt x="118306" y="89782"/>
                </a:lnTo>
                <a:cubicBezTo>
                  <a:pt x="117765" y="84488"/>
                  <a:pt x="117197" y="77574"/>
                  <a:pt x="116603" y="69039"/>
                </a:cubicBezTo>
                <a:cubicBezTo>
                  <a:pt x="116009" y="60503"/>
                  <a:pt x="115605" y="53913"/>
                  <a:pt x="115388" y="49267"/>
                </a:cubicBezTo>
                <a:lnTo>
                  <a:pt x="113605" y="49105"/>
                </a:lnTo>
                <a:cubicBezTo>
                  <a:pt x="107771" y="63475"/>
                  <a:pt x="99830" y="79464"/>
                  <a:pt x="89782" y="97075"/>
                </a:cubicBezTo>
                <a:cubicBezTo>
                  <a:pt x="79735" y="114686"/>
                  <a:pt x="67310" y="134835"/>
                  <a:pt x="52508" y="157524"/>
                </a:cubicBezTo>
                <a:lnTo>
                  <a:pt x="30791" y="157524"/>
                </a:lnTo>
                <a:lnTo>
                  <a:pt x="18474" y="35492"/>
                </a:lnTo>
                <a:cubicBezTo>
                  <a:pt x="17827" y="29226"/>
                  <a:pt x="17016" y="24147"/>
                  <a:pt x="16044" y="20258"/>
                </a:cubicBezTo>
                <a:cubicBezTo>
                  <a:pt x="15071" y="16369"/>
                  <a:pt x="13452" y="13452"/>
                  <a:pt x="11182" y="11507"/>
                </a:cubicBezTo>
                <a:cubicBezTo>
                  <a:pt x="8913" y="9562"/>
                  <a:pt x="5186" y="8373"/>
                  <a:pt x="0" y="7941"/>
                </a:cubicBezTo>
                <a:lnTo>
                  <a:pt x="1782" y="0"/>
                </a:lnTo>
                <a:lnTo>
                  <a:pt x="44243" y="0"/>
                </a:lnTo>
                <a:lnTo>
                  <a:pt x="53966" y="127867"/>
                </a:lnTo>
                <a:cubicBezTo>
                  <a:pt x="69200" y="103018"/>
                  <a:pt x="80194" y="84111"/>
                  <a:pt x="86946" y="71145"/>
                </a:cubicBezTo>
                <a:cubicBezTo>
                  <a:pt x="93699" y="58180"/>
                  <a:pt x="98695" y="46971"/>
                  <a:pt x="101937" y="37517"/>
                </a:cubicBezTo>
                <a:cubicBezTo>
                  <a:pt x="105178" y="28064"/>
                  <a:pt x="107663" y="18205"/>
                  <a:pt x="109392" y="7941"/>
                </a:cubicBezTo>
                <a:lnTo>
                  <a:pt x="111175" y="0"/>
                </a:lnTo>
                <a:lnTo>
                  <a:pt x="134512" y="0"/>
                </a:lnTo>
                <a:lnTo>
                  <a:pt x="146342" y="128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317D3F56-EEA9-4604-A41F-9CA3534F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157" y="3184752"/>
            <a:ext cx="89457" cy="301435"/>
          </a:xfrm>
          <a:custGeom xmlns:a="http://schemas.openxmlformats.org/drawingml/2006/main">
            <a:pathLst>
              <a:path w="89457" h="301435">
                <a:moveTo>
                  <a:pt x="0" y="6807"/>
                </a:moveTo>
                <a:lnTo>
                  <a:pt x="0" y="0"/>
                </a:lnTo>
                <a:cubicBezTo>
                  <a:pt x="16422" y="8103"/>
                  <a:pt x="30089" y="17665"/>
                  <a:pt x="41001" y="28685"/>
                </a:cubicBezTo>
                <a:cubicBezTo>
                  <a:pt x="56451" y="44459"/>
                  <a:pt x="68390" y="62961"/>
                  <a:pt x="76816" y="84191"/>
                </a:cubicBezTo>
                <a:cubicBezTo>
                  <a:pt x="85244" y="105421"/>
                  <a:pt x="89457" y="127542"/>
                  <a:pt x="89457" y="150555"/>
                </a:cubicBezTo>
                <a:cubicBezTo>
                  <a:pt x="89457" y="184048"/>
                  <a:pt x="81219" y="214597"/>
                  <a:pt x="64743" y="242201"/>
                </a:cubicBezTo>
                <a:cubicBezTo>
                  <a:pt x="48267" y="269806"/>
                  <a:pt x="26686" y="289550"/>
                  <a:pt x="0" y="301435"/>
                </a:cubicBezTo>
                <a:lnTo>
                  <a:pt x="0" y="295276"/>
                </a:lnTo>
                <a:cubicBezTo>
                  <a:pt x="13289" y="287825"/>
                  <a:pt x="24228" y="277755"/>
                  <a:pt x="32817" y="265067"/>
                </a:cubicBezTo>
                <a:cubicBezTo>
                  <a:pt x="41407" y="252379"/>
                  <a:pt x="47781" y="236237"/>
                  <a:pt x="51940" y="216641"/>
                </a:cubicBezTo>
                <a:cubicBezTo>
                  <a:pt x="56100" y="197041"/>
                  <a:pt x="58180" y="176607"/>
                  <a:pt x="58180" y="155336"/>
                </a:cubicBezTo>
                <a:cubicBezTo>
                  <a:pt x="58180" y="132333"/>
                  <a:pt x="56397" y="111331"/>
                  <a:pt x="52832" y="92329"/>
                </a:cubicBezTo>
                <a:cubicBezTo>
                  <a:pt x="50131" y="77427"/>
                  <a:pt x="46754" y="65495"/>
                  <a:pt x="42703" y="56534"/>
                </a:cubicBezTo>
                <a:cubicBezTo>
                  <a:pt x="38651" y="47570"/>
                  <a:pt x="33276" y="38932"/>
                  <a:pt x="26577" y="30620"/>
                </a:cubicBezTo>
                <a:cubicBezTo>
                  <a:pt x="19879" y="22304"/>
                  <a:pt x="11019" y="14366"/>
                  <a:pt x="0" y="68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EDAA893D-2BCA-4832-ABA3-76F48D60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166" y="5300879"/>
            <a:ext cx="168544" cy="146828"/>
          </a:xfrm>
          <a:custGeom xmlns:a="http://schemas.openxmlformats.org/drawingml/2006/main">
            <a:pathLst>
              <a:path w="168544" h="146828">
                <a:moveTo>
                  <a:pt x="168544" y="0"/>
                </a:moveTo>
                <a:lnTo>
                  <a:pt x="161899" y="23013"/>
                </a:lnTo>
                <a:lnTo>
                  <a:pt x="123167" y="23013"/>
                </a:lnTo>
                <a:lnTo>
                  <a:pt x="104205" y="87366"/>
                </a:lnTo>
                <a:cubicBezTo>
                  <a:pt x="100749" y="99241"/>
                  <a:pt x="99020" y="108041"/>
                  <a:pt x="99020" y="113767"/>
                </a:cubicBezTo>
                <a:cubicBezTo>
                  <a:pt x="99020" y="117981"/>
                  <a:pt x="100343" y="121465"/>
                  <a:pt x="102990" y="124220"/>
                </a:cubicBezTo>
                <a:cubicBezTo>
                  <a:pt x="105638" y="126975"/>
                  <a:pt x="109121" y="128353"/>
                  <a:pt x="113443" y="128353"/>
                </a:cubicBezTo>
                <a:cubicBezTo>
                  <a:pt x="122626" y="128353"/>
                  <a:pt x="129973" y="121222"/>
                  <a:pt x="135484" y="106961"/>
                </a:cubicBezTo>
                <a:lnTo>
                  <a:pt x="141804" y="106961"/>
                </a:lnTo>
                <a:cubicBezTo>
                  <a:pt x="134565" y="133539"/>
                  <a:pt x="121546" y="146828"/>
                  <a:pt x="102747" y="146828"/>
                </a:cubicBezTo>
                <a:cubicBezTo>
                  <a:pt x="94860" y="146828"/>
                  <a:pt x="88513" y="144505"/>
                  <a:pt x="83705" y="139859"/>
                </a:cubicBezTo>
                <a:cubicBezTo>
                  <a:pt x="78898" y="135213"/>
                  <a:pt x="76493" y="128623"/>
                  <a:pt x="76493" y="120087"/>
                </a:cubicBezTo>
                <a:cubicBezTo>
                  <a:pt x="76493" y="113389"/>
                  <a:pt x="78060" y="104064"/>
                  <a:pt x="81193" y="92112"/>
                </a:cubicBezTo>
                <a:lnTo>
                  <a:pt x="85245" y="76655"/>
                </a:lnTo>
                <a:cubicBezTo>
                  <a:pt x="85569" y="75173"/>
                  <a:pt x="86055" y="73350"/>
                  <a:pt x="86703" y="71186"/>
                </a:cubicBezTo>
                <a:lnTo>
                  <a:pt x="101937" y="23013"/>
                </a:lnTo>
                <a:lnTo>
                  <a:pt x="69039" y="23013"/>
                </a:lnTo>
                <a:lnTo>
                  <a:pt x="51860" y="82160"/>
                </a:lnTo>
                <a:cubicBezTo>
                  <a:pt x="43973" y="109282"/>
                  <a:pt x="37734" y="126841"/>
                  <a:pt x="33142" y="134835"/>
                </a:cubicBezTo>
                <a:cubicBezTo>
                  <a:pt x="28549" y="142830"/>
                  <a:pt x="22527" y="146828"/>
                  <a:pt x="15072" y="146828"/>
                </a:cubicBezTo>
                <a:cubicBezTo>
                  <a:pt x="11290" y="146828"/>
                  <a:pt x="7833" y="145667"/>
                  <a:pt x="4700" y="143344"/>
                </a:cubicBezTo>
                <a:cubicBezTo>
                  <a:pt x="1566" y="141020"/>
                  <a:pt x="0" y="137914"/>
                  <a:pt x="0" y="134025"/>
                </a:cubicBezTo>
                <a:cubicBezTo>
                  <a:pt x="0" y="128839"/>
                  <a:pt x="3944" y="121654"/>
                  <a:pt x="11831" y="112471"/>
                </a:cubicBezTo>
                <a:cubicBezTo>
                  <a:pt x="31386" y="89566"/>
                  <a:pt x="45918" y="59747"/>
                  <a:pt x="55426" y="23013"/>
                </a:cubicBezTo>
                <a:lnTo>
                  <a:pt x="43595" y="23013"/>
                </a:lnTo>
                <a:cubicBezTo>
                  <a:pt x="25011" y="23013"/>
                  <a:pt x="13019" y="28631"/>
                  <a:pt x="7617" y="39867"/>
                </a:cubicBezTo>
                <a:lnTo>
                  <a:pt x="1459" y="39867"/>
                </a:lnTo>
                <a:cubicBezTo>
                  <a:pt x="11290" y="13289"/>
                  <a:pt x="28577" y="0"/>
                  <a:pt x="53319" y="0"/>
                </a:cubicBezTo>
                <a:lnTo>
                  <a:pt x="16854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B55137D8-215A-4719-8E4A-9BE19DAE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17" y="5413782"/>
            <a:ext cx="52615" cy="154499"/>
          </a:xfrm>
          <a:custGeom xmlns:a="http://schemas.openxmlformats.org/drawingml/2006/main">
            <a:pathLst>
              <a:path w="52615" h="154499">
                <a:moveTo>
                  <a:pt x="46241" y="0"/>
                </a:moveTo>
                <a:lnTo>
                  <a:pt x="52615" y="0"/>
                </a:lnTo>
                <a:lnTo>
                  <a:pt x="24525" y="127488"/>
                </a:lnTo>
                <a:cubicBezTo>
                  <a:pt x="23733" y="130945"/>
                  <a:pt x="23229" y="133557"/>
                  <a:pt x="23013" y="135321"/>
                </a:cubicBezTo>
                <a:cubicBezTo>
                  <a:pt x="22796" y="137086"/>
                  <a:pt x="22688" y="138580"/>
                  <a:pt x="22688" y="139805"/>
                </a:cubicBezTo>
                <a:cubicBezTo>
                  <a:pt x="22688" y="141966"/>
                  <a:pt x="23049" y="143659"/>
                  <a:pt x="23769" y="144883"/>
                </a:cubicBezTo>
                <a:cubicBezTo>
                  <a:pt x="24489" y="146107"/>
                  <a:pt x="25605" y="147044"/>
                  <a:pt x="27118" y="147692"/>
                </a:cubicBezTo>
                <a:cubicBezTo>
                  <a:pt x="28631" y="148340"/>
                  <a:pt x="31116" y="148844"/>
                  <a:pt x="34573" y="149205"/>
                </a:cubicBezTo>
                <a:lnTo>
                  <a:pt x="33708" y="154499"/>
                </a:lnTo>
                <a:lnTo>
                  <a:pt x="0" y="154499"/>
                </a:lnTo>
                <a:lnTo>
                  <a:pt x="27875" y="30467"/>
                </a:lnTo>
                <a:cubicBezTo>
                  <a:pt x="28595" y="27298"/>
                  <a:pt x="29099" y="24921"/>
                  <a:pt x="29387" y="23337"/>
                </a:cubicBezTo>
                <a:cubicBezTo>
                  <a:pt x="29675" y="21752"/>
                  <a:pt x="29891" y="20239"/>
                  <a:pt x="30035" y="18799"/>
                </a:cubicBezTo>
                <a:cubicBezTo>
                  <a:pt x="30180" y="17359"/>
                  <a:pt x="30252" y="16098"/>
                  <a:pt x="30252" y="15018"/>
                </a:cubicBezTo>
                <a:cubicBezTo>
                  <a:pt x="30252" y="12857"/>
                  <a:pt x="29855" y="11219"/>
                  <a:pt x="29063" y="10102"/>
                </a:cubicBezTo>
                <a:cubicBezTo>
                  <a:pt x="28270" y="8985"/>
                  <a:pt x="27137" y="8175"/>
                  <a:pt x="25660" y="7671"/>
                </a:cubicBezTo>
                <a:cubicBezTo>
                  <a:pt x="24183" y="7166"/>
                  <a:pt x="21536" y="6807"/>
                  <a:pt x="17719" y="6590"/>
                </a:cubicBezTo>
                <a:lnTo>
                  <a:pt x="19015" y="972"/>
                </a:lnTo>
                <a:lnTo>
                  <a:pt x="4624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A1CA4941-868C-4004-89ED-4DB1F2F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884" y="5213366"/>
            <a:ext cx="89458" cy="301435"/>
          </a:xfrm>
          <a:custGeom xmlns:a="http://schemas.openxmlformats.org/drawingml/2006/main">
            <a:pathLst>
              <a:path w="89458" h="301435">
                <a:moveTo>
                  <a:pt x="89458" y="295276"/>
                </a:moveTo>
                <a:lnTo>
                  <a:pt x="89458" y="301435"/>
                </a:lnTo>
                <a:cubicBezTo>
                  <a:pt x="73144" y="293223"/>
                  <a:pt x="59531" y="283608"/>
                  <a:pt x="48619" y="272587"/>
                </a:cubicBezTo>
                <a:cubicBezTo>
                  <a:pt x="33061" y="256922"/>
                  <a:pt x="21068" y="238446"/>
                  <a:pt x="12641" y="217162"/>
                </a:cubicBezTo>
                <a:cubicBezTo>
                  <a:pt x="4214" y="195879"/>
                  <a:pt x="0" y="173784"/>
                  <a:pt x="0" y="150879"/>
                </a:cubicBezTo>
                <a:cubicBezTo>
                  <a:pt x="0" y="117386"/>
                  <a:pt x="8266" y="86838"/>
                  <a:pt x="24795" y="59234"/>
                </a:cubicBezTo>
                <a:cubicBezTo>
                  <a:pt x="41325" y="31629"/>
                  <a:pt x="62880" y="11885"/>
                  <a:pt x="89458" y="0"/>
                </a:cubicBezTo>
                <a:lnTo>
                  <a:pt x="89458" y="6807"/>
                </a:lnTo>
                <a:cubicBezTo>
                  <a:pt x="76169" y="14150"/>
                  <a:pt x="65256" y="24193"/>
                  <a:pt x="56722" y="36935"/>
                </a:cubicBezTo>
                <a:cubicBezTo>
                  <a:pt x="48187" y="49677"/>
                  <a:pt x="41811" y="65820"/>
                  <a:pt x="37599" y="85366"/>
                </a:cubicBezTo>
                <a:cubicBezTo>
                  <a:pt x="33385" y="104908"/>
                  <a:pt x="31278" y="125316"/>
                  <a:pt x="31278" y="146590"/>
                </a:cubicBezTo>
                <a:cubicBezTo>
                  <a:pt x="31278" y="169697"/>
                  <a:pt x="33061" y="190699"/>
                  <a:pt x="36626" y="209597"/>
                </a:cubicBezTo>
                <a:cubicBezTo>
                  <a:pt x="39435" y="224496"/>
                  <a:pt x="42838" y="236453"/>
                  <a:pt x="46836" y="245468"/>
                </a:cubicBezTo>
                <a:cubicBezTo>
                  <a:pt x="50833" y="254486"/>
                  <a:pt x="56208" y="263151"/>
                  <a:pt x="62961" y="271463"/>
                </a:cubicBezTo>
                <a:cubicBezTo>
                  <a:pt x="69713" y="279779"/>
                  <a:pt x="78546" y="287717"/>
                  <a:pt x="89458" y="29527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4141C366-CB3F-4883-B445-61D78516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383" y="5286131"/>
            <a:ext cx="146828" cy="160116"/>
          </a:xfrm>
          <a:custGeom xmlns:a="http://schemas.openxmlformats.org/drawingml/2006/main">
            <a:pathLst>
              <a:path w="146828" h="160116">
                <a:moveTo>
                  <a:pt x="121546" y="10696"/>
                </a:moveTo>
                <a:lnTo>
                  <a:pt x="136456" y="0"/>
                </a:lnTo>
                <a:lnTo>
                  <a:pt x="146828" y="2593"/>
                </a:lnTo>
                <a:lnTo>
                  <a:pt x="122032" y="112633"/>
                </a:lnTo>
                <a:cubicBezTo>
                  <a:pt x="120519" y="119115"/>
                  <a:pt x="119494" y="124112"/>
                  <a:pt x="118953" y="127623"/>
                </a:cubicBezTo>
                <a:cubicBezTo>
                  <a:pt x="118413" y="131134"/>
                  <a:pt x="118143" y="134025"/>
                  <a:pt x="118143" y="136293"/>
                </a:cubicBezTo>
                <a:cubicBezTo>
                  <a:pt x="118143" y="140723"/>
                  <a:pt x="119386" y="143938"/>
                  <a:pt x="121870" y="145936"/>
                </a:cubicBezTo>
                <a:cubicBezTo>
                  <a:pt x="124355" y="147935"/>
                  <a:pt x="129110" y="149204"/>
                  <a:pt x="136132" y="149745"/>
                </a:cubicBezTo>
                <a:lnTo>
                  <a:pt x="134673" y="157686"/>
                </a:lnTo>
                <a:lnTo>
                  <a:pt x="88324" y="157686"/>
                </a:lnTo>
                <a:lnTo>
                  <a:pt x="98534" y="117008"/>
                </a:lnTo>
                <a:lnTo>
                  <a:pt x="96427" y="116360"/>
                </a:lnTo>
                <a:cubicBezTo>
                  <a:pt x="86055" y="131486"/>
                  <a:pt x="76223" y="142560"/>
                  <a:pt x="66932" y="149583"/>
                </a:cubicBezTo>
                <a:cubicBezTo>
                  <a:pt x="57640" y="156606"/>
                  <a:pt x="47809" y="160116"/>
                  <a:pt x="37436" y="160116"/>
                </a:cubicBezTo>
                <a:cubicBezTo>
                  <a:pt x="25552" y="160116"/>
                  <a:pt x="16341" y="155633"/>
                  <a:pt x="9805" y="146665"/>
                </a:cubicBezTo>
                <a:cubicBezTo>
                  <a:pt x="3268" y="137698"/>
                  <a:pt x="0" y="125112"/>
                  <a:pt x="0" y="108905"/>
                </a:cubicBezTo>
                <a:cubicBezTo>
                  <a:pt x="0" y="98534"/>
                  <a:pt x="1188" y="88134"/>
                  <a:pt x="3565" y="77708"/>
                </a:cubicBezTo>
                <a:cubicBezTo>
                  <a:pt x="5943" y="67283"/>
                  <a:pt x="9534" y="57396"/>
                  <a:pt x="14342" y="48051"/>
                </a:cubicBezTo>
                <a:cubicBezTo>
                  <a:pt x="19150" y="38705"/>
                  <a:pt x="24903" y="30467"/>
                  <a:pt x="31602" y="23336"/>
                </a:cubicBezTo>
                <a:cubicBezTo>
                  <a:pt x="38301" y="16206"/>
                  <a:pt x="46053" y="10534"/>
                  <a:pt x="54858" y="6320"/>
                </a:cubicBezTo>
                <a:cubicBezTo>
                  <a:pt x="63664" y="2107"/>
                  <a:pt x="73251" y="0"/>
                  <a:pt x="83624" y="0"/>
                </a:cubicBezTo>
                <a:cubicBezTo>
                  <a:pt x="90322" y="0"/>
                  <a:pt x="96696" y="783"/>
                  <a:pt x="102747" y="2350"/>
                </a:cubicBezTo>
                <a:cubicBezTo>
                  <a:pt x="108797" y="3916"/>
                  <a:pt x="115064" y="6698"/>
                  <a:pt x="121546" y="10696"/>
                </a:cubicBezTo>
                <a:moveTo>
                  <a:pt x="107285" y="58990"/>
                </a:moveTo>
                <a:cubicBezTo>
                  <a:pt x="108257" y="54561"/>
                  <a:pt x="108905" y="50725"/>
                  <a:pt x="109229" y="47484"/>
                </a:cubicBezTo>
                <a:cubicBezTo>
                  <a:pt x="109554" y="44243"/>
                  <a:pt x="109715" y="40731"/>
                  <a:pt x="109715" y="36950"/>
                </a:cubicBezTo>
                <a:cubicBezTo>
                  <a:pt x="109715" y="28523"/>
                  <a:pt x="107933" y="22391"/>
                  <a:pt x="104368" y="18556"/>
                </a:cubicBezTo>
                <a:cubicBezTo>
                  <a:pt x="100802" y="14721"/>
                  <a:pt x="94860" y="12803"/>
                  <a:pt x="86541" y="12803"/>
                </a:cubicBezTo>
                <a:cubicBezTo>
                  <a:pt x="82003" y="12803"/>
                  <a:pt x="77681" y="13532"/>
                  <a:pt x="73576" y="14990"/>
                </a:cubicBezTo>
                <a:cubicBezTo>
                  <a:pt x="69470" y="16449"/>
                  <a:pt x="65311" y="18880"/>
                  <a:pt x="61097" y="22284"/>
                </a:cubicBezTo>
                <a:cubicBezTo>
                  <a:pt x="56884" y="25687"/>
                  <a:pt x="52860" y="30144"/>
                  <a:pt x="49024" y="35653"/>
                </a:cubicBezTo>
                <a:cubicBezTo>
                  <a:pt x="45188" y="41163"/>
                  <a:pt x="41704" y="47862"/>
                  <a:pt x="38571" y="55749"/>
                </a:cubicBezTo>
                <a:cubicBezTo>
                  <a:pt x="35437" y="63636"/>
                  <a:pt x="33006" y="72090"/>
                  <a:pt x="31278" y="81111"/>
                </a:cubicBezTo>
                <a:cubicBezTo>
                  <a:pt x="29549" y="90133"/>
                  <a:pt x="28685" y="98911"/>
                  <a:pt x="28685" y="107446"/>
                </a:cubicBezTo>
                <a:cubicBezTo>
                  <a:pt x="28685" y="118683"/>
                  <a:pt x="30225" y="127083"/>
                  <a:pt x="33304" y="132647"/>
                </a:cubicBezTo>
                <a:cubicBezTo>
                  <a:pt x="36383" y="138211"/>
                  <a:pt x="41542" y="140993"/>
                  <a:pt x="48781" y="140993"/>
                </a:cubicBezTo>
                <a:cubicBezTo>
                  <a:pt x="52129" y="140993"/>
                  <a:pt x="55614" y="140237"/>
                  <a:pt x="59234" y="138725"/>
                </a:cubicBezTo>
                <a:cubicBezTo>
                  <a:pt x="62853" y="137212"/>
                  <a:pt x="66877" y="134430"/>
                  <a:pt x="71307" y="130378"/>
                </a:cubicBezTo>
                <a:cubicBezTo>
                  <a:pt x="75737" y="126327"/>
                  <a:pt x="80760" y="120358"/>
                  <a:pt x="86378" y="112470"/>
                </a:cubicBezTo>
                <a:cubicBezTo>
                  <a:pt x="91457" y="105232"/>
                  <a:pt x="95481" y="98074"/>
                  <a:pt x="98452" y="90997"/>
                </a:cubicBezTo>
                <a:cubicBezTo>
                  <a:pt x="101424" y="83920"/>
                  <a:pt x="103882" y="75574"/>
                  <a:pt x="105826" y="65959"/>
                </a:cubicBezTo>
                <a:lnTo>
                  <a:pt x="107285" y="589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E2C88944-37FF-4EE4-A565-BF87F42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336" y="5213366"/>
            <a:ext cx="13452" cy="302083"/>
          </a:xfrm>
          <a:custGeom xmlns:a="http://schemas.openxmlformats.org/drawingml/2006/main">
            <a:pathLst>
              <a:path w="13452" h="302083">
                <a:moveTo>
                  <a:pt x="13452" y="0"/>
                </a:moveTo>
                <a:lnTo>
                  <a:pt x="13452" y="302083"/>
                </a:lnTo>
                <a:lnTo>
                  <a:pt x="0" y="302083"/>
                </a:lnTo>
                <a:lnTo>
                  <a:pt x="0" y="0"/>
                </a:lnTo>
                <a:lnTo>
                  <a:pt x="1345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220FBC60-4165-414F-847A-CF9EC8A1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447" y="5286293"/>
            <a:ext cx="127542" cy="160117"/>
          </a:xfrm>
          <a:custGeom xmlns:a="http://schemas.openxmlformats.org/drawingml/2006/main">
            <a:pathLst>
              <a:path w="127542" h="160117">
                <a:moveTo>
                  <a:pt x="107123" y="40353"/>
                </a:moveTo>
                <a:cubicBezTo>
                  <a:pt x="105934" y="30630"/>
                  <a:pt x="103152" y="23580"/>
                  <a:pt x="98777" y="19205"/>
                </a:cubicBezTo>
                <a:cubicBezTo>
                  <a:pt x="94400" y="14829"/>
                  <a:pt x="87621" y="12641"/>
                  <a:pt x="78437" y="12641"/>
                </a:cubicBezTo>
                <a:cubicBezTo>
                  <a:pt x="73359" y="12641"/>
                  <a:pt x="68768" y="13586"/>
                  <a:pt x="64662" y="15477"/>
                </a:cubicBezTo>
                <a:cubicBezTo>
                  <a:pt x="60557" y="17368"/>
                  <a:pt x="57315" y="20123"/>
                  <a:pt x="54939" y="23742"/>
                </a:cubicBezTo>
                <a:cubicBezTo>
                  <a:pt x="52562" y="27362"/>
                  <a:pt x="51374" y="31602"/>
                  <a:pt x="51374" y="36464"/>
                </a:cubicBezTo>
                <a:cubicBezTo>
                  <a:pt x="51374" y="40461"/>
                  <a:pt x="52183" y="44108"/>
                  <a:pt x="53804" y="47404"/>
                </a:cubicBezTo>
                <a:cubicBezTo>
                  <a:pt x="55425" y="50699"/>
                  <a:pt x="58152" y="54129"/>
                  <a:pt x="61988" y="57694"/>
                </a:cubicBezTo>
                <a:cubicBezTo>
                  <a:pt x="65824" y="61260"/>
                  <a:pt x="71199" y="65365"/>
                  <a:pt x="78113" y="70011"/>
                </a:cubicBezTo>
                <a:cubicBezTo>
                  <a:pt x="88593" y="77034"/>
                  <a:pt x="95939" y="83840"/>
                  <a:pt x="100153" y="90431"/>
                </a:cubicBezTo>
                <a:cubicBezTo>
                  <a:pt x="104367" y="97021"/>
                  <a:pt x="106474" y="104638"/>
                  <a:pt x="106474" y="113281"/>
                </a:cubicBezTo>
                <a:cubicBezTo>
                  <a:pt x="106474" y="123437"/>
                  <a:pt x="104044" y="132054"/>
                  <a:pt x="99181" y="139130"/>
                </a:cubicBezTo>
                <a:cubicBezTo>
                  <a:pt x="94320" y="146207"/>
                  <a:pt x="87675" y="151474"/>
                  <a:pt x="79247" y="154931"/>
                </a:cubicBezTo>
                <a:cubicBezTo>
                  <a:pt x="70820" y="158389"/>
                  <a:pt x="61313" y="160117"/>
                  <a:pt x="50725" y="160117"/>
                </a:cubicBezTo>
                <a:cubicBezTo>
                  <a:pt x="41217" y="160117"/>
                  <a:pt x="32331" y="159415"/>
                  <a:pt x="24066" y="158010"/>
                </a:cubicBezTo>
                <a:cubicBezTo>
                  <a:pt x="15800" y="156606"/>
                  <a:pt x="7779" y="154823"/>
                  <a:pt x="0" y="152662"/>
                </a:cubicBezTo>
                <a:lnTo>
                  <a:pt x="7617" y="117657"/>
                </a:lnTo>
                <a:lnTo>
                  <a:pt x="20257" y="117657"/>
                </a:lnTo>
                <a:cubicBezTo>
                  <a:pt x="21014" y="127597"/>
                  <a:pt x="23850" y="135024"/>
                  <a:pt x="28766" y="139940"/>
                </a:cubicBezTo>
                <a:cubicBezTo>
                  <a:pt x="33682" y="144856"/>
                  <a:pt x="40839" y="147314"/>
                  <a:pt x="50239" y="147314"/>
                </a:cubicBezTo>
                <a:cubicBezTo>
                  <a:pt x="59854" y="147314"/>
                  <a:pt x="67363" y="144910"/>
                  <a:pt x="72765" y="140102"/>
                </a:cubicBezTo>
                <a:cubicBezTo>
                  <a:pt x="78167" y="135295"/>
                  <a:pt x="80868" y="128947"/>
                  <a:pt x="80868" y="121060"/>
                </a:cubicBezTo>
                <a:cubicBezTo>
                  <a:pt x="80868" y="116414"/>
                  <a:pt x="80058" y="112255"/>
                  <a:pt x="78437" y="108582"/>
                </a:cubicBezTo>
                <a:cubicBezTo>
                  <a:pt x="76816" y="104908"/>
                  <a:pt x="74278" y="101397"/>
                  <a:pt x="70820" y="98048"/>
                </a:cubicBezTo>
                <a:cubicBezTo>
                  <a:pt x="67363" y="94698"/>
                  <a:pt x="62447" y="90863"/>
                  <a:pt x="56073" y="86541"/>
                </a:cubicBezTo>
                <a:cubicBezTo>
                  <a:pt x="49267" y="81896"/>
                  <a:pt x="43757" y="77520"/>
                  <a:pt x="39543" y="73414"/>
                </a:cubicBezTo>
                <a:cubicBezTo>
                  <a:pt x="35329" y="69309"/>
                  <a:pt x="32061" y="64798"/>
                  <a:pt x="29738" y="59882"/>
                </a:cubicBezTo>
                <a:cubicBezTo>
                  <a:pt x="27415" y="54966"/>
                  <a:pt x="26253" y="49537"/>
                  <a:pt x="26253" y="43595"/>
                </a:cubicBezTo>
                <a:cubicBezTo>
                  <a:pt x="26253" y="34628"/>
                  <a:pt x="28468" y="26848"/>
                  <a:pt x="32898" y="20258"/>
                </a:cubicBezTo>
                <a:cubicBezTo>
                  <a:pt x="37328" y="13667"/>
                  <a:pt x="43621" y="8644"/>
                  <a:pt x="51778" y="5186"/>
                </a:cubicBezTo>
                <a:cubicBezTo>
                  <a:pt x="59936" y="1729"/>
                  <a:pt x="69470" y="0"/>
                  <a:pt x="80382" y="0"/>
                </a:cubicBezTo>
                <a:cubicBezTo>
                  <a:pt x="98209" y="0"/>
                  <a:pt x="113929" y="2323"/>
                  <a:pt x="127542" y="6969"/>
                </a:cubicBezTo>
                <a:lnTo>
                  <a:pt x="120087" y="40353"/>
                </a:lnTo>
                <a:lnTo>
                  <a:pt x="107123" y="403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4C9DCEEE-E52B-4492-968F-43D30C1A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137" y="5411405"/>
            <a:ext cx="48295" cy="87838"/>
          </a:xfrm>
          <a:custGeom xmlns:a="http://schemas.openxmlformats.org/drawingml/2006/main">
            <a:pathLst>
              <a:path w="48295" h="87838">
                <a:moveTo>
                  <a:pt x="0" y="87838"/>
                </a:moveTo>
                <a:lnTo>
                  <a:pt x="0" y="80686"/>
                </a:lnTo>
                <a:cubicBezTo>
                  <a:pt x="11128" y="77003"/>
                  <a:pt x="19744" y="71287"/>
                  <a:pt x="25848" y="63539"/>
                </a:cubicBezTo>
                <a:cubicBezTo>
                  <a:pt x="31953" y="55790"/>
                  <a:pt x="35005" y="47582"/>
                  <a:pt x="35005" y="38915"/>
                </a:cubicBezTo>
                <a:cubicBezTo>
                  <a:pt x="35005" y="36856"/>
                  <a:pt x="34519" y="35122"/>
                  <a:pt x="33547" y="33714"/>
                </a:cubicBezTo>
                <a:cubicBezTo>
                  <a:pt x="32790" y="32738"/>
                  <a:pt x="32034" y="32250"/>
                  <a:pt x="31278" y="32250"/>
                </a:cubicBezTo>
                <a:cubicBezTo>
                  <a:pt x="30089" y="32250"/>
                  <a:pt x="27496" y="33331"/>
                  <a:pt x="23499" y="35491"/>
                </a:cubicBezTo>
                <a:cubicBezTo>
                  <a:pt x="21554" y="36464"/>
                  <a:pt x="19501" y="36950"/>
                  <a:pt x="17341" y="36950"/>
                </a:cubicBezTo>
                <a:cubicBezTo>
                  <a:pt x="12047" y="36950"/>
                  <a:pt x="7833" y="35384"/>
                  <a:pt x="4700" y="32250"/>
                </a:cubicBezTo>
                <a:cubicBezTo>
                  <a:pt x="1566" y="29117"/>
                  <a:pt x="0" y="24796"/>
                  <a:pt x="0" y="19285"/>
                </a:cubicBezTo>
                <a:cubicBezTo>
                  <a:pt x="0" y="13992"/>
                  <a:pt x="2025" y="9454"/>
                  <a:pt x="6078" y="5672"/>
                </a:cubicBezTo>
                <a:cubicBezTo>
                  <a:pt x="10128" y="1891"/>
                  <a:pt x="15071" y="0"/>
                  <a:pt x="20906" y="0"/>
                </a:cubicBezTo>
                <a:cubicBezTo>
                  <a:pt x="28037" y="0"/>
                  <a:pt x="34384" y="3113"/>
                  <a:pt x="39948" y="9339"/>
                </a:cubicBezTo>
                <a:cubicBezTo>
                  <a:pt x="45512" y="15561"/>
                  <a:pt x="48295" y="23813"/>
                  <a:pt x="48295" y="34094"/>
                </a:cubicBezTo>
                <a:cubicBezTo>
                  <a:pt x="48295" y="45246"/>
                  <a:pt x="44432" y="55611"/>
                  <a:pt x="36707" y="65190"/>
                </a:cubicBezTo>
                <a:cubicBezTo>
                  <a:pt x="28982" y="74768"/>
                  <a:pt x="16747" y="82318"/>
                  <a:pt x="0" y="878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394DD61D-E002-436A-98B6-2316211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086" y="5288886"/>
            <a:ext cx="152338" cy="154931"/>
          </a:xfrm>
          <a:custGeom xmlns:a="http://schemas.openxmlformats.org/drawingml/2006/main">
            <a:pathLst>
              <a:path w="152338" h="154931">
                <a:moveTo>
                  <a:pt x="130298" y="109392"/>
                </a:moveTo>
                <a:lnTo>
                  <a:pt x="120412" y="154931"/>
                </a:lnTo>
                <a:lnTo>
                  <a:pt x="3080" y="154931"/>
                </a:lnTo>
                <a:lnTo>
                  <a:pt x="0" y="146990"/>
                </a:lnTo>
                <a:lnTo>
                  <a:pt x="88648" y="44891"/>
                </a:lnTo>
                <a:cubicBezTo>
                  <a:pt x="101181" y="30521"/>
                  <a:pt x="110364" y="20312"/>
                  <a:pt x="116199" y="14261"/>
                </a:cubicBezTo>
                <a:lnTo>
                  <a:pt x="115226" y="13127"/>
                </a:lnTo>
                <a:lnTo>
                  <a:pt x="77303" y="13127"/>
                </a:lnTo>
                <a:cubicBezTo>
                  <a:pt x="71685" y="13127"/>
                  <a:pt x="67580" y="13505"/>
                  <a:pt x="64987" y="14261"/>
                </a:cubicBezTo>
                <a:cubicBezTo>
                  <a:pt x="62394" y="15018"/>
                  <a:pt x="59801" y="16341"/>
                  <a:pt x="57208" y="18232"/>
                </a:cubicBezTo>
                <a:cubicBezTo>
                  <a:pt x="54615" y="20123"/>
                  <a:pt x="51833" y="22932"/>
                  <a:pt x="48862" y="26659"/>
                </a:cubicBezTo>
                <a:cubicBezTo>
                  <a:pt x="45890" y="30387"/>
                  <a:pt x="42568" y="35707"/>
                  <a:pt x="38895" y="42622"/>
                </a:cubicBezTo>
                <a:lnTo>
                  <a:pt x="24472" y="42622"/>
                </a:lnTo>
                <a:lnTo>
                  <a:pt x="34033" y="0"/>
                </a:lnTo>
                <a:lnTo>
                  <a:pt x="149259" y="0"/>
                </a:lnTo>
                <a:lnTo>
                  <a:pt x="152338" y="8103"/>
                </a:lnTo>
                <a:lnTo>
                  <a:pt x="35978" y="140669"/>
                </a:lnTo>
                <a:lnTo>
                  <a:pt x="36950" y="141804"/>
                </a:lnTo>
                <a:lnTo>
                  <a:pt x="73576" y="141804"/>
                </a:lnTo>
                <a:cubicBezTo>
                  <a:pt x="80059" y="141804"/>
                  <a:pt x="85029" y="141452"/>
                  <a:pt x="88486" y="140750"/>
                </a:cubicBezTo>
                <a:cubicBezTo>
                  <a:pt x="91943" y="140048"/>
                  <a:pt x="94969" y="138725"/>
                  <a:pt x="97561" y="136780"/>
                </a:cubicBezTo>
                <a:cubicBezTo>
                  <a:pt x="100154" y="134835"/>
                  <a:pt x="102829" y="131891"/>
                  <a:pt x="105583" y="127947"/>
                </a:cubicBezTo>
                <a:cubicBezTo>
                  <a:pt x="108339" y="124004"/>
                  <a:pt x="111769" y="117818"/>
                  <a:pt x="115874" y="109392"/>
                </a:cubicBezTo>
                <a:lnTo>
                  <a:pt x="130298" y="1093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353FD337-DF14-4821-82DC-709E8209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31" y="5290507"/>
            <a:ext cx="48295" cy="208736"/>
          </a:xfrm>
          <a:custGeom xmlns:a="http://schemas.openxmlformats.org/drawingml/2006/main">
            <a:pathLst>
              <a:path w="48295" h="208736">
                <a:moveTo>
                  <a:pt x="22689" y="0"/>
                </a:moveTo>
                <a:cubicBezTo>
                  <a:pt x="27659" y="0"/>
                  <a:pt x="31899" y="1737"/>
                  <a:pt x="35411" y="5211"/>
                </a:cubicBezTo>
                <a:cubicBezTo>
                  <a:pt x="38922" y="8683"/>
                  <a:pt x="40678" y="12914"/>
                  <a:pt x="40678" y="17908"/>
                </a:cubicBezTo>
                <a:cubicBezTo>
                  <a:pt x="40678" y="22902"/>
                  <a:pt x="38922" y="27162"/>
                  <a:pt x="35411" y="30691"/>
                </a:cubicBezTo>
                <a:cubicBezTo>
                  <a:pt x="31899" y="34215"/>
                  <a:pt x="27659" y="35978"/>
                  <a:pt x="22689" y="35978"/>
                </a:cubicBezTo>
                <a:cubicBezTo>
                  <a:pt x="17719" y="35978"/>
                  <a:pt x="13478" y="34215"/>
                  <a:pt x="9967" y="30691"/>
                </a:cubicBezTo>
                <a:cubicBezTo>
                  <a:pt x="6455" y="27162"/>
                  <a:pt x="4700" y="22902"/>
                  <a:pt x="4700" y="17908"/>
                </a:cubicBezTo>
                <a:cubicBezTo>
                  <a:pt x="4700" y="12914"/>
                  <a:pt x="6455" y="8683"/>
                  <a:pt x="9967" y="5211"/>
                </a:cubicBezTo>
                <a:cubicBezTo>
                  <a:pt x="13478" y="1737"/>
                  <a:pt x="17719" y="0"/>
                  <a:pt x="22689" y="0"/>
                </a:cubicBezTo>
                <a:moveTo>
                  <a:pt x="0" y="208736"/>
                </a:moveTo>
                <a:lnTo>
                  <a:pt x="0" y="201605"/>
                </a:lnTo>
                <a:cubicBezTo>
                  <a:pt x="11128" y="197932"/>
                  <a:pt x="19744" y="192232"/>
                  <a:pt x="25848" y="184507"/>
                </a:cubicBezTo>
                <a:cubicBezTo>
                  <a:pt x="31954" y="176782"/>
                  <a:pt x="35006" y="168598"/>
                  <a:pt x="35006" y="159955"/>
                </a:cubicBezTo>
                <a:cubicBezTo>
                  <a:pt x="35006" y="157902"/>
                  <a:pt x="34519" y="156174"/>
                  <a:pt x="33547" y="154769"/>
                </a:cubicBezTo>
                <a:cubicBezTo>
                  <a:pt x="32791" y="153796"/>
                  <a:pt x="32034" y="153310"/>
                  <a:pt x="31278" y="153310"/>
                </a:cubicBezTo>
                <a:cubicBezTo>
                  <a:pt x="30090" y="153310"/>
                  <a:pt x="27497" y="154354"/>
                  <a:pt x="23499" y="156440"/>
                </a:cubicBezTo>
                <a:cubicBezTo>
                  <a:pt x="21554" y="157379"/>
                  <a:pt x="19501" y="157848"/>
                  <a:pt x="17341" y="157848"/>
                </a:cubicBezTo>
                <a:cubicBezTo>
                  <a:pt x="12047" y="157848"/>
                  <a:pt x="7833" y="156282"/>
                  <a:pt x="4700" y="153148"/>
                </a:cubicBezTo>
                <a:cubicBezTo>
                  <a:pt x="1567" y="150015"/>
                  <a:pt x="0" y="145693"/>
                  <a:pt x="0" y="140183"/>
                </a:cubicBezTo>
                <a:cubicBezTo>
                  <a:pt x="0" y="134889"/>
                  <a:pt x="2025" y="130352"/>
                  <a:pt x="6078" y="126570"/>
                </a:cubicBezTo>
                <a:cubicBezTo>
                  <a:pt x="10128" y="122789"/>
                  <a:pt x="15072" y="120898"/>
                  <a:pt x="20906" y="120898"/>
                </a:cubicBezTo>
                <a:cubicBezTo>
                  <a:pt x="28037" y="120898"/>
                  <a:pt x="34384" y="124011"/>
                  <a:pt x="39949" y="130237"/>
                </a:cubicBezTo>
                <a:cubicBezTo>
                  <a:pt x="45512" y="136459"/>
                  <a:pt x="48295" y="144711"/>
                  <a:pt x="48295" y="154992"/>
                </a:cubicBezTo>
                <a:cubicBezTo>
                  <a:pt x="48295" y="166144"/>
                  <a:pt x="44432" y="176509"/>
                  <a:pt x="36707" y="186087"/>
                </a:cubicBezTo>
                <a:cubicBezTo>
                  <a:pt x="28982" y="195666"/>
                  <a:pt x="16747" y="203215"/>
                  <a:pt x="0" y="2087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7F2861BB-04C7-46C2-8140-12B6C9E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45" y="5213366"/>
            <a:ext cx="153796" cy="234341"/>
          </a:xfrm>
          <a:custGeom xmlns:a="http://schemas.openxmlformats.org/drawingml/2006/main">
            <a:pathLst>
              <a:path w="153796" h="234341">
                <a:moveTo>
                  <a:pt x="108743" y="0"/>
                </a:moveTo>
                <a:cubicBezTo>
                  <a:pt x="138779" y="0"/>
                  <a:pt x="153796" y="20582"/>
                  <a:pt x="153796" y="61746"/>
                </a:cubicBezTo>
                <a:cubicBezTo>
                  <a:pt x="153796" y="86595"/>
                  <a:pt x="147719" y="114119"/>
                  <a:pt x="135565" y="144316"/>
                </a:cubicBezTo>
                <a:cubicBezTo>
                  <a:pt x="123410" y="174513"/>
                  <a:pt x="109527" y="197067"/>
                  <a:pt x="93915" y="211977"/>
                </a:cubicBezTo>
                <a:cubicBezTo>
                  <a:pt x="78303" y="226886"/>
                  <a:pt x="62232" y="234341"/>
                  <a:pt x="45702" y="234341"/>
                </a:cubicBezTo>
                <a:cubicBezTo>
                  <a:pt x="32197" y="234341"/>
                  <a:pt x="21203" y="228588"/>
                  <a:pt x="12722" y="217082"/>
                </a:cubicBezTo>
                <a:cubicBezTo>
                  <a:pt x="4240" y="205575"/>
                  <a:pt x="0" y="191233"/>
                  <a:pt x="0" y="174054"/>
                </a:cubicBezTo>
                <a:cubicBezTo>
                  <a:pt x="0" y="163034"/>
                  <a:pt x="2431" y="147800"/>
                  <a:pt x="7293" y="128353"/>
                </a:cubicBezTo>
                <a:cubicBezTo>
                  <a:pt x="12155" y="108906"/>
                  <a:pt x="19448" y="89269"/>
                  <a:pt x="29171" y="69443"/>
                </a:cubicBezTo>
                <a:cubicBezTo>
                  <a:pt x="38895" y="49618"/>
                  <a:pt x="51077" y="33088"/>
                  <a:pt x="65716" y="19853"/>
                </a:cubicBezTo>
                <a:cubicBezTo>
                  <a:pt x="80356" y="6618"/>
                  <a:pt x="94698" y="0"/>
                  <a:pt x="108743" y="0"/>
                </a:cubicBezTo>
                <a:moveTo>
                  <a:pt x="118792" y="110202"/>
                </a:moveTo>
                <a:cubicBezTo>
                  <a:pt x="126031" y="87405"/>
                  <a:pt x="129649" y="65257"/>
                  <a:pt x="129649" y="43757"/>
                </a:cubicBezTo>
                <a:cubicBezTo>
                  <a:pt x="129649" y="19123"/>
                  <a:pt x="122681" y="6807"/>
                  <a:pt x="108743" y="6807"/>
                </a:cubicBezTo>
                <a:cubicBezTo>
                  <a:pt x="96535" y="6807"/>
                  <a:pt x="84543" y="16018"/>
                  <a:pt x="72766" y="34439"/>
                </a:cubicBezTo>
                <a:cubicBezTo>
                  <a:pt x="60989" y="52860"/>
                  <a:pt x="50185" y="78114"/>
                  <a:pt x="40353" y="110202"/>
                </a:cubicBezTo>
                <a:lnTo>
                  <a:pt x="118792" y="110202"/>
                </a:lnTo>
                <a:moveTo>
                  <a:pt x="37274" y="119278"/>
                </a:moveTo>
                <a:cubicBezTo>
                  <a:pt x="27334" y="150333"/>
                  <a:pt x="22365" y="174137"/>
                  <a:pt x="22365" y="190691"/>
                </a:cubicBezTo>
                <a:cubicBezTo>
                  <a:pt x="22365" y="201512"/>
                  <a:pt x="24580" y="210358"/>
                  <a:pt x="29010" y="217229"/>
                </a:cubicBezTo>
                <a:cubicBezTo>
                  <a:pt x="33439" y="224099"/>
                  <a:pt x="40030" y="227534"/>
                  <a:pt x="48781" y="227534"/>
                </a:cubicBezTo>
                <a:cubicBezTo>
                  <a:pt x="56020" y="227534"/>
                  <a:pt x="62826" y="224641"/>
                  <a:pt x="69200" y="218854"/>
                </a:cubicBezTo>
                <a:cubicBezTo>
                  <a:pt x="75574" y="213064"/>
                  <a:pt x="83030" y="201296"/>
                  <a:pt x="91565" y="183550"/>
                </a:cubicBezTo>
                <a:cubicBezTo>
                  <a:pt x="100101" y="165804"/>
                  <a:pt x="108149" y="144380"/>
                  <a:pt x="115713" y="119278"/>
                </a:cubicBezTo>
                <a:lnTo>
                  <a:pt x="37274" y="1192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255A34D7-D532-4F62-9DF9-C258976F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974" y="5413781"/>
            <a:ext cx="52615" cy="154499"/>
          </a:xfrm>
          <a:custGeom xmlns:a="http://schemas.openxmlformats.org/drawingml/2006/main">
            <a:pathLst>
              <a:path w="52615" h="154499">
                <a:moveTo>
                  <a:pt x="46241" y="0"/>
                </a:moveTo>
                <a:lnTo>
                  <a:pt x="52615" y="0"/>
                </a:lnTo>
                <a:lnTo>
                  <a:pt x="24525" y="127489"/>
                </a:lnTo>
                <a:cubicBezTo>
                  <a:pt x="23733" y="130945"/>
                  <a:pt x="23229" y="133557"/>
                  <a:pt x="23013" y="135321"/>
                </a:cubicBezTo>
                <a:cubicBezTo>
                  <a:pt x="22796" y="137086"/>
                  <a:pt x="22688" y="138580"/>
                  <a:pt x="22688" y="139805"/>
                </a:cubicBezTo>
                <a:cubicBezTo>
                  <a:pt x="22688" y="141966"/>
                  <a:pt x="23049" y="143659"/>
                  <a:pt x="23769" y="144883"/>
                </a:cubicBezTo>
                <a:cubicBezTo>
                  <a:pt x="24489" y="146107"/>
                  <a:pt x="25605" y="147044"/>
                  <a:pt x="27118" y="147692"/>
                </a:cubicBezTo>
                <a:cubicBezTo>
                  <a:pt x="28631" y="148340"/>
                  <a:pt x="31116" y="148844"/>
                  <a:pt x="34573" y="149205"/>
                </a:cubicBezTo>
                <a:lnTo>
                  <a:pt x="33708" y="154499"/>
                </a:lnTo>
                <a:lnTo>
                  <a:pt x="0" y="154499"/>
                </a:lnTo>
                <a:lnTo>
                  <a:pt x="27874" y="30468"/>
                </a:lnTo>
                <a:cubicBezTo>
                  <a:pt x="28595" y="27298"/>
                  <a:pt x="29099" y="24922"/>
                  <a:pt x="29387" y="23337"/>
                </a:cubicBezTo>
                <a:cubicBezTo>
                  <a:pt x="29675" y="21752"/>
                  <a:pt x="29891" y="20240"/>
                  <a:pt x="30035" y="18799"/>
                </a:cubicBezTo>
                <a:cubicBezTo>
                  <a:pt x="30180" y="17359"/>
                  <a:pt x="30252" y="16098"/>
                  <a:pt x="30252" y="15018"/>
                </a:cubicBezTo>
                <a:cubicBezTo>
                  <a:pt x="30252" y="12857"/>
                  <a:pt x="29855" y="11219"/>
                  <a:pt x="29063" y="10102"/>
                </a:cubicBezTo>
                <a:cubicBezTo>
                  <a:pt x="28270" y="8985"/>
                  <a:pt x="27137" y="8175"/>
                  <a:pt x="25660" y="7671"/>
                </a:cubicBezTo>
                <a:cubicBezTo>
                  <a:pt x="24183" y="7167"/>
                  <a:pt x="21536" y="6807"/>
                  <a:pt x="17719" y="6591"/>
                </a:cubicBezTo>
                <a:lnTo>
                  <a:pt x="19015" y="973"/>
                </a:lnTo>
                <a:lnTo>
                  <a:pt x="4624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D37588DF-07A3-4FF5-ACB1-B555457A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086" y="5213366"/>
            <a:ext cx="89457" cy="301434"/>
          </a:xfrm>
          <a:custGeom xmlns:a="http://schemas.openxmlformats.org/drawingml/2006/main">
            <a:pathLst>
              <a:path w="89457" h="301434">
                <a:moveTo>
                  <a:pt x="0" y="6807"/>
                </a:moveTo>
                <a:lnTo>
                  <a:pt x="0" y="0"/>
                </a:lnTo>
                <a:cubicBezTo>
                  <a:pt x="16422" y="8103"/>
                  <a:pt x="30089" y="17665"/>
                  <a:pt x="41001" y="28685"/>
                </a:cubicBezTo>
                <a:cubicBezTo>
                  <a:pt x="56451" y="44458"/>
                  <a:pt x="68389" y="62961"/>
                  <a:pt x="76816" y="84191"/>
                </a:cubicBezTo>
                <a:cubicBezTo>
                  <a:pt x="85244" y="105421"/>
                  <a:pt x="89457" y="127542"/>
                  <a:pt x="89457" y="150555"/>
                </a:cubicBezTo>
                <a:cubicBezTo>
                  <a:pt x="89457" y="184047"/>
                  <a:pt x="81219" y="214596"/>
                  <a:pt x="64743" y="242200"/>
                </a:cubicBezTo>
                <a:cubicBezTo>
                  <a:pt x="48267" y="269805"/>
                  <a:pt x="26686" y="289549"/>
                  <a:pt x="0" y="301434"/>
                </a:cubicBezTo>
                <a:lnTo>
                  <a:pt x="0" y="295276"/>
                </a:lnTo>
                <a:cubicBezTo>
                  <a:pt x="13289" y="287824"/>
                  <a:pt x="24228" y="277755"/>
                  <a:pt x="32817" y="265066"/>
                </a:cubicBezTo>
                <a:cubicBezTo>
                  <a:pt x="41406" y="252378"/>
                  <a:pt x="47781" y="236236"/>
                  <a:pt x="51940" y="216640"/>
                </a:cubicBezTo>
                <a:cubicBezTo>
                  <a:pt x="56100" y="197041"/>
                  <a:pt x="58179" y="176606"/>
                  <a:pt x="58179" y="155336"/>
                </a:cubicBezTo>
                <a:cubicBezTo>
                  <a:pt x="58179" y="132333"/>
                  <a:pt x="56397" y="111331"/>
                  <a:pt x="52832" y="92329"/>
                </a:cubicBezTo>
                <a:cubicBezTo>
                  <a:pt x="50131" y="77426"/>
                  <a:pt x="46754" y="65494"/>
                  <a:pt x="42703" y="56534"/>
                </a:cubicBezTo>
                <a:cubicBezTo>
                  <a:pt x="38651" y="47570"/>
                  <a:pt x="33276" y="38931"/>
                  <a:pt x="26577" y="30619"/>
                </a:cubicBezTo>
                <a:cubicBezTo>
                  <a:pt x="19879" y="22303"/>
                  <a:pt x="11019" y="14366"/>
                  <a:pt x="0" y="68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5882A6CD-3908-4E95-BE5D-5995B7AE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914" y="5325421"/>
            <a:ext cx="146828" cy="227372"/>
          </a:xfrm>
          <a:custGeom xmlns:a="http://schemas.openxmlformats.org/drawingml/2006/main">
            <a:pathLst>
              <a:path w="146828" h="227372">
                <a:moveTo>
                  <a:pt x="94158" y="120087"/>
                </a:moveTo>
                <a:cubicBezTo>
                  <a:pt x="84434" y="133809"/>
                  <a:pt x="74954" y="143910"/>
                  <a:pt x="65717" y="150393"/>
                </a:cubicBezTo>
                <a:cubicBezTo>
                  <a:pt x="56479" y="156875"/>
                  <a:pt x="47052" y="160116"/>
                  <a:pt x="37436" y="160116"/>
                </a:cubicBezTo>
                <a:cubicBezTo>
                  <a:pt x="25552" y="160116"/>
                  <a:pt x="16342" y="155633"/>
                  <a:pt x="9805" y="146665"/>
                </a:cubicBezTo>
                <a:cubicBezTo>
                  <a:pt x="3268" y="137698"/>
                  <a:pt x="0" y="125112"/>
                  <a:pt x="0" y="108905"/>
                </a:cubicBezTo>
                <a:cubicBezTo>
                  <a:pt x="0" y="98534"/>
                  <a:pt x="1189" y="88134"/>
                  <a:pt x="3566" y="77709"/>
                </a:cubicBezTo>
                <a:cubicBezTo>
                  <a:pt x="5943" y="67283"/>
                  <a:pt x="9535" y="57396"/>
                  <a:pt x="14343" y="48051"/>
                </a:cubicBezTo>
                <a:cubicBezTo>
                  <a:pt x="19151" y="38706"/>
                  <a:pt x="24904" y="30467"/>
                  <a:pt x="31603" y="23337"/>
                </a:cubicBezTo>
                <a:cubicBezTo>
                  <a:pt x="38301" y="16206"/>
                  <a:pt x="46053" y="10534"/>
                  <a:pt x="54858" y="6321"/>
                </a:cubicBezTo>
                <a:cubicBezTo>
                  <a:pt x="63664" y="2107"/>
                  <a:pt x="73253" y="0"/>
                  <a:pt x="83624" y="0"/>
                </a:cubicBezTo>
                <a:cubicBezTo>
                  <a:pt x="90322" y="0"/>
                  <a:pt x="96698" y="783"/>
                  <a:pt x="102747" y="2350"/>
                </a:cubicBezTo>
                <a:cubicBezTo>
                  <a:pt x="108798" y="3917"/>
                  <a:pt x="115064" y="6698"/>
                  <a:pt x="121546" y="10696"/>
                </a:cubicBezTo>
                <a:lnTo>
                  <a:pt x="136456" y="0"/>
                </a:lnTo>
                <a:lnTo>
                  <a:pt x="146828" y="2593"/>
                </a:lnTo>
                <a:lnTo>
                  <a:pt x="105340" y="186857"/>
                </a:lnTo>
                <a:cubicBezTo>
                  <a:pt x="103504" y="195068"/>
                  <a:pt x="102586" y="201226"/>
                  <a:pt x="102586" y="205332"/>
                </a:cubicBezTo>
                <a:cubicBezTo>
                  <a:pt x="102586" y="208681"/>
                  <a:pt x="103125" y="211247"/>
                  <a:pt x="104206" y="213029"/>
                </a:cubicBezTo>
                <a:cubicBezTo>
                  <a:pt x="105287" y="214812"/>
                  <a:pt x="106988" y="216190"/>
                  <a:pt x="109311" y="217162"/>
                </a:cubicBezTo>
                <a:cubicBezTo>
                  <a:pt x="111634" y="218134"/>
                  <a:pt x="115388" y="218891"/>
                  <a:pt x="120574" y="219431"/>
                </a:cubicBezTo>
                <a:lnTo>
                  <a:pt x="119116" y="227372"/>
                </a:lnTo>
                <a:lnTo>
                  <a:pt x="68553" y="227372"/>
                </a:lnTo>
                <a:lnTo>
                  <a:pt x="96427" y="121060"/>
                </a:lnTo>
                <a:lnTo>
                  <a:pt x="94158" y="120087"/>
                </a:lnTo>
                <a:moveTo>
                  <a:pt x="107285" y="58991"/>
                </a:moveTo>
                <a:cubicBezTo>
                  <a:pt x="108257" y="54237"/>
                  <a:pt x="108906" y="50158"/>
                  <a:pt x="109229" y="46755"/>
                </a:cubicBezTo>
                <a:cubicBezTo>
                  <a:pt x="109554" y="43351"/>
                  <a:pt x="109717" y="40083"/>
                  <a:pt x="109717" y="36950"/>
                </a:cubicBezTo>
                <a:cubicBezTo>
                  <a:pt x="109717" y="28523"/>
                  <a:pt x="107933" y="22392"/>
                  <a:pt x="104368" y="18556"/>
                </a:cubicBezTo>
                <a:cubicBezTo>
                  <a:pt x="100803" y="14721"/>
                  <a:pt x="94860" y="12803"/>
                  <a:pt x="86541" y="12803"/>
                </a:cubicBezTo>
                <a:cubicBezTo>
                  <a:pt x="82003" y="12803"/>
                  <a:pt x="77682" y="13532"/>
                  <a:pt x="73577" y="14991"/>
                </a:cubicBezTo>
                <a:cubicBezTo>
                  <a:pt x="69471" y="16449"/>
                  <a:pt x="65311" y="18880"/>
                  <a:pt x="61097" y="22284"/>
                </a:cubicBezTo>
                <a:cubicBezTo>
                  <a:pt x="56884" y="25687"/>
                  <a:pt x="52860" y="30144"/>
                  <a:pt x="49024" y="35654"/>
                </a:cubicBezTo>
                <a:cubicBezTo>
                  <a:pt x="45189" y="41164"/>
                  <a:pt x="41704" y="47862"/>
                  <a:pt x="38571" y="55749"/>
                </a:cubicBezTo>
                <a:cubicBezTo>
                  <a:pt x="35437" y="63636"/>
                  <a:pt x="33007" y="72090"/>
                  <a:pt x="31278" y="81112"/>
                </a:cubicBezTo>
                <a:cubicBezTo>
                  <a:pt x="29549" y="90133"/>
                  <a:pt x="28685" y="98911"/>
                  <a:pt x="28685" y="107447"/>
                </a:cubicBezTo>
                <a:cubicBezTo>
                  <a:pt x="28685" y="118683"/>
                  <a:pt x="30225" y="127083"/>
                  <a:pt x="33304" y="132647"/>
                </a:cubicBezTo>
                <a:cubicBezTo>
                  <a:pt x="36384" y="138211"/>
                  <a:pt x="41542" y="140993"/>
                  <a:pt x="48781" y="140993"/>
                </a:cubicBezTo>
                <a:cubicBezTo>
                  <a:pt x="52131" y="140993"/>
                  <a:pt x="55614" y="140237"/>
                  <a:pt x="59234" y="138725"/>
                </a:cubicBezTo>
                <a:cubicBezTo>
                  <a:pt x="62853" y="137212"/>
                  <a:pt x="66877" y="134430"/>
                  <a:pt x="71307" y="130378"/>
                </a:cubicBezTo>
                <a:cubicBezTo>
                  <a:pt x="75737" y="126327"/>
                  <a:pt x="80761" y="120358"/>
                  <a:pt x="86380" y="112470"/>
                </a:cubicBezTo>
                <a:cubicBezTo>
                  <a:pt x="91457" y="105232"/>
                  <a:pt x="95481" y="98074"/>
                  <a:pt x="98453" y="90997"/>
                </a:cubicBezTo>
                <a:cubicBezTo>
                  <a:pt x="101424" y="83921"/>
                  <a:pt x="103882" y="75574"/>
                  <a:pt x="105826" y="65959"/>
                </a:cubicBezTo>
                <a:lnTo>
                  <a:pt x="107285" y="589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64D55C4F-36D9-49EB-8569-DE68DD5A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790" y="5252656"/>
            <a:ext cx="89457" cy="301434"/>
          </a:xfrm>
          <a:custGeom xmlns:a="http://schemas.openxmlformats.org/drawingml/2006/main">
            <a:pathLst>
              <a:path w="89457" h="301434">
                <a:moveTo>
                  <a:pt x="89457" y="295276"/>
                </a:moveTo>
                <a:lnTo>
                  <a:pt x="89457" y="301434"/>
                </a:lnTo>
                <a:cubicBezTo>
                  <a:pt x="73143" y="293223"/>
                  <a:pt x="59530" y="283607"/>
                  <a:pt x="48618" y="272587"/>
                </a:cubicBezTo>
                <a:cubicBezTo>
                  <a:pt x="33061" y="256921"/>
                  <a:pt x="21068" y="238446"/>
                  <a:pt x="12641" y="217162"/>
                </a:cubicBezTo>
                <a:cubicBezTo>
                  <a:pt x="4214" y="195878"/>
                  <a:pt x="0" y="173784"/>
                  <a:pt x="0" y="150879"/>
                </a:cubicBezTo>
                <a:cubicBezTo>
                  <a:pt x="0" y="117386"/>
                  <a:pt x="8265" y="86838"/>
                  <a:pt x="24795" y="59233"/>
                </a:cubicBezTo>
                <a:cubicBezTo>
                  <a:pt x="41325" y="31629"/>
                  <a:pt x="62880" y="11884"/>
                  <a:pt x="89457" y="0"/>
                </a:cubicBezTo>
                <a:lnTo>
                  <a:pt x="89457" y="6807"/>
                </a:lnTo>
                <a:cubicBezTo>
                  <a:pt x="76169" y="14150"/>
                  <a:pt x="65256" y="24193"/>
                  <a:pt x="56721" y="36934"/>
                </a:cubicBezTo>
                <a:cubicBezTo>
                  <a:pt x="48187" y="49677"/>
                  <a:pt x="41811" y="65820"/>
                  <a:pt x="37598" y="85366"/>
                </a:cubicBezTo>
                <a:cubicBezTo>
                  <a:pt x="33385" y="104908"/>
                  <a:pt x="31278" y="125316"/>
                  <a:pt x="31278" y="146589"/>
                </a:cubicBezTo>
                <a:cubicBezTo>
                  <a:pt x="31278" y="169697"/>
                  <a:pt x="33061" y="190699"/>
                  <a:pt x="36626" y="209596"/>
                </a:cubicBezTo>
                <a:cubicBezTo>
                  <a:pt x="39435" y="224495"/>
                  <a:pt x="42838" y="236452"/>
                  <a:pt x="46836" y="245467"/>
                </a:cubicBezTo>
                <a:cubicBezTo>
                  <a:pt x="50833" y="254485"/>
                  <a:pt x="56208" y="263150"/>
                  <a:pt x="62961" y="271463"/>
                </a:cubicBezTo>
                <a:cubicBezTo>
                  <a:pt x="69713" y="279778"/>
                  <a:pt x="78545" y="287716"/>
                  <a:pt x="89457" y="29527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AD88D152-C334-4074-94C7-378C0CD1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541" y="5328177"/>
            <a:ext cx="152338" cy="154931"/>
          </a:xfrm>
          <a:custGeom xmlns:a="http://schemas.openxmlformats.org/drawingml/2006/main">
            <a:pathLst>
              <a:path w="152338" h="154931">
                <a:moveTo>
                  <a:pt x="130298" y="109392"/>
                </a:moveTo>
                <a:lnTo>
                  <a:pt x="120412" y="154931"/>
                </a:lnTo>
                <a:lnTo>
                  <a:pt x="3080" y="154931"/>
                </a:lnTo>
                <a:lnTo>
                  <a:pt x="0" y="146990"/>
                </a:lnTo>
                <a:lnTo>
                  <a:pt x="88648" y="44891"/>
                </a:lnTo>
                <a:cubicBezTo>
                  <a:pt x="101181" y="30521"/>
                  <a:pt x="110364" y="20312"/>
                  <a:pt x="116199" y="14261"/>
                </a:cubicBezTo>
                <a:lnTo>
                  <a:pt x="115226" y="13127"/>
                </a:lnTo>
                <a:lnTo>
                  <a:pt x="77303" y="13127"/>
                </a:lnTo>
                <a:cubicBezTo>
                  <a:pt x="71685" y="13127"/>
                  <a:pt x="67580" y="13505"/>
                  <a:pt x="64987" y="14261"/>
                </a:cubicBezTo>
                <a:cubicBezTo>
                  <a:pt x="62394" y="15018"/>
                  <a:pt x="59801" y="16341"/>
                  <a:pt x="57208" y="18232"/>
                </a:cubicBezTo>
                <a:cubicBezTo>
                  <a:pt x="54615" y="20123"/>
                  <a:pt x="51833" y="22932"/>
                  <a:pt x="48862" y="26659"/>
                </a:cubicBezTo>
                <a:cubicBezTo>
                  <a:pt x="45890" y="30387"/>
                  <a:pt x="42568" y="35708"/>
                  <a:pt x="38895" y="42622"/>
                </a:cubicBezTo>
                <a:lnTo>
                  <a:pt x="24472" y="42622"/>
                </a:lnTo>
                <a:lnTo>
                  <a:pt x="34033" y="0"/>
                </a:lnTo>
                <a:lnTo>
                  <a:pt x="149258" y="0"/>
                </a:lnTo>
                <a:lnTo>
                  <a:pt x="152338" y="8103"/>
                </a:lnTo>
                <a:lnTo>
                  <a:pt x="35978" y="140669"/>
                </a:lnTo>
                <a:lnTo>
                  <a:pt x="36950" y="141804"/>
                </a:lnTo>
                <a:lnTo>
                  <a:pt x="73576" y="141804"/>
                </a:lnTo>
                <a:cubicBezTo>
                  <a:pt x="80059" y="141804"/>
                  <a:pt x="85029" y="141452"/>
                  <a:pt x="88486" y="140750"/>
                </a:cubicBezTo>
                <a:cubicBezTo>
                  <a:pt x="91943" y="140048"/>
                  <a:pt x="94969" y="138725"/>
                  <a:pt x="97561" y="136780"/>
                </a:cubicBezTo>
                <a:cubicBezTo>
                  <a:pt x="100154" y="134835"/>
                  <a:pt x="102829" y="131891"/>
                  <a:pt x="105583" y="127947"/>
                </a:cubicBezTo>
                <a:cubicBezTo>
                  <a:pt x="108339" y="124004"/>
                  <a:pt x="111769" y="117818"/>
                  <a:pt x="115874" y="109392"/>
                </a:cubicBezTo>
                <a:lnTo>
                  <a:pt x="130298" y="1093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357F73D9-51AC-474D-BA2A-02CC5E9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966" y="5252656"/>
            <a:ext cx="13452" cy="302082"/>
          </a:xfrm>
          <a:custGeom xmlns:a="http://schemas.openxmlformats.org/drawingml/2006/main">
            <a:pathLst>
              <a:path w="13452" h="302082">
                <a:moveTo>
                  <a:pt x="13452" y="0"/>
                </a:moveTo>
                <a:lnTo>
                  <a:pt x="13452" y="302082"/>
                </a:lnTo>
                <a:lnTo>
                  <a:pt x="0" y="302082"/>
                </a:lnTo>
                <a:lnTo>
                  <a:pt x="0" y="0"/>
                </a:lnTo>
                <a:lnTo>
                  <a:pt x="1345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B6B6A025-EA82-4C87-A5D1-E27B2688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503" y="5340169"/>
            <a:ext cx="121060" cy="146827"/>
          </a:xfrm>
          <a:custGeom xmlns:a="http://schemas.openxmlformats.org/drawingml/2006/main">
            <a:pathLst>
              <a:path w="121060" h="146827">
                <a:moveTo>
                  <a:pt x="5835" y="41163"/>
                </a:moveTo>
                <a:lnTo>
                  <a:pt x="0" y="41163"/>
                </a:lnTo>
                <a:cubicBezTo>
                  <a:pt x="2917" y="32196"/>
                  <a:pt x="6780" y="24471"/>
                  <a:pt x="11588" y="17988"/>
                </a:cubicBezTo>
                <a:cubicBezTo>
                  <a:pt x="16396" y="11506"/>
                  <a:pt x="22041" y="6887"/>
                  <a:pt x="28524" y="4132"/>
                </a:cubicBezTo>
                <a:cubicBezTo>
                  <a:pt x="35006" y="1377"/>
                  <a:pt x="44189" y="0"/>
                  <a:pt x="56073" y="0"/>
                </a:cubicBezTo>
                <a:lnTo>
                  <a:pt x="121060" y="0"/>
                </a:lnTo>
                <a:lnTo>
                  <a:pt x="114253" y="23013"/>
                </a:lnTo>
                <a:lnTo>
                  <a:pt x="74549" y="23013"/>
                </a:lnTo>
                <a:lnTo>
                  <a:pt x="54454" y="83623"/>
                </a:lnTo>
                <a:cubicBezTo>
                  <a:pt x="50563" y="95616"/>
                  <a:pt x="48619" y="105091"/>
                  <a:pt x="48619" y="112050"/>
                </a:cubicBezTo>
                <a:cubicBezTo>
                  <a:pt x="48619" y="122270"/>
                  <a:pt x="53372" y="127380"/>
                  <a:pt x="62880" y="127380"/>
                </a:cubicBezTo>
                <a:cubicBezTo>
                  <a:pt x="71740" y="127380"/>
                  <a:pt x="79032" y="120141"/>
                  <a:pt x="84759" y="105664"/>
                </a:cubicBezTo>
                <a:lnTo>
                  <a:pt x="91241" y="105664"/>
                </a:lnTo>
                <a:cubicBezTo>
                  <a:pt x="82597" y="133106"/>
                  <a:pt x="69039" y="146827"/>
                  <a:pt x="50563" y="146827"/>
                </a:cubicBezTo>
                <a:cubicBezTo>
                  <a:pt x="43648" y="146827"/>
                  <a:pt x="37707" y="144585"/>
                  <a:pt x="32736" y="140102"/>
                </a:cubicBezTo>
                <a:cubicBezTo>
                  <a:pt x="27767" y="135618"/>
                  <a:pt x="25282" y="128352"/>
                  <a:pt x="25282" y="118304"/>
                </a:cubicBezTo>
                <a:cubicBezTo>
                  <a:pt x="25282" y="109553"/>
                  <a:pt x="29280" y="93455"/>
                  <a:pt x="37274" y="70010"/>
                </a:cubicBezTo>
                <a:lnTo>
                  <a:pt x="53156" y="23013"/>
                </a:lnTo>
                <a:cubicBezTo>
                  <a:pt x="39975" y="23013"/>
                  <a:pt x="29982" y="23843"/>
                  <a:pt x="23175" y="25504"/>
                </a:cubicBezTo>
                <a:cubicBezTo>
                  <a:pt x="16369" y="27162"/>
                  <a:pt x="10589" y="32382"/>
                  <a:pt x="5835" y="4116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454B5CC6-5EA3-4D63-83B3-88FE1D72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013" y="5329797"/>
            <a:ext cx="48295" cy="208735"/>
          </a:xfrm>
          <a:custGeom xmlns:a="http://schemas.openxmlformats.org/drawingml/2006/main">
            <a:pathLst>
              <a:path w="48295" h="208735">
                <a:moveTo>
                  <a:pt x="22688" y="0"/>
                </a:moveTo>
                <a:cubicBezTo>
                  <a:pt x="27659" y="0"/>
                  <a:pt x="31899" y="1737"/>
                  <a:pt x="35411" y="5211"/>
                </a:cubicBezTo>
                <a:cubicBezTo>
                  <a:pt x="38922" y="8682"/>
                  <a:pt x="40678" y="12914"/>
                  <a:pt x="40678" y="17908"/>
                </a:cubicBezTo>
                <a:cubicBezTo>
                  <a:pt x="40678" y="22901"/>
                  <a:pt x="38922" y="27162"/>
                  <a:pt x="35411" y="30690"/>
                </a:cubicBezTo>
                <a:cubicBezTo>
                  <a:pt x="31899" y="34215"/>
                  <a:pt x="27659" y="35977"/>
                  <a:pt x="22688" y="35977"/>
                </a:cubicBezTo>
                <a:cubicBezTo>
                  <a:pt x="17719" y="35977"/>
                  <a:pt x="13478" y="34215"/>
                  <a:pt x="9967" y="30690"/>
                </a:cubicBezTo>
                <a:cubicBezTo>
                  <a:pt x="6455" y="27162"/>
                  <a:pt x="4700" y="22901"/>
                  <a:pt x="4700" y="17908"/>
                </a:cubicBezTo>
                <a:cubicBezTo>
                  <a:pt x="4700" y="12914"/>
                  <a:pt x="6455" y="8682"/>
                  <a:pt x="9967" y="5211"/>
                </a:cubicBezTo>
                <a:cubicBezTo>
                  <a:pt x="13478" y="1737"/>
                  <a:pt x="17719" y="0"/>
                  <a:pt x="22688" y="0"/>
                </a:cubicBezTo>
                <a:moveTo>
                  <a:pt x="0" y="208735"/>
                </a:moveTo>
                <a:lnTo>
                  <a:pt x="0" y="201604"/>
                </a:lnTo>
                <a:cubicBezTo>
                  <a:pt x="11128" y="197931"/>
                  <a:pt x="19744" y="192231"/>
                  <a:pt x="25848" y="184507"/>
                </a:cubicBezTo>
                <a:cubicBezTo>
                  <a:pt x="31953" y="176782"/>
                  <a:pt x="35005" y="168598"/>
                  <a:pt x="35005" y="159954"/>
                </a:cubicBezTo>
                <a:cubicBezTo>
                  <a:pt x="35005" y="157901"/>
                  <a:pt x="34519" y="156173"/>
                  <a:pt x="33547" y="154768"/>
                </a:cubicBezTo>
                <a:cubicBezTo>
                  <a:pt x="32791" y="153796"/>
                  <a:pt x="32034" y="153310"/>
                  <a:pt x="31278" y="153310"/>
                </a:cubicBezTo>
                <a:cubicBezTo>
                  <a:pt x="30090" y="153310"/>
                  <a:pt x="27496" y="154353"/>
                  <a:pt x="23499" y="156440"/>
                </a:cubicBezTo>
                <a:cubicBezTo>
                  <a:pt x="21554" y="157378"/>
                  <a:pt x="19501" y="157847"/>
                  <a:pt x="17341" y="157847"/>
                </a:cubicBezTo>
                <a:cubicBezTo>
                  <a:pt x="12047" y="157847"/>
                  <a:pt x="7833" y="156281"/>
                  <a:pt x="4700" y="153148"/>
                </a:cubicBezTo>
                <a:cubicBezTo>
                  <a:pt x="1566" y="150015"/>
                  <a:pt x="0" y="145693"/>
                  <a:pt x="0" y="140183"/>
                </a:cubicBezTo>
                <a:cubicBezTo>
                  <a:pt x="0" y="134889"/>
                  <a:pt x="2025" y="130351"/>
                  <a:pt x="6078" y="126570"/>
                </a:cubicBezTo>
                <a:cubicBezTo>
                  <a:pt x="10128" y="122788"/>
                  <a:pt x="15072" y="120898"/>
                  <a:pt x="20906" y="120898"/>
                </a:cubicBezTo>
                <a:cubicBezTo>
                  <a:pt x="28037" y="120898"/>
                  <a:pt x="34384" y="124010"/>
                  <a:pt x="39949" y="130236"/>
                </a:cubicBezTo>
                <a:cubicBezTo>
                  <a:pt x="45512" y="136459"/>
                  <a:pt x="48295" y="144710"/>
                  <a:pt x="48295" y="154991"/>
                </a:cubicBezTo>
                <a:cubicBezTo>
                  <a:pt x="48295" y="166143"/>
                  <a:pt x="44432" y="176508"/>
                  <a:pt x="36707" y="186087"/>
                </a:cubicBezTo>
                <a:cubicBezTo>
                  <a:pt x="28982" y="195665"/>
                  <a:pt x="16747" y="203214"/>
                  <a:pt x="0" y="2087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EB2A34AD-5FD9-46FD-9230-CA33DCE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49" y="5252656"/>
            <a:ext cx="153796" cy="234340"/>
          </a:xfrm>
          <a:custGeom xmlns:a="http://schemas.openxmlformats.org/drawingml/2006/main">
            <a:pathLst>
              <a:path w="153796" h="234340">
                <a:moveTo>
                  <a:pt x="108743" y="0"/>
                </a:moveTo>
                <a:cubicBezTo>
                  <a:pt x="138779" y="0"/>
                  <a:pt x="153796" y="20582"/>
                  <a:pt x="153796" y="61745"/>
                </a:cubicBezTo>
                <a:cubicBezTo>
                  <a:pt x="153796" y="86595"/>
                  <a:pt x="147719" y="114118"/>
                  <a:pt x="135565" y="144316"/>
                </a:cubicBezTo>
                <a:cubicBezTo>
                  <a:pt x="123410" y="174513"/>
                  <a:pt x="109527" y="197066"/>
                  <a:pt x="93915" y="211976"/>
                </a:cubicBezTo>
                <a:cubicBezTo>
                  <a:pt x="78303" y="226886"/>
                  <a:pt x="62232" y="234340"/>
                  <a:pt x="45702" y="234340"/>
                </a:cubicBezTo>
                <a:cubicBezTo>
                  <a:pt x="32197" y="234340"/>
                  <a:pt x="21203" y="228587"/>
                  <a:pt x="12722" y="217081"/>
                </a:cubicBezTo>
                <a:cubicBezTo>
                  <a:pt x="4240" y="205575"/>
                  <a:pt x="0" y="191233"/>
                  <a:pt x="0" y="174054"/>
                </a:cubicBezTo>
                <a:cubicBezTo>
                  <a:pt x="0" y="163034"/>
                  <a:pt x="2431" y="147800"/>
                  <a:pt x="7293" y="128353"/>
                </a:cubicBezTo>
                <a:cubicBezTo>
                  <a:pt x="12155" y="108905"/>
                  <a:pt x="19448" y="89269"/>
                  <a:pt x="29171" y="69443"/>
                </a:cubicBezTo>
                <a:cubicBezTo>
                  <a:pt x="38895" y="49618"/>
                  <a:pt x="51077" y="33088"/>
                  <a:pt x="65716" y="19852"/>
                </a:cubicBezTo>
                <a:cubicBezTo>
                  <a:pt x="80356" y="6618"/>
                  <a:pt x="94698" y="0"/>
                  <a:pt x="108743" y="0"/>
                </a:cubicBezTo>
                <a:moveTo>
                  <a:pt x="118792" y="110201"/>
                </a:moveTo>
                <a:cubicBezTo>
                  <a:pt x="126030" y="87405"/>
                  <a:pt x="129649" y="65256"/>
                  <a:pt x="129649" y="43757"/>
                </a:cubicBezTo>
                <a:cubicBezTo>
                  <a:pt x="129649" y="19123"/>
                  <a:pt x="122681" y="6807"/>
                  <a:pt x="108743" y="6807"/>
                </a:cubicBezTo>
                <a:cubicBezTo>
                  <a:pt x="96535" y="6807"/>
                  <a:pt x="84543" y="16017"/>
                  <a:pt x="72765" y="34438"/>
                </a:cubicBezTo>
                <a:cubicBezTo>
                  <a:pt x="60989" y="52859"/>
                  <a:pt x="50185" y="78113"/>
                  <a:pt x="40353" y="110201"/>
                </a:cubicBezTo>
                <a:lnTo>
                  <a:pt x="118792" y="110201"/>
                </a:lnTo>
                <a:moveTo>
                  <a:pt x="37274" y="119277"/>
                </a:moveTo>
                <a:cubicBezTo>
                  <a:pt x="27334" y="150332"/>
                  <a:pt x="22365" y="174136"/>
                  <a:pt x="22365" y="190690"/>
                </a:cubicBezTo>
                <a:cubicBezTo>
                  <a:pt x="22365" y="201512"/>
                  <a:pt x="24580" y="210357"/>
                  <a:pt x="29010" y="217228"/>
                </a:cubicBezTo>
                <a:cubicBezTo>
                  <a:pt x="33439" y="224099"/>
                  <a:pt x="40029" y="227534"/>
                  <a:pt x="48781" y="227534"/>
                </a:cubicBezTo>
                <a:cubicBezTo>
                  <a:pt x="56020" y="227534"/>
                  <a:pt x="62826" y="224640"/>
                  <a:pt x="69200" y="218854"/>
                </a:cubicBezTo>
                <a:cubicBezTo>
                  <a:pt x="75574" y="213063"/>
                  <a:pt x="83030" y="201295"/>
                  <a:pt x="91565" y="183549"/>
                </a:cubicBezTo>
                <a:cubicBezTo>
                  <a:pt x="100100" y="165804"/>
                  <a:pt x="108149" y="144380"/>
                  <a:pt x="115712" y="119277"/>
                </a:cubicBezTo>
                <a:lnTo>
                  <a:pt x="37274" y="1192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BBC2EBCB-5DA6-4871-BA12-AC2C1CC5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439" y="5502446"/>
            <a:ext cx="97885" cy="151581"/>
          </a:xfrm>
          <a:custGeom xmlns:a="http://schemas.openxmlformats.org/drawingml/2006/main">
            <a:pathLst>
              <a:path w="97885" h="151581">
                <a:moveTo>
                  <a:pt x="62772" y="80058"/>
                </a:moveTo>
                <a:cubicBezTo>
                  <a:pt x="56290" y="89206"/>
                  <a:pt x="49969" y="95940"/>
                  <a:pt x="43811" y="100262"/>
                </a:cubicBezTo>
                <a:cubicBezTo>
                  <a:pt x="37652" y="104584"/>
                  <a:pt x="31368" y="106745"/>
                  <a:pt x="24958" y="106745"/>
                </a:cubicBezTo>
                <a:cubicBezTo>
                  <a:pt x="17035" y="106745"/>
                  <a:pt x="10895" y="103755"/>
                  <a:pt x="6537" y="97777"/>
                </a:cubicBezTo>
                <a:cubicBezTo>
                  <a:pt x="2179" y="91799"/>
                  <a:pt x="0" y="83408"/>
                  <a:pt x="0" y="72604"/>
                </a:cubicBezTo>
                <a:cubicBezTo>
                  <a:pt x="0" y="65689"/>
                  <a:pt x="793" y="58756"/>
                  <a:pt x="2378" y="51806"/>
                </a:cubicBezTo>
                <a:cubicBezTo>
                  <a:pt x="3961" y="44855"/>
                  <a:pt x="6357" y="38265"/>
                  <a:pt x="9562" y="32034"/>
                </a:cubicBezTo>
                <a:cubicBezTo>
                  <a:pt x="12767" y="25804"/>
                  <a:pt x="16602" y="20312"/>
                  <a:pt x="21068" y="15558"/>
                </a:cubicBezTo>
                <a:cubicBezTo>
                  <a:pt x="25534" y="10804"/>
                  <a:pt x="30702" y="7023"/>
                  <a:pt x="36572" y="4214"/>
                </a:cubicBezTo>
                <a:cubicBezTo>
                  <a:pt x="42443" y="1405"/>
                  <a:pt x="48834" y="0"/>
                  <a:pt x="55749" y="0"/>
                </a:cubicBezTo>
                <a:cubicBezTo>
                  <a:pt x="60215" y="0"/>
                  <a:pt x="64465" y="522"/>
                  <a:pt x="68498" y="1567"/>
                </a:cubicBezTo>
                <a:cubicBezTo>
                  <a:pt x="72532" y="2611"/>
                  <a:pt x="76709" y="4466"/>
                  <a:pt x="81031" y="7131"/>
                </a:cubicBezTo>
                <a:lnTo>
                  <a:pt x="90971" y="0"/>
                </a:lnTo>
                <a:lnTo>
                  <a:pt x="97885" y="1729"/>
                </a:lnTo>
                <a:lnTo>
                  <a:pt x="70227" y="124571"/>
                </a:lnTo>
                <a:cubicBezTo>
                  <a:pt x="69003" y="130045"/>
                  <a:pt x="68390" y="134151"/>
                  <a:pt x="68390" y="136888"/>
                </a:cubicBezTo>
                <a:cubicBezTo>
                  <a:pt x="68390" y="139121"/>
                  <a:pt x="68750" y="140832"/>
                  <a:pt x="69470" y="142020"/>
                </a:cubicBezTo>
                <a:cubicBezTo>
                  <a:pt x="70191" y="143208"/>
                  <a:pt x="71325" y="144127"/>
                  <a:pt x="72873" y="144775"/>
                </a:cubicBezTo>
                <a:cubicBezTo>
                  <a:pt x="74422" y="145423"/>
                  <a:pt x="76926" y="145927"/>
                  <a:pt x="80382" y="146288"/>
                </a:cubicBezTo>
                <a:lnTo>
                  <a:pt x="79410" y="151581"/>
                </a:lnTo>
                <a:lnTo>
                  <a:pt x="45702" y="151581"/>
                </a:lnTo>
                <a:lnTo>
                  <a:pt x="64284" y="80707"/>
                </a:lnTo>
                <a:lnTo>
                  <a:pt x="62772" y="80058"/>
                </a:lnTo>
                <a:moveTo>
                  <a:pt x="71524" y="39327"/>
                </a:moveTo>
                <a:cubicBezTo>
                  <a:pt x="72171" y="36158"/>
                  <a:pt x="72604" y="33439"/>
                  <a:pt x="72820" y="31170"/>
                </a:cubicBezTo>
                <a:cubicBezTo>
                  <a:pt x="73036" y="28901"/>
                  <a:pt x="73144" y="26722"/>
                  <a:pt x="73144" y="24633"/>
                </a:cubicBezTo>
                <a:cubicBezTo>
                  <a:pt x="73144" y="19015"/>
                  <a:pt x="71955" y="14928"/>
                  <a:pt x="69578" y="12371"/>
                </a:cubicBezTo>
                <a:cubicBezTo>
                  <a:pt x="67202" y="9814"/>
                  <a:pt x="63240" y="8536"/>
                  <a:pt x="57694" y="8536"/>
                </a:cubicBezTo>
                <a:cubicBezTo>
                  <a:pt x="54669" y="8536"/>
                  <a:pt x="51788" y="9022"/>
                  <a:pt x="49050" y="9994"/>
                </a:cubicBezTo>
                <a:cubicBezTo>
                  <a:pt x="46313" y="10966"/>
                  <a:pt x="43540" y="12587"/>
                  <a:pt x="40731" y="14855"/>
                </a:cubicBezTo>
                <a:cubicBezTo>
                  <a:pt x="37922" y="17125"/>
                  <a:pt x="35240" y="20096"/>
                  <a:pt x="32683" y="23769"/>
                </a:cubicBezTo>
                <a:cubicBezTo>
                  <a:pt x="30126" y="27443"/>
                  <a:pt x="27803" y="31908"/>
                  <a:pt x="25714" y="37166"/>
                </a:cubicBezTo>
                <a:cubicBezTo>
                  <a:pt x="23625" y="42424"/>
                  <a:pt x="22004" y="48060"/>
                  <a:pt x="20852" y="54075"/>
                </a:cubicBezTo>
                <a:cubicBezTo>
                  <a:pt x="19700" y="60089"/>
                  <a:pt x="19123" y="65941"/>
                  <a:pt x="19123" y="71631"/>
                </a:cubicBezTo>
                <a:cubicBezTo>
                  <a:pt x="19123" y="79122"/>
                  <a:pt x="20150" y="84722"/>
                  <a:pt x="22202" y="88431"/>
                </a:cubicBezTo>
                <a:cubicBezTo>
                  <a:pt x="24255" y="92141"/>
                  <a:pt x="27695" y="93995"/>
                  <a:pt x="32520" y="93995"/>
                </a:cubicBezTo>
                <a:cubicBezTo>
                  <a:pt x="34754" y="93995"/>
                  <a:pt x="37077" y="93491"/>
                  <a:pt x="39489" y="92483"/>
                </a:cubicBezTo>
                <a:cubicBezTo>
                  <a:pt x="41902" y="91475"/>
                  <a:pt x="44586" y="89620"/>
                  <a:pt x="47538" y="86919"/>
                </a:cubicBezTo>
                <a:cubicBezTo>
                  <a:pt x="50491" y="84218"/>
                  <a:pt x="53841" y="80239"/>
                  <a:pt x="57586" y="74980"/>
                </a:cubicBezTo>
                <a:cubicBezTo>
                  <a:pt x="60972" y="70154"/>
                  <a:pt x="63654" y="65383"/>
                  <a:pt x="65636" y="60665"/>
                </a:cubicBezTo>
                <a:cubicBezTo>
                  <a:pt x="67616" y="55947"/>
                  <a:pt x="69254" y="50383"/>
                  <a:pt x="70552" y="43973"/>
                </a:cubicBezTo>
                <a:lnTo>
                  <a:pt x="71524" y="393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34CC9C71-A20D-44FF-99D2-DC2772E3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068" y="5252656"/>
            <a:ext cx="89457" cy="301434"/>
          </a:xfrm>
          <a:custGeom xmlns:a="http://schemas.openxmlformats.org/drawingml/2006/main">
            <a:pathLst>
              <a:path w="89457" h="301434">
                <a:moveTo>
                  <a:pt x="0" y="6807"/>
                </a:moveTo>
                <a:lnTo>
                  <a:pt x="0" y="0"/>
                </a:lnTo>
                <a:cubicBezTo>
                  <a:pt x="16421" y="8103"/>
                  <a:pt x="30089" y="17665"/>
                  <a:pt x="41001" y="28685"/>
                </a:cubicBezTo>
                <a:cubicBezTo>
                  <a:pt x="56451" y="44459"/>
                  <a:pt x="68389" y="62961"/>
                  <a:pt x="76816" y="84191"/>
                </a:cubicBezTo>
                <a:cubicBezTo>
                  <a:pt x="85244" y="105421"/>
                  <a:pt x="89457" y="127542"/>
                  <a:pt x="89457" y="150555"/>
                </a:cubicBezTo>
                <a:cubicBezTo>
                  <a:pt x="89457" y="184047"/>
                  <a:pt x="81219" y="214596"/>
                  <a:pt x="64743" y="242200"/>
                </a:cubicBezTo>
                <a:cubicBezTo>
                  <a:pt x="48267" y="269805"/>
                  <a:pt x="26686" y="289549"/>
                  <a:pt x="0" y="301434"/>
                </a:cubicBezTo>
                <a:lnTo>
                  <a:pt x="0" y="295276"/>
                </a:lnTo>
                <a:cubicBezTo>
                  <a:pt x="13289" y="287824"/>
                  <a:pt x="24228" y="277755"/>
                  <a:pt x="32817" y="265066"/>
                </a:cubicBezTo>
                <a:cubicBezTo>
                  <a:pt x="41406" y="252378"/>
                  <a:pt x="47781" y="236236"/>
                  <a:pt x="51940" y="216640"/>
                </a:cubicBezTo>
                <a:cubicBezTo>
                  <a:pt x="56100" y="197041"/>
                  <a:pt x="58179" y="176606"/>
                  <a:pt x="58179" y="155336"/>
                </a:cubicBezTo>
                <a:cubicBezTo>
                  <a:pt x="58179" y="132333"/>
                  <a:pt x="56397" y="111331"/>
                  <a:pt x="52832" y="92329"/>
                </a:cubicBezTo>
                <a:cubicBezTo>
                  <a:pt x="50131" y="77427"/>
                  <a:pt x="46754" y="65495"/>
                  <a:pt x="42702" y="56534"/>
                </a:cubicBezTo>
                <a:cubicBezTo>
                  <a:pt x="38651" y="47570"/>
                  <a:pt x="33276" y="38932"/>
                  <a:pt x="26577" y="30620"/>
                </a:cubicBezTo>
                <a:cubicBezTo>
                  <a:pt x="19879" y="22304"/>
                  <a:pt x="11019" y="14366"/>
                  <a:pt x="0" y="68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DCB09FAE-4533-42CC-B38A-F0C7911A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748" y="784310"/>
            <a:ext cx="162710" cy="227210"/>
          </a:xfrm>
          <a:custGeom xmlns:a="http://schemas.openxmlformats.org/drawingml/2006/main">
            <a:pathLst>
              <a:path w="162710" h="227210">
                <a:moveTo>
                  <a:pt x="35978" y="186208"/>
                </a:moveTo>
                <a:cubicBezTo>
                  <a:pt x="34897" y="191394"/>
                  <a:pt x="34222" y="195392"/>
                  <a:pt x="33951" y="198201"/>
                </a:cubicBezTo>
                <a:cubicBezTo>
                  <a:pt x="33682" y="201010"/>
                  <a:pt x="33547" y="203333"/>
                  <a:pt x="33547" y="205169"/>
                </a:cubicBezTo>
                <a:cubicBezTo>
                  <a:pt x="33547" y="208411"/>
                  <a:pt x="34086" y="210950"/>
                  <a:pt x="35168" y="212786"/>
                </a:cubicBezTo>
                <a:cubicBezTo>
                  <a:pt x="36248" y="214623"/>
                  <a:pt x="37922" y="216028"/>
                  <a:pt x="40191" y="217000"/>
                </a:cubicBezTo>
                <a:cubicBezTo>
                  <a:pt x="42460" y="217972"/>
                  <a:pt x="46188" y="218729"/>
                  <a:pt x="51374" y="219269"/>
                </a:cubicBezTo>
                <a:lnTo>
                  <a:pt x="50077" y="227210"/>
                </a:lnTo>
                <a:lnTo>
                  <a:pt x="0" y="227210"/>
                </a:lnTo>
                <a:lnTo>
                  <a:pt x="41001" y="46998"/>
                </a:lnTo>
                <a:cubicBezTo>
                  <a:pt x="43054" y="37922"/>
                  <a:pt x="44081" y="30144"/>
                  <a:pt x="44081" y="23661"/>
                </a:cubicBezTo>
                <a:cubicBezTo>
                  <a:pt x="44081" y="20636"/>
                  <a:pt x="43622" y="18286"/>
                  <a:pt x="42703" y="16611"/>
                </a:cubicBezTo>
                <a:cubicBezTo>
                  <a:pt x="41785" y="14937"/>
                  <a:pt x="40218" y="13694"/>
                  <a:pt x="38003" y="12884"/>
                </a:cubicBezTo>
                <a:cubicBezTo>
                  <a:pt x="35789" y="12074"/>
                  <a:pt x="32034" y="11506"/>
                  <a:pt x="26740" y="11182"/>
                </a:cubicBezTo>
                <a:lnTo>
                  <a:pt x="28684" y="2593"/>
                </a:lnTo>
                <a:lnTo>
                  <a:pt x="65473" y="1135"/>
                </a:lnTo>
                <a:lnTo>
                  <a:pt x="74711" y="1135"/>
                </a:lnTo>
                <a:lnTo>
                  <a:pt x="63852" y="43270"/>
                </a:lnTo>
                <a:lnTo>
                  <a:pt x="65797" y="43919"/>
                </a:lnTo>
                <a:cubicBezTo>
                  <a:pt x="85784" y="14640"/>
                  <a:pt x="105663" y="0"/>
                  <a:pt x="125435" y="0"/>
                </a:cubicBezTo>
                <a:cubicBezTo>
                  <a:pt x="137211" y="0"/>
                  <a:pt x="146368" y="4484"/>
                  <a:pt x="152905" y="13451"/>
                </a:cubicBezTo>
                <a:cubicBezTo>
                  <a:pt x="159441" y="22418"/>
                  <a:pt x="162710" y="35059"/>
                  <a:pt x="162710" y="51373"/>
                </a:cubicBezTo>
                <a:cubicBezTo>
                  <a:pt x="162710" y="63042"/>
                  <a:pt x="161116" y="74764"/>
                  <a:pt x="157929" y="86541"/>
                </a:cubicBezTo>
                <a:cubicBezTo>
                  <a:pt x="154742" y="98317"/>
                  <a:pt x="150312" y="108959"/>
                  <a:pt x="144640" y="118467"/>
                </a:cubicBezTo>
                <a:cubicBezTo>
                  <a:pt x="138967" y="127974"/>
                  <a:pt x="132647" y="135780"/>
                  <a:pt x="125678" y="141885"/>
                </a:cubicBezTo>
                <a:cubicBezTo>
                  <a:pt x="118710" y="147989"/>
                  <a:pt x="111363" y="152554"/>
                  <a:pt x="103638" y="155579"/>
                </a:cubicBezTo>
                <a:cubicBezTo>
                  <a:pt x="95913" y="158604"/>
                  <a:pt x="87783" y="160116"/>
                  <a:pt x="79247" y="160116"/>
                </a:cubicBezTo>
                <a:cubicBezTo>
                  <a:pt x="64879" y="160116"/>
                  <a:pt x="52940" y="156983"/>
                  <a:pt x="43432" y="150717"/>
                </a:cubicBezTo>
                <a:lnTo>
                  <a:pt x="35978" y="186208"/>
                </a:lnTo>
                <a:moveTo>
                  <a:pt x="55425" y="101126"/>
                </a:moveTo>
                <a:cubicBezTo>
                  <a:pt x="54344" y="106852"/>
                  <a:pt x="53669" y="111228"/>
                  <a:pt x="53399" y="114253"/>
                </a:cubicBezTo>
                <a:cubicBezTo>
                  <a:pt x="53129" y="117278"/>
                  <a:pt x="52994" y="120249"/>
                  <a:pt x="52994" y="123167"/>
                </a:cubicBezTo>
                <a:cubicBezTo>
                  <a:pt x="52994" y="131594"/>
                  <a:pt x="54804" y="137725"/>
                  <a:pt x="58423" y="141561"/>
                </a:cubicBezTo>
                <a:cubicBezTo>
                  <a:pt x="62043" y="145396"/>
                  <a:pt x="68282" y="147314"/>
                  <a:pt x="77141" y="147314"/>
                </a:cubicBezTo>
                <a:cubicBezTo>
                  <a:pt x="82651" y="147314"/>
                  <a:pt x="87730" y="146233"/>
                  <a:pt x="92375" y="144072"/>
                </a:cubicBezTo>
                <a:cubicBezTo>
                  <a:pt x="97021" y="141912"/>
                  <a:pt x="101423" y="138778"/>
                  <a:pt x="105583" y="134673"/>
                </a:cubicBezTo>
                <a:cubicBezTo>
                  <a:pt x="109742" y="130567"/>
                  <a:pt x="113497" y="125598"/>
                  <a:pt x="116846" y="119763"/>
                </a:cubicBezTo>
                <a:cubicBezTo>
                  <a:pt x="120195" y="113929"/>
                  <a:pt x="123194" y="107150"/>
                  <a:pt x="125840" y="99424"/>
                </a:cubicBezTo>
                <a:cubicBezTo>
                  <a:pt x="128488" y="91700"/>
                  <a:pt x="130486" y="83759"/>
                  <a:pt x="131837" y="75601"/>
                </a:cubicBezTo>
                <a:cubicBezTo>
                  <a:pt x="133187" y="67444"/>
                  <a:pt x="133863" y="59801"/>
                  <a:pt x="133863" y="52670"/>
                </a:cubicBezTo>
                <a:cubicBezTo>
                  <a:pt x="133863" y="41326"/>
                  <a:pt x="132269" y="32872"/>
                  <a:pt x="129082" y="27307"/>
                </a:cubicBezTo>
                <a:cubicBezTo>
                  <a:pt x="125895" y="21743"/>
                  <a:pt x="120844" y="18961"/>
                  <a:pt x="113929" y="18961"/>
                </a:cubicBezTo>
                <a:cubicBezTo>
                  <a:pt x="108419" y="18961"/>
                  <a:pt x="102990" y="20825"/>
                  <a:pt x="97642" y="24552"/>
                </a:cubicBezTo>
                <a:cubicBezTo>
                  <a:pt x="92294" y="28280"/>
                  <a:pt x="86433" y="34249"/>
                  <a:pt x="80058" y="42460"/>
                </a:cubicBezTo>
                <a:cubicBezTo>
                  <a:pt x="73684" y="50671"/>
                  <a:pt x="68714" y="58774"/>
                  <a:pt x="65148" y="66769"/>
                </a:cubicBezTo>
                <a:cubicBezTo>
                  <a:pt x="61583" y="74764"/>
                  <a:pt x="58774" y="83948"/>
                  <a:pt x="56721" y="94320"/>
                </a:cubicBezTo>
                <a:lnTo>
                  <a:pt x="55425" y="1011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C517C46A-AF6A-46AB-8B41-0C0A089E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479" y="711382"/>
            <a:ext cx="89457" cy="301434"/>
          </a:xfrm>
          <a:custGeom xmlns:a="http://schemas.openxmlformats.org/drawingml/2006/main">
            <a:pathLst>
              <a:path w="89457" h="301434">
                <a:moveTo>
                  <a:pt x="89457" y="295276"/>
                </a:moveTo>
                <a:lnTo>
                  <a:pt x="89457" y="301434"/>
                </a:lnTo>
                <a:cubicBezTo>
                  <a:pt x="73143" y="293223"/>
                  <a:pt x="59530" y="283607"/>
                  <a:pt x="48618" y="272587"/>
                </a:cubicBezTo>
                <a:cubicBezTo>
                  <a:pt x="33061" y="256921"/>
                  <a:pt x="21068" y="238446"/>
                  <a:pt x="12641" y="217162"/>
                </a:cubicBezTo>
                <a:cubicBezTo>
                  <a:pt x="4214" y="195878"/>
                  <a:pt x="0" y="173784"/>
                  <a:pt x="0" y="150879"/>
                </a:cubicBezTo>
                <a:cubicBezTo>
                  <a:pt x="0" y="117386"/>
                  <a:pt x="8265" y="86838"/>
                  <a:pt x="24795" y="59233"/>
                </a:cubicBezTo>
                <a:cubicBezTo>
                  <a:pt x="41325" y="31629"/>
                  <a:pt x="62880" y="11884"/>
                  <a:pt x="89457" y="0"/>
                </a:cubicBezTo>
                <a:lnTo>
                  <a:pt x="89457" y="6807"/>
                </a:lnTo>
                <a:cubicBezTo>
                  <a:pt x="76169" y="14150"/>
                  <a:pt x="65256" y="24193"/>
                  <a:pt x="56721" y="36935"/>
                </a:cubicBezTo>
                <a:cubicBezTo>
                  <a:pt x="48187" y="49677"/>
                  <a:pt x="41811" y="65820"/>
                  <a:pt x="37598" y="85366"/>
                </a:cubicBezTo>
                <a:cubicBezTo>
                  <a:pt x="33385" y="104908"/>
                  <a:pt x="31278" y="125316"/>
                  <a:pt x="31278" y="146590"/>
                </a:cubicBezTo>
                <a:cubicBezTo>
                  <a:pt x="31278" y="169697"/>
                  <a:pt x="33061" y="190699"/>
                  <a:pt x="36626" y="209596"/>
                </a:cubicBezTo>
                <a:cubicBezTo>
                  <a:pt x="39435" y="224495"/>
                  <a:pt x="42838" y="236452"/>
                  <a:pt x="46836" y="245467"/>
                </a:cubicBezTo>
                <a:cubicBezTo>
                  <a:pt x="50833" y="254485"/>
                  <a:pt x="56208" y="263150"/>
                  <a:pt x="62961" y="271463"/>
                </a:cubicBezTo>
                <a:cubicBezTo>
                  <a:pt x="69713" y="279779"/>
                  <a:pt x="78545" y="287716"/>
                  <a:pt x="89457" y="29527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F8480969-85BA-4C13-84BB-796A7F3A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230" y="786903"/>
            <a:ext cx="152338" cy="154930"/>
          </a:xfrm>
          <a:custGeom xmlns:a="http://schemas.openxmlformats.org/drawingml/2006/main">
            <a:pathLst>
              <a:path w="152338" h="154930">
                <a:moveTo>
                  <a:pt x="130298" y="109391"/>
                </a:moveTo>
                <a:lnTo>
                  <a:pt x="120411" y="154930"/>
                </a:lnTo>
                <a:lnTo>
                  <a:pt x="3080" y="154930"/>
                </a:lnTo>
                <a:lnTo>
                  <a:pt x="0" y="146989"/>
                </a:lnTo>
                <a:lnTo>
                  <a:pt x="88648" y="44891"/>
                </a:lnTo>
                <a:cubicBezTo>
                  <a:pt x="101181" y="30521"/>
                  <a:pt x="110364" y="20312"/>
                  <a:pt x="116199" y="14261"/>
                </a:cubicBezTo>
                <a:lnTo>
                  <a:pt x="115226" y="13127"/>
                </a:lnTo>
                <a:lnTo>
                  <a:pt x="77303" y="13127"/>
                </a:lnTo>
                <a:cubicBezTo>
                  <a:pt x="71685" y="13127"/>
                  <a:pt x="67580" y="13505"/>
                  <a:pt x="64987" y="14261"/>
                </a:cubicBezTo>
                <a:cubicBezTo>
                  <a:pt x="62394" y="15018"/>
                  <a:pt x="59801" y="16341"/>
                  <a:pt x="57208" y="18232"/>
                </a:cubicBezTo>
                <a:cubicBezTo>
                  <a:pt x="54615" y="20123"/>
                  <a:pt x="51833" y="22931"/>
                  <a:pt x="48862" y="26659"/>
                </a:cubicBezTo>
                <a:cubicBezTo>
                  <a:pt x="45890" y="30387"/>
                  <a:pt x="42568" y="35707"/>
                  <a:pt x="38895" y="42622"/>
                </a:cubicBezTo>
                <a:lnTo>
                  <a:pt x="24472" y="42622"/>
                </a:lnTo>
                <a:lnTo>
                  <a:pt x="34033" y="0"/>
                </a:lnTo>
                <a:lnTo>
                  <a:pt x="149258" y="0"/>
                </a:lnTo>
                <a:lnTo>
                  <a:pt x="152338" y="8103"/>
                </a:lnTo>
                <a:lnTo>
                  <a:pt x="35978" y="140669"/>
                </a:lnTo>
                <a:lnTo>
                  <a:pt x="36950" y="141804"/>
                </a:lnTo>
                <a:lnTo>
                  <a:pt x="73576" y="141804"/>
                </a:lnTo>
                <a:cubicBezTo>
                  <a:pt x="80059" y="141804"/>
                  <a:pt x="85029" y="141452"/>
                  <a:pt x="88485" y="140750"/>
                </a:cubicBezTo>
                <a:cubicBezTo>
                  <a:pt x="91943" y="140048"/>
                  <a:pt x="94969" y="138724"/>
                  <a:pt x="97561" y="136779"/>
                </a:cubicBezTo>
                <a:cubicBezTo>
                  <a:pt x="100154" y="134835"/>
                  <a:pt x="102829" y="131891"/>
                  <a:pt x="105583" y="127947"/>
                </a:cubicBezTo>
                <a:cubicBezTo>
                  <a:pt x="108339" y="124004"/>
                  <a:pt x="111769" y="117818"/>
                  <a:pt x="115874" y="109391"/>
                </a:cubicBezTo>
                <a:lnTo>
                  <a:pt x="130298" y="1093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49DE2007-FB6C-47DA-8AEB-DBCBC6A5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042" y="711382"/>
            <a:ext cx="89457" cy="301434"/>
          </a:xfrm>
          <a:custGeom xmlns:a="http://schemas.openxmlformats.org/drawingml/2006/main">
            <a:pathLst>
              <a:path w="89457" h="301434">
                <a:moveTo>
                  <a:pt x="0" y="6807"/>
                </a:moveTo>
                <a:lnTo>
                  <a:pt x="0" y="0"/>
                </a:lnTo>
                <a:cubicBezTo>
                  <a:pt x="16421" y="8103"/>
                  <a:pt x="30089" y="17665"/>
                  <a:pt x="41001" y="28685"/>
                </a:cubicBezTo>
                <a:cubicBezTo>
                  <a:pt x="56451" y="44459"/>
                  <a:pt x="68389" y="62961"/>
                  <a:pt x="76816" y="84191"/>
                </a:cubicBezTo>
                <a:cubicBezTo>
                  <a:pt x="85244" y="105421"/>
                  <a:pt x="89457" y="127542"/>
                  <a:pt x="89457" y="150555"/>
                </a:cubicBezTo>
                <a:cubicBezTo>
                  <a:pt x="89457" y="184047"/>
                  <a:pt x="81219" y="214596"/>
                  <a:pt x="64743" y="242201"/>
                </a:cubicBezTo>
                <a:cubicBezTo>
                  <a:pt x="48267" y="269805"/>
                  <a:pt x="26686" y="289549"/>
                  <a:pt x="0" y="301434"/>
                </a:cubicBezTo>
                <a:lnTo>
                  <a:pt x="0" y="295276"/>
                </a:lnTo>
                <a:cubicBezTo>
                  <a:pt x="13289" y="287824"/>
                  <a:pt x="24228" y="277754"/>
                  <a:pt x="32817" y="265066"/>
                </a:cubicBezTo>
                <a:cubicBezTo>
                  <a:pt x="41406" y="252378"/>
                  <a:pt x="47781" y="236236"/>
                  <a:pt x="51940" y="216640"/>
                </a:cubicBezTo>
                <a:cubicBezTo>
                  <a:pt x="56100" y="197041"/>
                  <a:pt x="58179" y="176606"/>
                  <a:pt x="58179" y="155336"/>
                </a:cubicBezTo>
                <a:cubicBezTo>
                  <a:pt x="58179" y="132333"/>
                  <a:pt x="56397" y="111331"/>
                  <a:pt x="52832" y="92329"/>
                </a:cubicBezTo>
                <a:cubicBezTo>
                  <a:pt x="50131" y="77426"/>
                  <a:pt x="46754" y="65495"/>
                  <a:pt x="42702" y="56534"/>
                </a:cubicBezTo>
                <a:cubicBezTo>
                  <a:pt x="38651" y="47570"/>
                  <a:pt x="33276" y="38932"/>
                  <a:pt x="26577" y="30620"/>
                </a:cubicBezTo>
                <a:cubicBezTo>
                  <a:pt x="19879" y="22304"/>
                  <a:pt x="11019" y="14366"/>
                  <a:pt x="0" y="68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CF9AB8AE-DC6B-4FD6-9FB6-EE4F3521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108" y="2789645"/>
            <a:ext cx="231586" cy="157524"/>
          </a:xfrm>
          <a:custGeom xmlns:a="http://schemas.openxmlformats.org/drawingml/2006/main">
            <a:pathLst>
              <a:path w="231586" h="157524">
                <a:moveTo>
                  <a:pt x="146341" y="128028"/>
                </a:moveTo>
                <a:cubicBezTo>
                  <a:pt x="163196" y="104044"/>
                  <a:pt x="176025" y="83111"/>
                  <a:pt x="184831" y="65230"/>
                </a:cubicBezTo>
                <a:cubicBezTo>
                  <a:pt x="193636" y="47349"/>
                  <a:pt x="198039" y="32790"/>
                  <a:pt x="198039" y="21554"/>
                </a:cubicBezTo>
                <a:cubicBezTo>
                  <a:pt x="198039" y="16476"/>
                  <a:pt x="196958" y="13019"/>
                  <a:pt x="194797" y="11182"/>
                </a:cubicBezTo>
                <a:cubicBezTo>
                  <a:pt x="192637" y="9346"/>
                  <a:pt x="188963" y="8265"/>
                  <a:pt x="183777" y="7941"/>
                </a:cubicBezTo>
                <a:lnTo>
                  <a:pt x="185398" y="0"/>
                </a:lnTo>
                <a:lnTo>
                  <a:pt x="227209" y="0"/>
                </a:lnTo>
                <a:lnTo>
                  <a:pt x="231586" y="8104"/>
                </a:lnTo>
                <a:cubicBezTo>
                  <a:pt x="227804" y="17719"/>
                  <a:pt x="224779" y="25120"/>
                  <a:pt x="222510" y="30306"/>
                </a:cubicBezTo>
                <a:cubicBezTo>
                  <a:pt x="220241" y="35491"/>
                  <a:pt x="217270" y="41731"/>
                  <a:pt x="213596" y="49024"/>
                </a:cubicBezTo>
                <a:cubicBezTo>
                  <a:pt x="209923" y="56316"/>
                  <a:pt x="206034" y="63582"/>
                  <a:pt x="201928" y="70821"/>
                </a:cubicBezTo>
                <a:cubicBezTo>
                  <a:pt x="197823" y="78060"/>
                  <a:pt x="192988" y="86028"/>
                  <a:pt x="187423" y="94725"/>
                </a:cubicBezTo>
                <a:cubicBezTo>
                  <a:pt x="181860" y="103422"/>
                  <a:pt x="175621" y="112876"/>
                  <a:pt x="168706" y="123086"/>
                </a:cubicBezTo>
                <a:cubicBezTo>
                  <a:pt x="161791" y="133295"/>
                  <a:pt x="153634" y="144775"/>
                  <a:pt x="144234" y="157524"/>
                </a:cubicBezTo>
                <a:lnTo>
                  <a:pt x="124949" y="157524"/>
                </a:lnTo>
                <a:lnTo>
                  <a:pt x="118304" y="89782"/>
                </a:lnTo>
                <a:cubicBezTo>
                  <a:pt x="117765" y="84488"/>
                  <a:pt x="117197" y="77574"/>
                  <a:pt x="116603" y="69038"/>
                </a:cubicBezTo>
                <a:cubicBezTo>
                  <a:pt x="116009" y="60503"/>
                  <a:pt x="115603" y="53912"/>
                  <a:pt x="115387" y="49267"/>
                </a:cubicBezTo>
                <a:lnTo>
                  <a:pt x="113605" y="49105"/>
                </a:lnTo>
                <a:cubicBezTo>
                  <a:pt x="107770" y="63474"/>
                  <a:pt x="99830" y="79464"/>
                  <a:pt x="89782" y="97075"/>
                </a:cubicBezTo>
                <a:cubicBezTo>
                  <a:pt x="79734" y="114685"/>
                  <a:pt x="67310" y="134835"/>
                  <a:pt x="52507" y="157524"/>
                </a:cubicBezTo>
                <a:lnTo>
                  <a:pt x="30791" y="157524"/>
                </a:lnTo>
                <a:lnTo>
                  <a:pt x="18474" y="35491"/>
                </a:lnTo>
                <a:cubicBezTo>
                  <a:pt x="17827" y="29225"/>
                  <a:pt x="17016" y="24147"/>
                  <a:pt x="16044" y="20258"/>
                </a:cubicBezTo>
                <a:cubicBezTo>
                  <a:pt x="15071" y="16368"/>
                  <a:pt x="13452" y="13452"/>
                  <a:pt x="11182" y="11507"/>
                </a:cubicBezTo>
                <a:cubicBezTo>
                  <a:pt x="8913" y="9562"/>
                  <a:pt x="5186" y="8373"/>
                  <a:pt x="0" y="7941"/>
                </a:cubicBezTo>
                <a:lnTo>
                  <a:pt x="1782" y="0"/>
                </a:lnTo>
                <a:lnTo>
                  <a:pt x="44243" y="0"/>
                </a:lnTo>
                <a:lnTo>
                  <a:pt x="53966" y="127867"/>
                </a:lnTo>
                <a:cubicBezTo>
                  <a:pt x="69200" y="103017"/>
                  <a:pt x="80193" y="84110"/>
                  <a:pt x="86946" y="71145"/>
                </a:cubicBezTo>
                <a:cubicBezTo>
                  <a:pt x="93698" y="58180"/>
                  <a:pt x="98695" y="46971"/>
                  <a:pt x="101937" y="37517"/>
                </a:cubicBezTo>
                <a:cubicBezTo>
                  <a:pt x="105177" y="28064"/>
                  <a:pt x="107662" y="18205"/>
                  <a:pt x="109391" y="7941"/>
                </a:cubicBezTo>
                <a:lnTo>
                  <a:pt x="111173" y="0"/>
                </a:lnTo>
                <a:lnTo>
                  <a:pt x="134510" y="0"/>
                </a:lnTo>
                <a:lnTo>
                  <a:pt x="146341" y="1280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2C2B7C2F-ACFC-4864-BF9A-89699502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716" y="4102264"/>
            <a:ext cx="127542" cy="160116"/>
          </a:xfrm>
          <a:custGeom xmlns:a="http://schemas.openxmlformats.org/drawingml/2006/main">
            <a:pathLst>
              <a:path w="127542" h="160116">
                <a:moveTo>
                  <a:pt x="107123" y="40353"/>
                </a:moveTo>
                <a:cubicBezTo>
                  <a:pt x="105933" y="30630"/>
                  <a:pt x="103152" y="23580"/>
                  <a:pt x="98775" y="19205"/>
                </a:cubicBezTo>
                <a:cubicBezTo>
                  <a:pt x="94400" y="14829"/>
                  <a:pt x="87620" y="12641"/>
                  <a:pt x="78437" y="12641"/>
                </a:cubicBezTo>
                <a:cubicBezTo>
                  <a:pt x="73359" y="12641"/>
                  <a:pt x="68768" y="13586"/>
                  <a:pt x="64662" y="15477"/>
                </a:cubicBezTo>
                <a:cubicBezTo>
                  <a:pt x="60557" y="17368"/>
                  <a:pt x="57315" y="20123"/>
                  <a:pt x="54939" y="23742"/>
                </a:cubicBezTo>
                <a:cubicBezTo>
                  <a:pt x="52562" y="27362"/>
                  <a:pt x="51372" y="31602"/>
                  <a:pt x="51372" y="36464"/>
                </a:cubicBezTo>
                <a:cubicBezTo>
                  <a:pt x="51372" y="40461"/>
                  <a:pt x="52183" y="44108"/>
                  <a:pt x="53804" y="47403"/>
                </a:cubicBezTo>
                <a:cubicBezTo>
                  <a:pt x="55425" y="50698"/>
                  <a:pt x="58152" y="54129"/>
                  <a:pt x="61988" y="57694"/>
                </a:cubicBezTo>
                <a:cubicBezTo>
                  <a:pt x="65824" y="61259"/>
                  <a:pt x="71198" y="65365"/>
                  <a:pt x="78113" y="70010"/>
                </a:cubicBezTo>
                <a:cubicBezTo>
                  <a:pt x="88593" y="77033"/>
                  <a:pt x="95939" y="83840"/>
                  <a:pt x="100153" y="90430"/>
                </a:cubicBezTo>
                <a:cubicBezTo>
                  <a:pt x="104367" y="97021"/>
                  <a:pt x="106474" y="104638"/>
                  <a:pt x="106474" y="113281"/>
                </a:cubicBezTo>
                <a:cubicBezTo>
                  <a:pt x="106474" y="123437"/>
                  <a:pt x="104042" y="132053"/>
                  <a:pt x="99181" y="139130"/>
                </a:cubicBezTo>
                <a:cubicBezTo>
                  <a:pt x="94319" y="146206"/>
                  <a:pt x="87675" y="151473"/>
                  <a:pt x="79247" y="154931"/>
                </a:cubicBezTo>
                <a:cubicBezTo>
                  <a:pt x="70820" y="158388"/>
                  <a:pt x="61313" y="160116"/>
                  <a:pt x="50725" y="160116"/>
                </a:cubicBezTo>
                <a:cubicBezTo>
                  <a:pt x="41217" y="160116"/>
                  <a:pt x="32331" y="159414"/>
                  <a:pt x="24066" y="158010"/>
                </a:cubicBezTo>
                <a:cubicBezTo>
                  <a:pt x="15800" y="156605"/>
                  <a:pt x="7779" y="154823"/>
                  <a:pt x="0" y="152662"/>
                </a:cubicBezTo>
                <a:lnTo>
                  <a:pt x="7617" y="117657"/>
                </a:lnTo>
                <a:lnTo>
                  <a:pt x="20257" y="117657"/>
                </a:lnTo>
                <a:cubicBezTo>
                  <a:pt x="21014" y="127596"/>
                  <a:pt x="23850" y="135024"/>
                  <a:pt x="28766" y="139940"/>
                </a:cubicBezTo>
                <a:cubicBezTo>
                  <a:pt x="33682" y="144856"/>
                  <a:pt x="40839" y="147314"/>
                  <a:pt x="50239" y="147314"/>
                </a:cubicBezTo>
                <a:cubicBezTo>
                  <a:pt x="59854" y="147314"/>
                  <a:pt x="67363" y="144910"/>
                  <a:pt x="72765" y="140102"/>
                </a:cubicBezTo>
                <a:cubicBezTo>
                  <a:pt x="78167" y="135294"/>
                  <a:pt x="80868" y="128947"/>
                  <a:pt x="80868" y="121060"/>
                </a:cubicBezTo>
                <a:cubicBezTo>
                  <a:pt x="80868" y="116414"/>
                  <a:pt x="80058" y="112254"/>
                  <a:pt x="78437" y="108581"/>
                </a:cubicBezTo>
                <a:cubicBezTo>
                  <a:pt x="76816" y="104908"/>
                  <a:pt x="74278" y="101396"/>
                  <a:pt x="70820" y="98047"/>
                </a:cubicBezTo>
                <a:cubicBezTo>
                  <a:pt x="67363" y="94698"/>
                  <a:pt x="62447" y="90862"/>
                  <a:pt x="56072" y="86541"/>
                </a:cubicBezTo>
                <a:cubicBezTo>
                  <a:pt x="49266" y="81895"/>
                  <a:pt x="43757" y="77519"/>
                  <a:pt x="39543" y="73414"/>
                </a:cubicBezTo>
                <a:cubicBezTo>
                  <a:pt x="35329" y="69309"/>
                  <a:pt x="32061" y="64798"/>
                  <a:pt x="29738" y="59882"/>
                </a:cubicBezTo>
                <a:cubicBezTo>
                  <a:pt x="27415" y="54966"/>
                  <a:pt x="26253" y="49537"/>
                  <a:pt x="26253" y="43594"/>
                </a:cubicBezTo>
                <a:cubicBezTo>
                  <a:pt x="26253" y="34627"/>
                  <a:pt x="28468" y="26848"/>
                  <a:pt x="32898" y="20257"/>
                </a:cubicBezTo>
                <a:cubicBezTo>
                  <a:pt x="37328" y="13667"/>
                  <a:pt x="43621" y="8644"/>
                  <a:pt x="51778" y="5186"/>
                </a:cubicBezTo>
                <a:cubicBezTo>
                  <a:pt x="59935" y="1729"/>
                  <a:pt x="69470" y="0"/>
                  <a:pt x="80382" y="0"/>
                </a:cubicBezTo>
                <a:cubicBezTo>
                  <a:pt x="98209" y="0"/>
                  <a:pt x="113929" y="2323"/>
                  <a:pt x="127542" y="6969"/>
                </a:cubicBezTo>
                <a:lnTo>
                  <a:pt x="120087" y="40353"/>
                </a:lnTo>
                <a:lnTo>
                  <a:pt x="107123" y="403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D81FDBD6-69A4-46CC-9BB2-D2E3028A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406" y="4227375"/>
            <a:ext cx="48294" cy="87837"/>
          </a:xfrm>
          <a:custGeom xmlns:a="http://schemas.openxmlformats.org/drawingml/2006/main">
            <a:pathLst>
              <a:path w="48294" h="87837">
                <a:moveTo>
                  <a:pt x="0" y="87837"/>
                </a:moveTo>
                <a:lnTo>
                  <a:pt x="0" y="80686"/>
                </a:lnTo>
                <a:cubicBezTo>
                  <a:pt x="11128" y="77002"/>
                  <a:pt x="19744" y="71286"/>
                  <a:pt x="25848" y="63538"/>
                </a:cubicBezTo>
                <a:cubicBezTo>
                  <a:pt x="31953" y="55789"/>
                  <a:pt x="35005" y="47581"/>
                  <a:pt x="35005" y="38914"/>
                </a:cubicBezTo>
                <a:cubicBezTo>
                  <a:pt x="35005" y="36855"/>
                  <a:pt x="34519" y="35122"/>
                  <a:pt x="33547" y="33714"/>
                </a:cubicBezTo>
                <a:cubicBezTo>
                  <a:pt x="32790" y="32738"/>
                  <a:pt x="32034" y="32250"/>
                  <a:pt x="31277" y="32250"/>
                </a:cubicBezTo>
                <a:cubicBezTo>
                  <a:pt x="30089" y="32250"/>
                  <a:pt x="27496" y="33331"/>
                  <a:pt x="23499" y="35491"/>
                </a:cubicBezTo>
                <a:cubicBezTo>
                  <a:pt x="21554" y="36463"/>
                  <a:pt x="19501" y="36949"/>
                  <a:pt x="17341" y="36949"/>
                </a:cubicBezTo>
                <a:cubicBezTo>
                  <a:pt x="12047" y="36949"/>
                  <a:pt x="7833" y="35383"/>
                  <a:pt x="4700" y="32250"/>
                </a:cubicBezTo>
                <a:cubicBezTo>
                  <a:pt x="1566" y="29117"/>
                  <a:pt x="0" y="24795"/>
                  <a:pt x="0" y="19285"/>
                </a:cubicBezTo>
                <a:cubicBezTo>
                  <a:pt x="0" y="13991"/>
                  <a:pt x="2025" y="9453"/>
                  <a:pt x="6078" y="5672"/>
                </a:cubicBezTo>
                <a:cubicBezTo>
                  <a:pt x="10128" y="1891"/>
                  <a:pt x="15071" y="0"/>
                  <a:pt x="20906" y="0"/>
                </a:cubicBezTo>
                <a:cubicBezTo>
                  <a:pt x="28037" y="0"/>
                  <a:pt x="34384" y="3113"/>
                  <a:pt x="39948" y="9338"/>
                </a:cubicBezTo>
                <a:cubicBezTo>
                  <a:pt x="45512" y="15561"/>
                  <a:pt x="48294" y="23813"/>
                  <a:pt x="48294" y="34093"/>
                </a:cubicBezTo>
                <a:cubicBezTo>
                  <a:pt x="48294" y="45245"/>
                  <a:pt x="44432" y="55611"/>
                  <a:pt x="36707" y="65189"/>
                </a:cubicBezTo>
                <a:cubicBezTo>
                  <a:pt x="28982" y="74768"/>
                  <a:pt x="16747" y="82316"/>
                  <a:pt x="0" y="878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58E94D41-6DB6-4AA8-A0CC-C703F845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653" y="4102264"/>
            <a:ext cx="130784" cy="157524"/>
          </a:xfrm>
          <a:custGeom xmlns:a="http://schemas.openxmlformats.org/drawingml/2006/main">
            <a:pathLst>
              <a:path w="130784" h="157524">
                <a:moveTo>
                  <a:pt x="50402" y="1135"/>
                </a:moveTo>
                <a:lnTo>
                  <a:pt x="60125" y="1135"/>
                </a:lnTo>
                <a:lnTo>
                  <a:pt x="48781" y="41002"/>
                </a:lnTo>
                <a:lnTo>
                  <a:pt x="50725" y="41650"/>
                </a:lnTo>
                <a:cubicBezTo>
                  <a:pt x="60989" y="27497"/>
                  <a:pt x="71010" y="17016"/>
                  <a:pt x="80788" y="10210"/>
                </a:cubicBezTo>
                <a:cubicBezTo>
                  <a:pt x="90565" y="3403"/>
                  <a:pt x="100640" y="0"/>
                  <a:pt x="111012" y="0"/>
                </a:cubicBezTo>
                <a:cubicBezTo>
                  <a:pt x="118899" y="0"/>
                  <a:pt x="125490" y="594"/>
                  <a:pt x="130784" y="1783"/>
                </a:cubicBezTo>
                <a:lnTo>
                  <a:pt x="123004" y="38084"/>
                </a:lnTo>
                <a:lnTo>
                  <a:pt x="106312" y="38084"/>
                </a:lnTo>
                <a:cubicBezTo>
                  <a:pt x="105448" y="32467"/>
                  <a:pt x="104097" y="28199"/>
                  <a:pt x="102261" y="25282"/>
                </a:cubicBezTo>
                <a:cubicBezTo>
                  <a:pt x="100424" y="22364"/>
                  <a:pt x="97561" y="20906"/>
                  <a:pt x="93671" y="20906"/>
                </a:cubicBezTo>
                <a:cubicBezTo>
                  <a:pt x="89457" y="20906"/>
                  <a:pt x="84596" y="23067"/>
                  <a:pt x="79086" y="27388"/>
                </a:cubicBezTo>
                <a:cubicBezTo>
                  <a:pt x="73576" y="31710"/>
                  <a:pt x="67957" y="37652"/>
                  <a:pt x="62231" y="45215"/>
                </a:cubicBezTo>
                <a:cubicBezTo>
                  <a:pt x="56506" y="52778"/>
                  <a:pt x="52211" y="59747"/>
                  <a:pt x="49348" y="66121"/>
                </a:cubicBezTo>
                <a:cubicBezTo>
                  <a:pt x="46484" y="72496"/>
                  <a:pt x="44297" y="79572"/>
                  <a:pt x="42785" y="87351"/>
                </a:cubicBezTo>
                <a:lnTo>
                  <a:pt x="28037" y="157524"/>
                </a:lnTo>
                <a:lnTo>
                  <a:pt x="0" y="157524"/>
                </a:lnTo>
                <a:lnTo>
                  <a:pt x="24633" y="46836"/>
                </a:lnTo>
                <a:cubicBezTo>
                  <a:pt x="26902" y="36680"/>
                  <a:pt x="28037" y="28955"/>
                  <a:pt x="28037" y="23661"/>
                </a:cubicBezTo>
                <a:cubicBezTo>
                  <a:pt x="28037" y="20636"/>
                  <a:pt x="27551" y="18286"/>
                  <a:pt x="26579" y="16611"/>
                </a:cubicBezTo>
                <a:cubicBezTo>
                  <a:pt x="25605" y="14937"/>
                  <a:pt x="24039" y="13695"/>
                  <a:pt x="21879" y="12884"/>
                </a:cubicBezTo>
                <a:cubicBezTo>
                  <a:pt x="19717" y="12074"/>
                  <a:pt x="16044" y="11506"/>
                  <a:pt x="10859" y="11182"/>
                </a:cubicBezTo>
                <a:lnTo>
                  <a:pt x="12641" y="2593"/>
                </a:lnTo>
                <a:lnTo>
                  <a:pt x="50402" y="11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AFC0F721-077D-482C-B656-7186A5E9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399" y="4102123"/>
            <a:ext cx="146827" cy="160116"/>
          </a:xfrm>
          <a:custGeom xmlns:a="http://schemas.openxmlformats.org/drawingml/2006/main">
            <a:pathLst>
              <a:path w="146827" h="160116">
                <a:moveTo>
                  <a:pt x="121546" y="10696"/>
                </a:moveTo>
                <a:lnTo>
                  <a:pt x="136456" y="0"/>
                </a:lnTo>
                <a:lnTo>
                  <a:pt x="146827" y="2593"/>
                </a:lnTo>
                <a:lnTo>
                  <a:pt x="122032" y="112632"/>
                </a:lnTo>
                <a:cubicBezTo>
                  <a:pt x="120519" y="119115"/>
                  <a:pt x="119493" y="124112"/>
                  <a:pt x="118953" y="127623"/>
                </a:cubicBezTo>
                <a:cubicBezTo>
                  <a:pt x="118413" y="131134"/>
                  <a:pt x="118143" y="134024"/>
                  <a:pt x="118143" y="136293"/>
                </a:cubicBezTo>
                <a:cubicBezTo>
                  <a:pt x="118143" y="140723"/>
                  <a:pt x="119385" y="143937"/>
                  <a:pt x="121870" y="145936"/>
                </a:cubicBezTo>
                <a:cubicBezTo>
                  <a:pt x="124355" y="147935"/>
                  <a:pt x="129108" y="149204"/>
                  <a:pt x="136131" y="149744"/>
                </a:cubicBezTo>
                <a:lnTo>
                  <a:pt x="134673" y="157685"/>
                </a:lnTo>
                <a:lnTo>
                  <a:pt x="88324" y="157685"/>
                </a:lnTo>
                <a:lnTo>
                  <a:pt x="98534" y="117008"/>
                </a:lnTo>
                <a:lnTo>
                  <a:pt x="96427" y="116360"/>
                </a:lnTo>
                <a:cubicBezTo>
                  <a:pt x="86054" y="131485"/>
                  <a:pt x="76223" y="142559"/>
                  <a:pt x="66931" y="149582"/>
                </a:cubicBezTo>
                <a:cubicBezTo>
                  <a:pt x="57640" y="156605"/>
                  <a:pt x="47808" y="160116"/>
                  <a:pt x="37436" y="160116"/>
                </a:cubicBezTo>
                <a:cubicBezTo>
                  <a:pt x="25552" y="160116"/>
                  <a:pt x="16341" y="155632"/>
                  <a:pt x="9805" y="146665"/>
                </a:cubicBezTo>
                <a:cubicBezTo>
                  <a:pt x="3268" y="137697"/>
                  <a:pt x="0" y="125111"/>
                  <a:pt x="0" y="108905"/>
                </a:cubicBezTo>
                <a:cubicBezTo>
                  <a:pt x="0" y="98533"/>
                  <a:pt x="1188" y="88134"/>
                  <a:pt x="3565" y="77708"/>
                </a:cubicBezTo>
                <a:cubicBezTo>
                  <a:pt x="5943" y="67282"/>
                  <a:pt x="9534" y="57396"/>
                  <a:pt x="14342" y="48051"/>
                </a:cubicBezTo>
                <a:cubicBezTo>
                  <a:pt x="19150" y="38705"/>
                  <a:pt x="24903" y="30467"/>
                  <a:pt x="31602" y="23336"/>
                </a:cubicBezTo>
                <a:cubicBezTo>
                  <a:pt x="38300" y="16206"/>
                  <a:pt x="46052" y="10534"/>
                  <a:pt x="54857" y="6320"/>
                </a:cubicBezTo>
                <a:cubicBezTo>
                  <a:pt x="63664" y="2107"/>
                  <a:pt x="73251" y="0"/>
                  <a:pt x="83624" y="0"/>
                </a:cubicBezTo>
                <a:cubicBezTo>
                  <a:pt x="90322" y="0"/>
                  <a:pt x="96696" y="783"/>
                  <a:pt x="102747" y="2350"/>
                </a:cubicBezTo>
                <a:cubicBezTo>
                  <a:pt x="108797" y="3916"/>
                  <a:pt x="115064" y="6698"/>
                  <a:pt x="121546" y="10696"/>
                </a:cubicBezTo>
                <a:moveTo>
                  <a:pt x="107284" y="58990"/>
                </a:moveTo>
                <a:cubicBezTo>
                  <a:pt x="108257" y="54560"/>
                  <a:pt x="108905" y="50725"/>
                  <a:pt x="109229" y="47484"/>
                </a:cubicBezTo>
                <a:cubicBezTo>
                  <a:pt x="109554" y="44243"/>
                  <a:pt x="109715" y="40731"/>
                  <a:pt x="109715" y="36949"/>
                </a:cubicBezTo>
                <a:cubicBezTo>
                  <a:pt x="109715" y="28523"/>
                  <a:pt x="107933" y="22391"/>
                  <a:pt x="104367" y="18556"/>
                </a:cubicBezTo>
                <a:cubicBezTo>
                  <a:pt x="100802" y="14720"/>
                  <a:pt x="94859" y="12803"/>
                  <a:pt x="86540" y="12803"/>
                </a:cubicBezTo>
                <a:cubicBezTo>
                  <a:pt x="82003" y="12803"/>
                  <a:pt x="77681" y="13532"/>
                  <a:pt x="73576" y="14990"/>
                </a:cubicBezTo>
                <a:cubicBezTo>
                  <a:pt x="69470" y="16449"/>
                  <a:pt x="65311" y="18880"/>
                  <a:pt x="61097" y="22283"/>
                </a:cubicBezTo>
                <a:cubicBezTo>
                  <a:pt x="56884" y="25686"/>
                  <a:pt x="52858" y="30143"/>
                  <a:pt x="49024" y="35653"/>
                </a:cubicBezTo>
                <a:cubicBezTo>
                  <a:pt x="45188" y="41163"/>
                  <a:pt x="41703" y="47862"/>
                  <a:pt x="38571" y="55749"/>
                </a:cubicBezTo>
                <a:cubicBezTo>
                  <a:pt x="35437" y="63636"/>
                  <a:pt x="33006" y="72090"/>
                  <a:pt x="31278" y="81111"/>
                </a:cubicBezTo>
                <a:cubicBezTo>
                  <a:pt x="29549" y="90133"/>
                  <a:pt x="28684" y="98911"/>
                  <a:pt x="28684" y="107446"/>
                </a:cubicBezTo>
                <a:cubicBezTo>
                  <a:pt x="28684" y="118682"/>
                  <a:pt x="30225" y="127082"/>
                  <a:pt x="33304" y="132647"/>
                </a:cubicBezTo>
                <a:cubicBezTo>
                  <a:pt x="36383" y="138211"/>
                  <a:pt x="41542" y="140993"/>
                  <a:pt x="48781" y="140993"/>
                </a:cubicBezTo>
                <a:cubicBezTo>
                  <a:pt x="52129" y="140993"/>
                  <a:pt x="55614" y="140237"/>
                  <a:pt x="59234" y="138724"/>
                </a:cubicBezTo>
                <a:cubicBezTo>
                  <a:pt x="62853" y="137211"/>
                  <a:pt x="66877" y="134430"/>
                  <a:pt x="71307" y="130378"/>
                </a:cubicBezTo>
                <a:cubicBezTo>
                  <a:pt x="75736" y="126327"/>
                  <a:pt x="80760" y="120357"/>
                  <a:pt x="86378" y="112470"/>
                </a:cubicBezTo>
                <a:cubicBezTo>
                  <a:pt x="91456" y="105231"/>
                  <a:pt x="95481" y="98074"/>
                  <a:pt x="98452" y="90997"/>
                </a:cubicBezTo>
                <a:cubicBezTo>
                  <a:pt x="101423" y="83920"/>
                  <a:pt x="103881" y="75574"/>
                  <a:pt x="105826" y="65959"/>
                </a:cubicBezTo>
                <a:lnTo>
                  <a:pt x="107284" y="589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182ECE23-7189-4814-B76A-C1DA02E5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359" y="6029908"/>
            <a:ext cx="152337" cy="154930"/>
          </a:xfrm>
          <a:custGeom xmlns:a="http://schemas.openxmlformats.org/drawingml/2006/main">
            <a:pathLst>
              <a:path w="152337" h="154930">
                <a:moveTo>
                  <a:pt x="130298" y="109391"/>
                </a:moveTo>
                <a:lnTo>
                  <a:pt x="120411" y="154930"/>
                </a:lnTo>
                <a:lnTo>
                  <a:pt x="3080" y="154930"/>
                </a:lnTo>
                <a:lnTo>
                  <a:pt x="0" y="146989"/>
                </a:lnTo>
                <a:lnTo>
                  <a:pt x="88648" y="44891"/>
                </a:lnTo>
                <a:cubicBezTo>
                  <a:pt x="101181" y="30521"/>
                  <a:pt x="110364" y="20312"/>
                  <a:pt x="116198" y="14261"/>
                </a:cubicBezTo>
                <a:lnTo>
                  <a:pt x="115226" y="13127"/>
                </a:lnTo>
                <a:lnTo>
                  <a:pt x="77303" y="13127"/>
                </a:lnTo>
                <a:cubicBezTo>
                  <a:pt x="71685" y="13127"/>
                  <a:pt x="67580" y="13505"/>
                  <a:pt x="64987" y="14261"/>
                </a:cubicBezTo>
                <a:cubicBezTo>
                  <a:pt x="62394" y="15018"/>
                  <a:pt x="59801" y="16341"/>
                  <a:pt x="57208" y="18231"/>
                </a:cubicBezTo>
                <a:cubicBezTo>
                  <a:pt x="54615" y="20123"/>
                  <a:pt x="51833" y="22931"/>
                  <a:pt x="48862" y="26659"/>
                </a:cubicBezTo>
                <a:cubicBezTo>
                  <a:pt x="45890" y="30386"/>
                  <a:pt x="42568" y="35707"/>
                  <a:pt x="38895" y="42622"/>
                </a:cubicBezTo>
                <a:lnTo>
                  <a:pt x="24472" y="42622"/>
                </a:lnTo>
                <a:lnTo>
                  <a:pt x="34033" y="0"/>
                </a:lnTo>
                <a:lnTo>
                  <a:pt x="149258" y="0"/>
                </a:lnTo>
                <a:lnTo>
                  <a:pt x="152337" y="8103"/>
                </a:lnTo>
                <a:lnTo>
                  <a:pt x="35978" y="140669"/>
                </a:lnTo>
                <a:lnTo>
                  <a:pt x="36950" y="141803"/>
                </a:lnTo>
                <a:lnTo>
                  <a:pt x="73576" y="141803"/>
                </a:lnTo>
                <a:cubicBezTo>
                  <a:pt x="80059" y="141803"/>
                  <a:pt x="85029" y="141452"/>
                  <a:pt x="88485" y="140750"/>
                </a:cubicBezTo>
                <a:cubicBezTo>
                  <a:pt x="91943" y="140047"/>
                  <a:pt x="94969" y="138724"/>
                  <a:pt x="97561" y="136779"/>
                </a:cubicBezTo>
                <a:cubicBezTo>
                  <a:pt x="100154" y="134835"/>
                  <a:pt x="102829" y="131890"/>
                  <a:pt x="105583" y="127947"/>
                </a:cubicBezTo>
                <a:cubicBezTo>
                  <a:pt x="108339" y="124003"/>
                  <a:pt x="111769" y="117818"/>
                  <a:pt x="115874" y="109391"/>
                </a:cubicBezTo>
                <a:lnTo>
                  <a:pt x="130298" y="1093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139F399B-7241-41E1-800A-5EE0F897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543" y="6152426"/>
            <a:ext cx="48294" cy="87837"/>
          </a:xfrm>
          <a:custGeom xmlns:a="http://schemas.openxmlformats.org/drawingml/2006/main">
            <a:pathLst>
              <a:path w="48294" h="87837">
                <a:moveTo>
                  <a:pt x="0" y="87837"/>
                </a:moveTo>
                <a:lnTo>
                  <a:pt x="0" y="80686"/>
                </a:lnTo>
                <a:cubicBezTo>
                  <a:pt x="11128" y="77002"/>
                  <a:pt x="19744" y="71286"/>
                  <a:pt x="25848" y="63538"/>
                </a:cubicBezTo>
                <a:cubicBezTo>
                  <a:pt x="31953" y="55789"/>
                  <a:pt x="35005" y="47581"/>
                  <a:pt x="35005" y="38914"/>
                </a:cubicBezTo>
                <a:cubicBezTo>
                  <a:pt x="35005" y="36855"/>
                  <a:pt x="34519" y="35122"/>
                  <a:pt x="33547" y="33714"/>
                </a:cubicBezTo>
                <a:cubicBezTo>
                  <a:pt x="32790" y="32738"/>
                  <a:pt x="32034" y="32250"/>
                  <a:pt x="31277" y="32250"/>
                </a:cubicBezTo>
                <a:cubicBezTo>
                  <a:pt x="30089" y="32250"/>
                  <a:pt x="27496" y="33331"/>
                  <a:pt x="23499" y="35491"/>
                </a:cubicBezTo>
                <a:cubicBezTo>
                  <a:pt x="21554" y="36463"/>
                  <a:pt x="19501" y="36949"/>
                  <a:pt x="17341" y="36949"/>
                </a:cubicBezTo>
                <a:cubicBezTo>
                  <a:pt x="12047" y="36949"/>
                  <a:pt x="7833" y="35383"/>
                  <a:pt x="4700" y="32250"/>
                </a:cubicBezTo>
                <a:cubicBezTo>
                  <a:pt x="1566" y="29117"/>
                  <a:pt x="0" y="24795"/>
                  <a:pt x="0" y="19285"/>
                </a:cubicBezTo>
                <a:cubicBezTo>
                  <a:pt x="0" y="13991"/>
                  <a:pt x="2025" y="9453"/>
                  <a:pt x="6078" y="5672"/>
                </a:cubicBezTo>
                <a:cubicBezTo>
                  <a:pt x="10128" y="1891"/>
                  <a:pt x="15071" y="0"/>
                  <a:pt x="20906" y="0"/>
                </a:cubicBezTo>
                <a:cubicBezTo>
                  <a:pt x="28037" y="0"/>
                  <a:pt x="34384" y="3113"/>
                  <a:pt x="39948" y="9338"/>
                </a:cubicBezTo>
                <a:cubicBezTo>
                  <a:pt x="45512" y="15561"/>
                  <a:pt x="48294" y="23813"/>
                  <a:pt x="48294" y="34093"/>
                </a:cubicBezTo>
                <a:cubicBezTo>
                  <a:pt x="48294" y="45245"/>
                  <a:pt x="44432" y="55611"/>
                  <a:pt x="36707" y="65189"/>
                </a:cubicBezTo>
                <a:cubicBezTo>
                  <a:pt x="28982" y="74768"/>
                  <a:pt x="16747" y="82316"/>
                  <a:pt x="0" y="878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F6CC850D-6681-466E-AC95-482898F0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008" y="6041900"/>
            <a:ext cx="121060" cy="146827"/>
          </a:xfrm>
          <a:custGeom xmlns:a="http://schemas.openxmlformats.org/drawingml/2006/main">
            <a:pathLst>
              <a:path w="121060" h="146827">
                <a:moveTo>
                  <a:pt x="5835" y="41164"/>
                </a:moveTo>
                <a:lnTo>
                  <a:pt x="0" y="41164"/>
                </a:lnTo>
                <a:cubicBezTo>
                  <a:pt x="2917" y="32196"/>
                  <a:pt x="6780" y="24471"/>
                  <a:pt x="11588" y="17989"/>
                </a:cubicBezTo>
                <a:cubicBezTo>
                  <a:pt x="16396" y="11506"/>
                  <a:pt x="22041" y="6887"/>
                  <a:pt x="28523" y="4132"/>
                </a:cubicBezTo>
                <a:cubicBezTo>
                  <a:pt x="35006" y="1377"/>
                  <a:pt x="44189" y="0"/>
                  <a:pt x="56073" y="0"/>
                </a:cubicBezTo>
                <a:lnTo>
                  <a:pt x="121060" y="0"/>
                </a:lnTo>
                <a:lnTo>
                  <a:pt x="114253" y="23013"/>
                </a:lnTo>
                <a:lnTo>
                  <a:pt x="74549" y="23013"/>
                </a:lnTo>
                <a:lnTo>
                  <a:pt x="54452" y="83623"/>
                </a:lnTo>
                <a:cubicBezTo>
                  <a:pt x="50563" y="95616"/>
                  <a:pt x="48619" y="105091"/>
                  <a:pt x="48619" y="112050"/>
                </a:cubicBezTo>
                <a:cubicBezTo>
                  <a:pt x="48619" y="122270"/>
                  <a:pt x="53372" y="127380"/>
                  <a:pt x="62880" y="127380"/>
                </a:cubicBezTo>
                <a:cubicBezTo>
                  <a:pt x="71740" y="127380"/>
                  <a:pt x="79032" y="120141"/>
                  <a:pt x="84759" y="105664"/>
                </a:cubicBezTo>
                <a:lnTo>
                  <a:pt x="91241" y="105664"/>
                </a:lnTo>
                <a:cubicBezTo>
                  <a:pt x="82597" y="133106"/>
                  <a:pt x="69039" y="146827"/>
                  <a:pt x="50563" y="146827"/>
                </a:cubicBezTo>
                <a:cubicBezTo>
                  <a:pt x="43648" y="146827"/>
                  <a:pt x="37707" y="144585"/>
                  <a:pt x="32736" y="140102"/>
                </a:cubicBezTo>
                <a:cubicBezTo>
                  <a:pt x="27767" y="135618"/>
                  <a:pt x="25282" y="128352"/>
                  <a:pt x="25282" y="118304"/>
                </a:cubicBezTo>
                <a:cubicBezTo>
                  <a:pt x="25282" y="109553"/>
                  <a:pt x="29280" y="93455"/>
                  <a:pt x="37274" y="70010"/>
                </a:cubicBezTo>
                <a:lnTo>
                  <a:pt x="53156" y="23013"/>
                </a:lnTo>
                <a:cubicBezTo>
                  <a:pt x="39975" y="23013"/>
                  <a:pt x="29982" y="23843"/>
                  <a:pt x="23175" y="25504"/>
                </a:cubicBezTo>
                <a:cubicBezTo>
                  <a:pt x="16369" y="27162"/>
                  <a:pt x="10589" y="32382"/>
                  <a:pt x="5835" y="411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8F3E83B5-CAB4-43C3-946D-EAA34E53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53" y="1467925"/>
            <a:ext cx="152337" cy="154930"/>
          </a:xfrm>
          <a:custGeom xmlns:a="http://schemas.openxmlformats.org/drawingml/2006/main">
            <a:pathLst>
              <a:path w="152337" h="154930">
                <a:moveTo>
                  <a:pt x="130298" y="109391"/>
                </a:moveTo>
                <a:lnTo>
                  <a:pt x="120411" y="154930"/>
                </a:lnTo>
                <a:lnTo>
                  <a:pt x="3080" y="154930"/>
                </a:lnTo>
                <a:lnTo>
                  <a:pt x="0" y="146989"/>
                </a:lnTo>
                <a:lnTo>
                  <a:pt x="88648" y="44891"/>
                </a:lnTo>
                <a:cubicBezTo>
                  <a:pt x="101180" y="30522"/>
                  <a:pt x="110364" y="20312"/>
                  <a:pt x="116198" y="14261"/>
                </a:cubicBezTo>
                <a:lnTo>
                  <a:pt x="115226" y="13127"/>
                </a:lnTo>
                <a:lnTo>
                  <a:pt x="77303" y="13127"/>
                </a:lnTo>
                <a:cubicBezTo>
                  <a:pt x="71685" y="13127"/>
                  <a:pt x="67580" y="13505"/>
                  <a:pt x="64987" y="14261"/>
                </a:cubicBezTo>
                <a:cubicBezTo>
                  <a:pt x="62394" y="15018"/>
                  <a:pt x="59801" y="16341"/>
                  <a:pt x="57208" y="18232"/>
                </a:cubicBezTo>
                <a:cubicBezTo>
                  <a:pt x="54615" y="20123"/>
                  <a:pt x="51833" y="22932"/>
                  <a:pt x="48862" y="26659"/>
                </a:cubicBezTo>
                <a:cubicBezTo>
                  <a:pt x="45890" y="30387"/>
                  <a:pt x="42568" y="35707"/>
                  <a:pt x="38895" y="42622"/>
                </a:cubicBezTo>
                <a:lnTo>
                  <a:pt x="24472" y="42622"/>
                </a:lnTo>
                <a:lnTo>
                  <a:pt x="34033" y="0"/>
                </a:lnTo>
                <a:lnTo>
                  <a:pt x="149258" y="0"/>
                </a:lnTo>
                <a:lnTo>
                  <a:pt x="152337" y="8103"/>
                </a:lnTo>
                <a:lnTo>
                  <a:pt x="35978" y="140669"/>
                </a:lnTo>
                <a:lnTo>
                  <a:pt x="36950" y="141804"/>
                </a:lnTo>
                <a:lnTo>
                  <a:pt x="73576" y="141804"/>
                </a:lnTo>
                <a:cubicBezTo>
                  <a:pt x="80059" y="141804"/>
                  <a:pt x="85029" y="141452"/>
                  <a:pt x="88485" y="140750"/>
                </a:cubicBezTo>
                <a:cubicBezTo>
                  <a:pt x="91943" y="140048"/>
                  <a:pt x="94969" y="138724"/>
                  <a:pt x="97561" y="136779"/>
                </a:cubicBezTo>
                <a:cubicBezTo>
                  <a:pt x="100154" y="134835"/>
                  <a:pt x="102829" y="131891"/>
                  <a:pt x="105583" y="127947"/>
                </a:cubicBezTo>
                <a:cubicBezTo>
                  <a:pt x="108338" y="124004"/>
                  <a:pt x="111769" y="117818"/>
                  <a:pt x="115874" y="109391"/>
                </a:cubicBezTo>
                <a:lnTo>
                  <a:pt x="130298" y="1093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4744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2026-10-09T20:22:54.5440000Z</dcterms:created>
  <dcterms:modified xsi:type="dcterms:W3CDTF">2026-10-09T20:22:54.5440000Z</dcterms:modified>
</coreProperties>
</file>