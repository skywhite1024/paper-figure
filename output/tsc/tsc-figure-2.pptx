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c34c5a3fce49cd" /><Relationship Type="http://schemas.openxmlformats.org/officeDocument/2006/relationships/extended-properties" Target="/docProps/app.xml" Id="Rcd0f824d48c44a83" /><Relationship Type="http://schemas.openxmlformats.org/officeDocument/2006/relationships/officeDocument" Target="/ppt/presentation.xml" Id="R041c61656ef541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cb41b88f354f00"/>
  </p:sldMasterIdLst>
  <p:notesMasterIdLst>
    <p:notesMasterId xmlns:r="http://schemas.openxmlformats.org/officeDocument/2006/relationships" r:id="R3fb3b2ac330f4918"/>
  </p:notesMasterIdLst>
  <p:sldIdLst>
    <p:sldId xmlns:r="http://schemas.openxmlformats.org/officeDocument/2006/relationships" id="256" r:id="R3df7f60beff84dc8"/>
  </p:sldIdLst>
  <p:sldSz cx="9258300" cy="3009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c4bc7149fd45a2" /><Relationship Type="http://schemas.openxmlformats.org/officeDocument/2006/relationships/slideMaster" Target="/ppt/slideMasters/slideMaster1.xml" Id="Rb3cb41b88f354f00" /><Relationship Type="http://schemas.openxmlformats.org/officeDocument/2006/relationships/notesMaster" Target="/ppt/notesMasters/notesMaster1.xml" Id="R3fb3b2ac330f4918" /><Relationship Type="http://schemas.openxmlformats.org/officeDocument/2006/relationships/presProps" Target="/ppt/presProps.xml" Id="R5dae6dd085f246b6" /><Relationship Type="http://schemas.openxmlformats.org/officeDocument/2006/relationships/tableStyles" Target="/ppt/tableStyles.xml" Id="R4a972d34d74a4da1" /><Relationship Type="http://schemas.openxmlformats.org/officeDocument/2006/relationships/slide" Target="/ppt/slides/slide1.xml" Id="R3df7f60beff84d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229e95498143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b0339739a24bbd" /><Relationship Type="http://schemas.openxmlformats.org/officeDocument/2006/relationships/notesMaster" Target="/ppt/notesMasters/notesMaster1.xml" Id="R415046a8c89749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"Transition State Clustering: Unsupervised Surgical Trajectory Segmentation for Robot Learning",</a:t>
            </a:r>
          </a:p>
          <a:p xmlns:a="http://schemas.openxmlformats.org/drawingml/2006/main">
            <a:r>
              <a:t>  "paper_url": "https://goldberg.berkeley.edu/pubs/krishnan-ijrr-submission-final.pdf",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5,</a:t>
            </a:r>
          </a:p>
          <a:p xmlns:a="http://schemas.openxmlformats.org/drawingml/2006/main">
            <a:r>
              <a:t>  "license": "License not verified; private authorized reference copy",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"d1c6f490ad32fca34a156f88700c815816d42a7938e55044ab39ad0ecfe802af",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51,</a:t>
            </a:r>
          </a:p>
          <a:p xmlns:a="http://schemas.openxmlformats.org/drawingml/2006/main">
            <a:r>
              <a:t>    598,</a:t>
            </a:r>
          </a:p>
          <a:p xmlns:a="http://schemas.openxmlformats.org/drawingml/2006/main">
            <a:r>
              <a:t>    294,</a:t>
            </a:r>
          </a:p>
          <a:p xmlns:a="http://schemas.openxmlformats.org/drawingml/2006/main">
            <a:r>
              <a:t>    677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"Original three probabilistic graphical models manually recreated from flattened source image. All12 node/title labels typeable;5 dependency arrows are native attached connectors and4diagonal arrows are exact circle-boundary native paths. Font metrics and subpixel line weights approximate source. No raster backdrop."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b4fb671b547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f395c4d6845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1316f9b744a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1d71afd4f4e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0b6acf63a4a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44c8f74a241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4C8614-B3C6-489F-AC9E-5E04DC468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1137073"/>
            <a:ext cx="7406640" cy="434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40417D-971A-4CEB-99AB-92314C1218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88745" y="1655445"/>
            <a:ext cx="6480810" cy="334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2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C8C936-F68C-4E0B-8538-8826191665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1254125"/>
            <a:ext cx="7406640" cy="50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0DE995-19D6-4187-8684-228C7D5C49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0779" y="234103"/>
            <a:ext cx="8216741" cy="367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6EE1BC-DAF1-4092-AC73-7261BA6642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0779" y="836083"/>
            <a:ext cx="8216741" cy="1872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033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1pPr>
            <a:lvl2pPr marL="23410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2pPr>
            <a:lvl3pPr marL="36787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3pPr>
            <a:lvl4pPr marL="50165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4pPr>
            <a:lvl5pPr marL="63542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5pPr>
            <a:lvl6pPr marL="76919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6pPr>
            <a:lvl7pPr marL="90297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7pPr>
            <a:lvl8pPr marL="103674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8pPr>
            <a:lvl9pPr marL="117051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41B792-FAF1-4F36-85D9-CD0AE3F210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0779" y="234103"/>
            <a:ext cx="8216741" cy="367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FB0904-124F-45B3-8DD5-A4EC932ADF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0779" y="836083"/>
            <a:ext cx="3819049" cy="1872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2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033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1pPr>
            <a:lvl2pPr marL="23410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2pPr>
            <a:lvl3pPr marL="36787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3pPr>
            <a:lvl4pPr marL="50165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4pPr>
            <a:lvl5pPr marL="63542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5pPr>
            <a:lvl6pPr marL="76919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6pPr>
            <a:lvl7pPr marL="90297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7pPr>
            <a:lvl8pPr marL="103674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8pPr>
            <a:lvl9pPr marL="117051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55DF35-F3AD-4BD8-90B8-9993F86FE7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18472" y="836083"/>
            <a:ext cx="3819049" cy="1872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2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033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1pPr>
            <a:lvl2pPr marL="23410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2pPr>
            <a:lvl3pPr marL="36787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3pPr>
            <a:lvl4pPr marL="50165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4pPr>
            <a:lvl5pPr marL="63542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5pPr>
            <a:lvl6pPr marL="76919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6pPr>
            <a:lvl7pPr marL="90297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7pPr>
            <a:lvl8pPr marL="103674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8pPr>
            <a:lvl9pPr marL="117051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452E79-C5FB-426E-844A-A3D018B72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0779" y="234103"/>
            <a:ext cx="8216741" cy="367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075758-47B4-4640-8212-569C344531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0779" y="836083"/>
            <a:ext cx="3819049" cy="1872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033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1pPr>
            <a:lvl2pPr marL="23410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2pPr>
            <a:lvl3pPr marL="36787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3pPr>
            <a:lvl4pPr marL="50165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4pPr>
            <a:lvl5pPr marL="63542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5pPr>
            <a:lvl6pPr marL="76919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6pPr>
            <a:lvl7pPr marL="902970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7pPr>
            <a:lvl8pPr marL="1036743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8pPr>
            <a:lvl9pPr marL="1170517" indent="-100330">
              <a:lnSpc>
                <a:spcPct val="110000"/>
              </a:lnSpc>
              <a:spcBef>
                <a:spcPts val="0"/>
              </a:spcBef>
              <a:spcAft>
                <a:spcPts val="5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792bc3dc92413d" /><Relationship Type="http://schemas.openxmlformats.org/officeDocument/2006/relationships/slideLayout" Target="/ppt/slideLayouts/slideLayout1.xml" Id="Rea560d82e32f4d93" /><Relationship Type="http://schemas.openxmlformats.org/officeDocument/2006/relationships/slideLayout" Target="/ppt/slideLayouts/slideLayout2.xml" Id="Re4f7cb33794e46e2" /><Relationship Type="http://schemas.openxmlformats.org/officeDocument/2006/relationships/slideLayout" Target="/ppt/slideLayouts/slideLayout3.xml" Id="R4faf773f457a42de" /><Relationship Type="http://schemas.openxmlformats.org/officeDocument/2006/relationships/slideLayout" Target="/ppt/slideLayouts/slideLayout4.xml" Id="Rab30551cd4be4be7" /><Relationship Type="http://schemas.openxmlformats.org/officeDocument/2006/relationships/slideLayout" Target="/ppt/slideLayouts/slideLayout5.xml" Id="R7b51b38c739c44ae" /><Relationship Type="http://schemas.openxmlformats.org/officeDocument/2006/relationships/slideLayout" Target="/ppt/slideLayouts/slideLayout6.xml" Id="Rf3f3e526cebc43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560d82e32f4d93"/>
    <p:sldLayoutId xmlns:r="http://schemas.openxmlformats.org/officeDocument/2006/relationships" id="2147483650" r:id="Re4f7cb33794e46e2"/>
    <p:sldLayoutId xmlns:r="http://schemas.openxmlformats.org/officeDocument/2006/relationships" id="2147483651" r:id="R4faf773f457a42de"/>
    <p:sldLayoutId xmlns:r="http://schemas.openxmlformats.org/officeDocument/2006/relationships" id="2147483652" r:id="Rab30551cd4be4be7"/>
    <p:sldLayoutId xmlns:r="http://schemas.openxmlformats.org/officeDocument/2006/relationships" id="2147483653" r:id="R7b51b38c739c44ae"/>
    <p:sldLayoutId xmlns:r="http://schemas.openxmlformats.org/officeDocument/2006/relationships" id="2147483654" r:id="Rf3f3e526cebc43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9dcedba014d74" /><Relationship Type="http://schemas.openxmlformats.org/officeDocument/2006/relationships/notesSlide" Target="/ppt/notesSlides/notesSlide1.xml" Id="R3d389d76578146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S">
            <a:extLst xmlns:a="http://schemas.openxmlformats.org/drawingml/2006/main">
              <a:ext uri="{FF2B5EF4-FFF2-40B4-BE49-F238E27FC236}">
                <a16:creationId xmlns:a16="http://schemas.microsoft.com/office/drawing/2014/main" id="{2DC4E189-78A4-41C3-8E56-ADA7017B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2" name="ax">
            <a:extLst xmlns:a="http://schemas.openxmlformats.org/drawingml/2006/main">
              <a:ext uri="{FF2B5EF4-FFF2-40B4-BE49-F238E27FC236}">
                <a16:creationId xmlns:a16="http://schemas.microsoft.com/office/drawing/2014/main" id="{107EAEE7-ED90-4D20-871C-51CE09A5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3" name="bS">
            <a:extLst xmlns:a="http://schemas.openxmlformats.org/drawingml/2006/main">
              <a:ext uri="{FF2B5EF4-FFF2-40B4-BE49-F238E27FC236}">
                <a16:creationId xmlns:a16="http://schemas.microsoft.com/office/drawing/2014/main" id="{B2BF1B20-907E-492C-903F-1394CF9F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85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4" name="bx">
            <a:extLst xmlns:a="http://schemas.openxmlformats.org/drawingml/2006/main">
              <a:ext uri="{FF2B5EF4-FFF2-40B4-BE49-F238E27FC236}">
                <a16:creationId xmlns:a16="http://schemas.microsoft.com/office/drawing/2014/main" id="{624C2A74-9DC8-433A-A98F-B56719EF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57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5" name="bt">
            <a:extLst xmlns:a="http://schemas.openxmlformats.org/drawingml/2006/main">
              <a:ext uri="{FF2B5EF4-FFF2-40B4-BE49-F238E27FC236}">
                <a16:creationId xmlns:a16="http://schemas.microsoft.com/office/drawing/2014/main" id="{220AE469-3F78-41DB-8431-13268DA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57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" name="cS">
            <a:extLst xmlns:a="http://schemas.openxmlformats.org/drawingml/2006/main">
              <a:ext uri="{FF2B5EF4-FFF2-40B4-BE49-F238E27FC236}">
                <a16:creationId xmlns:a16="http://schemas.microsoft.com/office/drawing/2014/main" id="{645E0F33-0BDA-4841-8A40-C5F4296F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85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7" name="cx">
            <a:extLst xmlns:a="http://schemas.openxmlformats.org/drawingml/2006/main">
              <a:ext uri="{FF2B5EF4-FFF2-40B4-BE49-F238E27FC236}">
                <a16:creationId xmlns:a16="http://schemas.microsoft.com/office/drawing/2014/main" id="{1DA7B9EF-52E4-41EB-AEE2-EEEADCF0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57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8" name="cv">
            <a:extLst xmlns:a="http://schemas.openxmlformats.org/drawingml/2006/main">
              <a:ext uri="{FF2B5EF4-FFF2-40B4-BE49-F238E27FC236}">
                <a16:creationId xmlns:a16="http://schemas.microsoft.com/office/drawing/2014/main" id="{965F446D-3461-4298-A0AC-C0FEE0E0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57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9" name="ct">
            <a:extLst xmlns:a="http://schemas.openxmlformats.org/drawingml/2006/main">
              <a:ext uri="{FF2B5EF4-FFF2-40B4-BE49-F238E27FC236}">
                <a16:creationId xmlns:a16="http://schemas.microsoft.com/office/drawing/2014/main" id="{D9C63AAB-1016-4E2C-B4A8-B8E127C2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0" name="title-a">
            <a:extLst xmlns:a="http://schemas.openxmlformats.org/drawingml/2006/main">
              <a:ext uri="{FF2B5EF4-FFF2-40B4-BE49-F238E27FC236}">
                <a16:creationId xmlns:a16="http://schemas.microsoft.com/office/drawing/2014/main" id="{67DEAB71-2F0A-4D3D-BD0D-DF0EB5E4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62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Time-Invariant</a:t>
            </a:r>
          </a:p>
        </p:txBody>
      </p:sp>
      <p:sp>
        <p:nvSpPr>
          <p:cNvPr id="11" name="title-b">
            <a:extLst xmlns:a="http://schemas.openxmlformats.org/drawingml/2006/main">
              <a:ext uri="{FF2B5EF4-FFF2-40B4-BE49-F238E27FC236}">
                <a16:creationId xmlns:a16="http://schemas.microsoft.com/office/drawing/2014/main" id="{681DF497-BF87-410C-9FA0-9B4703A4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6200"/>
            <a:ext cx="2152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Time-Varying</a:t>
            </a:r>
          </a:p>
        </p:txBody>
      </p:sp>
      <p:sp>
        <p:nvSpPr>
          <p:cNvPr id="12" name="title-c">
            <a:extLst xmlns:a="http://schemas.openxmlformats.org/drawingml/2006/main">
              <a:ext uri="{FF2B5EF4-FFF2-40B4-BE49-F238E27FC236}">
                <a16:creationId xmlns:a16="http://schemas.microsoft.com/office/drawing/2014/main" id="{7F7BFD80-32A0-48BA-8166-05FA8051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62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Multi-modal</a:t>
            </a:r>
          </a:p>
        </p:txBody>
      </p:sp>
      <p:sp>
        <p:nvSpPr>
          <p:cNvPr id="13" name="diag-bt">
            <a:extLst xmlns:a="http://schemas.openxmlformats.org/drawingml/2006/main">
              <a:ext uri="{FF2B5EF4-FFF2-40B4-BE49-F238E27FC236}">
                <a16:creationId xmlns:a16="http://schemas.microsoft.com/office/drawing/2014/main" id="{4AD7720D-B25C-4212-9C31-A93B01C1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258300" cy="3009900"/>
          </a:xfrm>
          <a:custGeom xmlns:a="http://schemas.openxmlformats.org/drawingml/2006/main">
            <a:pathLst>
              <a:path w="9258300" h="3009900">
                <a:moveTo>
                  <a:pt x="4667250" y="2057400"/>
                </a:moveTo>
                <a:lnTo>
                  <a:pt x="4053222" y="142931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11111"/>
            </a:solidFill>
            <a:prstDash val="solid"/>
          </a:ln>
        </p:spPr>
      </p:sp>
      <p:sp>
        <p:nvSpPr>
          <p:cNvPr id="14" name="head-bt">
            <a:extLst xmlns:a="http://schemas.openxmlformats.org/drawingml/2006/main">
              <a:ext uri="{FF2B5EF4-FFF2-40B4-BE49-F238E27FC236}">
                <a16:creationId xmlns:a16="http://schemas.microsoft.com/office/drawing/2014/main" id="{82A019DE-BC08-4872-80E5-93A3B9F2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258300" cy="3009900"/>
          </a:xfrm>
          <a:custGeom xmlns:a="http://schemas.openxmlformats.org/drawingml/2006/main">
            <a:pathLst>
              <a:path w="9258300" h="3009900">
                <a:moveTo>
                  <a:pt x="4053222" y="1429310"/>
                </a:moveTo>
                <a:lnTo>
                  <a:pt x="4139655" y="1499729"/>
                </a:lnTo>
                <a:lnTo>
                  <a:pt x="4074234" y="15388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5" name="diag-bx">
            <a:extLst xmlns:a="http://schemas.openxmlformats.org/drawingml/2006/main">
              <a:ext uri="{FF2B5EF4-FFF2-40B4-BE49-F238E27FC236}">
                <a16:creationId xmlns:a16="http://schemas.microsoft.com/office/drawing/2014/main" id="{0BD3EFC9-0602-4DA7-A2A6-57946B88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258300" cy="3009900"/>
          </a:xfrm>
          <a:custGeom xmlns:a="http://schemas.openxmlformats.org/drawingml/2006/main">
            <a:pathLst>
              <a:path w="9258300" h="3009900">
                <a:moveTo>
                  <a:pt x="3048000" y="2057400"/>
                </a:moveTo>
                <a:lnTo>
                  <a:pt x="3646526" y="1431405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11111"/>
            </a:solidFill>
            <a:prstDash val="solid"/>
          </a:ln>
        </p:spPr>
      </p:sp>
      <p:sp>
        <p:nvSpPr>
          <p:cNvPr id="16" name="head-bx">
            <a:extLst xmlns:a="http://schemas.openxmlformats.org/drawingml/2006/main">
              <a:ext uri="{FF2B5EF4-FFF2-40B4-BE49-F238E27FC236}">
                <a16:creationId xmlns:a16="http://schemas.microsoft.com/office/drawing/2014/main" id="{7AD26DD0-E4C8-4CB2-9C2F-23040FA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258300" cy="3009900"/>
          </a:xfrm>
          <a:custGeom xmlns:a="http://schemas.openxmlformats.org/drawingml/2006/main">
            <a:pathLst>
              <a:path w="9258300" h="3009900">
                <a:moveTo>
                  <a:pt x="3646526" y="1431405"/>
                </a:moveTo>
                <a:lnTo>
                  <a:pt x="3626643" y="1541105"/>
                </a:lnTo>
                <a:lnTo>
                  <a:pt x="3560823" y="150271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7" name="diag-ct">
            <a:extLst xmlns:a="http://schemas.openxmlformats.org/drawingml/2006/main">
              <a:ext uri="{FF2B5EF4-FFF2-40B4-BE49-F238E27FC236}">
                <a16:creationId xmlns:a16="http://schemas.microsoft.com/office/drawing/2014/main" id="{ACE62907-2737-45DA-854E-938CE299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258300" cy="3009900"/>
          </a:xfrm>
          <a:custGeom xmlns:a="http://schemas.openxmlformats.org/drawingml/2006/main">
            <a:pathLst>
              <a:path w="9258300" h="3009900">
                <a:moveTo>
                  <a:pt x="8782050" y="2057400"/>
                </a:moveTo>
                <a:lnTo>
                  <a:pt x="7607406" y="1359082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11111"/>
            </a:solidFill>
            <a:prstDash val="solid"/>
          </a:ln>
        </p:spPr>
      </p:sp>
      <p:sp>
        <p:nvSpPr>
          <p:cNvPr id="18" name="head-ct">
            <a:extLst xmlns:a="http://schemas.openxmlformats.org/drawingml/2006/main">
              <a:ext uri="{FF2B5EF4-FFF2-40B4-BE49-F238E27FC236}">
                <a16:creationId xmlns:a16="http://schemas.microsoft.com/office/drawing/2014/main" id="{C79614FA-6A95-442F-ABAC-34556316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258300" cy="3009900"/>
          </a:xfrm>
          <a:custGeom xmlns:a="http://schemas.openxmlformats.org/drawingml/2006/main">
            <a:pathLst>
              <a:path w="9258300" h="3009900">
                <a:moveTo>
                  <a:pt x="7607406" y="1359082"/>
                </a:moveTo>
                <a:lnTo>
                  <a:pt x="7709958" y="1402813"/>
                </a:lnTo>
                <a:lnTo>
                  <a:pt x="7657914" y="145847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19" name="diag-cx">
            <a:extLst xmlns:a="http://schemas.openxmlformats.org/drawingml/2006/main">
              <a:ext uri="{FF2B5EF4-FFF2-40B4-BE49-F238E27FC236}">
                <a16:creationId xmlns:a16="http://schemas.microsoft.com/office/drawing/2014/main" id="{23C898D5-38B7-46EC-A5E2-BCD469F8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258300" cy="3009900"/>
          </a:xfrm>
          <a:custGeom xmlns:a="http://schemas.openxmlformats.org/drawingml/2006/main">
            <a:pathLst>
              <a:path w="9258300" h="3009900">
                <a:moveTo>
                  <a:pt x="5886450" y="2057400"/>
                </a:moveTo>
                <a:lnTo>
                  <a:pt x="7026609" y="1362897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11111"/>
            </a:solidFill>
            <a:prstDash val="solid"/>
          </a:ln>
        </p:spPr>
      </p:sp>
      <p:sp>
        <p:nvSpPr>
          <p:cNvPr id="20" name="head-cx">
            <a:extLst xmlns:a="http://schemas.openxmlformats.org/drawingml/2006/main">
              <a:ext uri="{FF2B5EF4-FFF2-40B4-BE49-F238E27FC236}">
                <a16:creationId xmlns:a16="http://schemas.microsoft.com/office/drawing/2014/main" id="{5CFEF526-E1B6-4B1C-B938-9D8557EE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258300" cy="3009900"/>
          </a:xfrm>
          <a:custGeom xmlns:a="http://schemas.openxmlformats.org/drawingml/2006/main">
            <a:pathLst>
              <a:path w="9258300" h="3009900">
                <a:moveTo>
                  <a:pt x="7026609" y="1362897"/>
                </a:moveTo>
                <a:lnTo>
                  <a:pt x="6977411" y="1462942"/>
                </a:lnTo>
                <a:lnTo>
                  <a:pt x="6924640" y="140797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14288">
            <a:noFill/>
            <a:prstDash val="solid"/>
          </a:ln>
        </p:spPr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87120-3322-444C-AA4E-15DBB977E588}"/>
              </a:ext>
            </a:extLst>
          </p:cNvPr>
          <p:cNvCxnSpPr>
            <a:stCxn xmlns:a="http://schemas.openxmlformats.org/drawingml/2006/main" id="2" idx="0"/>
            <a:endCxn xmlns:a="http://schemas.openxmlformats.org/drawingml/2006/main" id="26" idx="4"/>
          </p:cNvCxnSpPr>
          <p:nvPr/>
        </p:nvCxnSpPr>
        <p:spPr>
          <a:xfrm xmlns:a="http://schemas.openxmlformats.org/drawingml/2006/main" flipV="1">
            <a:off x="1009650" y="14859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4DEC7-2725-4FDB-89F4-D439B0EB4485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3448050" y="24574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6555E-3066-49D3-B262-02F36F67D0BD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6" idx="4"/>
          </p:cNvCxnSpPr>
          <p:nvPr/>
        </p:nvCxnSpPr>
        <p:spPr>
          <a:xfrm xmlns:a="http://schemas.openxmlformats.org/drawingml/2006/main" flipV="1">
            <a:off x="7315200" y="14859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35F79-0FE3-43A1-92AA-530A65847DDD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6286500" y="24574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8FA4C-1893-4491-91F0-85EC9336D6B7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7715250" y="24574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61648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2026-10-09T20:39:56.2940000Z</dcterms:created>
  <dcterms:modified xsi:type="dcterms:W3CDTF">2026-10-09T20:39:56.2950000Z</dcterms:modified>
</coreProperties>
</file>