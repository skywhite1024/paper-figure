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aae1f383914981" /><Relationship Type="http://schemas.openxmlformats.org/officeDocument/2006/relationships/extended-properties" Target="/docProps/app.xml" Id="R3778df0cf3b345b7" /><Relationship Type="http://schemas.openxmlformats.org/officeDocument/2006/relationships/officeDocument" Target="/ppt/presentation.xml" Id="R979c55e7e93e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667e087f747b9"/>
  </p:sldMasterIdLst>
  <p:notesMasterIdLst>
    <p:notesMasterId xmlns:r="http://schemas.openxmlformats.org/officeDocument/2006/relationships" r:id="Ra1e51d5db5ff437e"/>
  </p:notesMasterIdLst>
  <p:sldIdLst>
    <p:sldId xmlns:r="http://schemas.openxmlformats.org/officeDocument/2006/relationships" id="256" r:id="Rb3e2bf10d75f416b"/>
  </p:sldIdLst>
  <p:sldSz cx="13716000" cy="781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775289a19c4b49" /><Relationship Type="http://schemas.openxmlformats.org/officeDocument/2006/relationships/slideMaster" Target="/ppt/slideMasters/slideMaster1.xml" Id="Rc14667e087f747b9" /><Relationship Type="http://schemas.openxmlformats.org/officeDocument/2006/relationships/notesMaster" Target="/ppt/notesMasters/notesMaster1.xml" Id="Ra1e51d5db5ff437e" /><Relationship Type="http://schemas.openxmlformats.org/officeDocument/2006/relationships/presProps" Target="/ppt/presProps.xml" Id="R6f01fd0917df445d" /><Relationship Type="http://schemas.openxmlformats.org/officeDocument/2006/relationships/tableStyles" Target="/ppt/tableStyles.xml" Id="Rcb8ad5e4fac346a2" /><Relationship Type="http://schemas.openxmlformats.org/officeDocument/2006/relationships/slide" Target="/ppt/slides/slide1.xml" Id="Rb3e2bf10d75f41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7207837183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a9dd5660514a53" /><Relationship Type="http://schemas.openxmlformats.org/officeDocument/2006/relationships/notesMaster" Target="/ppt/notesMasters/notesMaster1.xml" Id="Rc801715b10f149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"RDD: Retrieval-Based Demonstration Decomposer for Planner Alignment in Long-Horizon Tasks",</a:t>
            </a:r>
          </a:p>
          <a:p xmlns:a="http://schemas.openxmlformats.org/drawingml/2006/main">
            <a:r>
              <a:t>  "paper_url": "https://arxiv.org/pdf/2510.14968v1",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retrieval-based demonstration partition architecture. Source arrows, braces, encoder outlines and ordinary prose labels remain native. Seven projected robot observation images, two icons, and source mathematical formula/symbol assets remain individually raster; formulas are not live equations. Native freeform connectors do not have semantic endpoint attachment.",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"f3e2f02817b13118305ca649ff31713bc04d1c6be4374ebb104acaca4156daf3",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122,</a:t>
            </a:r>
          </a:p>
          <a:p xmlns:a="http://schemas.openxmlformats.org/drawingml/2006/main">
            <a:r>
              <a:t>    69,</a:t>
            </a:r>
          </a:p>
          <a:p xmlns:a="http://schemas.openxmlformats.org/drawingml/2006/main">
            <a:r>
              <a:t>    482,</a:t>
            </a:r>
          </a:p>
          <a:p xmlns:a="http://schemas.openxmlformats.org/drawingml/2006/main">
            <a:r>
              <a:t>    274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"126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64f6c6a894d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179eda52949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b14571cc14b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ac6924bca44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96602f91448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be45ffbd24b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BB6150-8281-4249-8BAA-4229DD3C7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50633"/>
            <a:ext cx="10972800" cy="1128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EFF5A5-25BB-4425-BDB5-E6C1BB09CC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95775"/>
            <a:ext cx="9601200" cy="867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2AD71A-1487-4483-9E25-FC88CE2B3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54375"/>
            <a:ext cx="10972800" cy="130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76981D-7453-423E-B6B9-39294B63B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7483"/>
            <a:ext cx="12172950" cy="95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1E89F8-4771-4619-AD10-41C0F98E6F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69583"/>
            <a:ext cx="121729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17AC94-9CD8-4CE8-BFC3-D3A59AF81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7483"/>
            <a:ext cx="12172950" cy="95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EF4751-3FDB-4F4F-A7E9-4EF1BE2837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69583"/>
            <a:ext cx="56578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810E14-FB60-414B-B358-BAAF41F8BF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69583"/>
            <a:ext cx="56578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A6A260-41D2-44B1-85E3-1458441FD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7483"/>
            <a:ext cx="12172950" cy="95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823E55-625B-48BD-84B8-2378EE69B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69583"/>
            <a:ext cx="5657850" cy="4859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97f6481d9f4f46" /><Relationship Type="http://schemas.openxmlformats.org/officeDocument/2006/relationships/slideLayout" Target="/ppt/slideLayouts/slideLayout1.xml" Id="R583f11154b4e41c0" /><Relationship Type="http://schemas.openxmlformats.org/officeDocument/2006/relationships/slideLayout" Target="/ppt/slideLayouts/slideLayout2.xml" Id="R33ed999aefb443e5" /><Relationship Type="http://schemas.openxmlformats.org/officeDocument/2006/relationships/slideLayout" Target="/ppt/slideLayouts/slideLayout3.xml" Id="R2c795a7755474a3c" /><Relationship Type="http://schemas.openxmlformats.org/officeDocument/2006/relationships/slideLayout" Target="/ppt/slideLayouts/slideLayout4.xml" Id="R69bc708e891c404d" /><Relationship Type="http://schemas.openxmlformats.org/officeDocument/2006/relationships/slideLayout" Target="/ppt/slideLayouts/slideLayout5.xml" Id="R42eb7bd375574202" /><Relationship Type="http://schemas.openxmlformats.org/officeDocument/2006/relationships/slideLayout" Target="/ppt/slideLayouts/slideLayout6.xml" Id="Rce0bc07abecc45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f11154b4e41c0"/>
    <p:sldLayoutId xmlns:r="http://schemas.openxmlformats.org/officeDocument/2006/relationships" id="2147483650" r:id="R33ed999aefb443e5"/>
    <p:sldLayoutId xmlns:r="http://schemas.openxmlformats.org/officeDocument/2006/relationships" id="2147483651" r:id="R2c795a7755474a3c"/>
    <p:sldLayoutId xmlns:r="http://schemas.openxmlformats.org/officeDocument/2006/relationships" id="2147483652" r:id="R69bc708e891c404d"/>
    <p:sldLayoutId xmlns:r="http://schemas.openxmlformats.org/officeDocument/2006/relationships" id="2147483653" r:id="R42eb7bd375574202"/>
    <p:sldLayoutId xmlns:r="http://schemas.openxmlformats.org/officeDocument/2006/relationships" id="2147483654" r:id="Rce0bc07abecc45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3c4df370946a5" /><Relationship Type="http://schemas.openxmlformats.org/officeDocument/2006/relationships/image" Target="/ppt/media/image.png" Id="Rcca767475aff4bec" /><Relationship Type="http://schemas.openxmlformats.org/officeDocument/2006/relationships/image" Target="/ppt/media/image2.png" Id="Rf8b1c58f4f37403e" /><Relationship Type="http://schemas.openxmlformats.org/officeDocument/2006/relationships/image" Target="/ppt/media/image3.png" Id="R0f0433348e844f11" /><Relationship Type="http://schemas.openxmlformats.org/officeDocument/2006/relationships/image" Target="/ppt/media/image4.png" Id="Ra5c3f76d98964f77" /><Relationship Type="http://schemas.openxmlformats.org/officeDocument/2006/relationships/image" Target="/ppt/media/image5.png" Id="Rfd2db294da1541d4" /><Relationship Type="http://schemas.openxmlformats.org/officeDocument/2006/relationships/image" Target="/ppt/media/image6.png" Id="R01375dfa405944ee" /><Relationship Type="http://schemas.openxmlformats.org/officeDocument/2006/relationships/image" Target="/ppt/media/image7.png" Id="R410e49a1391043b8" /><Relationship Type="http://schemas.openxmlformats.org/officeDocument/2006/relationships/image" Target="/ppt/media/image8.png" Id="Rcacb5faab61b4196" /><Relationship Type="http://schemas.openxmlformats.org/officeDocument/2006/relationships/image" Target="/ppt/media/image9.png" Id="R12f4b68084804b2b" /><Relationship Type="http://schemas.openxmlformats.org/officeDocument/2006/relationships/image" Target="/ppt/media/image10.png" Id="Re832b92683894dc0" /><Relationship Type="http://schemas.openxmlformats.org/officeDocument/2006/relationships/image" Target="/ppt/media/image11.png" Id="Rcb3baf098cea49f9" /><Relationship Type="http://schemas.openxmlformats.org/officeDocument/2006/relationships/image" Target="/ppt/media/image12.png" Id="R7be5c259c09f43f5" /><Relationship Type="http://schemas.openxmlformats.org/officeDocument/2006/relationships/image" Target="/ppt/media/image13.png" Id="R9d8afb22e210482d" /><Relationship Type="http://schemas.openxmlformats.org/officeDocument/2006/relationships/image" Target="/ppt/media/image14.png" Id="Ra3b9772bb33c43f7" /><Relationship Type="http://schemas.openxmlformats.org/officeDocument/2006/relationships/image" Target="/ppt/media/image15.png" Id="R0a8b60bff2d94fd8" /><Relationship Type="http://schemas.openxmlformats.org/officeDocument/2006/relationships/image" Target="/ppt/media/image16.png" Id="R75a6af8543464fe0" /><Relationship Type="http://schemas.openxmlformats.org/officeDocument/2006/relationships/image" Target="/ppt/media/image17.png" Id="R85b1e88781a2483a" /><Relationship Type="http://schemas.openxmlformats.org/officeDocument/2006/relationships/image" Target="/ppt/media/image18.png" Id="R6bae3b45ae8644e7" /><Relationship Type="http://schemas.openxmlformats.org/officeDocument/2006/relationships/image" Target="/ppt/media/image19.png" Id="R7475bb2c87534acd" /><Relationship Type="http://schemas.openxmlformats.org/officeDocument/2006/relationships/image" Target="/ppt/media/image20.png" Id="R80f450c6784b40f0" /><Relationship Type="http://schemas.openxmlformats.org/officeDocument/2006/relationships/image" Target="/ppt/media/image21.png" Id="R3ad7c91124274f6d" /><Relationship Type="http://schemas.openxmlformats.org/officeDocument/2006/relationships/image" Target="/ppt/media/image22.png" Id="R39c96965451f47a0" /><Relationship Type="http://schemas.openxmlformats.org/officeDocument/2006/relationships/image" Target="/ppt/media/image23.png" Id="R2aa08cf363e14faf" /><Relationship Type="http://schemas.openxmlformats.org/officeDocument/2006/relationships/image" Target="/ppt/media/image24.png" Id="R27492f4628c64568" /><Relationship Type="http://schemas.openxmlformats.org/officeDocument/2006/relationships/image" Target="/ppt/media/image25.png" Id="R011ae517ad1445df" /><Relationship Type="http://schemas.openxmlformats.org/officeDocument/2006/relationships/image" Target="/ppt/media/image26.png" Id="Rc71d1faa1e2b4ec2" /><Relationship Type="http://schemas.openxmlformats.org/officeDocument/2006/relationships/image" Target="/ppt/media/image27.png" Id="Rbf8ef0f5ff2d4c3e" /><Relationship Type="http://schemas.openxmlformats.org/officeDocument/2006/relationships/image" Target="/ppt/media/image28.png" Id="Red0a7bbcb22140ee" /><Relationship Type="http://schemas.openxmlformats.org/officeDocument/2006/relationships/image" Target="/ppt/media/image29.png" Id="Ra199a70826124b83" /><Relationship Type="http://schemas.openxmlformats.org/officeDocument/2006/relationships/image" Target="/ppt/media/image30.png" Id="R3ae274c341cc42cf" /><Relationship Type="http://schemas.openxmlformats.org/officeDocument/2006/relationships/image" Target="/ppt/media/image31.png" Id="Ra6e9cd6a9d444397" /><Relationship Type="http://schemas.openxmlformats.org/officeDocument/2006/relationships/image" Target="/ppt/media/image32.png" Id="R04381a97c7b24fb8" /><Relationship Type="http://schemas.openxmlformats.org/officeDocument/2006/relationships/image" Target="/ppt/media/image33.png" Id="R4557e8dfde224d9a" /><Relationship Type="http://schemas.openxmlformats.org/officeDocument/2006/relationships/image" Target="/ppt/media/image34.png" Id="R3137c6bc023f4a8c" /><Relationship Type="http://schemas.openxmlformats.org/officeDocument/2006/relationships/image" Target="/ppt/media/image35.png" Id="R9d790711ac9d46d6" /><Relationship Type="http://schemas.openxmlformats.org/officeDocument/2006/relationships/image" Target="/ppt/media/image36.png" Id="R1b36bc4af3e84010" /><Relationship Type="http://schemas.openxmlformats.org/officeDocument/2006/relationships/image" Target="/ppt/media/image37.png" Id="R30e379c10b7a4a6c" /><Relationship Type="http://schemas.openxmlformats.org/officeDocument/2006/relationships/image" Target="/ppt/media/image38.png" Id="R85a4d80aa63c41eb" /><Relationship Type="http://schemas.openxmlformats.org/officeDocument/2006/relationships/image" Target="/ppt/media/image39.png" Id="R8da8cc2755ef4012" /><Relationship Type="http://schemas.openxmlformats.org/officeDocument/2006/relationships/image" Target="/ppt/media/image40.png" Id="R2e94afff477d43a4" /><Relationship Type="http://schemas.openxmlformats.org/officeDocument/2006/relationships/notesSlide" Target="/ppt/notesSlides/notesSlide1.xml" Id="R01a2deede36243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pdf-path-2">
            <a:extLst xmlns:a="http://schemas.openxmlformats.org/drawingml/2006/main">
              <a:ext uri="{FF2B5EF4-FFF2-40B4-BE49-F238E27FC236}">
                <a16:creationId xmlns:a16="http://schemas.microsoft.com/office/drawing/2014/main" id="{7E14BF8D-55A0-4933-AAFE-9601E81F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0225" y="4005480"/>
            <a:ext cx="274100" cy="285852"/>
          </a:xfrm>
          <a:custGeom xmlns:a="http://schemas.openxmlformats.org/drawingml/2006/main">
            <a:pathLst>
              <a:path w="274100" h="285852">
                <a:moveTo>
                  <a:pt x="121246" y="0"/>
                </a:moveTo>
                <a:lnTo>
                  <a:pt x="152854" y="0"/>
                </a:lnTo>
                <a:lnTo>
                  <a:pt x="152854" y="128106"/>
                </a:lnTo>
                <a:lnTo>
                  <a:pt x="274100" y="128106"/>
                </a:lnTo>
                <a:lnTo>
                  <a:pt x="274100" y="157725"/>
                </a:lnTo>
                <a:lnTo>
                  <a:pt x="152854" y="157725"/>
                </a:lnTo>
                <a:lnTo>
                  <a:pt x="152854" y="285852"/>
                </a:lnTo>
                <a:lnTo>
                  <a:pt x="121246" y="285852"/>
                </a:lnTo>
                <a:lnTo>
                  <a:pt x="121246" y="157725"/>
                </a:lnTo>
                <a:lnTo>
                  <a:pt x="0" y="157725"/>
                </a:lnTo>
                <a:lnTo>
                  <a:pt x="0" y="128106"/>
                </a:lnTo>
                <a:lnTo>
                  <a:pt x="121246" y="128106"/>
                </a:lnTo>
                <a:lnTo>
                  <a:pt x="121246" y="0"/>
                </a:lnTo>
              </a:path>
            </a:pathLst>
          </a:custGeom>
          <a:solidFill xmlns:a="http://schemas.openxmlformats.org/drawingml/2006/main">
            <a:srgbClr val="B943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3-part-0">
            <a:extLst xmlns:a="http://schemas.openxmlformats.org/drawingml/2006/main">
              <a:ext uri="{FF2B5EF4-FFF2-40B4-BE49-F238E27FC236}">
                <a16:creationId xmlns:a16="http://schemas.microsoft.com/office/drawing/2014/main" id="{9CBBCAAB-345C-4362-9855-21A6CD3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296" y="2736510"/>
            <a:ext cx="3487091" cy="71197"/>
          </a:xfrm>
          <a:custGeom xmlns:a="http://schemas.openxmlformats.org/drawingml/2006/main">
            <a:pathLst>
              <a:path w="3487091" h="71197">
                <a:moveTo>
                  <a:pt x="0" y="0"/>
                </a:moveTo>
                <a:lnTo>
                  <a:pt x="3392163" y="0"/>
                </a:lnTo>
                <a:lnTo>
                  <a:pt x="3392163" y="28477"/>
                </a:lnTo>
                <a:lnTo>
                  <a:pt x="0" y="28477"/>
                </a:lnTo>
                <a:close/>
              </a:path>
            </a:pathLst>
          </a:custGeom>
          <a:solidFill xmlns:a="http://schemas.openxmlformats.org/drawingml/2006/main">
            <a:srgbClr val="A4F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-part-1">
            <a:extLst xmlns:a="http://schemas.openxmlformats.org/drawingml/2006/main">
              <a:ext uri="{FF2B5EF4-FFF2-40B4-BE49-F238E27FC236}">
                <a16:creationId xmlns:a16="http://schemas.microsoft.com/office/drawing/2014/main" id="{6D2D05E0-9763-46D7-9216-38C99DA1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296" y="2736510"/>
            <a:ext cx="3487091" cy="71197"/>
          </a:xfrm>
          <a:custGeom xmlns:a="http://schemas.openxmlformats.org/drawingml/2006/main">
            <a:pathLst>
              <a:path w="3487091" h="71197">
                <a:moveTo>
                  <a:pt x="3373180" y="-42720"/>
                </a:moveTo>
                <a:lnTo>
                  <a:pt x="3487091" y="14239"/>
                </a:lnTo>
                <a:lnTo>
                  <a:pt x="3373180" y="71197"/>
                </a:lnTo>
                <a:lnTo>
                  <a:pt x="3373180" y="-42720"/>
                </a:lnTo>
              </a:path>
            </a:pathLst>
          </a:custGeom>
          <a:solidFill xmlns:a="http://schemas.openxmlformats.org/drawingml/2006/main">
            <a:srgbClr val="A4F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-part-0">
            <a:extLst xmlns:a="http://schemas.openxmlformats.org/drawingml/2006/main">
              <a:ext uri="{FF2B5EF4-FFF2-40B4-BE49-F238E27FC236}">
                <a16:creationId xmlns:a16="http://schemas.microsoft.com/office/drawing/2014/main" id="{0236DF0C-0E5D-46DE-A84F-FBC2E658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302" y="7110707"/>
            <a:ext cx="2610467" cy="71197"/>
          </a:xfrm>
          <a:custGeom xmlns:a="http://schemas.openxmlformats.org/drawingml/2006/main">
            <a:pathLst>
              <a:path w="2610467" h="71197">
                <a:moveTo>
                  <a:pt x="0" y="0"/>
                </a:moveTo>
                <a:lnTo>
                  <a:pt x="2515544" y="0"/>
                </a:lnTo>
                <a:lnTo>
                  <a:pt x="2515544" y="28476"/>
                </a:lnTo>
                <a:lnTo>
                  <a:pt x="0" y="28476"/>
                </a:lnTo>
                <a:close/>
              </a:path>
            </a:pathLst>
          </a:custGeom>
          <a:solidFill xmlns:a="http://schemas.openxmlformats.org/drawingml/2006/main">
            <a:srgbClr val="BCE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4-part-1">
            <a:extLst xmlns:a="http://schemas.openxmlformats.org/drawingml/2006/main">
              <a:ext uri="{FF2B5EF4-FFF2-40B4-BE49-F238E27FC236}">
                <a16:creationId xmlns:a16="http://schemas.microsoft.com/office/drawing/2014/main" id="{3F2D4BFD-0B63-4CD5-B50A-18276A73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302" y="7110707"/>
            <a:ext cx="2610467" cy="71197"/>
          </a:xfrm>
          <a:custGeom xmlns:a="http://schemas.openxmlformats.org/drawingml/2006/main">
            <a:pathLst>
              <a:path w="2610467" h="71197">
                <a:moveTo>
                  <a:pt x="2496556" y="-42720"/>
                </a:moveTo>
                <a:lnTo>
                  <a:pt x="2610467" y="14239"/>
                </a:lnTo>
                <a:lnTo>
                  <a:pt x="2496556" y="71197"/>
                </a:lnTo>
                <a:lnTo>
                  <a:pt x="2496556" y="-42720"/>
                </a:lnTo>
              </a:path>
            </a:pathLst>
          </a:custGeom>
          <a:solidFill xmlns:a="http://schemas.openxmlformats.org/drawingml/2006/main">
            <a:srgbClr val="BCE2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E5F9C-E654-40E0-9013-D64429CDB3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767475aff4b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5535" y="5026905"/>
            <a:ext cx="1590617" cy="2738015"/>
          </a:xfrm>
          <a:prstGeom xmlns:a="http://schemas.openxmlformats.org/drawingml/2006/main" prst="rect">
            <a:avLst/>
          </a:prstGeom>
        </p:spPr>
      </p:pic>
      <p:sp>
        <p:nvSpPr>
          <p:cNvPr id="7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CA5D7E43-45A4-4060-94EE-DBD61167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5535" y="5026905"/>
            <a:ext cx="1590617" cy="273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E9F6D-5839-47F4-B415-2BA7E6254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1c58f4f3740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0881" y="4952345"/>
            <a:ext cx="1590617" cy="2742158"/>
          </a:xfrm>
          <a:prstGeom xmlns:a="http://schemas.openxmlformats.org/drawingml/2006/main" prst="rect">
            <a:avLst/>
          </a:prstGeom>
        </p:spPr>
      </p:pic>
      <p:sp>
        <p:nvSpPr>
          <p:cNvPr id="9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2DE29DD0-B176-466D-8826-E02FBA14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881" y="4952345"/>
            <a:ext cx="1590617" cy="2742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A5733-43F5-403E-9A39-924E25E1D5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433348e844f11"/>
          <a:srcRect xmlns:a="http://schemas.openxmlformats.org/drawingml/2006/main" l="0" t="227" r="0" b="2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2660" y="5084895"/>
            <a:ext cx="911296" cy="907149"/>
          </a:xfrm>
          <a:prstGeom xmlns:a="http://schemas.openxmlformats.org/drawingml/2006/main" prst="rect">
            <a:avLst/>
          </a:prstGeom>
        </p:spPr>
      </p:pic>
      <p:sp>
        <p:nvSpPr>
          <p:cNvPr id="11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BA5776F4-36A0-4DE6-84EC-2ABF1D33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2660" y="5084895"/>
            <a:ext cx="911296" cy="907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FD00B-17C7-424E-A46D-906A8DBA1B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3f76d98964f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1942" y="5217447"/>
            <a:ext cx="637901" cy="637901"/>
          </a:xfrm>
          <a:prstGeom xmlns:a="http://schemas.openxmlformats.org/drawingml/2006/main" prst="rect">
            <a:avLst/>
          </a:prstGeom>
        </p:spPr>
      </p:pic>
      <p:sp>
        <p:nvSpPr>
          <p:cNvPr id="13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DF9BC035-9637-4287-A1F6-D516FF79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1942" y="5217447"/>
            <a:ext cx="637901" cy="63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df-path-9">
            <a:extLst xmlns:a="http://schemas.openxmlformats.org/drawingml/2006/main">
              <a:ext uri="{FF2B5EF4-FFF2-40B4-BE49-F238E27FC236}">
                <a16:creationId xmlns:a16="http://schemas.microsoft.com/office/drawing/2014/main" id="{B7FF3643-7718-4479-9FDD-5F152A2E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3837" y="4989625"/>
            <a:ext cx="476357" cy="1213674"/>
          </a:xfrm>
          <a:custGeom xmlns:a="http://schemas.openxmlformats.org/drawingml/2006/main">
            <a:pathLst>
              <a:path w="476357" h="1213674">
                <a:moveTo>
                  <a:pt x="0" y="1213674"/>
                </a:moveTo>
                <a:lnTo>
                  <a:pt x="0" y="0"/>
                </a:lnTo>
                <a:lnTo>
                  <a:pt x="476357" y="242729"/>
                </a:lnTo>
                <a:lnTo>
                  <a:pt x="476357" y="970945"/>
                </a:lnTo>
                <a:lnTo>
                  <a:pt x="0" y="12136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6956">
            <a:solidFill>
              <a:srgbClr val="000000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73B95-AFFD-4C55-95B3-FC048C8078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db294da1541d4"/>
          <a:srcRect xmlns:a="http://schemas.openxmlformats.org/drawingml/2006/main" l="161" t="0" r="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7481" y="5345856"/>
            <a:ext cx="410441" cy="505351"/>
          </a:xfrm>
          <a:prstGeom xmlns:a="http://schemas.openxmlformats.org/drawingml/2006/main" prst="rect">
            <a:avLst/>
          </a:prstGeom>
        </p:spPr>
      </p:pic>
      <p:sp>
        <p:nvSpPr>
          <p:cNvPr id="16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6F75EB78-F92D-400B-B33A-1AF84833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7481" y="5345856"/>
            <a:ext cx="410441" cy="50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pdf-path-12">
            <a:extLst xmlns:a="http://schemas.openxmlformats.org/drawingml/2006/main">
              <a:ext uri="{FF2B5EF4-FFF2-40B4-BE49-F238E27FC236}">
                <a16:creationId xmlns:a16="http://schemas.microsoft.com/office/drawing/2014/main" id="{667427DC-524A-43FA-BD96-08B2C9D5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3837" y="6522250"/>
            <a:ext cx="476357" cy="1213674"/>
          </a:xfrm>
          <a:custGeom xmlns:a="http://schemas.openxmlformats.org/drawingml/2006/main">
            <a:pathLst>
              <a:path w="476357" h="1213674">
                <a:moveTo>
                  <a:pt x="0" y="1213674"/>
                </a:moveTo>
                <a:lnTo>
                  <a:pt x="0" y="0"/>
                </a:lnTo>
                <a:lnTo>
                  <a:pt x="476357" y="242729"/>
                </a:lnTo>
                <a:lnTo>
                  <a:pt x="476357" y="970946"/>
                </a:lnTo>
                <a:lnTo>
                  <a:pt x="0" y="12136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6956">
            <a:solidFill>
              <a:srgbClr val="000000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8ABFA-342D-426C-8D99-154E3CF73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75dfa405944ee"/>
          <a:srcRect xmlns:a="http://schemas.openxmlformats.org/drawingml/2006/main" l="137" t="0" r="1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7475" y="6874340"/>
            <a:ext cx="410645" cy="505353"/>
          </a:xfrm>
          <a:prstGeom xmlns:a="http://schemas.openxmlformats.org/drawingml/2006/main" prst="rect">
            <a:avLst/>
          </a:prstGeom>
        </p:spPr>
      </p:pic>
      <p:sp>
        <p:nvSpPr>
          <p:cNvPr id="19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BA6F6EDC-274E-41A4-BBBD-1DC33E0C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7475" y="6874340"/>
            <a:ext cx="410645" cy="50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pdf-path-15-part-0">
            <a:extLst xmlns:a="http://schemas.openxmlformats.org/drawingml/2006/main">
              <a:ext uri="{FF2B5EF4-FFF2-40B4-BE49-F238E27FC236}">
                <a16:creationId xmlns:a16="http://schemas.microsoft.com/office/drawing/2014/main" id="{BECB5DC8-CE71-40A3-9637-CE2B53D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8715" y="5586365"/>
            <a:ext cx="597558" cy="71197"/>
          </a:xfrm>
          <a:custGeom xmlns:a="http://schemas.openxmlformats.org/drawingml/2006/main">
            <a:pathLst>
              <a:path w="597558" h="71197">
                <a:moveTo>
                  <a:pt x="0" y="0"/>
                </a:moveTo>
                <a:lnTo>
                  <a:pt x="502657" y="0"/>
                </a:lnTo>
                <a:lnTo>
                  <a:pt x="502657" y="28477"/>
                </a:lnTo>
                <a:lnTo>
                  <a:pt x="0" y="28477"/>
                </a:lnTo>
                <a:close/>
              </a:path>
            </a:pathLst>
          </a:custGeom>
          <a:solidFill xmlns:a="http://schemas.openxmlformats.org/drawingml/2006/main">
            <a:srgbClr val="108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15-part-1">
            <a:extLst xmlns:a="http://schemas.openxmlformats.org/drawingml/2006/main">
              <a:ext uri="{FF2B5EF4-FFF2-40B4-BE49-F238E27FC236}">
                <a16:creationId xmlns:a16="http://schemas.microsoft.com/office/drawing/2014/main" id="{0D9A58DD-CB44-4D2B-BD7B-B777D831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8715" y="5586365"/>
            <a:ext cx="597558" cy="71197"/>
          </a:xfrm>
          <a:custGeom xmlns:a="http://schemas.openxmlformats.org/drawingml/2006/main">
            <a:pathLst>
              <a:path w="597558" h="71197">
                <a:moveTo>
                  <a:pt x="483647" y="-42720"/>
                </a:moveTo>
                <a:lnTo>
                  <a:pt x="597558" y="14238"/>
                </a:lnTo>
                <a:lnTo>
                  <a:pt x="483647" y="71197"/>
                </a:lnTo>
                <a:lnTo>
                  <a:pt x="483647" y="-42720"/>
                </a:lnTo>
              </a:path>
            </a:pathLst>
          </a:custGeom>
          <a:solidFill xmlns:a="http://schemas.openxmlformats.org/drawingml/2006/main">
            <a:srgbClr val="108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16">
            <a:extLst xmlns:a="http://schemas.openxmlformats.org/drawingml/2006/main">
              <a:ext uri="{FF2B5EF4-FFF2-40B4-BE49-F238E27FC236}">
                <a16:creationId xmlns:a16="http://schemas.microsoft.com/office/drawing/2014/main" id="{AAE7C462-540D-48D9-B6CB-08821D8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734" y="6387628"/>
            <a:ext cx="194685" cy="745602"/>
          </a:xfrm>
          <a:custGeom xmlns:a="http://schemas.openxmlformats.org/drawingml/2006/main">
            <a:pathLst>
              <a:path w="194685" h="745602">
                <a:moveTo>
                  <a:pt x="0" y="0"/>
                </a:moveTo>
                <a:lnTo>
                  <a:pt x="194685" y="0"/>
                </a:lnTo>
                <a:lnTo>
                  <a:pt x="194685" y="745602"/>
                </a:lnTo>
                <a:lnTo>
                  <a:pt x="0" y="745602"/>
                </a:lnTo>
                <a:close/>
              </a:path>
            </a:pathLst>
          </a:custGeom>
          <a:solidFill xmlns:a="http://schemas.openxmlformats.org/drawingml/2006/main">
            <a:srgbClr val="BCE2FF"/>
          </a:solidFill>
          <a:ln xmlns:a="http://schemas.openxmlformats.org/drawingml/2006/main" w="28478">
            <a:solidFill>
              <a:srgbClr val="000000"/>
            </a:solidFill>
            <a:prstDash val="solid"/>
          </a:ln>
        </p:spPr>
      </p:sp>
      <p:sp>
        <p:nvSpPr>
          <p:cNvPr id="23" name="pdf-path-18">
            <a:extLst xmlns:a="http://schemas.openxmlformats.org/drawingml/2006/main">
              <a:ext uri="{FF2B5EF4-FFF2-40B4-BE49-F238E27FC236}">
                <a16:creationId xmlns:a16="http://schemas.microsoft.com/office/drawing/2014/main" id="{F9FCEC23-452B-492F-995D-5D4C2106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734" y="5642026"/>
            <a:ext cx="194685" cy="745602"/>
          </a:xfrm>
          <a:custGeom xmlns:a="http://schemas.openxmlformats.org/drawingml/2006/main">
            <a:pathLst>
              <a:path w="194685" h="745602">
                <a:moveTo>
                  <a:pt x="0" y="0"/>
                </a:moveTo>
                <a:lnTo>
                  <a:pt x="194685" y="0"/>
                </a:lnTo>
                <a:lnTo>
                  <a:pt x="194685" y="745602"/>
                </a:lnTo>
                <a:lnTo>
                  <a:pt x="0" y="745602"/>
                </a:lnTo>
                <a:close/>
              </a:path>
            </a:pathLst>
          </a:custGeom>
          <a:solidFill xmlns:a="http://schemas.openxmlformats.org/drawingml/2006/main">
            <a:srgbClr val="1084D7"/>
          </a:solidFill>
          <a:ln xmlns:a="http://schemas.openxmlformats.org/drawingml/2006/main" w="28478">
            <a:solidFill>
              <a:srgbClr val="042433"/>
            </a:solidFill>
            <a:prstDash val="solid"/>
          </a:ln>
        </p:spPr>
      </p:sp>
      <p:sp>
        <p:nvSpPr>
          <p:cNvPr id="24" name="pdf-path-20-part-0">
            <a:extLst xmlns:a="http://schemas.openxmlformats.org/drawingml/2006/main">
              <a:ext uri="{FF2B5EF4-FFF2-40B4-BE49-F238E27FC236}">
                <a16:creationId xmlns:a16="http://schemas.microsoft.com/office/drawing/2014/main" id="{59B95D01-3BFC-4CAE-8438-77EB5C11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4842" y="5588437"/>
            <a:ext cx="687958" cy="426108"/>
          </a:xfrm>
          <a:custGeom xmlns:a="http://schemas.openxmlformats.org/drawingml/2006/main">
            <a:pathLst>
              <a:path w="687958" h="426108">
                <a:moveTo>
                  <a:pt x="14846" y="0"/>
                </a:moveTo>
                <a:lnTo>
                  <a:pt x="614260" y="364621"/>
                </a:lnTo>
                <a:lnTo>
                  <a:pt x="599480" y="388939"/>
                </a:lnTo>
                <a:lnTo>
                  <a:pt x="0" y="24334"/>
                </a:lnTo>
                <a:lnTo>
                  <a:pt x="14846" y="0"/>
                </a:lnTo>
              </a:path>
            </a:pathLst>
          </a:custGeom>
          <a:solidFill xmlns:a="http://schemas.openxmlformats.org/drawingml/2006/main">
            <a:srgbClr val="108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20-part-1">
            <a:extLst xmlns:a="http://schemas.openxmlformats.org/drawingml/2006/main">
              <a:ext uri="{FF2B5EF4-FFF2-40B4-BE49-F238E27FC236}">
                <a16:creationId xmlns:a16="http://schemas.microsoft.com/office/drawing/2014/main" id="{01049C7C-3585-4A7E-910D-B37D7C6B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4842" y="5588437"/>
            <a:ext cx="687958" cy="426108"/>
          </a:xfrm>
          <a:custGeom xmlns:a="http://schemas.openxmlformats.org/drawingml/2006/main">
            <a:pathLst>
              <a:path w="687958" h="426108">
                <a:moveTo>
                  <a:pt x="620213" y="318283"/>
                </a:moveTo>
                <a:lnTo>
                  <a:pt x="687958" y="426108"/>
                </a:lnTo>
                <a:lnTo>
                  <a:pt x="561036" y="415582"/>
                </a:lnTo>
                <a:lnTo>
                  <a:pt x="620213" y="318283"/>
                </a:lnTo>
              </a:path>
            </a:pathLst>
          </a:custGeom>
          <a:solidFill xmlns:a="http://schemas.openxmlformats.org/drawingml/2006/main">
            <a:srgbClr val="108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21-part-0">
            <a:extLst xmlns:a="http://schemas.openxmlformats.org/drawingml/2006/main">
              <a:ext uri="{FF2B5EF4-FFF2-40B4-BE49-F238E27FC236}">
                <a16:creationId xmlns:a16="http://schemas.microsoft.com/office/drawing/2014/main" id="{2DEDF83D-F695-48E5-ADEB-032AE0E5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5471" y="6760407"/>
            <a:ext cx="687329" cy="382102"/>
          </a:xfrm>
          <a:custGeom xmlns:a="http://schemas.openxmlformats.org/drawingml/2006/main">
            <a:pathLst>
              <a:path w="687329" h="382102">
                <a:moveTo>
                  <a:pt x="13586" y="382102"/>
                </a:moveTo>
                <a:lnTo>
                  <a:pt x="610698" y="57820"/>
                </a:lnTo>
                <a:lnTo>
                  <a:pt x="597107" y="32795"/>
                </a:lnTo>
                <a:lnTo>
                  <a:pt x="0" y="357071"/>
                </a:lnTo>
                <a:lnTo>
                  <a:pt x="13586" y="382102"/>
                </a:lnTo>
              </a:path>
            </a:pathLst>
          </a:custGeom>
          <a:solidFill xmlns:a="http://schemas.openxmlformats.org/drawingml/2006/main">
            <a:srgbClr val="BCE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1-part-1">
            <a:extLst xmlns:a="http://schemas.openxmlformats.org/drawingml/2006/main">
              <a:ext uri="{FF2B5EF4-FFF2-40B4-BE49-F238E27FC236}">
                <a16:creationId xmlns:a16="http://schemas.microsoft.com/office/drawing/2014/main" id="{DE009969-6AF2-496E-BDC5-C4FA93D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5471" y="6760407"/>
            <a:ext cx="687329" cy="382102"/>
          </a:xfrm>
          <a:custGeom xmlns:a="http://schemas.openxmlformats.org/drawingml/2006/main">
            <a:pathLst>
              <a:path w="687329" h="382102">
                <a:moveTo>
                  <a:pt x="614410" y="104417"/>
                </a:moveTo>
                <a:lnTo>
                  <a:pt x="687329" y="0"/>
                </a:lnTo>
                <a:lnTo>
                  <a:pt x="560041" y="4314"/>
                </a:lnTo>
                <a:lnTo>
                  <a:pt x="614410" y="104417"/>
                </a:lnTo>
              </a:path>
            </a:pathLst>
          </a:custGeom>
          <a:solidFill xmlns:a="http://schemas.openxmlformats.org/drawingml/2006/main">
            <a:srgbClr val="BCE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22">
            <a:extLst xmlns:a="http://schemas.openxmlformats.org/drawingml/2006/main">
              <a:ext uri="{FF2B5EF4-FFF2-40B4-BE49-F238E27FC236}">
                <a16:creationId xmlns:a16="http://schemas.microsoft.com/office/drawing/2014/main" id="{1BED8F92-9DC0-4D20-94A8-55A18D21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2659" y="4502912"/>
            <a:ext cx="1495345" cy="542633"/>
          </a:xfrm>
          <a:custGeom xmlns:a="http://schemas.openxmlformats.org/drawingml/2006/main">
            <a:pathLst>
              <a:path w="1495345" h="542633">
                <a:moveTo>
                  <a:pt x="0" y="542633"/>
                </a:moveTo>
                <a:cubicBezTo>
                  <a:pt x="0" y="392799"/>
                  <a:pt x="103682" y="271316"/>
                  <a:pt x="231556" y="271316"/>
                </a:cubicBezTo>
                <a:lnTo>
                  <a:pt x="516116" y="271316"/>
                </a:lnTo>
                <a:cubicBezTo>
                  <a:pt x="643990" y="271316"/>
                  <a:pt x="747673" y="149833"/>
                  <a:pt x="747673" y="0"/>
                </a:cubicBezTo>
                <a:cubicBezTo>
                  <a:pt x="747673" y="149833"/>
                  <a:pt x="851355" y="271316"/>
                  <a:pt x="979229" y="271316"/>
                </a:cubicBezTo>
                <a:lnTo>
                  <a:pt x="1263789" y="271316"/>
                </a:lnTo>
                <a:cubicBezTo>
                  <a:pt x="1391663" y="271316"/>
                  <a:pt x="1495345" y="392799"/>
                  <a:pt x="1495345" y="5426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0070C0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EE4B8-09E1-4B8E-A029-8E400E1AA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e49a1391043b8"/>
          <a:srcRect xmlns:a="http://schemas.openxmlformats.org/drawingml/2006/main" l="200" t="0" r="2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9303" y="3941640"/>
            <a:ext cx="629619" cy="559203"/>
          </a:xfrm>
          <a:prstGeom xmlns:a="http://schemas.openxmlformats.org/drawingml/2006/main" prst="rect">
            <a:avLst/>
          </a:prstGeom>
        </p:spPr>
      </p:pic>
      <p:sp>
        <p:nvSpPr>
          <p:cNvPr id="30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B6C6C7C1-13ED-4C2F-8607-11C4EBA4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9303" y="3941640"/>
            <a:ext cx="629619" cy="559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pdf-path-24">
            <a:extLst xmlns:a="http://schemas.openxmlformats.org/drawingml/2006/main">
              <a:ext uri="{FF2B5EF4-FFF2-40B4-BE49-F238E27FC236}">
                <a16:creationId xmlns:a16="http://schemas.microsoft.com/office/drawing/2014/main" id="{13050BD2-68FA-4435-B155-C88A2B1C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3301" y="3338945"/>
            <a:ext cx="1499489" cy="621335"/>
          </a:xfrm>
          <a:custGeom xmlns:a="http://schemas.openxmlformats.org/drawingml/2006/main">
            <a:pathLst>
              <a:path w="1499489" h="621335">
                <a:moveTo>
                  <a:pt x="1499489" y="0"/>
                </a:moveTo>
                <a:cubicBezTo>
                  <a:pt x="1499489" y="171577"/>
                  <a:pt x="1380767" y="310667"/>
                  <a:pt x="1234341" y="310667"/>
                </a:cubicBezTo>
                <a:lnTo>
                  <a:pt x="1014892" y="310667"/>
                </a:lnTo>
                <a:cubicBezTo>
                  <a:pt x="868466" y="310667"/>
                  <a:pt x="749745" y="449759"/>
                  <a:pt x="749745" y="621335"/>
                </a:cubicBezTo>
                <a:cubicBezTo>
                  <a:pt x="749745" y="449759"/>
                  <a:pt x="631022" y="310667"/>
                  <a:pt x="484597" y="310667"/>
                </a:cubicBezTo>
                <a:lnTo>
                  <a:pt x="265148" y="310667"/>
                </a:lnTo>
                <a:cubicBezTo>
                  <a:pt x="118723" y="310667"/>
                  <a:pt x="0" y="171577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4D9234"/>
            </a:solidFill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F9CF3-4D7C-43F7-AB57-4FAE86EAC5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b5faab61b4196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7900" y="6513965"/>
            <a:ext cx="3293061" cy="430792"/>
          </a:xfrm>
          <a:prstGeom xmlns:a="http://schemas.openxmlformats.org/drawingml/2006/main" prst="rect">
            <a:avLst/>
          </a:prstGeom>
        </p:spPr>
      </p:pic>
      <p:sp>
        <p:nvSpPr>
          <p:cNvPr id="33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717B444D-5692-42D8-83E5-B04B7029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7900" y="6513965"/>
            <a:ext cx="3293061" cy="430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df-path-26">
            <a:extLst xmlns:a="http://schemas.openxmlformats.org/drawingml/2006/main">
              <a:ext uri="{FF2B5EF4-FFF2-40B4-BE49-F238E27FC236}">
                <a16:creationId xmlns:a16="http://schemas.microsoft.com/office/drawing/2014/main" id="{C160167C-F324-4AF3-8F5B-BC09392E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734" y="1238833"/>
            <a:ext cx="194685" cy="749744"/>
          </a:xfrm>
          <a:custGeom xmlns:a="http://schemas.openxmlformats.org/drawingml/2006/main">
            <a:pathLst>
              <a:path w="194685" h="749744">
                <a:moveTo>
                  <a:pt x="0" y="0"/>
                </a:moveTo>
                <a:lnTo>
                  <a:pt x="194685" y="0"/>
                </a:lnTo>
                <a:lnTo>
                  <a:pt x="194685" y="749744"/>
                </a:lnTo>
                <a:lnTo>
                  <a:pt x="0" y="7497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28478">
            <a:solidFill>
              <a:srgbClr val="000000"/>
            </a:solidFill>
            <a:prstDash val="solid"/>
          </a:ln>
        </p:spPr>
      </p:sp>
      <p:sp>
        <p:nvSpPr>
          <p:cNvPr id="35" name="pdf-path-28">
            <a:extLst xmlns:a="http://schemas.openxmlformats.org/drawingml/2006/main">
              <a:ext uri="{FF2B5EF4-FFF2-40B4-BE49-F238E27FC236}">
                <a16:creationId xmlns:a16="http://schemas.microsoft.com/office/drawing/2014/main" id="{24227F2E-A222-473F-97FB-ECFC466C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734" y="1988577"/>
            <a:ext cx="194685" cy="745602"/>
          </a:xfrm>
          <a:custGeom xmlns:a="http://schemas.openxmlformats.org/drawingml/2006/main">
            <a:pathLst>
              <a:path w="194685" h="745602">
                <a:moveTo>
                  <a:pt x="0" y="0"/>
                </a:moveTo>
                <a:lnTo>
                  <a:pt x="194685" y="0"/>
                </a:lnTo>
                <a:lnTo>
                  <a:pt x="194685" y="745602"/>
                </a:lnTo>
                <a:lnTo>
                  <a:pt x="0" y="745602"/>
                </a:lnTo>
                <a:close/>
              </a:path>
            </a:pathLst>
          </a:custGeom>
          <a:solidFill xmlns:a="http://schemas.openxmlformats.org/drawingml/2006/main">
            <a:srgbClr val="A4F187"/>
          </a:solidFill>
          <a:ln xmlns:a="http://schemas.openxmlformats.org/drawingml/2006/main" w="28478">
            <a:solidFill>
              <a:srgbClr val="042433"/>
            </a:solidFill>
            <a:prstDash val="solid"/>
          </a:ln>
        </p:spPr>
      </p:sp>
      <p:sp>
        <p:nvSpPr>
          <p:cNvPr id="36" name="pdf-path-30">
            <a:extLst xmlns:a="http://schemas.openxmlformats.org/drawingml/2006/main">
              <a:ext uri="{FF2B5EF4-FFF2-40B4-BE49-F238E27FC236}">
                <a16:creationId xmlns:a16="http://schemas.microsoft.com/office/drawing/2014/main" id="{D97C0963-9AB1-49C9-88DE-55CC37ED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8984" y="611285"/>
            <a:ext cx="476356" cy="1213674"/>
          </a:xfrm>
          <a:custGeom xmlns:a="http://schemas.openxmlformats.org/drawingml/2006/main">
            <a:pathLst>
              <a:path w="476356" h="1213674">
                <a:moveTo>
                  <a:pt x="0" y="1213674"/>
                </a:moveTo>
                <a:lnTo>
                  <a:pt x="0" y="0"/>
                </a:lnTo>
                <a:lnTo>
                  <a:pt x="476356" y="242729"/>
                </a:lnTo>
                <a:lnTo>
                  <a:pt x="476356" y="970945"/>
                </a:lnTo>
                <a:lnTo>
                  <a:pt x="0" y="12136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6956">
            <a:solidFill>
              <a:srgbClr val="000000"/>
            </a:solidFill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8F5351-048D-42CE-B320-29716AD84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4b68084804b2b"/>
          <a:srcRect xmlns:a="http://schemas.openxmlformats.org/drawingml/2006/main" l="0" t="156" r="0" b="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9735" y="967517"/>
            <a:ext cx="413061" cy="505352"/>
          </a:xfrm>
          <a:prstGeom xmlns:a="http://schemas.openxmlformats.org/drawingml/2006/main" prst="rect">
            <a:avLst/>
          </a:prstGeom>
        </p:spPr>
      </p:pic>
      <p:sp>
        <p:nvSpPr>
          <p:cNvPr id="38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7CFDC5BB-A991-4361-9250-95143E4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9735" y="967517"/>
            <a:ext cx="413061" cy="505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pdf-path-33">
            <a:extLst xmlns:a="http://schemas.openxmlformats.org/drawingml/2006/main">
              <a:ext uri="{FF2B5EF4-FFF2-40B4-BE49-F238E27FC236}">
                <a16:creationId xmlns:a16="http://schemas.microsoft.com/office/drawing/2014/main" id="{7120C099-83A6-4937-8D03-55AD88E9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8984" y="2143911"/>
            <a:ext cx="476356" cy="1213674"/>
          </a:xfrm>
          <a:custGeom xmlns:a="http://schemas.openxmlformats.org/drawingml/2006/main">
            <a:pathLst>
              <a:path w="476356" h="1213674">
                <a:moveTo>
                  <a:pt x="0" y="1213674"/>
                </a:moveTo>
                <a:lnTo>
                  <a:pt x="0" y="0"/>
                </a:lnTo>
                <a:lnTo>
                  <a:pt x="476356" y="242729"/>
                </a:lnTo>
                <a:lnTo>
                  <a:pt x="476356" y="970945"/>
                </a:lnTo>
                <a:lnTo>
                  <a:pt x="0" y="12136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6956">
            <a:solidFill>
              <a:srgbClr val="000000"/>
            </a:solidFill>
            <a:prstDash val="solid"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9E6A3C-59B6-47E8-9623-80A3DEDE7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2b92683894dc0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9704" y="2496001"/>
            <a:ext cx="413320" cy="505352"/>
          </a:xfrm>
          <a:prstGeom xmlns:a="http://schemas.openxmlformats.org/drawingml/2006/main" prst="rect">
            <a:avLst/>
          </a:prstGeom>
        </p:spPr>
      </p:pic>
      <p:sp>
        <p:nvSpPr>
          <p:cNvPr id="41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5A698EB2-A2FF-4955-A2FE-AFEC49B1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9704" y="2496001"/>
            <a:ext cx="413320" cy="505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pdf-path-36-part-0">
            <a:extLst xmlns:a="http://schemas.openxmlformats.org/drawingml/2006/main">
              <a:ext uri="{FF2B5EF4-FFF2-40B4-BE49-F238E27FC236}">
                <a16:creationId xmlns:a16="http://schemas.microsoft.com/office/drawing/2014/main" id="{5A888026-7BAA-4AC7-A77D-07F2CE9D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1274" y="1208026"/>
            <a:ext cx="1447086" cy="71197"/>
          </a:xfrm>
          <a:custGeom xmlns:a="http://schemas.openxmlformats.org/drawingml/2006/main">
            <a:pathLst>
              <a:path w="1447086" h="71197">
                <a:moveTo>
                  <a:pt x="0" y="0"/>
                </a:moveTo>
                <a:lnTo>
                  <a:pt x="1352179" y="0"/>
                </a:lnTo>
                <a:lnTo>
                  <a:pt x="1352179" y="28476"/>
                </a:lnTo>
                <a:lnTo>
                  <a:pt x="0" y="28476"/>
                </a:lnTo>
                <a:close/>
              </a:path>
            </a:pathLst>
          </a:custGeom>
          <a:solidFill xmlns:a="http://schemas.openxmlformats.org/drawingml/2006/main">
            <a:srgbClr val="4D92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36-part-1">
            <a:extLst xmlns:a="http://schemas.openxmlformats.org/drawingml/2006/main">
              <a:ext uri="{FF2B5EF4-FFF2-40B4-BE49-F238E27FC236}">
                <a16:creationId xmlns:a16="http://schemas.microsoft.com/office/drawing/2014/main" id="{A19DDCE1-BB5E-41E9-8912-ACCC61BF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1274" y="1208026"/>
            <a:ext cx="1447086" cy="71197"/>
          </a:xfrm>
          <a:custGeom xmlns:a="http://schemas.openxmlformats.org/drawingml/2006/main">
            <a:pathLst>
              <a:path w="1447086" h="71197">
                <a:moveTo>
                  <a:pt x="1333174" y="-42720"/>
                </a:moveTo>
                <a:lnTo>
                  <a:pt x="1447086" y="14238"/>
                </a:lnTo>
                <a:lnTo>
                  <a:pt x="1333174" y="71197"/>
                </a:lnTo>
                <a:lnTo>
                  <a:pt x="1333174" y="-42720"/>
                </a:lnTo>
              </a:path>
            </a:pathLst>
          </a:custGeom>
          <a:solidFill xmlns:a="http://schemas.openxmlformats.org/drawingml/2006/main">
            <a:srgbClr val="4D923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324FB7-DA6E-4AF6-9956-6475C1707C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baf098cea49f9"/>
          <a:srcRect xmlns:a="http://schemas.openxmlformats.org/drawingml/2006/main" l="107" t="0" r="1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42737" y="1795964"/>
            <a:ext cx="857440" cy="463927"/>
          </a:xfrm>
          <a:prstGeom xmlns:a="http://schemas.openxmlformats.org/drawingml/2006/main" prst="rect">
            <a:avLst/>
          </a:prstGeom>
        </p:spPr>
      </p:pic>
      <p:sp>
        <p:nvSpPr>
          <p:cNvPr id="45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0D08CFD9-C6F6-424F-9882-2E52FE6B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2737" y="1795964"/>
            <a:ext cx="857440" cy="463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pdf-path-38-part-0">
            <a:extLst xmlns:a="http://schemas.openxmlformats.org/drawingml/2006/main">
              <a:ext uri="{FF2B5EF4-FFF2-40B4-BE49-F238E27FC236}">
                <a16:creationId xmlns:a16="http://schemas.microsoft.com/office/drawing/2014/main" id="{F4A6CE2D-37C3-4796-B93A-1618A958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4518" y="2261965"/>
            <a:ext cx="186184" cy="3929619"/>
          </a:xfrm>
          <a:custGeom xmlns:a="http://schemas.openxmlformats.org/drawingml/2006/main">
            <a:pathLst>
              <a:path w="186184" h="3929619">
                <a:moveTo>
                  <a:pt x="105494" y="170848"/>
                </a:moveTo>
                <a:lnTo>
                  <a:pt x="109184" y="3758750"/>
                </a:lnTo>
                <a:lnTo>
                  <a:pt x="80685" y="3758794"/>
                </a:lnTo>
                <a:lnTo>
                  <a:pt x="76995" y="170887"/>
                </a:lnTo>
                <a:lnTo>
                  <a:pt x="105494" y="170848"/>
                </a:lnTo>
              </a:path>
            </a:pathLst>
          </a:custGeom>
          <a:solidFill xmlns:a="http://schemas.openxmlformats.org/drawingml/2006/main">
            <a:srgbClr val="7D0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38-part-1">
            <a:extLst xmlns:a="http://schemas.openxmlformats.org/drawingml/2006/main">
              <a:ext uri="{FF2B5EF4-FFF2-40B4-BE49-F238E27FC236}">
                <a16:creationId xmlns:a16="http://schemas.microsoft.com/office/drawing/2014/main" id="{1ABEC78D-B8F6-478C-8BB4-4DD2070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4518" y="2261965"/>
            <a:ext cx="186184" cy="3929619"/>
          </a:xfrm>
          <a:custGeom xmlns:a="http://schemas.openxmlformats.org/drawingml/2006/main">
            <a:pathLst>
              <a:path w="186184" h="3929619">
                <a:moveTo>
                  <a:pt x="-3646" y="189963"/>
                </a:moveTo>
                <a:lnTo>
                  <a:pt x="91084" y="0"/>
                </a:lnTo>
                <a:lnTo>
                  <a:pt x="186184" y="189764"/>
                </a:lnTo>
                <a:lnTo>
                  <a:pt x="-3646" y="189963"/>
                </a:lnTo>
              </a:path>
            </a:pathLst>
          </a:custGeom>
          <a:solidFill xmlns:a="http://schemas.openxmlformats.org/drawingml/2006/main">
            <a:srgbClr val="7D0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38-part-2">
            <a:extLst xmlns:a="http://schemas.openxmlformats.org/drawingml/2006/main">
              <a:ext uri="{FF2B5EF4-FFF2-40B4-BE49-F238E27FC236}">
                <a16:creationId xmlns:a16="http://schemas.microsoft.com/office/drawing/2014/main" id="{69747D7D-0096-4073-BFB0-1E813795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4518" y="2261965"/>
            <a:ext cx="186184" cy="3929619"/>
          </a:xfrm>
          <a:custGeom xmlns:a="http://schemas.openxmlformats.org/drawingml/2006/main">
            <a:pathLst>
              <a:path w="186184" h="3929619">
                <a:moveTo>
                  <a:pt x="189829" y="3739679"/>
                </a:moveTo>
                <a:lnTo>
                  <a:pt x="95100" y="3929619"/>
                </a:lnTo>
                <a:lnTo>
                  <a:pt x="0" y="3739855"/>
                </a:lnTo>
                <a:lnTo>
                  <a:pt x="189829" y="3739679"/>
                </a:lnTo>
              </a:path>
            </a:pathLst>
          </a:custGeom>
          <a:solidFill xmlns:a="http://schemas.openxmlformats.org/drawingml/2006/main">
            <a:srgbClr val="7D0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39-part-0">
            <a:extLst xmlns:a="http://schemas.openxmlformats.org/drawingml/2006/main">
              <a:ext uri="{FF2B5EF4-FFF2-40B4-BE49-F238E27FC236}">
                <a16:creationId xmlns:a16="http://schemas.microsoft.com/office/drawing/2014/main" id="{2903320F-DB4A-4BCD-BF7E-BC56C1B7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0994" y="4122628"/>
            <a:ext cx="1718209" cy="192978"/>
          </a:xfrm>
          <a:custGeom xmlns:a="http://schemas.openxmlformats.org/drawingml/2006/main">
            <a:pathLst>
              <a:path w="1718209" h="192978">
                <a:moveTo>
                  <a:pt x="170908" y="112332"/>
                </a:moveTo>
                <a:lnTo>
                  <a:pt x="1547383" y="109117"/>
                </a:lnTo>
                <a:lnTo>
                  <a:pt x="1547316" y="80641"/>
                </a:lnTo>
                <a:lnTo>
                  <a:pt x="170826" y="83855"/>
                </a:lnTo>
                <a:lnTo>
                  <a:pt x="170908" y="112332"/>
                </a:lnTo>
              </a:path>
            </a:pathLst>
          </a:custGeom>
          <a:solidFill xmlns:a="http://schemas.openxmlformats.org/drawingml/2006/main">
            <a:srgbClr val="7D0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39-part-1">
            <a:extLst xmlns:a="http://schemas.openxmlformats.org/drawingml/2006/main">
              <a:ext uri="{FF2B5EF4-FFF2-40B4-BE49-F238E27FC236}">
                <a16:creationId xmlns:a16="http://schemas.microsoft.com/office/drawing/2014/main" id="{FE1AD756-C58C-42E8-9E29-14D6C67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0994" y="4122628"/>
            <a:ext cx="1718209" cy="192978"/>
          </a:xfrm>
          <a:custGeom xmlns:a="http://schemas.openxmlformats.org/drawingml/2006/main">
            <a:pathLst>
              <a:path w="1718209" h="192978">
                <a:moveTo>
                  <a:pt x="189636" y="3126"/>
                </a:moveTo>
                <a:lnTo>
                  <a:pt x="0" y="98485"/>
                </a:lnTo>
                <a:lnTo>
                  <a:pt x="190066" y="192978"/>
                </a:lnTo>
                <a:lnTo>
                  <a:pt x="189636" y="3126"/>
                </a:lnTo>
              </a:path>
            </a:pathLst>
          </a:custGeom>
          <a:solidFill xmlns:a="http://schemas.openxmlformats.org/drawingml/2006/main">
            <a:srgbClr val="7D0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39-part-2">
            <a:extLst xmlns:a="http://schemas.openxmlformats.org/drawingml/2006/main">
              <a:ext uri="{FF2B5EF4-FFF2-40B4-BE49-F238E27FC236}">
                <a16:creationId xmlns:a16="http://schemas.microsoft.com/office/drawing/2014/main" id="{E1D18A49-E98E-479B-B8E9-5B0BE41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0994" y="4122628"/>
            <a:ext cx="1718209" cy="192978"/>
          </a:xfrm>
          <a:custGeom xmlns:a="http://schemas.openxmlformats.org/drawingml/2006/main">
            <a:pathLst>
              <a:path w="1718209" h="192978">
                <a:moveTo>
                  <a:pt x="1528572" y="189852"/>
                </a:moveTo>
                <a:lnTo>
                  <a:pt x="1718209" y="94492"/>
                </a:lnTo>
                <a:lnTo>
                  <a:pt x="1528136" y="0"/>
                </a:lnTo>
                <a:lnTo>
                  <a:pt x="1528572" y="189852"/>
                </a:lnTo>
              </a:path>
            </a:pathLst>
          </a:custGeom>
          <a:solidFill xmlns:a="http://schemas.openxmlformats.org/drawingml/2006/main">
            <a:srgbClr val="7D0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40-part-0">
            <a:extLst xmlns:a="http://schemas.openxmlformats.org/drawingml/2006/main">
              <a:ext uri="{FF2B5EF4-FFF2-40B4-BE49-F238E27FC236}">
                <a16:creationId xmlns:a16="http://schemas.microsoft.com/office/drawing/2014/main" id="{92B268F9-5F46-464B-9446-DEFD8BB3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0487" y="1209816"/>
            <a:ext cx="712894" cy="404215"/>
          </a:xfrm>
          <a:custGeom xmlns:a="http://schemas.openxmlformats.org/drawingml/2006/main">
            <a:pathLst>
              <a:path w="712894" h="404215">
                <a:moveTo>
                  <a:pt x="13850" y="0"/>
                </a:moveTo>
                <a:lnTo>
                  <a:pt x="636804" y="345705"/>
                </a:lnTo>
                <a:lnTo>
                  <a:pt x="622997" y="370603"/>
                </a:lnTo>
                <a:lnTo>
                  <a:pt x="0" y="24898"/>
                </a:lnTo>
                <a:lnTo>
                  <a:pt x="13850" y="0"/>
                </a:lnTo>
              </a:path>
            </a:pathLst>
          </a:custGeom>
          <a:solidFill xmlns:a="http://schemas.openxmlformats.org/drawingml/2006/main">
            <a:srgbClr val="4D92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40-part-1">
            <a:extLst xmlns:a="http://schemas.openxmlformats.org/drawingml/2006/main">
              <a:ext uri="{FF2B5EF4-FFF2-40B4-BE49-F238E27FC236}">
                <a16:creationId xmlns:a16="http://schemas.microsoft.com/office/drawing/2014/main" id="{9371D9FD-6ACD-4AB5-AC1B-43D3A1BC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0487" y="1209816"/>
            <a:ext cx="712894" cy="404215"/>
          </a:xfrm>
          <a:custGeom xmlns:a="http://schemas.openxmlformats.org/drawingml/2006/main">
            <a:pathLst>
              <a:path w="712894" h="404215">
                <a:moveTo>
                  <a:pt x="640947" y="299147"/>
                </a:moveTo>
                <a:lnTo>
                  <a:pt x="712894" y="404215"/>
                </a:lnTo>
                <a:lnTo>
                  <a:pt x="585628" y="398754"/>
                </a:lnTo>
                <a:lnTo>
                  <a:pt x="640947" y="299147"/>
                </a:lnTo>
              </a:path>
            </a:pathLst>
          </a:custGeom>
          <a:solidFill xmlns:a="http://schemas.openxmlformats.org/drawingml/2006/main">
            <a:srgbClr val="4D92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41-part-0">
            <a:extLst xmlns:a="http://schemas.openxmlformats.org/drawingml/2006/main">
              <a:ext uri="{FF2B5EF4-FFF2-40B4-BE49-F238E27FC236}">
                <a16:creationId xmlns:a16="http://schemas.microsoft.com/office/drawing/2014/main" id="{A8760E65-DB2F-4246-98F3-2F561BA4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0508" y="2361379"/>
            <a:ext cx="712873" cy="404210"/>
          </a:xfrm>
          <a:custGeom xmlns:a="http://schemas.openxmlformats.org/drawingml/2006/main">
            <a:pathLst>
              <a:path w="712873" h="404210">
                <a:moveTo>
                  <a:pt x="13807" y="404210"/>
                </a:moveTo>
                <a:lnTo>
                  <a:pt x="636783" y="58510"/>
                </a:lnTo>
                <a:lnTo>
                  <a:pt x="622953" y="33612"/>
                </a:lnTo>
                <a:lnTo>
                  <a:pt x="0" y="379318"/>
                </a:lnTo>
                <a:lnTo>
                  <a:pt x="13807" y="404210"/>
                </a:lnTo>
              </a:path>
            </a:pathLst>
          </a:custGeom>
          <a:solidFill xmlns:a="http://schemas.openxmlformats.org/drawingml/2006/main">
            <a:srgbClr val="A4F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41-part-1">
            <a:extLst xmlns:a="http://schemas.openxmlformats.org/drawingml/2006/main">
              <a:ext uri="{FF2B5EF4-FFF2-40B4-BE49-F238E27FC236}">
                <a16:creationId xmlns:a16="http://schemas.microsoft.com/office/drawing/2014/main" id="{020A3236-5154-4235-9B50-100AF2D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0508" y="2361379"/>
            <a:ext cx="712873" cy="404210"/>
          </a:xfrm>
          <a:custGeom xmlns:a="http://schemas.openxmlformats.org/drawingml/2006/main">
            <a:pathLst>
              <a:path w="712873" h="404210">
                <a:moveTo>
                  <a:pt x="640903" y="105063"/>
                </a:moveTo>
                <a:lnTo>
                  <a:pt x="712873" y="0"/>
                </a:lnTo>
                <a:lnTo>
                  <a:pt x="585628" y="5479"/>
                </a:lnTo>
                <a:lnTo>
                  <a:pt x="640903" y="105063"/>
                </a:lnTo>
              </a:path>
            </a:pathLst>
          </a:custGeom>
          <a:solidFill xmlns:a="http://schemas.openxmlformats.org/drawingml/2006/main">
            <a:srgbClr val="A4F18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121928-1D75-4E39-9FA3-064A48FC7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5c259c09f43f5"/>
          <a:srcRect xmlns:a="http://schemas.openxmlformats.org/drawingml/2006/main" l="341" t="0" r="3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0327" y="6418695"/>
            <a:ext cx="393513" cy="546772"/>
          </a:xfrm>
          <a:prstGeom xmlns:a="http://schemas.openxmlformats.org/drawingml/2006/main" prst="rect">
            <a:avLst/>
          </a:prstGeom>
        </p:spPr>
      </p:pic>
      <p:sp>
        <p:nvSpPr>
          <p:cNvPr id="57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577D0F85-F368-4F69-9029-15A247BF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0327" y="6418695"/>
            <a:ext cx="393513" cy="546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F49FC0-05A0-4512-9A8E-1326094C0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afb22e210482d"/>
          <a:srcRect xmlns:a="http://schemas.openxmlformats.org/drawingml/2006/main" l="178" t="0" r="1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59307" y="6149449"/>
            <a:ext cx="824305" cy="538492"/>
          </a:xfrm>
          <a:prstGeom xmlns:a="http://schemas.openxmlformats.org/drawingml/2006/main" prst="rect">
            <a:avLst/>
          </a:prstGeom>
        </p:spPr>
      </p:pic>
      <p:sp>
        <p:nvSpPr>
          <p:cNvPr id="59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CE638814-BE19-4C40-B252-68EF7883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9307" y="6149449"/>
            <a:ext cx="824305" cy="53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pdf-path-44">
            <a:extLst xmlns:a="http://schemas.openxmlformats.org/drawingml/2006/main">
              <a:ext uri="{FF2B5EF4-FFF2-40B4-BE49-F238E27FC236}">
                <a16:creationId xmlns:a16="http://schemas.microsoft.com/office/drawing/2014/main" id="{B1F7FBAF-42BD-4D19-BE6E-A9EDFB3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9719" y="3646487"/>
            <a:ext cx="2994486" cy="566061"/>
          </a:xfrm>
          <a:custGeom xmlns:a="http://schemas.openxmlformats.org/drawingml/2006/main">
            <a:pathLst>
              <a:path w="2994486" h="566061">
                <a:moveTo>
                  <a:pt x="1144" y="566061"/>
                </a:moveTo>
                <a:lnTo>
                  <a:pt x="0" y="566061"/>
                </a:lnTo>
                <a:lnTo>
                  <a:pt x="0" y="0"/>
                </a:lnTo>
                <a:lnTo>
                  <a:pt x="2994486" y="0"/>
                </a:lnTo>
                <a:lnTo>
                  <a:pt x="2994486" y="330362"/>
                </a:ln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7D0C71"/>
            </a:solidFill>
            <a:prstDash val="solid"/>
          </a:ln>
        </p:spPr>
      </p:sp>
      <p:sp>
        <p:nvSpPr>
          <p:cNvPr id="61" name="pdf-path-45">
            <a:extLst xmlns:a="http://schemas.openxmlformats.org/drawingml/2006/main">
              <a:ext uri="{FF2B5EF4-FFF2-40B4-BE49-F238E27FC236}">
                <a16:creationId xmlns:a16="http://schemas.microsoft.com/office/drawing/2014/main" id="{F5A27AF5-4883-49F1-BA77-1E1638DE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5777" y="4279232"/>
            <a:ext cx="1158378" cy="95"/>
          </a:xfrm>
          <a:custGeom xmlns:a="http://schemas.openxmlformats.org/drawingml/2006/main">
            <a:pathLst>
              <a:path w="1158378" h="95">
                <a:moveTo>
                  <a:pt x="0" y="0"/>
                </a:moveTo>
                <a:lnTo>
                  <a:pt x="11583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7D0C71"/>
            </a:solidFill>
            <a:prstDash val="solid"/>
          </a:ln>
        </p:spPr>
      </p:sp>
      <p:sp>
        <p:nvSpPr>
          <p:cNvPr id="62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3FE42A24-0AE0-43D0-B9A0-BFF9393C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6750" y="4526503"/>
            <a:ext cx="916928" cy="343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7" b="1" i="1">
                <a:solidFill>
                  <a:srgbClr val="7D0C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7" b="1" i="1">
                <a:solidFill>
                  <a:srgbClr val="7D0C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7" b="1" i="1">
                <a:solidFill>
                  <a:srgbClr val="7D0C71"/>
                </a:solidFill>
                <a:latin typeface="Times New Roman"/>
                <a:ea typeface="Times New Roman"/>
                <a:cs typeface="Times New Roman"/>
              </a:rPr>
              <a:t>Eq.3.6</a:t>
            </a:r>
          </a:p>
        </p:txBody>
      </p:sp>
      <p:sp>
        <p:nvSpPr>
          <p:cNvPr id="6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8846EB4B-B7F9-40B9-8366-CF574CF0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0096" y="5070347"/>
            <a:ext cx="1330246" cy="265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Visuomotor</a:t>
            </a:r>
          </a:p>
        </p:txBody>
      </p:sp>
      <p:sp>
        <p:nvSpPr>
          <p:cNvPr id="64" name="pdf-text-1-1">
            <a:extLst xmlns:a="http://schemas.openxmlformats.org/drawingml/2006/main">
              <a:ext uri="{FF2B5EF4-FFF2-40B4-BE49-F238E27FC236}">
                <a16:creationId xmlns:a16="http://schemas.microsoft.com/office/drawing/2014/main" id="{B9442201-69DB-4A23-A206-09534A71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7806" y="5389300"/>
            <a:ext cx="758460" cy="265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 </a:t>
            </a:r>
          </a:p>
        </p:txBody>
      </p:sp>
      <p:sp>
        <p:nvSpPr>
          <p:cNvPr id="65" name="pdf-text-1-2">
            <a:extLst xmlns:a="http://schemas.openxmlformats.org/drawingml/2006/main">
              <a:ext uri="{FF2B5EF4-FFF2-40B4-BE49-F238E27FC236}">
                <a16:creationId xmlns:a16="http://schemas.microsoft.com/office/drawing/2014/main" id="{1B250897-3761-4E44-84F7-5B85FAB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2237" y="5708252"/>
            <a:ext cx="1401866" cy="265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Set</a:t>
            </a:r>
          </a:p>
        </p:txBody>
      </p:sp>
      <p:sp>
        <p:nvSpPr>
          <p:cNvPr id="66" name="pdf-path-48">
            <a:extLst xmlns:a="http://schemas.openxmlformats.org/drawingml/2006/main">
              <a:ext uri="{FF2B5EF4-FFF2-40B4-BE49-F238E27FC236}">
                <a16:creationId xmlns:a16="http://schemas.microsoft.com/office/drawing/2014/main" id="{EA543614-7386-4F73-AF0D-4857CD9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5514" y="2198881"/>
            <a:ext cx="482896" cy="94774"/>
          </a:xfrm>
          <a:custGeom xmlns:a="http://schemas.openxmlformats.org/drawingml/2006/main">
            <a:pathLst>
              <a:path w="482896" h="94774">
                <a:moveTo>
                  <a:pt x="400394" y="0"/>
                </a:moveTo>
                <a:lnTo>
                  <a:pt x="482896" y="0"/>
                </a:lnTo>
                <a:lnTo>
                  <a:pt x="482896" y="94774"/>
                </a:lnTo>
                <a:lnTo>
                  <a:pt x="400394" y="94774"/>
                </a:lnTo>
                <a:close/>
                <a:moveTo>
                  <a:pt x="200185" y="0"/>
                </a:moveTo>
                <a:lnTo>
                  <a:pt x="282711" y="0"/>
                </a:lnTo>
                <a:lnTo>
                  <a:pt x="282711" y="94774"/>
                </a:lnTo>
                <a:lnTo>
                  <a:pt x="200185" y="94774"/>
                </a:lnTo>
                <a:close/>
                <a:moveTo>
                  <a:pt x="0" y="0"/>
                </a:moveTo>
                <a:lnTo>
                  <a:pt x="82525" y="0"/>
                </a:lnTo>
                <a:lnTo>
                  <a:pt x="82525" y="94774"/>
                </a:lnTo>
                <a:lnTo>
                  <a:pt x="0" y="9477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E4BCA4-3A91-423C-8ED5-391B6BA49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9772bb33c43f7"/>
          <a:srcRect xmlns:a="http://schemas.openxmlformats.org/drawingml/2006/main" l="0" t="67" r="0" b="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74518" y="3825658"/>
            <a:ext cx="666895" cy="712462"/>
          </a:xfrm>
          <a:prstGeom xmlns:a="http://schemas.openxmlformats.org/drawingml/2006/main" prst="rect">
            <a:avLst/>
          </a:prstGeom>
        </p:spPr>
      </p:pic>
      <p:sp>
        <p:nvSpPr>
          <p:cNvPr id="68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4935BBCB-F3FB-4B6C-BC19-7AB5551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4518" y="3825658"/>
            <a:ext cx="666895" cy="712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D9F501-CEBE-48F6-A9B1-7E0A02D4B5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b60bff2d94fd8"/>
          <a:srcRect xmlns:a="http://schemas.openxmlformats.org/drawingml/2006/main" l="0" t="272" r="0" b="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9" y="3937497"/>
            <a:ext cx="1023128" cy="559201"/>
          </a:xfrm>
          <a:prstGeom xmlns:a="http://schemas.openxmlformats.org/drawingml/2006/main" prst="rect">
            <a:avLst/>
          </a:prstGeom>
        </p:spPr>
      </p:pic>
      <p:sp>
        <p:nvSpPr>
          <p:cNvPr id="70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B9F64EFF-BBC5-461E-B53F-2C88EAE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9" y="3937497"/>
            <a:ext cx="1023128" cy="559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pdf-path-51">
            <a:extLst xmlns:a="http://schemas.openxmlformats.org/drawingml/2006/main">
              <a:ext uri="{FF2B5EF4-FFF2-40B4-BE49-F238E27FC236}">
                <a16:creationId xmlns:a16="http://schemas.microsoft.com/office/drawing/2014/main" id="{92315294-FF56-4562-9CD2-029070CD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4013" y="4217098"/>
            <a:ext cx="448355" cy="4015"/>
          </a:xfrm>
          <a:custGeom xmlns:a="http://schemas.openxmlformats.org/drawingml/2006/main">
            <a:pathLst>
              <a:path w="448355" h="4015">
                <a:moveTo>
                  <a:pt x="0" y="0"/>
                </a:moveTo>
                <a:lnTo>
                  <a:pt x="448355" y="4015"/>
                </a:ln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4D9234"/>
            </a:solidFill>
            <a:prstDash val="solid"/>
          </a:ln>
        </p:spPr>
      </p:sp>
      <p:sp>
        <p:nvSpPr>
          <p:cNvPr id="72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46AD2EA6-EBB0-42B4-BE6C-674B2D9E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845" y="4451942"/>
            <a:ext cx="916928" cy="343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7" b="1" i="1">
                <a:solidFill>
                  <a:srgbClr val="B943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7" b="1" i="1">
                <a:solidFill>
                  <a:srgbClr val="B943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7" b="1" i="1">
                <a:solidFill>
                  <a:srgbClr val="B94306"/>
                </a:solidFill>
                <a:latin typeface="Times New Roman"/>
                <a:ea typeface="Times New Roman"/>
                <a:cs typeface="Times New Roman"/>
              </a:rPr>
              <a:t>Eq.3.3</a:t>
            </a:r>
          </a:p>
        </p:txBody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571815-9660-4E3E-A8D7-1BF20FDED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6af8543464fe0"/>
          <a:srcRect xmlns:a="http://schemas.openxmlformats.org/drawingml/2006/main" l="0" t="388" r="0" b="3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9647" y="6538820"/>
            <a:ext cx="695891" cy="372801"/>
          </a:xfrm>
          <a:prstGeom xmlns:a="http://schemas.openxmlformats.org/drawingml/2006/main" prst="rect">
            <a:avLst/>
          </a:prstGeom>
        </p:spPr>
      </p:pic>
      <p:sp>
        <p:nvSpPr>
          <p:cNvPr id="74" name="pdf-source-image-15">
            <a:extLst xmlns:a="http://schemas.openxmlformats.org/drawingml/2006/main">
              <a:ext uri="{FF2B5EF4-FFF2-40B4-BE49-F238E27FC236}">
                <a16:creationId xmlns:a16="http://schemas.microsoft.com/office/drawing/2014/main" id="{6D0F7CBE-3798-4660-AEB9-F5B4FD9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9647" y="6538820"/>
            <a:ext cx="695891" cy="372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C716AB-E593-4C51-9865-DEB86B2CC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e88781a2483a"/>
          <a:srcRect xmlns:a="http://schemas.openxmlformats.org/drawingml/2006/main" l="87" t="0" r="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9321" y="3974778"/>
            <a:ext cx="1648609" cy="542634"/>
          </a:xfrm>
          <a:prstGeom xmlns:a="http://schemas.openxmlformats.org/drawingml/2006/main" prst="rect">
            <a:avLst/>
          </a:prstGeom>
        </p:spPr>
      </p:pic>
      <p:sp>
        <p:nvSpPr>
          <p:cNvPr id="76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C8D14F1F-B405-4928-8B44-D5AB7EE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9321" y="3974778"/>
            <a:ext cx="1648609" cy="542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02636E-ADC3-431F-95DD-C0706BF9B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e3b45ae8644e7"/>
          <a:srcRect xmlns:a="http://schemas.openxmlformats.org/drawingml/2006/main" l="0" t="378" r="0" b="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22577" y="3978920"/>
            <a:ext cx="381085" cy="521920"/>
          </a:xfrm>
          <a:prstGeom xmlns:a="http://schemas.openxmlformats.org/drawingml/2006/main" prst="rect">
            <a:avLst/>
          </a:prstGeom>
        </p:spPr>
      </p:pic>
      <p:sp>
        <p:nvSpPr>
          <p:cNvPr id="78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0374E92F-77D1-480D-8379-D61B2283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2577" y="3978920"/>
            <a:ext cx="381085" cy="52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EAA56A-272A-472B-BC45-0EA7F364C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5bb2c87534acd"/>
          <a:srcRect xmlns:a="http://schemas.openxmlformats.org/drawingml/2006/main" l="0" t="261" r="0" b="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1072" y="4049338"/>
            <a:ext cx="372802" cy="430791"/>
          </a:xfrm>
          <a:prstGeom xmlns:a="http://schemas.openxmlformats.org/drawingml/2006/main" prst="rect">
            <a:avLst/>
          </a:prstGeom>
        </p:spPr>
      </p:pic>
      <p:sp>
        <p:nvSpPr>
          <p:cNvPr id="80" name="pdf-source-image-18">
            <a:extLst xmlns:a="http://schemas.openxmlformats.org/drawingml/2006/main">
              <a:ext uri="{FF2B5EF4-FFF2-40B4-BE49-F238E27FC236}">
                <a16:creationId xmlns:a16="http://schemas.microsoft.com/office/drawing/2014/main" id="{8F87321D-3158-4069-A2FD-F688BEB7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1072" y="4049338"/>
            <a:ext cx="372802" cy="430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54317C-F105-47F7-A284-305A7F2FC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450c6784b40f0"/>
          <a:srcRect xmlns:a="http://schemas.openxmlformats.org/drawingml/2006/main" l="0" t="397" r="0" b="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4456" y="3958208"/>
            <a:ext cx="434933" cy="501210"/>
          </a:xfrm>
          <a:prstGeom xmlns:a="http://schemas.openxmlformats.org/drawingml/2006/main" prst="rect">
            <a:avLst/>
          </a:prstGeom>
        </p:spPr>
      </p:pic>
      <p:sp>
        <p:nvSpPr>
          <p:cNvPr id="82" name="pdf-source-image-19">
            <a:extLst xmlns:a="http://schemas.openxmlformats.org/drawingml/2006/main">
              <a:ext uri="{FF2B5EF4-FFF2-40B4-BE49-F238E27FC236}">
                <a16:creationId xmlns:a16="http://schemas.microsoft.com/office/drawing/2014/main" id="{B3BC7F32-986F-4696-BEE4-2258FDE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4456" y="3958208"/>
            <a:ext cx="434933" cy="50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1F3197-F0DB-45BD-9D7A-34823AD19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7c91124274f6d"/>
          <a:srcRect xmlns:a="http://schemas.openxmlformats.org/drawingml/2006/main" l="315" t="0" r="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5397" y="126645"/>
            <a:ext cx="3404915" cy="439074"/>
          </a:xfrm>
          <a:prstGeom xmlns:a="http://schemas.openxmlformats.org/drawingml/2006/main" prst="rect">
            <a:avLst/>
          </a:prstGeom>
        </p:spPr>
      </p:pic>
      <p:sp>
        <p:nvSpPr>
          <p:cNvPr id="84" name="pdf-source-image-20">
            <a:extLst xmlns:a="http://schemas.openxmlformats.org/drawingml/2006/main">
              <a:ext uri="{FF2B5EF4-FFF2-40B4-BE49-F238E27FC236}">
                <a16:creationId xmlns:a16="http://schemas.microsoft.com/office/drawing/2014/main" id="{1D77DC5A-C773-4706-B77E-478E8235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5397" y="126645"/>
            <a:ext cx="3404915" cy="43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E16F0A-D568-42F4-9C13-CAC082D0CA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96965451f47a0"/>
          <a:srcRect xmlns:a="http://schemas.openxmlformats.org/drawingml/2006/main" l="107" t="0" r="1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7955" y="134929"/>
            <a:ext cx="857440" cy="463927"/>
          </a:xfrm>
          <a:prstGeom xmlns:a="http://schemas.openxmlformats.org/drawingml/2006/main" prst="rect">
            <a:avLst/>
          </a:prstGeom>
        </p:spPr>
      </p:pic>
      <p:sp>
        <p:nvSpPr>
          <p:cNvPr id="86" name="pdf-source-image-21">
            <a:extLst xmlns:a="http://schemas.openxmlformats.org/drawingml/2006/main">
              <a:ext uri="{FF2B5EF4-FFF2-40B4-BE49-F238E27FC236}">
                <a16:creationId xmlns:a16="http://schemas.microsoft.com/office/drawing/2014/main" id="{6DA296E8-20E7-499C-914F-30373BEE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955" y="134929"/>
            <a:ext cx="857440" cy="463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2B9875B-B215-48FC-A9EF-AB8DB2E9C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08cf363e14f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2236" y="615428"/>
            <a:ext cx="1590617" cy="2738015"/>
          </a:xfrm>
          <a:prstGeom xmlns:a="http://schemas.openxmlformats.org/drawingml/2006/main" prst="rect">
            <a:avLst/>
          </a:prstGeom>
        </p:spPr>
      </p:pic>
      <p:sp>
        <p:nvSpPr>
          <p:cNvPr id="88" name="pdf-source-image-22">
            <a:extLst xmlns:a="http://schemas.openxmlformats.org/drawingml/2006/main">
              <a:ext uri="{FF2B5EF4-FFF2-40B4-BE49-F238E27FC236}">
                <a16:creationId xmlns:a16="http://schemas.microsoft.com/office/drawing/2014/main" id="{895CED04-F611-4FF9-9DC4-82D5E452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2236" y="615428"/>
            <a:ext cx="1590617" cy="273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408BA1-76F1-46FA-92CB-8E0912586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92f4628c645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1723" y="656850"/>
            <a:ext cx="1590617" cy="2742158"/>
          </a:xfrm>
          <a:prstGeom xmlns:a="http://schemas.openxmlformats.org/drawingml/2006/main" prst="rect">
            <a:avLst/>
          </a:prstGeom>
        </p:spPr>
      </p:pic>
      <p:sp>
        <p:nvSpPr>
          <p:cNvPr id="90" name="pdf-source-image-23">
            <a:extLst xmlns:a="http://schemas.openxmlformats.org/drawingml/2006/main">
              <a:ext uri="{FF2B5EF4-FFF2-40B4-BE49-F238E27FC236}">
                <a16:creationId xmlns:a16="http://schemas.microsoft.com/office/drawing/2014/main" id="{009D7267-D566-4360-A881-A1858DA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1723" y="656850"/>
            <a:ext cx="1590617" cy="2742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A02ABE-AD75-4B2E-9A4D-771CE83B5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ae517ad1445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244" y="619570"/>
            <a:ext cx="1590617" cy="2738015"/>
          </a:xfrm>
          <a:prstGeom xmlns:a="http://schemas.openxmlformats.org/drawingml/2006/main" prst="rect">
            <a:avLst/>
          </a:prstGeom>
        </p:spPr>
      </p:pic>
      <p:sp>
        <p:nvSpPr>
          <p:cNvPr id="92" name="pdf-source-image-24">
            <a:extLst xmlns:a="http://schemas.openxmlformats.org/drawingml/2006/main">
              <a:ext uri="{FF2B5EF4-FFF2-40B4-BE49-F238E27FC236}">
                <a16:creationId xmlns:a16="http://schemas.microsoft.com/office/drawing/2014/main" id="{500940EB-BB0D-4400-A6B0-F9EF4F6C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44" y="619570"/>
            <a:ext cx="1590617" cy="273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17B8CEB-3E5D-40E8-8689-DD2347A46D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d1faa1e2b4e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9585" y="619570"/>
            <a:ext cx="1590617" cy="2738015"/>
          </a:xfrm>
          <a:prstGeom xmlns:a="http://schemas.openxmlformats.org/drawingml/2006/main" prst="rect">
            <a:avLst/>
          </a:prstGeom>
        </p:spPr>
      </p:pic>
      <p:sp>
        <p:nvSpPr>
          <p:cNvPr id="94" name="pdf-source-image-25">
            <a:extLst xmlns:a="http://schemas.openxmlformats.org/drawingml/2006/main">
              <a:ext uri="{FF2B5EF4-FFF2-40B4-BE49-F238E27FC236}">
                <a16:creationId xmlns:a16="http://schemas.microsoft.com/office/drawing/2014/main" id="{81B88AFB-40EF-4D59-B0FC-F3AF5042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9585" y="619570"/>
            <a:ext cx="1590617" cy="273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8EDB13B-A5EE-48D5-9D16-DD283D8A6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ef0f5ff2d4c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7358" y="603001"/>
            <a:ext cx="1590617" cy="2742158"/>
          </a:xfrm>
          <a:prstGeom xmlns:a="http://schemas.openxmlformats.org/drawingml/2006/main" prst="rect">
            <a:avLst/>
          </a:prstGeom>
        </p:spPr>
      </p:pic>
      <p:sp>
        <p:nvSpPr>
          <p:cNvPr id="96" name="pdf-source-image-26">
            <a:extLst xmlns:a="http://schemas.openxmlformats.org/drawingml/2006/main">
              <a:ext uri="{FF2B5EF4-FFF2-40B4-BE49-F238E27FC236}">
                <a16:creationId xmlns:a16="http://schemas.microsoft.com/office/drawing/2014/main" id="{475EFE18-12A7-4309-A481-2C6A839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7358" y="603001"/>
            <a:ext cx="1590617" cy="2742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pdf-path-65">
            <a:extLst xmlns:a="http://schemas.openxmlformats.org/drawingml/2006/main">
              <a:ext uri="{FF2B5EF4-FFF2-40B4-BE49-F238E27FC236}">
                <a16:creationId xmlns:a16="http://schemas.microsoft.com/office/drawing/2014/main" id="{A6B8CB77-3512-4C72-872B-B563AF8E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880" y="3280954"/>
            <a:ext cx="1495346" cy="617193"/>
          </a:xfrm>
          <a:custGeom xmlns:a="http://schemas.openxmlformats.org/drawingml/2006/main">
            <a:pathLst>
              <a:path w="1495346" h="617193">
                <a:moveTo>
                  <a:pt x="1495346" y="0"/>
                </a:moveTo>
                <a:cubicBezTo>
                  <a:pt x="1495346" y="170433"/>
                  <a:pt x="1377419" y="308596"/>
                  <a:pt x="1231988" y="308596"/>
                </a:cubicBezTo>
                <a:lnTo>
                  <a:pt x="1011030" y="308596"/>
                </a:lnTo>
                <a:cubicBezTo>
                  <a:pt x="865599" y="308596"/>
                  <a:pt x="747673" y="446759"/>
                  <a:pt x="747673" y="617193"/>
                </a:cubicBezTo>
                <a:cubicBezTo>
                  <a:pt x="747673" y="446759"/>
                  <a:pt x="629746" y="308596"/>
                  <a:pt x="484315" y="308596"/>
                </a:cubicBezTo>
                <a:lnTo>
                  <a:pt x="263357" y="308596"/>
                </a:lnTo>
                <a:cubicBezTo>
                  <a:pt x="117927" y="308596"/>
                  <a:pt x="0" y="17043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B94306"/>
            </a:solidFill>
            <a:prstDash val="solid"/>
          </a:ln>
        </p:spPr>
      </p:sp>
      <p:sp>
        <p:nvSpPr>
          <p:cNvPr id="98" name="pdf-path-66">
            <a:extLst xmlns:a="http://schemas.openxmlformats.org/drawingml/2006/main">
              <a:ext uri="{FF2B5EF4-FFF2-40B4-BE49-F238E27FC236}">
                <a16:creationId xmlns:a16="http://schemas.microsoft.com/office/drawing/2014/main" id="{8F152706-286C-4785-AACB-F296BB82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6510" y="3285096"/>
            <a:ext cx="1495346" cy="621335"/>
          </a:xfrm>
          <a:custGeom xmlns:a="http://schemas.openxmlformats.org/drawingml/2006/main">
            <a:pathLst>
              <a:path w="1495346" h="621335">
                <a:moveTo>
                  <a:pt x="1495346" y="0"/>
                </a:moveTo>
                <a:cubicBezTo>
                  <a:pt x="1495346" y="171577"/>
                  <a:pt x="1376624" y="310667"/>
                  <a:pt x="1230198" y="310667"/>
                </a:cubicBezTo>
                <a:lnTo>
                  <a:pt x="1012820" y="310667"/>
                </a:lnTo>
                <a:cubicBezTo>
                  <a:pt x="866395" y="310667"/>
                  <a:pt x="747673" y="449759"/>
                  <a:pt x="747673" y="621335"/>
                </a:cubicBezTo>
                <a:cubicBezTo>
                  <a:pt x="747673" y="449759"/>
                  <a:pt x="628951" y="310667"/>
                  <a:pt x="482526" y="310667"/>
                </a:cubicBezTo>
                <a:lnTo>
                  <a:pt x="265147" y="310667"/>
                </a:lnTo>
                <a:cubicBezTo>
                  <a:pt x="118722" y="310667"/>
                  <a:pt x="0" y="171577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B94306"/>
            </a:solidFill>
            <a:prstDash val="solid"/>
          </a:ln>
        </p:spPr>
      </p:sp>
      <p:sp>
        <p:nvSpPr>
          <p:cNvPr id="99" name="pdf-path-67">
            <a:extLst xmlns:a="http://schemas.openxmlformats.org/drawingml/2006/main">
              <a:ext uri="{FF2B5EF4-FFF2-40B4-BE49-F238E27FC236}">
                <a16:creationId xmlns:a16="http://schemas.microsoft.com/office/drawing/2014/main" id="{5A35E9B1-4716-4EE2-BFF5-AFDAE104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8823" y="2138775"/>
            <a:ext cx="482896" cy="94774"/>
          </a:xfrm>
          <a:custGeom xmlns:a="http://schemas.openxmlformats.org/drawingml/2006/main">
            <a:pathLst>
              <a:path w="482896" h="94774">
                <a:moveTo>
                  <a:pt x="400394" y="0"/>
                </a:moveTo>
                <a:lnTo>
                  <a:pt x="482896" y="0"/>
                </a:lnTo>
                <a:lnTo>
                  <a:pt x="482896" y="94774"/>
                </a:lnTo>
                <a:lnTo>
                  <a:pt x="400394" y="94774"/>
                </a:lnTo>
                <a:close/>
                <a:moveTo>
                  <a:pt x="200185" y="0"/>
                </a:moveTo>
                <a:lnTo>
                  <a:pt x="282710" y="0"/>
                </a:lnTo>
                <a:lnTo>
                  <a:pt x="282710" y="94774"/>
                </a:lnTo>
                <a:lnTo>
                  <a:pt x="200185" y="94774"/>
                </a:lnTo>
                <a:close/>
                <a:moveTo>
                  <a:pt x="0" y="0"/>
                </a:moveTo>
                <a:lnTo>
                  <a:pt x="82524" y="0"/>
                </a:lnTo>
                <a:lnTo>
                  <a:pt x="82524" y="94774"/>
                </a:lnTo>
                <a:lnTo>
                  <a:pt x="0" y="9477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68">
            <a:extLst xmlns:a="http://schemas.openxmlformats.org/drawingml/2006/main">
              <a:ext uri="{FF2B5EF4-FFF2-40B4-BE49-F238E27FC236}">
                <a16:creationId xmlns:a16="http://schemas.microsoft.com/office/drawing/2014/main" id="{1EAAF655-5C32-4CFC-A778-991322A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6047" y="2136643"/>
            <a:ext cx="482934" cy="94774"/>
          </a:xfrm>
          <a:custGeom xmlns:a="http://schemas.openxmlformats.org/drawingml/2006/main">
            <a:pathLst>
              <a:path w="482934" h="94774">
                <a:moveTo>
                  <a:pt x="400371" y="0"/>
                </a:moveTo>
                <a:lnTo>
                  <a:pt x="482934" y="0"/>
                </a:lnTo>
                <a:lnTo>
                  <a:pt x="482934" y="94774"/>
                </a:lnTo>
                <a:lnTo>
                  <a:pt x="400371" y="94774"/>
                </a:lnTo>
                <a:close/>
                <a:moveTo>
                  <a:pt x="200185" y="0"/>
                </a:moveTo>
                <a:lnTo>
                  <a:pt x="282749" y="0"/>
                </a:lnTo>
                <a:lnTo>
                  <a:pt x="282749" y="94774"/>
                </a:lnTo>
                <a:lnTo>
                  <a:pt x="200185" y="94774"/>
                </a:lnTo>
                <a:close/>
                <a:moveTo>
                  <a:pt x="0" y="0"/>
                </a:moveTo>
                <a:lnTo>
                  <a:pt x="82541" y="0"/>
                </a:lnTo>
                <a:lnTo>
                  <a:pt x="82541" y="94774"/>
                </a:lnTo>
                <a:lnTo>
                  <a:pt x="0" y="9477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6D35D54-585F-4C43-B200-0A1FEF037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a7bbcb22140ee"/>
          <a:srcRect xmlns:a="http://schemas.openxmlformats.org/drawingml/2006/main" l="0" t="272" r="0" b="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7209" y="3920929"/>
            <a:ext cx="1023125" cy="559199"/>
          </a:xfrm>
          <a:prstGeom xmlns:a="http://schemas.openxmlformats.org/drawingml/2006/main" prst="rect">
            <a:avLst/>
          </a:prstGeom>
        </p:spPr>
      </p:pic>
      <p:sp>
        <p:nvSpPr>
          <p:cNvPr id="102" name="pdf-source-image-27">
            <a:extLst xmlns:a="http://schemas.openxmlformats.org/drawingml/2006/main">
              <a:ext uri="{FF2B5EF4-FFF2-40B4-BE49-F238E27FC236}">
                <a16:creationId xmlns:a16="http://schemas.microsoft.com/office/drawing/2014/main" id="{983B9DD0-2556-4BA5-ACAD-D9A0719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209" y="3920929"/>
            <a:ext cx="1023125" cy="55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7844E9-1120-4BA2-9246-DB285CC81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9a70826124b83"/>
          <a:srcRect xmlns:a="http://schemas.openxmlformats.org/drawingml/2006/main" l="480" t="0" r="4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8712" y="3941640"/>
            <a:ext cx="459788" cy="497068"/>
          </a:xfrm>
          <a:prstGeom xmlns:a="http://schemas.openxmlformats.org/drawingml/2006/main" prst="rect">
            <a:avLst/>
          </a:prstGeom>
        </p:spPr>
      </p:pic>
      <p:sp>
        <p:nvSpPr>
          <p:cNvPr id="104" name="pdf-source-image-28">
            <a:extLst xmlns:a="http://schemas.openxmlformats.org/drawingml/2006/main">
              <a:ext uri="{FF2B5EF4-FFF2-40B4-BE49-F238E27FC236}">
                <a16:creationId xmlns:a16="http://schemas.microsoft.com/office/drawing/2014/main" id="{71AC6A24-472B-46CC-92B9-852506E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8712" y="3941640"/>
            <a:ext cx="459788" cy="497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736A89E-F5B9-4279-9680-45C5A6B08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274c341cc42cf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2679" y="3912644"/>
            <a:ext cx="1023131" cy="563341"/>
          </a:xfrm>
          <a:prstGeom xmlns:a="http://schemas.openxmlformats.org/drawingml/2006/main" prst="rect">
            <a:avLst/>
          </a:prstGeom>
        </p:spPr>
      </p:pic>
      <p:sp>
        <p:nvSpPr>
          <p:cNvPr id="106" name="pdf-source-image-29">
            <a:extLst xmlns:a="http://schemas.openxmlformats.org/drawingml/2006/main">
              <a:ext uri="{FF2B5EF4-FFF2-40B4-BE49-F238E27FC236}">
                <a16:creationId xmlns:a16="http://schemas.microsoft.com/office/drawing/2014/main" id="{EBB10363-5DC2-4916-AEED-6EDF8689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679" y="3912644"/>
            <a:ext cx="1023131" cy="563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98A97B-E47A-444F-AE93-D5D9C0478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9cd6a9d444397"/>
          <a:srcRect xmlns:a="http://schemas.openxmlformats.org/drawingml/2006/main" l="0" t="299" r="0" b="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5899" y="3933355"/>
            <a:ext cx="484641" cy="501210"/>
          </a:xfrm>
          <a:prstGeom xmlns:a="http://schemas.openxmlformats.org/drawingml/2006/main" prst="rect">
            <a:avLst/>
          </a:prstGeom>
        </p:spPr>
      </p:pic>
      <p:sp>
        <p:nvSpPr>
          <p:cNvPr id="108" name="pdf-source-image-30">
            <a:extLst xmlns:a="http://schemas.openxmlformats.org/drawingml/2006/main">
              <a:ext uri="{FF2B5EF4-FFF2-40B4-BE49-F238E27FC236}">
                <a16:creationId xmlns:a16="http://schemas.microsoft.com/office/drawing/2014/main" id="{2CBAC149-66C2-419D-B6F2-BEE122E0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5899" y="3933355"/>
            <a:ext cx="484641" cy="501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pdf-path-73">
            <a:extLst xmlns:a="http://schemas.openxmlformats.org/drawingml/2006/main">
              <a:ext uri="{FF2B5EF4-FFF2-40B4-BE49-F238E27FC236}">
                <a16:creationId xmlns:a16="http://schemas.microsoft.com/office/drawing/2014/main" id="{46F49E0B-5FC6-45A4-88CB-78E3C1E6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7295" y="4095073"/>
            <a:ext cx="482934" cy="94819"/>
          </a:xfrm>
          <a:custGeom xmlns:a="http://schemas.openxmlformats.org/drawingml/2006/main">
            <a:pathLst>
              <a:path w="482934" h="94819">
                <a:moveTo>
                  <a:pt x="400394" y="0"/>
                </a:moveTo>
                <a:lnTo>
                  <a:pt x="482934" y="0"/>
                </a:lnTo>
                <a:lnTo>
                  <a:pt x="482934" y="94819"/>
                </a:lnTo>
                <a:lnTo>
                  <a:pt x="400394" y="94819"/>
                </a:lnTo>
                <a:close/>
                <a:moveTo>
                  <a:pt x="200208" y="0"/>
                </a:moveTo>
                <a:lnTo>
                  <a:pt x="282748" y="0"/>
                </a:lnTo>
                <a:lnTo>
                  <a:pt x="282748" y="94819"/>
                </a:lnTo>
                <a:lnTo>
                  <a:pt x="200208" y="94819"/>
                </a:lnTo>
                <a:close/>
                <a:moveTo>
                  <a:pt x="0" y="0"/>
                </a:moveTo>
                <a:lnTo>
                  <a:pt x="82563" y="0"/>
                </a:lnTo>
                <a:lnTo>
                  <a:pt x="82563" y="94819"/>
                </a:lnTo>
                <a:lnTo>
                  <a:pt x="0" y="94819"/>
                </a:lnTo>
                <a:close/>
              </a:path>
            </a:pathLst>
          </a:custGeom>
          <a:solidFill xmlns:a="http://schemas.openxmlformats.org/drawingml/2006/main">
            <a:srgbClr val="B943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74">
            <a:extLst xmlns:a="http://schemas.openxmlformats.org/drawingml/2006/main">
              <a:ext uri="{FF2B5EF4-FFF2-40B4-BE49-F238E27FC236}">
                <a16:creationId xmlns:a16="http://schemas.microsoft.com/office/drawing/2014/main" id="{8601044F-F813-48BD-8C2F-03BC0148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281" y="3980627"/>
            <a:ext cx="274100" cy="285897"/>
          </a:xfrm>
          <a:custGeom xmlns:a="http://schemas.openxmlformats.org/drawingml/2006/main">
            <a:pathLst>
              <a:path w="274100" h="285897">
                <a:moveTo>
                  <a:pt x="121246" y="0"/>
                </a:moveTo>
                <a:lnTo>
                  <a:pt x="152853" y="0"/>
                </a:lnTo>
                <a:lnTo>
                  <a:pt x="152853" y="128149"/>
                </a:lnTo>
                <a:lnTo>
                  <a:pt x="274100" y="128149"/>
                </a:lnTo>
                <a:lnTo>
                  <a:pt x="274100" y="157725"/>
                </a:lnTo>
                <a:lnTo>
                  <a:pt x="152853" y="157725"/>
                </a:lnTo>
                <a:lnTo>
                  <a:pt x="152853" y="285897"/>
                </a:lnTo>
                <a:lnTo>
                  <a:pt x="121246" y="285897"/>
                </a:lnTo>
                <a:lnTo>
                  <a:pt x="121246" y="157725"/>
                </a:lnTo>
                <a:lnTo>
                  <a:pt x="0" y="157725"/>
                </a:lnTo>
                <a:lnTo>
                  <a:pt x="0" y="128149"/>
                </a:lnTo>
                <a:lnTo>
                  <a:pt x="121246" y="128149"/>
                </a:lnTo>
                <a:lnTo>
                  <a:pt x="121246" y="0"/>
                </a:lnTo>
              </a:path>
            </a:pathLst>
          </a:custGeom>
          <a:solidFill xmlns:a="http://schemas.openxmlformats.org/drawingml/2006/main">
            <a:srgbClr val="B943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75">
            <a:extLst xmlns:a="http://schemas.openxmlformats.org/drawingml/2006/main">
              <a:ext uri="{FF2B5EF4-FFF2-40B4-BE49-F238E27FC236}">
                <a16:creationId xmlns:a16="http://schemas.microsoft.com/office/drawing/2014/main" id="{651239C0-C677-46FE-8BC5-F3891564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3109" y="3988519"/>
            <a:ext cx="274077" cy="285903"/>
          </a:xfrm>
          <a:custGeom xmlns:a="http://schemas.openxmlformats.org/drawingml/2006/main">
            <a:pathLst>
              <a:path w="274077" h="285903">
                <a:moveTo>
                  <a:pt x="121224" y="0"/>
                </a:moveTo>
                <a:lnTo>
                  <a:pt x="152826" y="0"/>
                </a:lnTo>
                <a:lnTo>
                  <a:pt x="152826" y="128172"/>
                </a:lnTo>
                <a:lnTo>
                  <a:pt x="274077" y="128172"/>
                </a:lnTo>
                <a:lnTo>
                  <a:pt x="274077" y="157797"/>
                </a:lnTo>
                <a:lnTo>
                  <a:pt x="152826" y="157797"/>
                </a:lnTo>
                <a:lnTo>
                  <a:pt x="152826" y="285903"/>
                </a:lnTo>
                <a:lnTo>
                  <a:pt x="121224" y="285903"/>
                </a:lnTo>
                <a:lnTo>
                  <a:pt x="121224" y="157797"/>
                </a:lnTo>
                <a:lnTo>
                  <a:pt x="0" y="157797"/>
                </a:lnTo>
                <a:lnTo>
                  <a:pt x="0" y="128172"/>
                </a:lnTo>
                <a:lnTo>
                  <a:pt x="121224" y="128172"/>
                </a:lnTo>
                <a:lnTo>
                  <a:pt x="121224" y="0"/>
                </a:lnTo>
              </a:path>
            </a:pathLst>
          </a:custGeom>
          <a:solidFill xmlns:a="http://schemas.openxmlformats.org/drawingml/2006/main">
            <a:srgbClr val="B9430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CB12EC-379A-4D51-8370-2EAE78CE1E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81a97c7b24fb8"/>
          <a:srcRect xmlns:a="http://schemas.openxmlformats.org/drawingml/2006/main" l="0" t="280" r="0" b="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7758" y="3920929"/>
            <a:ext cx="327236" cy="443218"/>
          </a:xfrm>
          <a:prstGeom xmlns:a="http://schemas.openxmlformats.org/drawingml/2006/main" prst="rect">
            <a:avLst/>
          </a:prstGeom>
        </p:spPr>
      </p:pic>
      <p:sp>
        <p:nvSpPr>
          <p:cNvPr id="113" name="pdf-source-image-31">
            <a:extLst xmlns:a="http://schemas.openxmlformats.org/drawingml/2006/main">
              <a:ext uri="{FF2B5EF4-FFF2-40B4-BE49-F238E27FC236}">
                <a16:creationId xmlns:a16="http://schemas.microsoft.com/office/drawing/2014/main" id="{B3430DFC-D66A-4DD3-B748-4B18C0D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758" y="3920929"/>
            <a:ext cx="327236" cy="443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pdf-path-77">
            <a:extLst xmlns:a="http://schemas.openxmlformats.org/drawingml/2006/main">
              <a:ext uri="{FF2B5EF4-FFF2-40B4-BE49-F238E27FC236}">
                <a16:creationId xmlns:a16="http://schemas.microsoft.com/office/drawing/2014/main" id="{76395BBB-9F60-47AA-891E-43A30C8D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164" y="4080731"/>
            <a:ext cx="274094" cy="121914"/>
          </a:xfrm>
          <a:custGeom xmlns:a="http://schemas.openxmlformats.org/drawingml/2006/main">
            <a:pathLst>
              <a:path w="274094" h="121914">
                <a:moveTo>
                  <a:pt x="0" y="92333"/>
                </a:moveTo>
                <a:lnTo>
                  <a:pt x="274094" y="92333"/>
                </a:lnTo>
                <a:lnTo>
                  <a:pt x="274094" y="121914"/>
                </a:lnTo>
                <a:lnTo>
                  <a:pt x="0" y="121914"/>
                </a:lnTo>
                <a:close/>
                <a:moveTo>
                  <a:pt x="0" y="0"/>
                </a:moveTo>
                <a:lnTo>
                  <a:pt x="274094" y="0"/>
                </a:lnTo>
                <a:lnTo>
                  <a:pt x="274094" y="29576"/>
                </a:lnTo>
                <a:lnTo>
                  <a:pt x="0" y="29576"/>
                </a:lnTo>
                <a:close/>
              </a:path>
            </a:pathLst>
          </a:custGeom>
          <a:solidFill xmlns:a="http://schemas.openxmlformats.org/drawingml/2006/main">
            <a:srgbClr val="B943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1D73AC23-4ACB-481E-8C3F-569EE583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17" y="4451942"/>
            <a:ext cx="916929" cy="343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7" b="1" i="1">
                <a:solidFill>
                  <a:srgbClr val="B943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7" b="1" i="1">
                <a:solidFill>
                  <a:srgbClr val="B943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7" b="1" i="1">
                <a:solidFill>
                  <a:srgbClr val="B94306"/>
                </a:solidFill>
                <a:latin typeface="Times New Roman"/>
                <a:ea typeface="Times New Roman"/>
                <a:cs typeface="Times New Roman"/>
              </a:rPr>
              <a:t>Eq.3.2</a:t>
            </a:r>
          </a:p>
        </p:txBody>
      </p:sp>
      <p:sp>
        <p:nvSpPr>
          <p:cNvPr id="11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3AD0E26D-0C51-4585-B3CE-F756F4CC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872" y="7162174"/>
            <a:ext cx="2694811" cy="26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       with ANNS</a:t>
            </a:r>
          </a:p>
        </p:txBody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110D210-B587-4ECD-8A9D-151EC83889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7e8dfde224d9a"/>
          <a:srcRect xmlns:a="http://schemas.openxmlformats.org/drawingml/2006/main" l="0" t="559" r="0" b="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28730" y="7052456"/>
            <a:ext cx="397654" cy="542631"/>
          </a:xfrm>
          <a:prstGeom xmlns:a="http://schemas.openxmlformats.org/drawingml/2006/main" prst="rect">
            <a:avLst/>
          </a:prstGeom>
        </p:spPr>
      </p:pic>
      <p:sp>
        <p:nvSpPr>
          <p:cNvPr id="118" name="pdf-source-image-32">
            <a:extLst xmlns:a="http://schemas.openxmlformats.org/drawingml/2006/main">
              <a:ext uri="{FF2B5EF4-FFF2-40B4-BE49-F238E27FC236}">
                <a16:creationId xmlns:a16="http://schemas.microsoft.com/office/drawing/2014/main" id="{4CFB6C79-F0FA-4E46-BCA3-4C5BF9C6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8730" y="7052456"/>
            <a:ext cx="397654" cy="542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8CB77AA-7727-4993-8478-A8CEB3C45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7c6bc023f4a8c"/>
          <a:srcRect xmlns:a="http://schemas.openxmlformats.org/drawingml/2006/main" l="100" t="0" r="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091" y="3283025"/>
            <a:ext cx="596480" cy="542630"/>
          </a:xfrm>
          <a:prstGeom xmlns:a="http://schemas.openxmlformats.org/drawingml/2006/main" prst="rect">
            <a:avLst/>
          </a:prstGeom>
        </p:spPr>
      </p:pic>
      <p:sp>
        <p:nvSpPr>
          <p:cNvPr id="120" name="pdf-source-image-33">
            <a:extLst xmlns:a="http://schemas.openxmlformats.org/drawingml/2006/main">
              <a:ext uri="{FF2B5EF4-FFF2-40B4-BE49-F238E27FC236}">
                <a16:creationId xmlns:a16="http://schemas.microsoft.com/office/drawing/2014/main" id="{0EB1992D-1BB1-45C4-9695-9F11B33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091" y="3283025"/>
            <a:ext cx="596480" cy="542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pdf-path-82">
            <a:extLst xmlns:a="http://schemas.openxmlformats.org/drawingml/2006/main">
              <a:ext uri="{FF2B5EF4-FFF2-40B4-BE49-F238E27FC236}">
                <a16:creationId xmlns:a16="http://schemas.microsoft.com/office/drawing/2014/main" id="{433286B5-3D05-4049-ACA6-2A85F54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2971" y="3711746"/>
            <a:ext cx="95" cy="199606"/>
          </a:xfrm>
          <a:custGeom xmlns:a="http://schemas.openxmlformats.org/drawingml/2006/main">
            <a:pathLst>
              <a:path w="95" h="199606">
                <a:moveTo>
                  <a:pt x="0" y="0"/>
                </a:moveTo>
                <a:lnTo>
                  <a:pt x="0" y="199606"/>
                </a:lnTo>
              </a:path>
            </a:pathLst>
          </a:custGeom>
          <a:noFill xmlns:a="http://schemas.openxmlformats.org/drawingml/2006/main"/>
          <a:ln xmlns:a="http://schemas.openxmlformats.org/drawingml/2006/main" w="28478">
            <a:solidFill>
              <a:srgbClr val="7D0C71"/>
            </a:solidFill>
            <a:prstDash val="solid"/>
          </a:ln>
        </p:spPr>
      </p:sp>
      <p:sp>
        <p:nvSpPr>
          <p:cNvPr id="122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636C5A1E-1316-40B0-969C-8401AC41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1499" y="545818"/>
            <a:ext cx="916929" cy="343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Eq.3.5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1366DCE-0C02-41F3-A451-C37E2C376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90711ac9d46d6"/>
          <a:srcRect xmlns:a="http://schemas.openxmlformats.org/drawingml/2006/main" l="0" t="90" r="0" b="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5992" y="5971333"/>
            <a:ext cx="1627887" cy="236105"/>
          </a:xfrm>
          <a:prstGeom xmlns:a="http://schemas.openxmlformats.org/drawingml/2006/main" prst="rect">
            <a:avLst/>
          </a:prstGeom>
        </p:spPr>
      </p:pic>
      <p:sp>
        <p:nvSpPr>
          <p:cNvPr id="124" name="pdf-source-image-34">
            <a:extLst xmlns:a="http://schemas.openxmlformats.org/drawingml/2006/main">
              <a:ext uri="{FF2B5EF4-FFF2-40B4-BE49-F238E27FC236}">
                <a16:creationId xmlns:a16="http://schemas.microsoft.com/office/drawing/2014/main" id="{112201B1-448D-4733-BD3E-7553CFA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992" y="5971333"/>
            <a:ext cx="1627887" cy="236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C2B5AC1-CC7A-4B89-8FCA-B21A95C0E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6bc4af3e84010"/>
          <a:srcRect xmlns:a="http://schemas.openxmlformats.org/drawingml/2006/main" l="1157" t="0" r="1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5487" y="5971333"/>
            <a:ext cx="194685" cy="211253"/>
          </a:xfrm>
          <a:prstGeom xmlns:a="http://schemas.openxmlformats.org/drawingml/2006/main" prst="rect">
            <a:avLst/>
          </a:prstGeom>
        </p:spPr>
      </p:pic>
      <p:sp>
        <p:nvSpPr>
          <p:cNvPr id="126" name="pdf-source-image-35">
            <a:extLst xmlns:a="http://schemas.openxmlformats.org/drawingml/2006/main">
              <a:ext uri="{FF2B5EF4-FFF2-40B4-BE49-F238E27FC236}">
                <a16:creationId xmlns:a16="http://schemas.microsoft.com/office/drawing/2014/main" id="{C3ADEC61-01ED-4DE0-A4A6-19150A54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487" y="5971333"/>
            <a:ext cx="194685" cy="21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946CF5E-B881-41A1-89AB-4422AE135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379c10b7a4a6c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4020" y="5971333"/>
            <a:ext cx="202970" cy="211253"/>
          </a:xfrm>
          <a:prstGeom xmlns:a="http://schemas.openxmlformats.org/drawingml/2006/main" prst="rect">
            <a:avLst/>
          </a:prstGeom>
        </p:spPr>
      </p:pic>
      <p:sp>
        <p:nvSpPr>
          <p:cNvPr id="128" name="pdf-source-image-36">
            <a:extLst xmlns:a="http://schemas.openxmlformats.org/drawingml/2006/main">
              <a:ext uri="{FF2B5EF4-FFF2-40B4-BE49-F238E27FC236}">
                <a16:creationId xmlns:a16="http://schemas.microsoft.com/office/drawing/2014/main" id="{3797FAE2-9C37-42D5-B767-AFD9D224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4020" y="5971333"/>
            <a:ext cx="202970" cy="21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A09B3CD-0E7B-42FF-B839-F306E1CD94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4d80aa63c41eb"/>
          <a:srcRect xmlns:a="http://schemas.openxmlformats.org/drawingml/2006/main" l="0" t="862" r="0" b="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1507" y="5983760"/>
            <a:ext cx="207111" cy="236108"/>
          </a:xfrm>
          <a:prstGeom xmlns:a="http://schemas.openxmlformats.org/drawingml/2006/main" prst="rect">
            <a:avLst/>
          </a:prstGeom>
        </p:spPr>
      </p:pic>
      <p:sp>
        <p:nvSpPr>
          <p:cNvPr id="130" name="pdf-source-image-37">
            <a:extLst xmlns:a="http://schemas.openxmlformats.org/drawingml/2006/main">
              <a:ext uri="{FF2B5EF4-FFF2-40B4-BE49-F238E27FC236}">
                <a16:creationId xmlns:a16="http://schemas.microsoft.com/office/drawing/2014/main" id="{AE39708E-4D51-4B39-A817-7AB1C74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507" y="5983760"/>
            <a:ext cx="207111" cy="23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06BE2476-5B18-48C5-9AAC-B137164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419" y="6382223"/>
            <a:ext cx="916928" cy="343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7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Eq.3.1</a:t>
            </a:r>
          </a:p>
        </p:txBody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155792E-F855-4681-A3A3-4003C2542A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8cc2755ef4012"/>
          <a:srcRect xmlns:a="http://schemas.openxmlformats.org/drawingml/2006/main" l="0" t="70" r="0" b="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4701" y="5557110"/>
            <a:ext cx="2945118" cy="434933"/>
          </a:xfrm>
          <a:prstGeom xmlns:a="http://schemas.openxmlformats.org/drawingml/2006/main" prst="rect">
            <a:avLst/>
          </a:prstGeom>
        </p:spPr>
      </p:pic>
      <p:sp>
        <p:nvSpPr>
          <p:cNvPr id="133" name="pdf-source-image-38">
            <a:extLst xmlns:a="http://schemas.openxmlformats.org/drawingml/2006/main">
              <a:ext uri="{FF2B5EF4-FFF2-40B4-BE49-F238E27FC236}">
                <a16:creationId xmlns:a16="http://schemas.microsoft.com/office/drawing/2014/main" id="{C915A55F-B863-4BFF-848B-6722D10A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01" y="5557110"/>
            <a:ext cx="2945118" cy="43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E6559ED-D399-494D-81D9-D12E107BD9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4afff477d43a4"/>
          <a:srcRect xmlns:a="http://schemas.openxmlformats.org/drawingml/2006/main" l="168" t="0" r="1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3515" y="5602675"/>
            <a:ext cx="248533" cy="339663"/>
          </a:xfrm>
          <a:prstGeom xmlns:a="http://schemas.openxmlformats.org/drawingml/2006/main" prst="rect">
            <a:avLst/>
          </a:prstGeom>
        </p:spPr>
      </p:pic>
      <p:sp>
        <p:nvSpPr>
          <p:cNvPr id="135" name="pdf-source-image-39">
            <a:extLst xmlns:a="http://schemas.openxmlformats.org/drawingml/2006/main">
              <a:ext uri="{FF2B5EF4-FFF2-40B4-BE49-F238E27FC236}">
                <a16:creationId xmlns:a16="http://schemas.microsoft.com/office/drawing/2014/main" id="{D7E04C43-9F5C-4828-8041-5B0412A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3515" y="5602675"/>
            <a:ext cx="248533" cy="339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5A8C1C5E-8380-4CE0-BE9E-9E9A8919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0977" y="6843223"/>
            <a:ext cx="1170999" cy="265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Solve with</a:t>
            </a:r>
          </a:p>
        </p:txBody>
      </p:sp>
      <p:sp>
        <p:nvSpPr>
          <p:cNvPr id="137" name="pdf-text-7-1">
            <a:extLst xmlns:a="http://schemas.openxmlformats.org/drawingml/2006/main">
              <a:ext uri="{FF2B5EF4-FFF2-40B4-BE49-F238E27FC236}">
                <a16:creationId xmlns:a16="http://schemas.microsoft.com/office/drawing/2014/main" id="{6871BE05-7C66-455E-A638-148D8439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58" y="7162174"/>
            <a:ext cx="2447165" cy="26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Dynamic Programing</a:t>
            </a:r>
          </a:p>
        </p:txBody>
      </p:sp>
    </p:spTree>
    <p:extLst>
      <p:ext uri="{BB962C8B-B14F-4D97-AF65-F5344CB8AC3E}">
        <p14:creationId xmlns:p14="http://schemas.microsoft.com/office/powerpoint/2010/main" val="876725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2026-10-09T21:01:57.2970000Z</dcterms:created>
  <dcterms:modified xsi:type="dcterms:W3CDTF">2026-10-09T21:01:57.2980000Z</dcterms:modified>
</coreProperties>
</file>