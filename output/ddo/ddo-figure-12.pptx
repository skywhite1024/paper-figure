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b1a9fea0b4ece" /><Relationship Type="http://schemas.openxmlformats.org/officeDocument/2006/relationships/extended-properties" Target="/docProps/app.xml" Id="Rb0bef020f1894a3c" /><Relationship Type="http://schemas.openxmlformats.org/officeDocument/2006/relationships/officeDocument" Target="/ppt/presentation.xml" Id="Rbe1148bc2cb9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6ccb3b57743ab"/>
  </p:sldMasterIdLst>
  <p:notesMasterIdLst>
    <p:notesMasterId xmlns:r="http://schemas.openxmlformats.org/officeDocument/2006/relationships" r:id="R392dc39c919548ba"/>
  </p:notesMasterIdLst>
  <p:sldIdLst>
    <p:sldId xmlns:r="http://schemas.openxmlformats.org/officeDocument/2006/relationships" id="256" r:id="Rcb1e06ed35774085"/>
  </p:sldIdLst>
  <p:sldSz cx="5667375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cb441f4e54f69" /><Relationship Type="http://schemas.openxmlformats.org/officeDocument/2006/relationships/slideMaster" Target="/ppt/slideMasters/slideMaster1.xml" Id="R41e6ccb3b57743ab" /><Relationship Type="http://schemas.openxmlformats.org/officeDocument/2006/relationships/notesMaster" Target="/ppt/notesMasters/notesMaster1.xml" Id="R392dc39c919548ba" /><Relationship Type="http://schemas.openxmlformats.org/officeDocument/2006/relationships/presProps" Target="/ppt/presProps.xml" Id="R5b5ec14c28994975" /><Relationship Type="http://schemas.openxmlformats.org/officeDocument/2006/relationships/tableStyles" Target="/ppt/tableStyles.xml" Id="Rdcd80bf3861f4f21" /><Relationship Type="http://schemas.openxmlformats.org/officeDocument/2006/relationships/slide" Target="/ppt/slides/slide1.xml" Id="Rcb1e06ed3577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4c41a4e30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dd52a15c647e1" /><Relationship Type="http://schemas.openxmlformats.org/officeDocument/2006/relationships/notesMaster" Target="/ppt/notesMasters/notesMaster1.xml" Id="R55e117d409ab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"Multi-Level Discovery of Deep Options",</a:t>
            </a:r>
          </a:p>
          <a:p xmlns:a="http://schemas.openxmlformats.org/drawingml/2006/main">
            <a:r>
              <a:t>  "paper_url": "https://arxiv.org/abs/1703.08294v2",</a:t>
            </a:r>
          </a:p>
          <a:p xmlns:a="http://schemas.openxmlformats.org/drawingml/2006/main">
            <a:r>
              <a:t>  "figure": "Figure 12",</a:t>
            </a:r>
          </a:p>
          <a:p xmlns:a="http://schemas.openxmlformats.org/drawingml/2006/main">
            <a:r>
              <a:t>  "page": 19,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"ae906145d3b322b5b8cacbda60c5511b8d19fe7fdb00be24b01100ea5e480ba0",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205.707717895,</a:t>
            </a:r>
          </a:p>
          <a:p xmlns:a="http://schemas.openxmlformats.org/drawingml/2006/main">
            <a:r>
              <a:t>    71.845626831,</a:t>
            </a:r>
          </a:p>
          <a:p xmlns:a="http://schemas.openxmlformats.org/drawingml/2006/main">
            <a:r>
              <a:t>    403.800415039,</a:t>
            </a:r>
          </a:p>
          <a:p xmlns:a="http://schemas.openxmlformats.org/drawingml/2006/main">
            <a:r>
              <a:t>    235.487426758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Entire architecture is native typeable text, shapes and arrow paths; zero source raster objects. Source ordinary x dimension notation retained verbatim."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2d331c4b84f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29dbdfc4847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8b04b350340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300071a6040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441db3aeb40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8dc469c0741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B40E0B-C8EB-4CE1-87FF-896DDE775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738" y="1770380"/>
            <a:ext cx="4533900" cy="676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45AAFD-80A0-434E-94A9-2E752053D6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50106" y="2577465"/>
            <a:ext cx="3967163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8E159B-BC99-4D2B-83F4-17EC270F6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738" y="1952625"/>
            <a:ext cx="453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E4BEF-D5BE-48C6-93C0-C1068BB0F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790" y="364490"/>
            <a:ext cx="5029795" cy="572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B36B4F-5E34-4E7F-A26A-C7A5C182E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790" y="1301750"/>
            <a:ext cx="5029795" cy="291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263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1pPr>
            <a:lvl2pPr marL="24794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2pPr>
            <a:lvl3pPr marL="389632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3pPr>
            <a:lvl4pPr marL="531316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4pPr>
            <a:lvl5pPr marL="673001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5pPr>
            <a:lvl6pPr marL="814685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6pPr>
            <a:lvl7pPr marL="956370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7pPr>
            <a:lvl8pPr marL="1098054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8pPr>
            <a:lvl9pPr marL="123973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3FB8E9-EBFF-431A-9F02-0EA0DEE62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790" y="364490"/>
            <a:ext cx="5029795" cy="572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1206D-7E18-4531-914B-A62E160D5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790" y="1301750"/>
            <a:ext cx="2337792" cy="291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263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1pPr>
            <a:lvl2pPr marL="24794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2pPr>
            <a:lvl3pPr marL="389632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3pPr>
            <a:lvl4pPr marL="531316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4pPr>
            <a:lvl5pPr marL="673001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5pPr>
            <a:lvl6pPr marL="814685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6pPr>
            <a:lvl7pPr marL="956370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7pPr>
            <a:lvl8pPr marL="1098054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8pPr>
            <a:lvl9pPr marL="123973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19D26B-B212-485C-B4C9-2BA8B0899F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10793" y="1301750"/>
            <a:ext cx="2337792" cy="291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263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1pPr>
            <a:lvl2pPr marL="24794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2pPr>
            <a:lvl3pPr marL="389632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3pPr>
            <a:lvl4pPr marL="531316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4pPr>
            <a:lvl5pPr marL="673001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5pPr>
            <a:lvl6pPr marL="814685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6pPr>
            <a:lvl7pPr marL="956370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7pPr>
            <a:lvl8pPr marL="1098054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8pPr>
            <a:lvl9pPr marL="123973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4E1E8-CE91-4F30-A01B-13D4341FF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790" y="364490"/>
            <a:ext cx="5029795" cy="572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8A212E-67AF-48AB-8D94-3A5AB199AD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790" y="1301750"/>
            <a:ext cx="2337792" cy="291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263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1pPr>
            <a:lvl2pPr marL="24794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2pPr>
            <a:lvl3pPr marL="389632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3pPr>
            <a:lvl4pPr marL="531316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4pPr>
            <a:lvl5pPr marL="673001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5pPr>
            <a:lvl6pPr marL="814685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6pPr>
            <a:lvl7pPr marL="956370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7pPr>
            <a:lvl8pPr marL="1098054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8pPr>
            <a:lvl9pPr marL="1239738" indent="-106263">
              <a:lnSpc>
                <a:spcPct val="110000"/>
              </a:lnSpc>
              <a:spcBef>
                <a:spcPts val="0"/>
              </a:spcBef>
              <a:spcAft>
                <a:spcPts val="55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ba97d4c83d462f" /><Relationship Type="http://schemas.openxmlformats.org/officeDocument/2006/relationships/slideLayout" Target="/ppt/slideLayouts/slideLayout1.xml" Id="Rec3f91e4558c4839" /><Relationship Type="http://schemas.openxmlformats.org/officeDocument/2006/relationships/slideLayout" Target="/ppt/slideLayouts/slideLayout2.xml" Id="R4edd55d670d24111" /><Relationship Type="http://schemas.openxmlformats.org/officeDocument/2006/relationships/slideLayout" Target="/ppt/slideLayouts/slideLayout3.xml" Id="R0c49175a1a39424a" /><Relationship Type="http://schemas.openxmlformats.org/officeDocument/2006/relationships/slideLayout" Target="/ppt/slideLayouts/slideLayout4.xml" Id="Rd3dcc282c9864e4d" /><Relationship Type="http://schemas.openxmlformats.org/officeDocument/2006/relationships/slideLayout" Target="/ppt/slideLayouts/slideLayout5.xml" Id="R02527e3955b24340" /><Relationship Type="http://schemas.openxmlformats.org/officeDocument/2006/relationships/slideLayout" Target="/ppt/slideLayouts/slideLayout6.xml" Id="Ra3403a5c03a64d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f91e4558c4839"/>
    <p:sldLayoutId xmlns:r="http://schemas.openxmlformats.org/officeDocument/2006/relationships" id="2147483650" r:id="R4edd55d670d24111"/>
    <p:sldLayoutId xmlns:r="http://schemas.openxmlformats.org/officeDocument/2006/relationships" id="2147483651" r:id="R0c49175a1a39424a"/>
    <p:sldLayoutId xmlns:r="http://schemas.openxmlformats.org/officeDocument/2006/relationships" id="2147483652" r:id="Rd3dcc282c9864e4d"/>
    <p:sldLayoutId xmlns:r="http://schemas.openxmlformats.org/officeDocument/2006/relationships" id="2147483653" r:id="R02527e3955b24340"/>
    <p:sldLayoutId xmlns:r="http://schemas.openxmlformats.org/officeDocument/2006/relationships" id="2147483654" r:id="Ra3403a5c03a64d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0eeae71be42b4" /><Relationship Type="http://schemas.openxmlformats.org/officeDocument/2006/relationships/notesSlide" Target="/ppt/notesSlides/notesSlide1.xml" Id="R93b87845b64b4a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input">
            <a:extLst xmlns:a="http://schemas.openxmlformats.org/drawingml/2006/main">
              <a:ext uri="{FF2B5EF4-FFF2-40B4-BE49-F238E27FC236}">
                <a16:creationId xmlns:a16="http://schemas.microsoft.com/office/drawing/2014/main" id="{256E0D6E-9CFB-4EFF-8B1A-F1A0A58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609600"/>
            <a:ext cx="790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D8F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dense1">
            <a:extLst xmlns:a="http://schemas.openxmlformats.org/drawingml/2006/main">
              <a:ext uri="{FF2B5EF4-FFF2-40B4-BE49-F238E27FC236}">
                <a16:creationId xmlns:a16="http://schemas.microsoft.com/office/drawing/2014/main" id="{5C6E4E2E-E3FA-460D-B3EE-DA6DA6F3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1809750"/>
            <a:ext cx="771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D8F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sum">
            <a:extLst xmlns:a="http://schemas.openxmlformats.org/drawingml/2006/main">
              <a:ext uri="{FF2B5EF4-FFF2-40B4-BE49-F238E27FC236}">
                <a16:creationId xmlns:a16="http://schemas.microsoft.com/office/drawing/2014/main" id="{6B98F55F-9B77-4910-94BD-DA09525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09750"/>
            <a:ext cx="2190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D8F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dense2">
            <a:extLst xmlns:a="http://schemas.openxmlformats.org/drawingml/2006/main">
              <a:ext uri="{FF2B5EF4-FFF2-40B4-BE49-F238E27FC236}">
                <a16:creationId xmlns:a16="http://schemas.microsoft.com/office/drawing/2014/main" id="{8D54C523-43B9-4CD1-B4EF-2447D77B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1809750"/>
            <a:ext cx="209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D8F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output">
            <a:extLst xmlns:a="http://schemas.openxmlformats.org/drawingml/2006/main">
              <a:ext uri="{FF2B5EF4-FFF2-40B4-BE49-F238E27FC236}">
                <a16:creationId xmlns:a16="http://schemas.microsoft.com/office/drawing/2014/main" id="{03A3B795-3F5C-473C-843C-C4E7996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981200"/>
            <a:ext cx="2190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D8F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put-label">
            <a:extLst xmlns:a="http://schemas.openxmlformats.org/drawingml/2006/main">
              <a:ext uri="{FF2B5EF4-FFF2-40B4-BE49-F238E27FC236}">
                <a16:creationId xmlns:a16="http://schemas.microsoft.com/office/drawing/2014/main" id="{51334A5E-6FB0-4059-BAB6-8C9F11EB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809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dense1-label">
            <a:extLst xmlns:a="http://schemas.openxmlformats.org/drawingml/2006/main">
              <a:ext uri="{FF2B5EF4-FFF2-40B4-BE49-F238E27FC236}">
                <a16:creationId xmlns:a16="http://schemas.microsoft.com/office/drawing/2014/main" id="{8583412A-98D3-4B16-8884-3F4ECF2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1371600"/>
            <a:ext cx="85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8" name="sum-label">
            <a:extLst xmlns:a="http://schemas.openxmlformats.org/drawingml/2006/main">
              <a:ext uri="{FF2B5EF4-FFF2-40B4-BE49-F238E27FC236}">
                <a16:creationId xmlns:a16="http://schemas.microsoft.com/office/drawing/2014/main" id="{1F91F696-C629-46F2-9914-E819C40B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1371600"/>
            <a:ext cx="581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Sum</a:t>
            </a:r>
          </a:p>
        </p:txBody>
      </p:sp>
      <p:sp>
        <p:nvSpPr>
          <p:cNvPr id="9" name="dense2-label">
            <a:extLst xmlns:a="http://schemas.openxmlformats.org/drawingml/2006/main">
              <a:ext uri="{FF2B5EF4-FFF2-40B4-BE49-F238E27FC236}">
                <a16:creationId xmlns:a16="http://schemas.microsoft.com/office/drawing/2014/main" id="{B4151FF0-C65C-433D-A1B0-144C7D3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1371600"/>
            <a:ext cx="781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10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B35F678-F03A-49E8-8B6C-6357437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1609725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input-dim">
            <a:extLst xmlns:a="http://schemas.openxmlformats.org/drawingml/2006/main">
              <a:ext uri="{FF2B5EF4-FFF2-40B4-BE49-F238E27FC236}">
                <a16:creationId xmlns:a16="http://schemas.microsoft.com/office/drawing/2014/main" id="{B271E811-026F-4C44-BA22-1572AE4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4210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128 x 256</a:t>
            </a:r>
          </a:p>
        </p:txBody>
      </p:sp>
      <p:sp>
        <p:nvSpPr>
          <p:cNvPr id="12" name="dense1-dim">
            <a:extLst xmlns:a="http://schemas.openxmlformats.org/drawingml/2006/main">
              <a:ext uri="{FF2B5EF4-FFF2-40B4-BE49-F238E27FC236}">
                <a16:creationId xmlns:a16="http://schemas.microsoft.com/office/drawing/2014/main" id="{C17DB638-E0F6-40D0-B7C2-AD656AC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9718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32 x 256</a:t>
            </a:r>
          </a:p>
        </p:txBody>
      </p:sp>
      <p:sp>
        <p:nvSpPr>
          <p:cNvPr id="13" name="sum-dim">
            <a:extLst xmlns:a="http://schemas.openxmlformats.org/drawingml/2006/main">
              <a:ext uri="{FF2B5EF4-FFF2-40B4-BE49-F238E27FC236}">
                <a16:creationId xmlns:a16="http://schemas.microsoft.com/office/drawing/2014/main" id="{C31B91AA-9BF7-4C6C-96D2-2033011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971800"/>
            <a:ext cx="73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32 x 1</a:t>
            </a:r>
          </a:p>
        </p:txBody>
      </p:sp>
      <p:sp>
        <p:nvSpPr>
          <p:cNvPr id="14" name="dense2-dim">
            <a:extLst xmlns:a="http://schemas.openxmlformats.org/drawingml/2006/main">
              <a:ext uri="{FF2B5EF4-FFF2-40B4-BE49-F238E27FC236}">
                <a16:creationId xmlns:a16="http://schemas.microsoft.com/office/drawing/2014/main" id="{D0CA0B18-7BA7-4304-9D1D-4049DAC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971800"/>
            <a:ext cx="73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32 x 1</a:t>
            </a:r>
          </a:p>
        </p:txBody>
      </p:sp>
      <p:sp>
        <p:nvSpPr>
          <p:cNvPr id="15" name="output-dim">
            <a:extLst xmlns:a="http://schemas.openxmlformats.org/drawingml/2006/main">
              <a:ext uri="{FF2B5EF4-FFF2-40B4-BE49-F238E27FC236}">
                <a16:creationId xmlns:a16="http://schemas.microsoft.com/office/drawing/2014/main" id="{3BE67D0B-5D0C-423B-B4D9-94D8B3B6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7717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 x 1</a:t>
            </a:r>
          </a:p>
        </p:txBody>
      </p:sp>
      <p:sp>
        <p:nvSpPr>
          <p:cNvPr id="16" name="arrow-0">
            <a:extLst xmlns:a="http://schemas.openxmlformats.org/drawingml/2006/main">
              <a:ext uri="{FF2B5EF4-FFF2-40B4-BE49-F238E27FC236}">
                <a16:creationId xmlns:a16="http://schemas.microsoft.com/office/drawing/2014/main" id="{303DFA28-0826-486E-A795-BAAF597B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324100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7" name="arrow-0-head">
            <a:extLst xmlns:a="http://schemas.openxmlformats.org/drawingml/2006/main">
              <a:ext uri="{FF2B5EF4-FFF2-40B4-BE49-F238E27FC236}">
                <a16:creationId xmlns:a16="http://schemas.microsoft.com/office/drawing/2014/main" id="{5EF33DCD-C2FD-4019-AB6A-CD24BEFA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2726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row-1">
            <a:extLst xmlns:a="http://schemas.openxmlformats.org/drawingml/2006/main">
              <a:ext uri="{FF2B5EF4-FFF2-40B4-BE49-F238E27FC236}">
                <a16:creationId xmlns:a16="http://schemas.microsoft.com/office/drawing/2014/main" id="{CBB54AAC-AC9B-4E59-BA1E-293B1EDE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324100"/>
            <a:ext cx="428625" cy="95"/>
          </a:xfrm>
          <a:custGeom xmlns:a="http://schemas.openxmlformats.org/drawingml/2006/main"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9" name="arrow-1-head">
            <a:extLst xmlns:a="http://schemas.openxmlformats.org/drawingml/2006/main">
              <a:ext uri="{FF2B5EF4-FFF2-40B4-BE49-F238E27FC236}">
                <a16:creationId xmlns:a16="http://schemas.microsoft.com/office/drawing/2014/main" id="{AE627D6F-409B-48D1-9BB1-D0F5D25E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22726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row-2">
            <a:extLst xmlns:a="http://schemas.openxmlformats.org/drawingml/2006/main">
              <a:ext uri="{FF2B5EF4-FFF2-40B4-BE49-F238E27FC236}">
                <a16:creationId xmlns:a16="http://schemas.microsoft.com/office/drawing/2014/main" id="{EB0291CB-1070-48EB-9625-421CD12E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2324100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1" name="arrow-2-head">
            <a:extLst xmlns:a="http://schemas.openxmlformats.org/drawingml/2006/main">
              <a:ext uri="{FF2B5EF4-FFF2-40B4-BE49-F238E27FC236}">
                <a16:creationId xmlns:a16="http://schemas.microsoft.com/office/drawing/2014/main" id="{0898AD2B-349B-4920-9B08-DB0C922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22726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row-3">
            <a:extLst xmlns:a="http://schemas.openxmlformats.org/drawingml/2006/main">
              <a:ext uri="{FF2B5EF4-FFF2-40B4-BE49-F238E27FC236}">
                <a16:creationId xmlns:a16="http://schemas.microsoft.com/office/drawing/2014/main" id="{E7E1FB29-9037-4C51-9B43-EC42B1A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324100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3" name="arrow-3-head">
            <a:extLst xmlns:a="http://schemas.openxmlformats.org/drawingml/2006/main">
              <a:ext uri="{FF2B5EF4-FFF2-40B4-BE49-F238E27FC236}">
                <a16:creationId xmlns:a16="http://schemas.microsoft.com/office/drawing/2014/main" id="{78E95AE2-D2A2-4EE4-A145-F3E1F88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22726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197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2026-10-09T20:41:45.1280000Z</dcterms:created>
  <dcterms:modified xsi:type="dcterms:W3CDTF">2026-10-09T20:41:45.1280000Z</dcterms:modified>
</coreProperties>
</file>