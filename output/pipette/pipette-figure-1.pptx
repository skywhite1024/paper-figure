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4abfdec90f423a" /><Relationship Type="http://schemas.openxmlformats.org/officeDocument/2006/relationships/extended-properties" Target="/docProps/app.xml" Id="R1c3a95ee545d4c14" /><Relationship Type="http://schemas.openxmlformats.org/officeDocument/2006/relationships/officeDocument" Target="/ppt/presentation.xml" Id="Rc51559efad49479d" /></Relationships>
</file>

<file path=ppt/presentation.xml><?xml version="1.0" encoding="utf-8"?>
<p:presentation xmlns:p="http://schemas.openxmlformats.org/presentationml/2006/main">
  <p:sldMasterIdLst>
    <p:sldMasterId xmlns:r="http://schemas.openxmlformats.org/officeDocument/2006/relationships" id="2147483648" r:id="Re17ee3dbdd664efb"/>
  </p:sldMasterIdLst>
  <p:notesMasterIdLst>
    <p:notesMasterId xmlns:r="http://schemas.openxmlformats.org/officeDocument/2006/relationships" r:id="Re6fd7b113e7f4175"/>
  </p:notesMasterIdLst>
  <p:sldIdLst>
    <p:sldId xmlns:r="http://schemas.openxmlformats.org/officeDocument/2006/relationships" id="256" r:id="R6fb31d2b21544bb4"/>
  </p:sldIdLst>
  <p:sldSz cx="11229975" cy="79152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20cac56e7e4abc" /><Relationship Type="http://schemas.openxmlformats.org/officeDocument/2006/relationships/slideMaster" Target="/ppt/slideMasters/slideMaster1.xml" Id="Re17ee3dbdd664efb" /><Relationship Type="http://schemas.openxmlformats.org/officeDocument/2006/relationships/notesMaster" Target="/ppt/notesMasters/notesMaster1.xml" Id="Re6fd7b113e7f4175" /><Relationship Type="http://schemas.openxmlformats.org/officeDocument/2006/relationships/presProps" Target="/ppt/presProps.xml" Id="R98aa21a00a7b4a25" /><Relationship Type="http://schemas.openxmlformats.org/officeDocument/2006/relationships/tableStyles" Target="/ppt/tableStyles.xml" Id="R1b89be8d5cfe4e5a" /><Relationship Type="http://schemas.openxmlformats.org/officeDocument/2006/relationships/slide" Target="/ppt/slides/slide1.xml" Id="R6fb31d2b21544b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d7d0356a1f45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8ed3b33b2746fd" /><Relationship Type="http://schemas.openxmlformats.org/officeDocument/2006/relationships/notesMaster" Target="/ppt/notesMasters/notesMaster1.xml" Id="R97327a0f11ec43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"An Embodied Simulation Platform, Benchmark, and Success-Verified Simulation Augmentation Framework for Wet-Lab Robotics (Pipette)",</a:t>
            </a:r>
          </a:p>
          <a:p xmlns:a="http://schemas.openxmlformats.org/drawingml/2006/main">
            <a:r>
              <a:t>  "paper_url": "https://arxiv.org/pdf/2606.12936v3",</a:t>
            </a:r>
          </a:p>
          <a:p xmlns:a="http://schemas.openxmlformats.org/drawingml/2006/main">
            <a:r>
              <a:t>  "figure": "Figure 1",</a:t>
            </a:r>
          </a:p>
          <a:p xmlns:a="http://schemas.openxmlformats.org/drawingml/2006/main">
            <a:r>
              <a:t>  "page": 4,</a:t>
            </a:r>
          </a:p>
          <a:p xmlns:a="http://schemas.openxmlformats.org/drawingml/2006/main">
            <a:r>
              <a:t>  "license": "http://arxiv.org/licenses/nonexclusive-distrib/1.0/",</a:t>
            </a:r>
          </a:p>
          <a:p xmlns:a="http://schemas.openxmlformats.org/drawingml/2006/main">
            <a:r>
              <a:t>  "notes": "Source-layout reconstruction of flattened Pipette framework. All ordinary titles, task proposal, data labels and pipeline stages are live text; panels, data cylinders, cubes and arrows are native. Original laboratory assets, robot scene views, interface screenshots and icons are isolated raster inserts. The screenshot UI and visual photo annotations remain raster. Font metrics and curved arrow coordinates are measured approximations.",</a:t>
            </a:r>
          </a:p>
          <a:p xmlns:a="http://schemas.openxmlformats.org/drawingml/2006/main">
            <a:r>
              <a:t>  "status": "figure_recreation",</a:t>
            </a:r>
          </a:p>
          <a:p xmlns:a="http://schemas.openxmlformats.org/drawingml/2006/main">
            <a:r>
              <a:t>  "source_sha256": "72ad55814d9958242cd534f45f540f9bcd86bcd2bfbf21beaa2278e6c2bb93a3",</a:t>
            </a:r>
          </a:p>
          <a:p xmlns:a="http://schemas.openxmlformats.org/drawingml/2006/main">
            <a:r>
              <a:t>  "source_crop_pdf_points": [</a:t>
            </a:r>
          </a:p>
          <a:p xmlns:a="http://schemas.openxmlformats.org/drawingml/2006/main">
            <a:r>
              <a:t>    108,</a:t>
            </a:r>
          </a:p>
          <a:p xmlns:a="http://schemas.openxmlformats.org/drawingml/2006/main">
            <a:r>
              <a:t>    62,</a:t>
            </a:r>
          </a:p>
          <a:p xmlns:a="http://schemas.openxmlformats.org/drawingml/2006/main">
            <a:r>
              <a:t>    501,</a:t>
            </a:r>
          </a:p>
          <a:p xmlns:a="http://schemas.openxmlformats.org/drawingml/2006/main">
            <a:r>
              <a:t>    339</a:t>
            </a:r>
          </a:p>
          <a:p xmlns:a="http://schemas.openxmlformats.org/drawingml/2006/main">
            <a:r>
              <a:t>  ],</a:t>
            </a:r>
          </a:p>
          <a:p xmlns:a="http://schemas.openxmlformats.org/drawingml/2006/main">
            <a:r>
              <a:t>  "raster_details": [</a:t>
            </a:r>
          </a:p>
          <a:p xmlns:a="http://schemas.openxmlformats.org/drawingml/2006/main">
            <a:r>
              <a:t>    {</a:t>
            </a:r>
          </a:p>
          <a:p xmlns:a="http://schemas.openxmlformats.org/drawingml/2006/main">
            <a:r>
              <a:t>      "id": "researcher-icon",</a:t>
            </a:r>
          </a:p>
          <a:p xmlns:a="http://schemas.openxmlformats.org/drawingml/2006/main">
            <a:r>
              <a:t>      "source_pixels": [</a:t>
            </a:r>
          </a:p>
          <a:p xmlns:a="http://schemas.openxmlformats.org/drawingml/2006/main">
            <a:r>
              <a:t>        17,</a:t>
            </a:r>
          </a:p>
          <a:p xmlns:a="http://schemas.openxmlformats.org/drawingml/2006/main">
            <a:r>
              <a:t>        44,</a:t>
            </a:r>
          </a:p>
          <a:p xmlns:a="http://schemas.openxmlformats.org/drawingml/2006/main">
            <a:r>
              <a:t>        89,</a:t>
            </a:r>
          </a:p>
          <a:p xmlns:a="http://schemas.openxmlformats.org/drawingml/2006/main">
            <a:r>
              <a:t>        130</a:t>
            </a:r>
          </a:p>
          <a:p xmlns:a="http://schemas.openxmlformats.org/drawingml/2006/main">
            <a:r>
              <a:t>      ],</a:t>
            </a:r>
          </a:p>
          <a:p xmlns:a="http://schemas.openxmlformats.org/drawingml/2006/main">
            <a:r>
              <a:t>      "detail": "Original researcher/avatar icon"</a:t>
            </a:r>
          </a:p>
          <a:p xmlns:a="http://schemas.openxmlformats.org/drawingml/2006/main">
            <a:r>
              <a:t>    },</a:t>
            </a:r>
          </a:p>
          <a:p xmlns:a="http://schemas.openxmlformats.org/drawingml/2006/main">
            <a:r>
              <a:t>    {</a:t>
            </a:r>
          </a:p>
          <a:p xmlns:a="http://schemas.openxmlformats.org/drawingml/2006/main">
            <a:r>
              <a:t>      "id": "experimental-scene",</a:t>
            </a:r>
          </a:p>
          <a:p xmlns:a="http://schemas.openxmlformats.org/drawingml/2006/main">
            <a:r>
              <a:t>      "source_pixels": [</a:t>
            </a:r>
          </a:p>
          <a:p xmlns:a="http://schemas.openxmlformats.org/drawingml/2006/main">
            <a:r>
              <a:t>        273,</a:t>
            </a:r>
          </a:p>
          <a:p xmlns:a="http://schemas.openxmlformats.org/drawingml/2006/main">
            <a:r>
              <a:t>        29,</a:t>
            </a:r>
          </a:p>
          <a:p xmlns:a="http://schemas.openxmlformats.org/drawingml/2006/main">
            <a:r>
              <a:t>        440,</a:t>
            </a:r>
          </a:p>
          <a:p xmlns:a="http://schemas.openxmlformats.org/drawingml/2006/main">
            <a:r>
              <a:t>        125</a:t>
            </a:r>
          </a:p>
          <a:p xmlns:a="http://schemas.openxmlformats.org/drawingml/2006/main">
            <a:r>
              <a:t>      ],</a:t>
            </a:r>
          </a:p>
          <a:p xmlns:a="http://schemas.openxmlformats.org/drawingml/2006/main">
            <a:r>
              <a:t>      "detail": "Original separate laboratory asset group photograph/rendering"</a:t>
            </a:r>
          </a:p>
          <a:p xmlns:a="http://schemas.openxmlformats.org/drawingml/2006/main">
            <a:r>
              <a:t>    },</a:t>
            </a:r>
          </a:p>
          <a:p xmlns:a="http://schemas.openxmlformats.org/drawingml/2006/main">
            <a:r>
              <a:t>    {</a:t>
            </a:r>
          </a:p>
          <a:p xmlns:a="http://schemas.openxmlformats.org/drawingml/2006/main">
            <a:r>
              <a:t>      "id": "experimental-workstations",</a:t>
            </a:r>
          </a:p>
          <a:p xmlns:a="http://schemas.openxmlformats.org/drawingml/2006/main">
            <a:r>
              <a:t>      "source_pixels": [</a:t>
            </a:r>
          </a:p>
          <a:p xmlns:a="http://schemas.openxmlformats.org/drawingml/2006/main">
            <a:r>
              <a:t>        457,</a:t>
            </a:r>
          </a:p>
          <a:p xmlns:a="http://schemas.openxmlformats.org/drawingml/2006/main">
            <a:r>
              <a:t>        24,</a:t>
            </a:r>
          </a:p>
          <a:p xmlns:a="http://schemas.openxmlformats.org/drawingml/2006/main">
            <a:r>
              <a:t>        618,</a:t>
            </a:r>
          </a:p>
          <a:p xmlns:a="http://schemas.openxmlformats.org/drawingml/2006/main">
            <a:r>
              <a:t>        127</a:t>
            </a:r>
          </a:p>
          <a:p xmlns:a="http://schemas.openxmlformats.org/drawingml/2006/main">
            <a:r>
              <a:t>      ],</a:t>
            </a:r>
          </a:p>
          <a:p xmlns:a="http://schemas.openxmlformats.org/drawingml/2006/main">
            <a:r>
              <a:t>      "detail": "Original separate laboratory asset group photograph/rendering"</a:t>
            </a:r>
          </a:p>
          <a:p xmlns:a="http://schemas.openxmlformats.org/drawingml/2006/main">
            <a:r>
              <a:t>    },</a:t>
            </a:r>
          </a:p>
          <a:p xmlns:a="http://schemas.openxmlformats.org/drawingml/2006/main">
            <a:r>
              <a:t>    {</a:t>
            </a:r>
          </a:p>
          <a:p xmlns:a="http://schemas.openxmlformats.org/drawingml/2006/main">
            <a:r>
              <a:t>      "id": "environmental-control",</a:t>
            </a:r>
          </a:p>
          <a:p xmlns:a="http://schemas.openxmlformats.org/drawingml/2006/main">
            <a:r>
              <a:t>      "source_pixels": [</a:t>
            </a:r>
          </a:p>
          <a:p xmlns:a="http://schemas.openxmlformats.org/drawingml/2006/main">
            <a:r>
              <a:t>        637,</a:t>
            </a:r>
          </a:p>
          <a:p xmlns:a="http://schemas.openxmlformats.org/drawingml/2006/main">
            <a:r>
              <a:t>        30,</a:t>
            </a:r>
          </a:p>
          <a:p xmlns:a="http://schemas.openxmlformats.org/drawingml/2006/main">
            <a:r>
              <a:t>        807,</a:t>
            </a:r>
          </a:p>
          <a:p xmlns:a="http://schemas.openxmlformats.org/drawingml/2006/main">
            <a:r>
              <a:t>        129</a:t>
            </a:r>
          </a:p>
          <a:p xmlns:a="http://schemas.openxmlformats.org/drawingml/2006/main">
            <a:r>
              <a:t>      ],</a:t>
            </a:r>
          </a:p>
          <a:p xmlns:a="http://schemas.openxmlformats.org/drawingml/2006/main">
            <a:r>
              <a:t>      "detail": "Original separate laboratory asset group photograph/rendering"</a:t>
            </a:r>
          </a:p>
          <a:p xmlns:a="http://schemas.openxmlformats.org/drawingml/2006/main">
            <a:r>
              <a:t>    },</a:t>
            </a:r>
          </a:p>
          <a:p xmlns:a="http://schemas.openxmlformats.org/drawingml/2006/main">
            <a:r>
              <a:t>    {</a:t>
            </a:r>
          </a:p>
          <a:p xmlns:a="http://schemas.openxmlformats.org/drawingml/2006/main">
            <a:r>
              <a:t>      "id": "measurement",</a:t>
            </a:r>
          </a:p>
          <a:p xmlns:a="http://schemas.openxmlformats.org/drawingml/2006/main">
            <a:r>
              <a:t>      "source_pixels": [</a:t>
            </a:r>
          </a:p>
          <a:p xmlns:a="http://schemas.openxmlformats.org/drawingml/2006/main">
            <a:r>
              <a:t>        832,</a:t>
            </a:r>
          </a:p>
          <a:p xmlns:a="http://schemas.openxmlformats.org/drawingml/2006/main">
            <a:r>
              <a:t>        22,</a:t>
            </a:r>
          </a:p>
          <a:p xmlns:a="http://schemas.openxmlformats.org/drawingml/2006/main">
            <a:r>
              <a:t>        987,</a:t>
            </a:r>
          </a:p>
          <a:p xmlns:a="http://schemas.openxmlformats.org/drawingml/2006/main">
            <a:r>
              <a:t>        128</a:t>
            </a:r>
          </a:p>
          <a:p xmlns:a="http://schemas.openxmlformats.org/drawingml/2006/main">
            <a:r>
              <a:t>      ],</a:t>
            </a:r>
          </a:p>
          <a:p xmlns:a="http://schemas.openxmlformats.org/drawingml/2006/main">
            <a:r>
              <a:t>      "detail": "Original separate laboratory asset group photograph/rendering"</a:t>
            </a:r>
          </a:p>
          <a:p xmlns:a="http://schemas.openxmlformats.org/drawingml/2006/main">
            <a:r>
              <a:t>    },</a:t>
            </a:r>
          </a:p>
          <a:p xmlns:a="http://schemas.openxmlformats.org/drawingml/2006/main">
            <a:r>
              <a:t>    {</a:t>
            </a:r>
          </a:p>
          <a:p xmlns:a="http://schemas.openxmlformats.org/drawingml/2006/main">
            <a:r>
              <a:t>      "id": "tubes-racks",</a:t>
            </a:r>
          </a:p>
          <a:p xmlns:a="http://schemas.openxmlformats.org/drawingml/2006/main">
            <a:r>
              <a:t>      "source_pixels": [</a:t>
            </a:r>
          </a:p>
          <a:p xmlns:a="http://schemas.openxmlformats.org/drawingml/2006/main">
            <a:r>
              <a:t>        1000,</a:t>
            </a:r>
          </a:p>
          <a:p xmlns:a="http://schemas.openxmlformats.org/drawingml/2006/main">
            <a:r>
              <a:t>        31,</a:t>
            </a:r>
          </a:p>
          <a:p xmlns:a="http://schemas.openxmlformats.org/drawingml/2006/main">
            <a:r>
              <a:t>        1152,</a:t>
            </a:r>
          </a:p>
          <a:p xmlns:a="http://schemas.openxmlformats.org/drawingml/2006/main">
            <a:r>
              <a:t>        116</a:t>
            </a:r>
          </a:p>
          <a:p xmlns:a="http://schemas.openxmlformats.org/drawingml/2006/main">
            <a:r>
              <a:t>      ],</a:t>
            </a:r>
          </a:p>
          <a:p xmlns:a="http://schemas.openxmlformats.org/drawingml/2006/main">
            <a:r>
              <a:t>      "detail": "Original separate laboratory asset group photograph/rendering"</a:t>
            </a:r>
          </a:p>
          <a:p xmlns:a="http://schemas.openxmlformats.org/drawingml/2006/main">
            <a:r>
              <a:t>    },</a:t>
            </a:r>
          </a:p>
          <a:p xmlns:a="http://schemas.openxmlformats.org/drawingml/2006/main">
            <a:r>
              <a:t>    {</a:t>
            </a:r>
          </a:p>
          <a:p xmlns:a="http://schemas.openxmlformats.org/drawingml/2006/main">
            <a:r>
              <a:t>      "id": "platform-agent-icon",</a:t>
            </a:r>
          </a:p>
          <a:p xmlns:a="http://schemas.openxmlformats.org/drawingml/2006/main">
            <a:r>
              <a:t>      "source_pixels": [</a:t>
            </a:r>
          </a:p>
          <a:p xmlns:a="http://schemas.openxmlformats.org/drawingml/2006/main">
            <a:r>
              <a:t>        25,</a:t>
            </a:r>
          </a:p>
          <a:p xmlns:a="http://schemas.openxmlformats.org/drawingml/2006/main">
            <a:r>
              <a:t>        195,</a:t>
            </a:r>
          </a:p>
          <a:p xmlns:a="http://schemas.openxmlformats.org/drawingml/2006/main">
            <a:r>
              <a:t>        81,</a:t>
            </a:r>
          </a:p>
          <a:p xmlns:a="http://schemas.openxmlformats.org/drawingml/2006/main">
            <a:r>
              <a:t>        243</a:t>
            </a:r>
          </a:p>
          <a:p xmlns:a="http://schemas.openxmlformats.org/drawingml/2006/main">
            <a:r>
              <a:t>      ],</a:t>
            </a:r>
          </a:p>
          <a:p xmlns:a="http://schemas.openxmlformats.org/drawingml/2006/main">
            <a:r>
              <a:t>      "detail": "Original platform-agent robot icon"</a:t>
            </a:r>
          </a:p>
          <a:p xmlns:a="http://schemas.openxmlformats.org/drawingml/2006/main">
            <a:r>
              <a:t>    },</a:t>
            </a:r>
          </a:p>
          <a:p xmlns:a="http://schemas.openxmlformats.org/drawingml/2006/main">
            <a:r>
              <a:t>    {</a:t>
            </a:r>
          </a:p>
          <a:p xmlns:a="http://schemas.openxmlformats.org/drawingml/2006/main">
            <a:r>
              <a:t>      "id": "identified-assets-top",</a:t>
            </a:r>
          </a:p>
          <a:p xmlns:a="http://schemas.openxmlformats.org/drawingml/2006/main">
            <a:r>
              <a:t>      "source_pixels": [</a:t>
            </a:r>
          </a:p>
          <a:p xmlns:a="http://schemas.openxmlformats.org/drawingml/2006/main">
            <a:r>
              <a:t>        217,</a:t>
            </a:r>
          </a:p>
          <a:p xmlns:a="http://schemas.openxmlformats.org/drawingml/2006/main">
            <a:r>
              <a:t>        252,</a:t>
            </a:r>
          </a:p>
          <a:p xmlns:a="http://schemas.openxmlformats.org/drawingml/2006/main">
            <a:r>
              <a:t>        318,</a:t>
            </a:r>
          </a:p>
          <a:p xmlns:a="http://schemas.openxmlformats.org/drawingml/2006/main">
            <a:r>
              <a:t>        302</a:t>
            </a:r>
          </a:p>
          <a:p xmlns:a="http://schemas.openxmlformats.org/drawingml/2006/main">
            <a:r>
              <a:t>      ],</a:t>
            </a:r>
          </a:p>
          <a:p xmlns:a="http://schemas.openxmlformats.org/drawingml/2006/main">
            <a:r>
              <a:t>      "detail": "Original identified laboratory asset illustration, cropped clear of the native label"</a:t>
            </a:r>
          </a:p>
          <a:p xmlns:a="http://schemas.openxmlformats.org/drawingml/2006/main">
            <a:r>
              <a:t>    },</a:t>
            </a:r>
          </a:p>
          <a:p xmlns:a="http://schemas.openxmlformats.org/drawingml/2006/main">
            <a:r>
              <a:t>    {</a:t>
            </a:r>
          </a:p>
          <a:p xmlns:a="http://schemas.openxmlformats.org/drawingml/2006/main">
            <a:r>
              <a:t>      "id": "identified-assets-left",</a:t>
            </a:r>
          </a:p>
          <a:p xmlns:a="http://schemas.openxmlformats.org/drawingml/2006/main">
            <a:r>
              <a:t>      "source_pixels": [</a:t>
            </a:r>
          </a:p>
          <a:p xmlns:a="http://schemas.openxmlformats.org/drawingml/2006/main">
            <a:r>
              <a:t>        193,</a:t>
            </a:r>
          </a:p>
          <a:p xmlns:a="http://schemas.openxmlformats.org/drawingml/2006/main">
            <a:r>
              <a:t>        292,</a:t>
            </a:r>
          </a:p>
          <a:p xmlns:a="http://schemas.openxmlformats.org/drawingml/2006/main">
            <a:r>
              <a:t>        218,</a:t>
            </a:r>
          </a:p>
          <a:p xmlns:a="http://schemas.openxmlformats.org/drawingml/2006/main">
            <a:r>
              <a:t>        330</a:t>
            </a:r>
          </a:p>
          <a:p xmlns:a="http://schemas.openxmlformats.org/drawingml/2006/main">
            <a:r>
              <a:t>      ],</a:t>
            </a:r>
          </a:p>
          <a:p xmlns:a="http://schemas.openxmlformats.org/drawingml/2006/main">
            <a:r>
              <a:t>      "detail": "Original identified laboratory asset illustration, cropped clear of the native label"</a:t>
            </a:r>
          </a:p>
          <a:p xmlns:a="http://schemas.openxmlformats.org/drawingml/2006/main">
            <a:r>
              <a:t>    },</a:t>
            </a:r>
          </a:p>
          <a:p xmlns:a="http://schemas.openxmlformats.org/drawingml/2006/main">
            <a:r>
              <a:t>    {</a:t>
            </a:r>
          </a:p>
          <a:p xmlns:a="http://schemas.openxmlformats.org/drawingml/2006/main">
            <a:r>
              <a:t>      "id": "identified-assets-right",</a:t>
            </a:r>
          </a:p>
          <a:p xmlns:a="http://schemas.openxmlformats.org/drawingml/2006/main">
            <a:r>
              <a:t>      "source_pixels": [</a:t>
            </a:r>
          </a:p>
          <a:p xmlns:a="http://schemas.openxmlformats.org/drawingml/2006/main">
            <a:r>
              <a:t>        315,</a:t>
            </a:r>
          </a:p>
          <a:p xmlns:a="http://schemas.openxmlformats.org/drawingml/2006/main">
            <a:r>
              <a:t>        289,</a:t>
            </a:r>
          </a:p>
          <a:p xmlns:a="http://schemas.openxmlformats.org/drawingml/2006/main">
            <a:r>
              <a:t>        335,</a:t>
            </a:r>
          </a:p>
          <a:p xmlns:a="http://schemas.openxmlformats.org/drawingml/2006/main">
            <a:r>
              <a:t>        350</a:t>
            </a:r>
          </a:p>
          <a:p xmlns:a="http://schemas.openxmlformats.org/drawingml/2006/main">
            <a:r>
              <a:t>      ],</a:t>
            </a:r>
          </a:p>
          <a:p xmlns:a="http://schemas.openxmlformats.org/drawingml/2006/main">
            <a:r>
              <a:t>      "detail": "Original identified laboratory asset illustration, cropped clear of the native label"</a:t>
            </a:r>
          </a:p>
          <a:p xmlns:a="http://schemas.openxmlformats.org/drawingml/2006/main">
            <a:r>
              <a:t>    },</a:t>
            </a:r>
          </a:p>
          <a:p xmlns:a="http://schemas.openxmlformats.org/drawingml/2006/main">
            <a:r>
              <a:t>    {</a:t>
            </a:r>
          </a:p>
          <a:p xmlns:a="http://schemas.openxmlformats.org/drawingml/2006/main">
            <a:r>
              <a:t>      "id": "identified-assets-bottom",</a:t>
            </a:r>
          </a:p>
          <a:p xmlns:a="http://schemas.openxmlformats.org/drawingml/2006/main">
            <a:r>
              <a:t>      "source_pixels": [</a:t>
            </a:r>
          </a:p>
          <a:p xmlns:a="http://schemas.openxmlformats.org/drawingml/2006/main">
            <a:r>
              <a:t>        202,</a:t>
            </a:r>
          </a:p>
          <a:p xmlns:a="http://schemas.openxmlformats.org/drawingml/2006/main">
            <a:r>
              <a:t>        333,</a:t>
            </a:r>
          </a:p>
          <a:p xmlns:a="http://schemas.openxmlformats.org/drawingml/2006/main">
            <a:r>
              <a:t>        314,</a:t>
            </a:r>
          </a:p>
          <a:p xmlns:a="http://schemas.openxmlformats.org/drawingml/2006/main">
            <a:r>
              <a:t>        382</a:t>
            </a:r>
          </a:p>
          <a:p xmlns:a="http://schemas.openxmlformats.org/drawingml/2006/main">
            <a:r>
              <a:t>      ],</a:t>
            </a:r>
          </a:p>
          <a:p xmlns:a="http://schemas.openxmlformats.org/drawingml/2006/main">
            <a:r>
              <a:t>      "detail": "Original identified laboratory asset illustration, cropped clear of the native label"</a:t>
            </a:r>
          </a:p>
          <a:p xmlns:a="http://schemas.openxmlformats.org/drawingml/2006/main">
            <a:r>
              <a:t>    },</a:t>
            </a:r>
          </a:p>
          <a:p xmlns:a="http://schemas.openxmlformats.org/drawingml/2006/main">
            <a:r>
              <a:t>    {</a:t>
            </a:r>
          </a:p>
          <a:p xmlns:a="http://schemas.openxmlformats.org/drawingml/2006/main">
            <a:r>
              <a:t>      "id": "constructed-scene",</a:t>
            </a:r>
          </a:p>
          <a:p xmlns:a="http://schemas.openxmlformats.org/drawingml/2006/main">
            <a:r>
              <a:t>      "source_pixels": [</a:t>
            </a:r>
          </a:p>
          <a:p xmlns:a="http://schemas.openxmlformats.org/drawingml/2006/main">
            <a:r>
              <a:t>        357,</a:t>
            </a:r>
          </a:p>
          <a:p xmlns:a="http://schemas.openxmlformats.org/drawingml/2006/main">
            <a:r>
              <a:t>        256,</a:t>
            </a:r>
          </a:p>
          <a:p xmlns:a="http://schemas.openxmlformats.org/drawingml/2006/main">
            <a:r>
              <a:t>        500,</a:t>
            </a:r>
          </a:p>
          <a:p xmlns:a="http://schemas.openxmlformats.org/drawingml/2006/main">
            <a:r>
              <a:t>        370</a:t>
            </a:r>
          </a:p>
          <a:p xmlns:a="http://schemas.openxmlformats.org/drawingml/2006/main">
            <a:r>
              <a:t>      ],</a:t>
            </a:r>
          </a:p>
          <a:p xmlns:a="http://schemas.openxmlformats.org/drawingml/2006/main">
            <a:r>
              <a:t>      "detail": "Original constructed laboratory scene"</a:t>
            </a:r>
          </a:p>
          <a:p xmlns:a="http://schemas.openxmlformats.org/drawingml/2006/main">
            <a:r>
              <a:t>    },</a:t>
            </a:r>
          </a:p>
          <a:p xmlns:a="http://schemas.openxmlformats.org/drawingml/2006/main">
            <a:r>
              <a:t>    {</a:t>
            </a:r>
          </a:p>
          <a:p xmlns:a="http://schemas.openxmlformats.org/drawingml/2006/main">
            <a:r>
              <a:t>      "id": "lerobot-data-thumbnail",</a:t>
            </a:r>
          </a:p>
          <a:p xmlns:a="http://schemas.openxmlformats.org/drawingml/2006/main">
            <a:r>
              <a:t>      "source_pixels": [</a:t>
            </a:r>
          </a:p>
          <a:p xmlns:a="http://schemas.openxmlformats.org/drawingml/2006/main">
            <a:r>
              <a:t>        592,</a:t>
            </a:r>
          </a:p>
          <a:p xmlns:a="http://schemas.openxmlformats.org/drawingml/2006/main">
            <a:r>
              <a:t>        347,</a:t>
            </a:r>
          </a:p>
          <a:p xmlns:a="http://schemas.openxmlformats.org/drawingml/2006/main">
            <a:r>
              <a:t>        638,</a:t>
            </a:r>
          </a:p>
          <a:p xmlns:a="http://schemas.openxmlformats.org/drawingml/2006/main">
            <a:r>
              <a:t>        381</a:t>
            </a:r>
          </a:p>
          <a:p xmlns:a="http://schemas.openxmlformats.org/drawingml/2006/main">
            <a:r>
              <a:t>      ],</a:t>
            </a:r>
          </a:p>
          <a:p xmlns:a="http://schemas.openxmlformats.org/drawingml/2006/main">
            <a:r>
              <a:t>      "detail": "Original robot trajectory sample thumbnail on the data cylinder"</a:t>
            </a:r>
          </a:p>
          <a:p xmlns:a="http://schemas.openxmlformats.org/drawingml/2006/main">
            <a:r>
              <a:t>    },</a:t>
            </a:r>
          </a:p>
          <a:p xmlns:a="http://schemas.openxmlformats.org/drawingml/2006/main">
            <a:r>
              <a:t>    {</a:t>
            </a:r>
          </a:p>
          <a:p xmlns:a="http://schemas.openxmlformats.org/drawingml/2006/main">
            <a:r>
              <a:t>      "id": "inference-interface",</a:t>
            </a:r>
          </a:p>
          <a:p xmlns:a="http://schemas.openxmlformats.org/drawingml/2006/main">
            <a:r>
              <a:t>      "source_pixels": [</a:t>
            </a:r>
          </a:p>
          <a:p xmlns:a="http://schemas.openxmlformats.org/drawingml/2006/main">
            <a:r>
              <a:t>        887,</a:t>
            </a:r>
          </a:p>
          <a:p xmlns:a="http://schemas.openxmlformats.org/drawingml/2006/main">
            <a:r>
              <a:t>        217,</a:t>
            </a:r>
          </a:p>
          <a:p xmlns:a="http://schemas.openxmlformats.org/drawingml/2006/main">
            <a:r>
              <a:t>        1150,</a:t>
            </a:r>
          </a:p>
          <a:p xmlns:a="http://schemas.openxmlformats.org/drawingml/2006/main">
            <a:r>
              <a:t>        371</a:t>
            </a:r>
          </a:p>
          <a:p xmlns:a="http://schemas.openxmlformats.org/drawingml/2006/main">
            <a:r>
              <a:t>      ],</a:t>
            </a:r>
          </a:p>
          <a:p xmlns:a="http://schemas.openxmlformats.org/drawingml/2006/main">
            <a:r>
              <a:t>      "detail": "Original inference interface screenshots; embedded UI text remains part of the screenshots"</a:t>
            </a:r>
          </a:p>
          <a:p xmlns:a="http://schemas.openxmlformats.org/drawingml/2006/main">
            <a:r>
              <a:t>    },</a:t>
            </a:r>
          </a:p>
          <a:p xmlns:a="http://schemas.openxmlformats.org/drawingml/2006/main">
            <a:r>
              <a:t>    {</a:t>
            </a:r>
          </a:p>
          <a:p xmlns:a="http://schemas.openxmlformats.org/drawingml/2006/main">
            <a:r>
              <a:t>      "id": "teleoperation-icon",</a:t>
            </a:r>
          </a:p>
          <a:p xmlns:a="http://schemas.openxmlformats.org/drawingml/2006/main">
            <a:r>
              <a:t>      "source_pixels": [</a:t>
            </a:r>
          </a:p>
          <a:p xmlns:a="http://schemas.openxmlformats.org/drawingml/2006/main">
            <a:r>
              <a:t>        46,</a:t>
            </a:r>
          </a:p>
          <a:p xmlns:a="http://schemas.openxmlformats.org/drawingml/2006/main">
            <a:r>
              <a:t>        437,</a:t>
            </a:r>
          </a:p>
          <a:p xmlns:a="http://schemas.openxmlformats.org/drawingml/2006/main">
            <a:r>
              <a:t>        128,</a:t>
            </a:r>
          </a:p>
          <a:p xmlns:a="http://schemas.openxmlformats.org/drawingml/2006/main">
            <a:r>
              <a:t>        489</a:t>
            </a:r>
          </a:p>
          <a:p xmlns:a="http://schemas.openxmlformats.org/drawingml/2006/main">
            <a:r>
              <a:t>      ],</a:t>
            </a:r>
          </a:p>
          <a:p xmlns:a="http://schemas.openxmlformats.org/drawingml/2006/main">
            <a:r>
              <a:t>      "detail": "Original teleoperation operator/computer illustration"</a:t>
            </a:r>
          </a:p>
          <a:p xmlns:a="http://schemas.openxmlformats.org/drawingml/2006/main">
            <a:r>
              <a:t>    },</a:t>
            </a:r>
          </a:p>
          <a:p xmlns:a="http://schemas.openxmlformats.org/drawingml/2006/main">
            <a:r>
              <a:t>    {</a:t>
            </a:r>
          </a:p>
          <a:p xmlns:a="http://schemas.openxmlformats.org/drawingml/2006/main">
            <a:r>
              <a:t>      "id": "camera-view",</a:t>
            </a:r>
          </a:p>
          <a:p xmlns:a="http://schemas.openxmlformats.org/drawingml/2006/main">
            <a:r>
              <a:t>      "source_pixels": [</a:t>
            </a:r>
          </a:p>
          <a:p xmlns:a="http://schemas.openxmlformats.org/drawingml/2006/main">
            <a:r>
              <a:t>        42,</a:t>
            </a:r>
          </a:p>
          <a:p xmlns:a="http://schemas.openxmlformats.org/drawingml/2006/main">
            <a:r>
              <a:t>        514,</a:t>
            </a:r>
          </a:p>
          <a:p xmlns:a="http://schemas.openxmlformats.org/drawingml/2006/main">
            <a:r>
              <a:t>        133,</a:t>
            </a:r>
          </a:p>
          <a:p xmlns:a="http://schemas.openxmlformats.org/drawingml/2006/main">
            <a:r>
              <a:t>        581</a:t>
            </a:r>
          </a:p>
          <a:p xmlns:a="http://schemas.openxmlformats.org/drawingml/2006/main">
            <a:r>
              <a:t>      ],</a:t>
            </a:r>
          </a:p>
          <a:p xmlns:a="http://schemas.openxmlformats.org/drawingml/2006/main">
            <a:r>
              <a:t>      "detail": "Original camera observation scene"</a:t>
            </a:r>
          </a:p>
          <a:p xmlns:a="http://schemas.openxmlformats.org/drawingml/2006/main">
            <a:r>
              <a:t>    },</a:t>
            </a:r>
          </a:p>
          <a:p xmlns:a="http://schemas.openxmlformats.org/drawingml/2006/main">
            <a:r>
              <a:t>    {</a:t>
            </a:r>
          </a:p>
          <a:p xmlns:a="http://schemas.openxmlformats.org/drawingml/2006/main">
            <a:r>
              <a:t>      "id": "lighting",</a:t>
            </a:r>
          </a:p>
          <a:p xmlns:a="http://schemas.openxmlformats.org/drawingml/2006/main">
            <a:r>
              <a:t>      "source_pixels": [</a:t>
            </a:r>
          </a:p>
          <a:p xmlns:a="http://schemas.openxmlformats.org/drawingml/2006/main">
            <a:r>
              <a:t>        609,</a:t>
            </a:r>
          </a:p>
          <a:p xmlns:a="http://schemas.openxmlformats.org/drawingml/2006/main">
            <a:r>
              <a:t>        466,</a:t>
            </a:r>
          </a:p>
          <a:p xmlns:a="http://schemas.openxmlformats.org/drawingml/2006/main">
            <a:r>
              <a:t>        740,</a:t>
            </a:r>
          </a:p>
          <a:p xmlns:a="http://schemas.openxmlformats.org/drawingml/2006/main">
            <a:r>
              <a:t>        565</a:t>
            </a:r>
          </a:p>
          <a:p xmlns:a="http://schemas.openxmlformats.org/drawingml/2006/main">
            <a:r>
              <a:t>      ],</a:t>
            </a:r>
          </a:p>
          <a:p xmlns:a="http://schemas.openxmlformats.org/drawingml/2006/main">
            <a:r>
              <a:t>      "detail": "Original separate robot simulation perturbation visualization"</a:t>
            </a:r>
          </a:p>
          <a:p xmlns:a="http://schemas.openxmlformats.org/drawingml/2006/main">
            <a:r>
              <a:t>    },</a:t>
            </a:r>
          </a:p>
          <a:p xmlns:a="http://schemas.openxmlformats.org/drawingml/2006/main">
            <a:r>
              <a:t>    {</a:t>
            </a:r>
          </a:p>
          <a:p xmlns:a="http://schemas.openxmlformats.org/drawingml/2006/main">
            <a:r>
              <a:t>      "id": "speed",</a:t>
            </a:r>
          </a:p>
          <a:p xmlns:a="http://schemas.openxmlformats.org/drawingml/2006/main">
            <a:r>
              <a:t>      "source_pixels": [</a:t>
            </a:r>
          </a:p>
          <a:p xmlns:a="http://schemas.openxmlformats.org/drawingml/2006/main">
            <a:r>
              <a:t>        757,</a:t>
            </a:r>
          </a:p>
          <a:p xmlns:a="http://schemas.openxmlformats.org/drawingml/2006/main">
            <a:r>
              <a:t>        465,</a:t>
            </a:r>
          </a:p>
          <a:p xmlns:a="http://schemas.openxmlformats.org/drawingml/2006/main">
            <a:r>
              <a:t>        877,</a:t>
            </a:r>
          </a:p>
          <a:p xmlns:a="http://schemas.openxmlformats.org/drawingml/2006/main">
            <a:r>
              <a:t>        565</a:t>
            </a:r>
          </a:p>
          <a:p xmlns:a="http://schemas.openxmlformats.org/drawingml/2006/main">
            <a:r>
              <a:t>      ],</a:t>
            </a:r>
          </a:p>
          <a:p xmlns:a="http://schemas.openxmlformats.org/drawingml/2006/main">
            <a:r>
              <a:t>      "detail": "Original separate robot simulation perturbation visualization"</a:t>
            </a:r>
          </a:p>
          <a:p xmlns:a="http://schemas.openxmlformats.org/drawingml/2006/main">
            <a:r>
              <a:t>    },</a:t>
            </a:r>
          </a:p>
          <a:p xmlns:a="http://schemas.openxmlformats.org/drawingml/2006/main">
            <a:r>
              <a:t>    {</a:t>
            </a:r>
          </a:p>
          <a:p xmlns:a="http://schemas.openxmlformats.org/drawingml/2006/main">
            <a:r>
              <a:t>      "id": "camera-position",</a:t>
            </a:r>
          </a:p>
          <a:p xmlns:a="http://schemas.openxmlformats.org/drawingml/2006/main">
            <a:r>
              <a:t>      "source_pixels": [</a:t>
            </a:r>
          </a:p>
          <a:p xmlns:a="http://schemas.openxmlformats.org/drawingml/2006/main">
            <a:r>
              <a:t>        896,</a:t>
            </a:r>
          </a:p>
          <a:p xmlns:a="http://schemas.openxmlformats.org/drawingml/2006/main">
            <a:r>
              <a:t>        466,</a:t>
            </a:r>
          </a:p>
          <a:p xmlns:a="http://schemas.openxmlformats.org/drawingml/2006/main">
            <a:r>
              <a:t>        1021,</a:t>
            </a:r>
          </a:p>
          <a:p xmlns:a="http://schemas.openxmlformats.org/drawingml/2006/main">
            <a:r>
              <a:t>        566</a:t>
            </a:r>
          </a:p>
          <a:p xmlns:a="http://schemas.openxmlformats.org/drawingml/2006/main">
            <a:r>
              <a:t>      ],</a:t>
            </a:r>
          </a:p>
          <a:p xmlns:a="http://schemas.openxmlformats.org/drawingml/2006/main">
            <a:r>
              <a:t>      "detail": "Original separate robot simulation perturbation visualization"</a:t>
            </a:r>
          </a:p>
          <a:p xmlns:a="http://schemas.openxmlformats.org/drawingml/2006/main">
            <a:r>
              <a:t>    },</a:t>
            </a:r>
          </a:p>
          <a:p xmlns:a="http://schemas.openxmlformats.org/drawingml/2006/main">
            <a:r>
              <a:t>    {</a:t>
            </a:r>
          </a:p>
          <a:p xmlns:a="http://schemas.openxmlformats.org/drawingml/2006/main">
            <a:r>
              <a:t>      "id": "trajectory",</a:t>
            </a:r>
          </a:p>
          <a:p xmlns:a="http://schemas.openxmlformats.org/drawingml/2006/main">
            <a:r>
              <a:t>      "source_pixels": [</a:t>
            </a:r>
          </a:p>
          <a:p xmlns:a="http://schemas.openxmlformats.org/drawingml/2006/main">
            <a:r>
              <a:t>        1039,</a:t>
            </a:r>
          </a:p>
          <a:p xmlns:a="http://schemas.openxmlformats.org/drawingml/2006/main">
            <a:r>
              <a:t>        465,</a:t>
            </a:r>
          </a:p>
          <a:p xmlns:a="http://schemas.openxmlformats.org/drawingml/2006/main">
            <a:r>
              <a:t>        1147,</a:t>
            </a:r>
          </a:p>
          <a:p xmlns:a="http://schemas.openxmlformats.org/drawingml/2006/main">
            <a:r>
              <a:t>        565</a:t>
            </a:r>
          </a:p>
          <a:p xmlns:a="http://schemas.openxmlformats.org/drawingml/2006/main">
            <a:r>
              <a:t>      ],</a:t>
            </a:r>
          </a:p>
          <a:p xmlns:a="http://schemas.openxmlformats.org/drawingml/2006/main">
            <a:r>
              <a:t>      "detail": "Original separate robot simulation perturbation visualization"</a:t>
            </a:r>
          </a:p>
          <a:p xmlns:a="http://schemas.openxmlformats.org/drawingml/2006/main">
            <a:r>
              <a:t>    },</a:t>
            </a:r>
          </a:p>
          <a:p xmlns:a="http://schemas.openxmlformats.org/drawingml/2006/main">
            <a:r>
              <a:t>    {</a:t>
            </a:r>
          </a:p>
          <a:p xmlns:a="http://schemas.openxmlformats.org/drawingml/2006/main">
            <a:r>
              <a:t>      "id": "task-family-0-frame-0",</a:t>
            </a:r>
          </a:p>
          <a:p xmlns:a="http://schemas.openxmlformats.org/drawingml/2006/main">
            <a:r>
              <a:t>      "source_pixels": [</a:t>
            </a:r>
          </a:p>
          <a:p xmlns:a="http://schemas.openxmlformats.org/drawingml/2006/main">
            <a:r>
              <a:t>        10,</a:t>
            </a:r>
          </a:p>
          <a:p xmlns:a="http://schemas.openxmlformats.org/drawingml/2006/main">
            <a:r>
              <a:t>        633,</a:t>
            </a:r>
          </a:p>
          <a:p xmlns:a="http://schemas.openxmlformats.org/drawingml/2006/main">
            <a:r>
              <a:t>        130,</a:t>
            </a:r>
          </a:p>
          <a:p xmlns:a="http://schemas.openxmlformats.org/drawingml/2006/main">
            <a:r>
              <a:t>        720</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"task-family-0-frame-1",</a:t>
            </a:r>
          </a:p>
          <a:p xmlns:a="http://schemas.openxmlformats.org/drawingml/2006/main">
            <a:r>
              <a:t>      "source_pixels": [</a:t>
            </a:r>
          </a:p>
          <a:p xmlns:a="http://schemas.openxmlformats.org/drawingml/2006/main">
            <a:r>
              <a:t>        144,</a:t>
            </a:r>
          </a:p>
          <a:p xmlns:a="http://schemas.openxmlformats.org/drawingml/2006/main">
            <a:r>
              <a:t>        632,</a:t>
            </a:r>
          </a:p>
          <a:p xmlns:a="http://schemas.openxmlformats.org/drawingml/2006/main">
            <a:r>
              <a:t>        264,</a:t>
            </a:r>
          </a:p>
          <a:p xmlns:a="http://schemas.openxmlformats.org/drawingml/2006/main">
            <a:r>
              <a:t>        719</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"task-family-0-frame-2",</a:t>
            </a:r>
          </a:p>
          <a:p xmlns:a="http://schemas.openxmlformats.org/drawingml/2006/main">
            <a:r>
              <a:t>      "source_pixels": [</a:t>
            </a:r>
          </a:p>
          <a:p xmlns:a="http://schemas.openxmlformats.org/drawingml/2006/main">
            <a:r>
              <a:t>        10,</a:t>
            </a:r>
          </a:p>
          <a:p xmlns:a="http://schemas.openxmlformats.org/drawingml/2006/main">
            <a:r>
              <a:t>        733,</a:t>
            </a:r>
          </a:p>
          <a:p xmlns:a="http://schemas.openxmlformats.org/drawingml/2006/main">
            <a:r>
              <a:t>        130,</a:t>
            </a:r>
          </a:p>
          <a:p xmlns:a="http://schemas.openxmlformats.org/drawingml/2006/main">
            <a:r>
              <a:t>        820</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"task-family-0-frame-3",</a:t>
            </a:r>
          </a:p>
          <a:p xmlns:a="http://schemas.openxmlformats.org/drawingml/2006/main">
            <a:r>
              <a:t>      "source_pixels": [</a:t>
            </a:r>
          </a:p>
          <a:p xmlns:a="http://schemas.openxmlformats.org/drawingml/2006/main">
            <a:r>
              <a:t>        144,</a:t>
            </a:r>
          </a:p>
          <a:p xmlns:a="http://schemas.openxmlformats.org/drawingml/2006/main">
            <a:r>
              <a:t>        731,</a:t>
            </a:r>
          </a:p>
          <a:p xmlns:a="http://schemas.openxmlformats.org/drawingml/2006/main">
            <a:r>
              <a:t>        264,</a:t>
            </a:r>
          </a:p>
          <a:p xmlns:a="http://schemas.openxmlformats.org/drawingml/2006/main">
            <a:r>
              <a:t>        818</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"task-family-1-frame-0",</a:t>
            </a:r>
          </a:p>
          <a:p xmlns:a="http://schemas.openxmlformats.org/drawingml/2006/main">
            <a:r>
              <a:t>      "source_pixels": [</a:t>
            </a:r>
          </a:p>
          <a:p xmlns:a="http://schemas.openxmlformats.org/drawingml/2006/main">
            <a:r>
              <a:t>        313,</a:t>
            </a:r>
          </a:p>
          <a:p xmlns:a="http://schemas.openxmlformats.org/drawingml/2006/main">
            <a:r>
              <a:t>        633,</a:t>
            </a:r>
          </a:p>
          <a:p xmlns:a="http://schemas.openxmlformats.org/drawingml/2006/main">
            <a:r>
              <a:t>        433,</a:t>
            </a:r>
          </a:p>
          <a:p xmlns:a="http://schemas.openxmlformats.org/drawingml/2006/main">
            <a:r>
              <a:t>        720</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"task-family-1-frame-1",</a:t>
            </a:r>
          </a:p>
          <a:p xmlns:a="http://schemas.openxmlformats.org/drawingml/2006/main">
            <a:r>
              <a:t>      "source_pixels": [</a:t>
            </a:r>
          </a:p>
          <a:p xmlns:a="http://schemas.openxmlformats.org/drawingml/2006/main">
            <a:r>
              <a:t>        446,</a:t>
            </a:r>
          </a:p>
          <a:p xmlns:a="http://schemas.openxmlformats.org/drawingml/2006/main">
            <a:r>
              <a:t>        632,</a:t>
            </a:r>
          </a:p>
          <a:p xmlns:a="http://schemas.openxmlformats.org/drawingml/2006/main">
            <a:r>
              <a:t>        566,</a:t>
            </a:r>
          </a:p>
          <a:p xmlns:a="http://schemas.openxmlformats.org/drawingml/2006/main">
            <a:r>
              <a:t>        719</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"task-family-1-frame-2",</a:t>
            </a:r>
          </a:p>
          <a:p xmlns:a="http://schemas.openxmlformats.org/drawingml/2006/main">
            <a:r>
              <a:t>      "source_pixels": [</a:t>
            </a:r>
          </a:p>
          <a:p xmlns:a="http://schemas.openxmlformats.org/drawingml/2006/main">
            <a:r>
              <a:t>        313,</a:t>
            </a:r>
          </a:p>
          <a:p xmlns:a="http://schemas.openxmlformats.org/drawingml/2006/main">
            <a:r>
              <a:t>        733,</a:t>
            </a:r>
          </a:p>
          <a:p xmlns:a="http://schemas.openxmlformats.org/drawingml/2006/main">
            <a:r>
              <a:t>        433,</a:t>
            </a:r>
          </a:p>
          <a:p xmlns:a="http://schemas.openxmlformats.org/drawingml/2006/main">
            <a:r>
              <a:t>        820</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"task-family-1-frame-3",</a:t>
            </a:r>
          </a:p>
          <a:p xmlns:a="http://schemas.openxmlformats.org/drawingml/2006/main">
            <a:r>
              <a:t>      "source_pixels": [</a:t>
            </a:r>
          </a:p>
          <a:p xmlns:a="http://schemas.openxmlformats.org/drawingml/2006/main">
            <a:r>
              <a:t>        446,</a:t>
            </a:r>
          </a:p>
          <a:p xmlns:a="http://schemas.openxmlformats.org/drawingml/2006/main">
            <a:r>
              <a:t>        731,</a:t>
            </a:r>
          </a:p>
          <a:p xmlns:a="http://schemas.openxmlformats.org/drawingml/2006/main">
            <a:r>
              <a:t>        566,</a:t>
            </a:r>
          </a:p>
          <a:p xmlns:a="http://schemas.openxmlformats.org/drawingml/2006/main">
            <a:r>
              <a:t>        818</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"task-family-2-frame-0",</a:t>
            </a:r>
          </a:p>
          <a:p xmlns:a="http://schemas.openxmlformats.org/drawingml/2006/main">
            <a:r>
              <a:t>      "source_pixels": [</a:t>
            </a:r>
          </a:p>
          <a:p xmlns:a="http://schemas.openxmlformats.org/drawingml/2006/main">
            <a:r>
              <a:t>        617,</a:t>
            </a:r>
          </a:p>
          <a:p xmlns:a="http://schemas.openxmlformats.org/drawingml/2006/main">
            <a:r>
              <a:t>        633,</a:t>
            </a:r>
          </a:p>
          <a:p xmlns:a="http://schemas.openxmlformats.org/drawingml/2006/main">
            <a:r>
              <a:t>        737,</a:t>
            </a:r>
          </a:p>
          <a:p xmlns:a="http://schemas.openxmlformats.org/drawingml/2006/main">
            <a:r>
              <a:t>        720</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"task-family-2-frame-1",</a:t>
            </a:r>
          </a:p>
          <a:p xmlns:a="http://schemas.openxmlformats.org/drawingml/2006/main">
            <a:r>
              <a:t>      "source_pixels": [</a:t>
            </a:r>
          </a:p>
          <a:p xmlns:a="http://schemas.openxmlformats.org/drawingml/2006/main">
            <a:r>
              <a:t>        751,</a:t>
            </a:r>
          </a:p>
          <a:p xmlns:a="http://schemas.openxmlformats.org/drawingml/2006/main">
            <a:r>
              <a:t>        632,</a:t>
            </a:r>
          </a:p>
          <a:p xmlns:a="http://schemas.openxmlformats.org/drawingml/2006/main">
            <a:r>
              <a:t>        871,</a:t>
            </a:r>
          </a:p>
          <a:p xmlns:a="http://schemas.openxmlformats.org/drawingml/2006/main">
            <a:r>
              <a:t>        719</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"task-family-2-frame-2",</a:t>
            </a:r>
          </a:p>
          <a:p xmlns:a="http://schemas.openxmlformats.org/drawingml/2006/main">
            <a:r>
              <a:t>      "source_pixels": [</a:t>
            </a:r>
          </a:p>
          <a:p xmlns:a="http://schemas.openxmlformats.org/drawingml/2006/main">
            <a:r>
              <a:t>        617,</a:t>
            </a:r>
          </a:p>
          <a:p xmlns:a="http://schemas.openxmlformats.org/drawingml/2006/main">
            <a:r>
              <a:t>        733,</a:t>
            </a:r>
          </a:p>
          <a:p xmlns:a="http://schemas.openxmlformats.org/drawingml/2006/main">
            <a:r>
              <a:t>        737,</a:t>
            </a:r>
          </a:p>
          <a:p xmlns:a="http://schemas.openxmlformats.org/drawingml/2006/main">
            <a:r>
              <a:t>        820</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"task-family-2-frame-3",</a:t>
            </a:r>
          </a:p>
          <a:p xmlns:a="http://schemas.openxmlformats.org/drawingml/2006/main">
            <a:r>
              <a:t>      "source_pixels": [</a:t>
            </a:r>
          </a:p>
          <a:p xmlns:a="http://schemas.openxmlformats.org/drawingml/2006/main">
            <a:r>
              <a:t>        751,</a:t>
            </a:r>
          </a:p>
          <a:p xmlns:a="http://schemas.openxmlformats.org/drawingml/2006/main">
            <a:r>
              <a:t>        731,</a:t>
            </a:r>
          </a:p>
          <a:p xmlns:a="http://schemas.openxmlformats.org/drawingml/2006/main">
            <a:r>
              <a:t>        871,</a:t>
            </a:r>
          </a:p>
          <a:p xmlns:a="http://schemas.openxmlformats.org/drawingml/2006/main">
            <a:r>
              <a:t>        818</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"task-family-3-frame-0",</a:t>
            </a:r>
          </a:p>
          <a:p xmlns:a="http://schemas.openxmlformats.org/drawingml/2006/main">
            <a:r>
              <a:t>      "source_pixels": [</a:t>
            </a:r>
          </a:p>
          <a:p xmlns:a="http://schemas.openxmlformats.org/drawingml/2006/main">
            <a:r>
              <a:t>        914,</a:t>
            </a:r>
          </a:p>
          <a:p xmlns:a="http://schemas.openxmlformats.org/drawingml/2006/main">
            <a:r>
              <a:t>        633,</a:t>
            </a:r>
          </a:p>
          <a:p xmlns:a="http://schemas.openxmlformats.org/drawingml/2006/main">
            <a:r>
              <a:t>        1034,</a:t>
            </a:r>
          </a:p>
          <a:p xmlns:a="http://schemas.openxmlformats.org/drawingml/2006/main">
            <a:r>
              <a:t>        720</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"task-family-3-frame-1",</a:t>
            </a:r>
          </a:p>
          <a:p xmlns:a="http://schemas.openxmlformats.org/drawingml/2006/main">
            <a:r>
              <a:t>      "source_pixels": [</a:t>
            </a:r>
          </a:p>
          <a:p xmlns:a="http://schemas.openxmlformats.org/drawingml/2006/main">
            <a:r>
              <a:t>        1047,</a:t>
            </a:r>
          </a:p>
          <a:p xmlns:a="http://schemas.openxmlformats.org/drawingml/2006/main">
            <a:r>
              <a:t>        632,</a:t>
            </a:r>
          </a:p>
          <a:p xmlns:a="http://schemas.openxmlformats.org/drawingml/2006/main">
            <a:r>
              <a:t>        1167,</a:t>
            </a:r>
          </a:p>
          <a:p xmlns:a="http://schemas.openxmlformats.org/drawingml/2006/main">
            <a:r>
              <a:t>        719</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"task-family-3-frame-2",</a:t>
            </a:r>
          </a:p>
          <a:p xmlns:a="http://schemas.openxmlformats.org/drawingml/2006/main">
            <a:r>
              <a:t>      "source_pixels": [</a:t>
            </a:r>
          </a:p>
          <a:p xmlns:a="http://schemas.openxmlformats.org/drawingml/2006/main">
            <a:r>
              <a:t>        914,</a:t>
            </a:r>
          </a:p>
          <a:p xmlns:a="http://schemas.openxmlformats.org/drawingml/2006/main">
            <a:r>
              <a:t>        733,</a:t>
            </a:r>
          </a:p>
          <a:p xmlns:a="http://schemas.openxmlformats.org/drawingml/2006/main">
            <a:r>
              <a:t>        1034,</a:t>
            </a:r>
          </a:p>
          <a:p xmlns:a="http://schemas.openxmlformats.org/drawingml/2006/main">
            <a:r>
              <a:t>        820</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      "id": "task-family-3-frame-3",</a:t>
            </a:r>
          </a:p>
          <a:p xmlns:a="http://schemas.openxmlformats.org/drawingml/2006/main">
            <a:r>
              <a:t>      "source_pixels": [</a:t>
            </a:r>
          </a:p>
          <a:p xmlns:a="http://schemas.openxmlformats.org/drawingml/2006/main">
            <a:r>
              <a:t>        1047,</a:t>
            </a:r>
          </a:p>
          <a:p xmlns:a="http://schemas.openxmlformats.org/drawingml/2006/main">
            <a:r>
              <a:t>        731,</a:t>
            </a:r>
          </a:p>
          <a:p xmlns:a="http://schemas.openxmlformats.org/drawingml/2006/main">
            <a:r>
              <a:t>        1167,</a:t>
            </a:r>
          </a:p>
          <a:p xmlns:a="http://schemas.openxmlformats.org/drawingml/2006/main">
            <a:r>
              <a:t>        818</a:t>
            </a:r>
          </a:p>
          <a:p xmlns:a="http://schemas.openxmlformats.org/drawingml/2006/main">
            <a:r>
              <a:t>      ],</a:t>
            </a:r>
          </a:p>
          <a:p xmlns:a="http://schemas.openxmlformats.org/drawingml/2006/main">
            <a:r>
              <a:t>      "detail": "Original individual task-stage laboratory robot frame"</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93ed5f6c28434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45b40d351745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4a4becca0746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a1829ea09d445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42461f5c0c45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4724cb35ff045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34BE60-AAB8-4F0B-99CA-713A0448D548}"/>
              </a:ext>
            </a:extLst>
          </p:cNvPr>
          <p:cNvSpPr>
            <a:spLocks xmlns:a="http://schemas.openxmlformats.org/drawingml/2006/main" noGrp="1"/>
          </p:cNvSpPr>
          <p:nvPr>
            <p:ph type="title" idx="0"/>
          </p:nvPr>
        </p:nvSpPr>
        <p:spPr>
          <a:xfrm xmlns:a="http://schemas.openxmlformats.org/drawingml/2006/main">
            <a:off x="1122998" y="2990215"/>
            <a:ext cx="8983980" cy="114331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42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99A56D-5FBF-42AB-92C6-5C0AF59EDA37}"/>
              </a:ext>
            </a:extLst>
          </p:cNvPr>
          <p:cNvSpPr>
            <a:spLocks xmlns:a="http://schemas.openxmlformats.org/drawingml/2006/main" noGrp="1"/>
          </p:cNvSpPr>
          <p:nvPr>
            <p:ph type="subTitle" idx="1"/>
          </p:nvPr>
        </p:nvSpPr>
        <p:spPr>
          <a:xfrm xmlns:a="http://schemas.openxmlformats.org/drawingml/2006/main">
            <a:off x="1684496" y="4353401"/>
            <a:ext cx="7860983" cy="8794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934"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4E0394-B7FB-46A2-AD0A-60B44B977A1F}"/>
              </a:ext>
            </a:extLst>
          </p:cNvPr>
          <p:cNvSpPr>
            <a:spLocks xmlns:a="http://schemas.openxmlformats.org/drawingml/2006/main" noGrp="1"/>
          </p:cNvSpPr>
          <p:nvPr>
            <p:ph type="title" idx="0"/>
          </p:nvPr>
        </p:nvSpPr>
        <p:spPr>
          <a:xfrm xmlns:a="http://schemas.openxmlformats.org/drawingml/2006/main">
            <a:off x="1122998" y="3298031"/>
            <a:ext cx="8983980" cy="13192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869"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B48EC4-B467-4573-ACFB-BB0312F594BA}"/>
              </a:ext>
            </a:extLst>
          </p:cNvPr>
          <p:cNvSpPr>
            <a:spLocks xmlns:a="http://schemas.openxmlformats.org/drawingml/2006/main" noGrp="1"/>
          </p:cNvSpPr>
          <p:nvPr>
            <p:ph type="title" idx="0"/>
          </p:nvPr>
        </p:nvSpPr>
        <p:spPr>
          <a:xfrm xmlns:a="http://schemas.openxmlformats.org/drawingml/2006/main">
            <a:off x="631686" y="615632"/>
            <a:ext cx="9966603" cy="96742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2AACE7-3E0C-424F-8D70-BBC14244DBAA}"/>
              </a:ext>
            </a:extLst>
          </p:cNvPr>
          <p:cNvSpPr>
            <a:spLocks xmlns:a="http://schemas.openxmlformats.org/drawingml/2006/main" noGrp="1"/>
          </p:cNvSpPr>
          <p:nvPr>
            <p:ph type="body" idx="1"/>
          </p:nvPr>
        </p:nvSpPr>
        <p:spPr>
          <a:xfrm xmlns:a="http://schemas.openxmlformats.org/drawingml/2006/main">
            <a:off x="631686" y="2198688"/>
            <a:ext cx="9966603" cy="49250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72" b="0">
                <a:solidFill>
                  <a:schemeClr val="tx1"/>
                </a:solidFill>
                <a:latin typeface="+mn-lt"/>
                <a:ea typeface="+mn-lt"/>
                <a:cs typeface="+mn-lt"/>
              </a:defRPr>
            </a:defPPr>
            <a:lvl1pPr marL="210562" indent="-210562">
              <a:lnSpc>
                <a:spcPct val="110000"/>
              </a:lnSpc>
              <a:spcBef>
                <a:spcPts val="0"/>
              </a:spcBef>
              <a:spcAft>
                <a:spcPts val="1105"/>
              </a:spcAft>
              <a:buChar char="•"/>
            </a:lvl1pPr>
            <a:lvl2pPr marL="491311" indent="-210562">
              <a:lnSpc>
                <a:spcPct val="110000"/>
              </a:lnSpc>
              <a:spcBef>
                <a:spcPts val="0"/>
              </a:spcBef>
              <a:spcAft>
                <a:spcPts val="1105"/>
              </a:spcAft>
              <a:buChar char="•"/>
            </a:lvl2pPr>
            <a:lvl3pPr marL="772061" indent="-210562">
              <a:lnSpc>
                <a:spcPct val="110000"/>
              </a:lnSpc>
              <a:spcBef>
                <a:spcPts val="0"/>
              </a:spcBef>
              <a:spcAft>
                <a:spcPts val="1105"/>
              </a:spcAft>
              <a:buChar char="•"/>
            </a:lvl3pPr>
            <a:lvl4pPr marL="1052810" indent="-210562">
              <a:lnSpc>
                <a:spcPct val="110000"/>
              </a:lnSpc>
              <a:spcBef>
                <a:spcPts val="0"/>
              </a:spcBef>
              <a:spcAft>
                <a:spcPts val="1105"/>
              </a:spcAft>
              <a:buChar char="•"/>
            </a:lvl4pPr>
            <a:lvl5pPr marL="1333560" indent="-210562">
              <a:lnSpc>
                <a:spcPct val="110000"/>
              </a:lnSpc>
              <a:spcBef>
                <a:spcPts val="0"/>
              </a:spcBef>
              <a:spcAft>
                <a:spcPts val="1105"/>
              </a:spcAft>
              <a:buChar char="•"/>
            </a:lvl5pPr>
            <a:lvl6pPr marL="1614309" indent="-210562">
              <a:lnSpc>
                <a:spcPct val="110000"/>
              </a:lnSpc>
              <a:spcBef>
                <a:spcPts val="0"/>
              </a:spcBef>
              <a:spcAft>
                <a:spcPts val="1105"/>
              </a:spcAft>
              <a:buChar char="•"/>
            </a:lvl6pPr>
            <a:lvl7pPr marL="1895058" indent="-210562">
              <a:lnSpc>
                <a:spcPct val="110000"/>
              </a:lnSpc>
              <a:spcBef>
                <a:spcPts val="0"/>
              </a:spcBef>
              <a:spcAft>
                <a:spcPts val="1105"/>
              </a:spcAft>
              <a:buChar char="•"/>
            </a:lvl7pPr>
            <a:lvl8pPr marL="2175808" indent="-210562">
              <a:lnSpc>
                <a:spcPct val="110000"/>
              </a:lnSpc>
              <a:spcBef>
                <a:spcPts val="0"/>
              </a:spcBef>
              <a:spcAft>
                <a:spcPts val="1105"/>
              </a:spcAft>
              <a:buChar char="•"/>
            </a:lvl8pPr>
            <a:lvl9pPr marL="2456557" indent="-210562">
              <a:lnSpc>
                <a:spcPct val="110000"/>
              </a:lnSpc>
              <a:spcBef>
                <a:spcPts val="0"/>
              </a:spcBef>
              <a:spcAft>
                <a:spcPts val="110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CC5919-14C4-4D52-8F3E-5C1229B7D13C}"/>
              </a:ext>
            </a:extLst>
          </p:cNvPr>
          <p:cNvSpPr>
            <a:spLocks xmlns:a="http://schemas.openxmlformats.org/drawingml/2006/main" noGrp="1"/>
          </p:cNvSpPr>
          <p:nvPr>
            <p:ph type="title" idx="0"/>
          </p:nvPr>
        </p:nvSpPr>
        <p:spPr>
          <a:xfrm xmlns:a="http://schemas.openxmlformats.org/drawingml/2006/main">
            <a:off x="631686" y="615632"/>
            <a:ext cx="9966603" cy="96742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3C1792-AD83-45A0-8A66-31F3C40F5D2D}"/>
              </a:ext>
            </a:extLst>
          </p:cNvPr>
          <p:cNvSpPr>
            <a:spLocks xmlns:a="http://schemas.openxmlformats.org/drawingml/2006/main" noGrp="1"/>
          </p:cNvSpPr>
          <p:nvPr>
            <p:ph type="body" idx="1"/>
          </p:nvPr>
        </p:nvSpPr>
        <p:spPr>
          <a:xfrm xmlns:a="http://schemas.openxmlformats.org/drawingml/2006/main">
            <a:off x="631686" y="2198688"/>
            <a:ext cx="4632365" cy="49250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34" b="0">
                <a:solidFill>
                  <a:schemeClr val="tx1"/>
                </a:solidFill>
                <a:latin typeface="+mn-lt"/>
                <a:ea typeface="+mn-lt"/>
                <a:cs typeface="+mn-lt"/>
              </a:defRPr>
            </a:defPPr>
            <a:lvl1pPr marL="210562" indent="-210562">
              <a:lnSpc>
                <a:spcPct val="110000"/>
              </a:lnSpc>
              <a:spcBef>
                <a:spcPts val="0"/>
              </a:spcBef>
              <a:spcAft>
                <a:spcPts val="1105"/>
              </a:spcAft>
              <a:buChar char="•"/>
            </a:lvl1pPr>
            <a:lvl2pPr marL="491311" indent="-210562">
              <a:lnSpc>
                <a:spcPct val="110000"/>
              </a:lnSpc>
              <a:spcBef>
                <a:spcPts val="0"/>
              </a:spcBef>
              <a:spcAft>
                <a:spcPts val="1105"/>
              </a:spcAft>
              <a:buChar char="•"/>
            </a:lvl2pPr>
            <a:lvl3pPr marL="772061" indent="-210562">
              <a:lnSpc>
                <a:spcPct val="110000"/>
              </a:lnSpc>
              <a:spcBef>
                <a:spcPts val="0"/>
              </a:spcBef>
              <a:spcAft>
                <a:spcPts val="1105"/>
              </a:spcAft>
              <a:buChar char="•"/>
            </a:lvl3pPr>
            <a:lvl4pPr marL="1052810" indent="-210562">
              <a:lnSpc>
                <a:spcPct val="110000"/>
              </a:lnSpc>
              <a:spcBef>
                <a:spcPts val="0"/>
              </a:spcBef>
              <a:spcAft>
                <a:spcPts val="1105"/>
              </a:spcAft>
              <a:buChar char="•"/>
            </a:lvl4pPr>
            <a:lvl5pPr marL="1333560" indent="-210562">
              <a:lnSpc>
                <a:spcPct val="110000"/>
              </a:lnSpc>
              <a:spcBef>
                <a:spcPts val="0"/>
              </a:spcBef>
              <a:spcAft>
                <a:spcPts val="1105"/>
              </a:spcAft>
              <a:buChar char="•"/>
            </a:lvl5pPr>
            <a:lvl6pPr marL="1614309" indent="-210562">
              <a:lnSpc>
                <a:spcPct val="110000"/>
              </a:lnSpc>
              <a:spcBef>
                <a:spcPts val="0"/>
              </a:spcBef>
              <a:spcAft>
                <a:spcPts val="1105"/>
              </a:spcAft>
              <a:buChar char="•"/>
            </a:lvl6pPr>
            <a:lvl7pPr marL="1895058" indent="-210562">
              <a:lnSpc>
                <a:spcPct val="110000"/>
              </a:lnSpc>
              <a:spcBef>
                <a:spcPts val="0"/>
              </a:spcBef>
              <a:spcAft>
                <a:spcPts val="1105"/>
              </a:spcAft>
              <a:buChar char="•"/>
            </a:lvl7pPr>
            <a:lvl8pPr marL="2175808" indent="-210562">
              <a:lnSpc>
                <a:spcPct val="110000"/>
              </a:lnSpc>
              <a:spcBef>
                <a:spcPts val="0"/>
              </a:spcBef>
              <a:spcAft>
                <a:spcPts val="1105"/>
              </a:spcAft>
              <a:buChar char="•"/>
            </a:lvl8pPr>
            <a:lvl9pPr marL="2456557" indent="-210562">
              <a:lnSpc>
                <a:spcPct val="110000"/>
              </a:lnSpc>
              <a:spcBef>
                <a:spcPts val="0"/>
              </a:spcBef>
              <a:spcAft>
                <a:spcPts val="110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70586F-58A6-4D81-A1AA-0324E3258EDE}"/>
              </a:ext>
            </a:extLst>
          </p:cNvPr>
          <p:cNvSpPr>
            <a:spLocks xmlns:a="http://schemas.openxmlformats.org/drawingml/2006/main" noGrp="1"/>
          </p:cNvSpPr>
          <p:nvPr>
            <p:ph type="body" idx="2"/>
          </p:nvPr>
        </p:nvSpPr>
        <p:spPr>
          <a:xfrm xmlns:a="http://schemas.openxmlformats.org/drawingml/2006/main">
            <a:off x="5965924" y="2198688"/>
            <a:ext cx="4632365" cy="49250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34" b="0">
                <a:solidFill>
                  <a:schemeClr val="tx1"/>
                </a:solidFill>
                <a:latin typeface="+mn-lt"/>
                <a:ea typeface="+mn-lt"/>
                <a:cs typeface="+mn-lt"/>
              </a:defRPr>
            </a:defPPr>
            <a:lvl1pPr marL="210562" indent="-210562">
              <a:lnSpc>
                <a:spcPct val="110000"/>
              </a:lnSpc>
              <a:spcBef>
                <a:spcPts val="0"/>
              </a:spcBef>
              <a:spcAft>
                <a:spcPts val="1105"/>
              </a:spcAft>
              <a:buChar char="•"/>
            </a:lvl1pPr>
            <a:lvl2pPr marL="491311" indent="-210562">
              <a:lnSpc>
                <a:spcPct val="110000"/>
              </a:lnSpc>
              <a:spcBef>
                <a:spcPts val="0"/>
              </a:spcBef>
              <a:spcAft>
                <a:spcPts val="1105"/>
              </a:spcAft>
              <a:buChar char="•"/>
            </a:lvl2pPr>
            <a:lvl3pPr marL="772061" indent="-210562">
              <a:lnSpc>
                <a:spcPct val="110000"/>
              </a:lnSpc>
              <a:spcBef>
                <a:spcPts val="0"/>
              </a:spcBef>
              <a:spcAft>
                <a:spcPts val="1105"/>
              </a:spcAft>
              <a:buChar char="•"/>
            </a:lvl3pPr>
            <a:lvl4pPr marL="1052810" indent="-210562">
              <a:lnSpc>
                <a:spcPct val="110000"/>
              </a:lnSpc>
              <a:spcBef>
                <a:spcPts val="0"/>
              </a:spcBef>
              <a:spcAft>
                <a:spcPts val="1105"/>
              </a:spcAft>
              <a:buChar char="•"/>
            </a:lvl4pPr>
            <a:lvl5pPr marL="1333560" indent="-210562">
              <a:lnSpc>
                <a:spcPct val="110000"/>
              </a:lnSpc>
              <a:spcBef>
                <a:spcPts val="0"/>
              </a:spcBef>
              <a:spcAft>
                <a:spcPts val="1105"/>
              </a:spcAft>
              <a:buChar char="•"/>
            </a:lvl5pPr>
            <a:lvl6pPr marL="1614309" indent="-210562">
              <a:lnSpc>
                <a:spcPct val="110000"/>
              </a:lnSpc>
              <a:spcBef>
                <a:spcPts val="0"/>
              </a:spcBef>
              <a:spcAft>
                <a:spcPts val="1105"/>
              </a:spcAft>
              <a:buChar char="•"/>
            </a:lvl6pPr>
            <a:lvl7pPr marL="1895058" indent="-210562">
              <a:lnSpc>
                <a:spcPct val="110000"/>
              </a:lnSpc>
              <a:spcBef>
                <a:spcPts val="0"/>
              </a:spcBef>
              <a:spcAft>
                <a:spcPts val="1105"/>
              </a:spcAft>
              <a:buChar char="•"/>
            </a:lvl7pPr>
            <a:lvl8pPr marL="2175808" indent="-210562">
              <a:lnSpc>
                <a:spcPct val="110000"/>
              </a:lnSpc>
              <a:spcBef>
                <a:spcPts val="0"/>
              </a:spcBef>
              <a:spcAft>
                <a:spcPts val="1105"/>
              </a:spcAft>
              <a:buChar char="•"/>
            </a:lvl8pPr>
            <a:lvl9pPr marL="2456557" indent="-210562">
              <a:lnSpc>
                <a:spcPct val="110000"/>
              </a:lnSpc>
              <a:spcBef>
                <a:spcPts val="0"/>
              </a:spcBef>
              <a:spcAft>
                <a:spcPts val="110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6A57D1-1CA3-4D65-9709-47749FBAB698}"/>
              </a:ext>
            </a:extLst>
          </p:cNvPr>
          <p:cNvSpPr>
            <a:spLocks xmlns:a="http://schemas.openxmlformats.org/drawingml/2006/main" noGrp="1"/>
          </p:cNvSpPr>
          <p:nvPr>
            <p:ph type="title" idx="0"/>
          </p:nvPr>
        </p:nvSpPr>
        <p:spPr>
          <a:xfrm xmlns:a="http://schemas.openxmlformats.org/drawingml/2006/main">
            <a:off x="631686" y="615632"/>
            <a:ext cx="9966603" cy="96742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0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F17C05-AD20-470E-825A-7A4C3F6434B0}"/>
              </a:ext>
            </a:extLst>
          </p:cNvPr>
          <p:cNvSpPr>
            <a:spLocks xmlns:a="http://schemas.openxmlformats.org/drawingml/2006/main" noGrp="1"/>
          </p:cNvSpPr>
          <p:nvPr>
            <p:ph type="body" idx="1"/>
          </p:nvPr>
        </p:nvSpPr>
        <p:spPr>
          <a:xfrm xmlns:a="http://schemas.openxmlformats.org/drawingml/2006/main">
            <a:off x="631686" y="2198688"/>
            <a:ext cx="4632365" cy="49250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72" b="0">
                <a:solidFill>
                  <a:schemeClr val="tx1"/>
                </a:solidFill>
                <a:latin typeface="+mn-lt"/>
                <a:ea typeface="+mn-lt"/>
                <a:cs typeface="+mn-lt"/>
              </a:defRPr>
            </a:defPPr>
            <a:lvl1pPr marL="210562" indent="-210562">
              <a:lnSpc>
                <a:spcPct val="110000"/>
              </a:lnSpc>
              <a:spcBef>
                <a:spcPts val="0"/>
              </a:spcBef>
              <a:spcAft>
                <a:spcPts val="1105"/>
              </a:spcAft>
              <a:buChar char="•"/>
            </a:lvl1pPr>
            <a:lvl2pPr marL="491311" indent="-210562">
              <a:lnSpc>
                <a:spcPct val="110000"/>
              </a:lnSpc>
              <a:spcBef>
                <a:spcPts val="0"/>
              </a:spcBef>
              <a:spcAft>
                <a:spcPts val="1105"/>
              </a:spcAft>
              <a:buChar char="•"/>
            </a:lvl2pPr>
            <a:lvl3pPr marL="772061" indent="-210562">
              <a:lnSpc>
                <a:spcPct val="110000"/>
              </a:lnSpc>
              <a:spcBef>
                <a:spcPts val="0"/>
              </a:spcBef>
              <a:spcAft>
                <a:spcPts val="1105"/>
              </a:spcAft>
              <a:buChar char="•"/>
            </a:lvl3pPr>
            <a:lvl4pPr marL="1052810" indent="-210562">
              <a:lnSpc>
                <a:spcPct val="110000"/>
              </a:lnSpc>
              <a:spcBef>
                <a:spcPts val="0"/>
              </a:spcBef>
              <a:spcAft>
                <a:spcPts val="1105"/>
              </a:spcAft>
              <a:buChar char="•"/>
            </a:lvl4pPr>
            <a:lvl5pPr marL="1333560" indent="-210562">
              <a:lnSpc>
                <a:spcPct val="110000"/>
              </a:lnSpc>
              <a:spcBef>
                <a:spcPts val="0"/>
              </a:spcBef>
              <a:spcAft>
                <a:spcPts val="1105"/>
              </a:spcAft>
              <a:buChar char="•"/>
            </a:lvl5pPr>
            <a:lvl6pPr marL="1614309" indent="-210562">
              <a:lnSpc>
                <a:spcPct val="110000"/>
              </a:lnSpc>
              <a:spcBef>
                <a:spcPts val="0"/>
              </a:spcBef>
              <a:spcAft>
                <a:spcPts val="1105"/>
              </a:spcAft>
              <a:buChar char="•"/>
            </a:lvl6pPr>
            <a:lvl7pPr marL="1895058" indent="-210562">
              <a:lnSpc>
                <a:spcPct val="110000"/>
              </a:lnSpc>
              <a:spcBef>
                <a:spcPts val="0"/>
              </a:spcBef>
              <a:spcAft>
                <a:spcPts val="1105"/>
              </a:spcAft>
              <a:buChar char="•"/>
            </a:lvl7pPr>
            <a:lvl8pPr marL="2175808" indent="-210562">
              <a:lnSpc>
                <a:spcPct val="110000"/>
              </a:lnSpc>
              <a:spcBef>
                <a:spcPts val="0"/>
              </a:spcBef>
              <a:spcAft>
                <a:spcPts val="1105"/>
              </a:spcAft>
              <a:buChar char="•"/>
            </a:lvl8pPr>
            <a:lvl9pPr marL="2456557" indent="-210562">
              <a:lnSpc>
                <a:spcPct val="110000"/>
              </a:lnSpc>
              <a:spcBef>
                <a:spcPts val="0"/>
              </a:spcBef>
              <a:spcAft>
                <a:spcPts val="110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0b0ee332ff4efd" /><Relationship Type="http://schemas.openxmlformats.org/officeDocument/2006/relationships/slideLayout" Target="/ppt/slideLayouts/slideLayout1.xml" Id="Rd2eae39587314e2e" /><Relationship Type="http://schemas.openxmlformats.org/officeDocument/2006/relationships/slideLayout" Target="/ppt/slideLayouts/slideLayout2.xml" Id="R122bd64479304814" /><Relationship Type="http://schemas.openxmlformats.org/officeDocument/2006/relationships/slideLayout" Target="/ppt/slideLayouts/slideLayout3.xml" Id="R5b5cbc65293945d7" /><Relationship Type="http://schemas.openxmlformats.org/officeDocument/2006/relationships/slideLayout" Target="/ppt/slideLayouts/slideLayout4.xml" Id="Rddf75f86e67b4945" /><Relationship Type="http://schemas.openxmlformats.org/officeDocument/2006/relationships/slideLayout" Target="/ppt/slideLayouts/slideLayout5.xml" Id="R82bd4fccb2cb4d1c" /><Relationship Type="http://schemas.openxmlformats.org/officeDocument/2006/relationships/slideLayout" Target="/ppt/slideLayouts/slideLayout6.xml" Id="R96abcea999bf43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eae39587314e2e"/>
    <p:sldLayoutId xmlns:r="http://schemas.openxmlformats.org/officeDocument/2006/relationships" id="2147483650" r:id="R122bd64479304814"/>
    <p:sldLayoutId xmlns:r="http://schemas.openxmlformats.org/officeDocument/2006/relationships" id="2147483651" r:id="R5b5cbc65293945d7"/>
    <p:sldLayoutId xmlns:r="http://schemas.openxmlformats.org/officeDocument/2006/relationships" id="2147483652" r:id="Rddf75f86e67b4945"/>
    <p:sldLayoutId xmlns:r="http://schemas.openxmlformats.org/officeDocument/2006/relationships" id="2147483653" r:id="R82bd4fccb2cb4d1c"/>
    <p:sldLayoutId xmlns:r="http://schemas.openxmlformats.org/officeDocument/2006/relationships" id="2147483654" r:id="R96abcea999bf43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310098e3c342ba" /><Relationship Type="http://schemas.openxmlformats.org/officeDocument/2006/relationships/image" Target="/ppt/media/image.png" Id="R3cbe9468ffcc436b" /><Relationship Type="http://schemas.openxmlformats.org/officeDocument/2006/relationships/image" Target="/ppt/media/image2.png" Id="R688acae6f45b44be" /><Relationship Type="http://schemas.openxmlformats.org/officeDocument/2006/relationships/image" Target="/ppt/media/image3.png" Id="Rb6fa401a004846c1" /><Relationship Type="http://schemas.openxmlformats.org/officeDocument/2006/relationships/image" Target="/ppt/media/image4.png" Id="R7d86239752714482" /><Relationship Type="http://schemas.openxmlformats.org/officeDocument/2006/relationships/image" Target="/ppt/media/image5.png" Id="R8ba9a692130742de" /><Relationship Type="http://schemas.openxmlformats.org/officeDocument/2006/relationships/image" Target="/ppt/media/image6.png" Id="Red91949a39f74dde" /><Relationship Type="http://schemas.openxmlformats.org/officeDocument/2006/relationships/image" Target="/ppt/media/image7.png" Id="R0ed5701db24f4c97" /><Relationship Type="http://schemas.openxmlformats.org/officeDocument/2006/relationships/image" Target="/ppt/media/image8.png" Id="Rfe5e9cc4aff24480" /><Relationship Type="http://schemas.openxmlformats.org/officeDocument/2006/relationships/image" Target="/ppt/media/image9.png" Id="R15fe9ed011144a41" /><Relationship Type="http://schemas.openxmlformats.org/officeDocument/2006/relationships/image" Target="/ppt/media/image10.png" Id="Rf360f1f95c1f4d2a" /><Relationship Type="http://schemas.openxmlformats.org/officeDocument/2006/relationships/image" Target="/ppt/media/image11.png" Id="Re8f4bcea3dbd490b" /><Relationship Type="http://schemas.openxmlformats.org/officeDocument/2006/relationships/image" Target="/ppt/media/image12.png" Id="R5ba610e57ff64db4" /><Relationship Type="http://schemas.openxmlformats.org/officeDocument/2006/relationships/image" Target="/ppt/media/image13.png" Id="Rb53ee9e549314945" /><Relationship Type="http://schemas.openxmlformats.org/officeDocument/2006/relationships/image" Target="/ppt/media/image14.png" Id="R4d471838378f4d4b" /><Relationship Type="http://schemas.openxmlformats.org/officeDocument/2006/relationships/image" Target="/ppt/media/image15.png" Id="R3015f900967c4604" /><Relationship Type="http://schemas.openxmlformats.org/officeDocument/2006/relationships/image" Target="/ppt/media/image16.png" Id="R51446d285f214301" /><Relationship Type="http://schemas.openxmlformats.org/officeDocument/2006/relationships/image" Target="/ppt/media/image17.png" Id="Rdf326e44c8e74a65" /><Relationship Type="http://schemas.openxmlformats.org/officeDocument/2006/relationships/image" Target="/ppt/media/image18.png" Id="R45fcf53d75624481" /><Relationship Type="http://schemas.openxmlformats.org/officeDocument/2006/relationships/image" Target="/ppt/media/image19.png" Id="Rdcf0bdb44a60477b" /><Relationship Type="http://schemas.openxmlformats.org/officeDocument/2006/relationships/image" Target="/ppt/media/image20.png" Id="R175558f3425347b9" /><Relationship Type="http://schemas.openxmlformats.org/officeDocument/2006/relationships/image" Target="/ppt/media/image21.png" Id="Rd4a94cb6d2484f40" /><Relationship Type="http://schemas.openxmlformats.org/officeDocument/2006/relationships/image" Target="/ppt/media/image22.png" Id="R7c51521906664ed8" /><Relationship Type="http://schemas.openxmlformats.org/officeDocument/2006/relationships/image" Target="/ppt/media/image23.png" Id="R8dae1e64d34147a5" /><Relationship Type="http://schemas.openxmlformats.org/officeDocument/2006/relationships/image" Target="/ppt/media/image24.png" Id="R8180979c2d8e421c" /><Relationship Type="http://schemas.openxmlformats.org/officeDocument/2006/relationships/image" Target="/ppt/media/image25.png" Id="R9077bced638946a0" /><Relationship Type="http://schemas.openxmlformats.org/officeDocument/2006/relationships/image" Target="/ppt/media/image26.png" Id="R1fdc5ea8f3a04c6d" /><Relationship Type="http://schemas.openxmlformats.org/officeDocument/2006/relationships/image" Target="/ppt/media/image27.png" Id="Rd59d549194774139" /><Relationship Type="http://schemas.openxmlformats.org/officeDocument/2006/relationships/image" Target="/ppt/media/image28.png" Id="Rea6bc30616df4539" /><Relationship Type="http://schemas.openxmlformats.org/officeDocument/2006/relationships/image" Target="/ppt/media/image29.png" Id="Rb4ce5f6a12cf4ad0" /><Relationship Type="http://schemas.openxmlformats.org/officeDocument/2006/relationships/image" Target="/ppt/media/image30.png" Id="R17b5394fee9a495b" /><Relationship Type="http://schemas.openxmlformats.org/officeDocument/2006/relationships/image" Target="/ppt/media/image31.png" Id="R668f2c20a3184bc7" /><Relationship Type="http://schemas.openxmlformats.org/officeDocument/2006/relationships/image" Target="/ppt/media/image32.png" Id="R32fdd4729f244ccf" /><Relationship Type="http://schemas.openxmlformats.org/officeDocument/2006/relationships/image" Target="/ppt/media/image33.png" Id="R95f61464d87747b6" /><Relationship Type="http://schemas.openxmlformats.org/officeDocument/2006/relationships/image" Target="/ppt/media/image34.png" Id="R7d97c60fe9b84b0c" /><Relationship Type="http://schemas.openxmlformats.org/officeDocument/2006/relationships/image" Target="/ppt/media/image35.png" Id="Rb297475dcb3644b4" /><Relationship Type="http://schemas.openxmlformats.org/officeDocument/2006/relationships/image" Target="/ppt/media/image36.png" Id="R4e52e2f9be5c48fe" /><Relationship Type="http://schemas.openxmlformats.org/officeDocument/2006/relationships/notesSlide" Target="/ppt/notesSlides/notesSlide1.xml" Id="R97410794d9fc46a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 name="researcher-panel">
            <a:extLst xmlns:a="http://schemas.openxmlformats.org/drawingml/2006/main">
              <a:ext uri="{FF2B5EF4-FFF2-40B4-BE49-F238E27FC236}">
                <a16:creationId xmlns:a16="http://schemas.microsoft.com/office/drawing/2014/main" id="{7A7F073C-9F04-4208-8A79-B0984F2F643D}"/>
              </a:ext>
            </a:extLst>
          </p:cNvPr>
          <p:cNvSpPr>
            <a:spLocks xmlns:a="http://schemas.openxmlformats.org/drawingml/2006/main" noGrp="1"/>
          </p:cNvSpPr>
          <p:nvPr/>
        </p:nvSpPr>
        <p:spPr>
          <a:xfrm xmlns:a="http://schemas.openxmlformats.org/drawingml/2006/main" rot="0">
            <a:off x="114300" y="85725"/>
            <a:ext cx="2190750" cy="1581150"/>
          </a:xfrm>
          <a:prstGeom xmlns:a="http://schemas.openxmlformats.org/drawingml/2006/main" prst="roundRect">
            <a:avLst>
              <a:gd name="adj" fmla="val 4819"/>
            </a:avLst>
          </a:prstGeom>
          <a:solidFill xmlns:a="http://schemas.openxmlformats.org/drawingml/2006/main">
            <a:srgbClr val="FBF9FD"/>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pic>
        <p:nvPicPr>
          <p:cNvPr id="2" name="">
            <a:extLst xmlns:a="http://schemas.openxmlformats.org/drawingml/2006/main">
              <a:ext uri="{FF2B5EF4-FFF2-40B4-BE49-F238E27FC236}">
                <a16:creationId xmlns:a16="http://schemas.microsoft.com/office/drawing/2014/main" id="{FF9E945D-9B68-4B6B-AFD3-D1455EE6936E}"/>
              </a:ext>
            </a:extLst>
          </p:cNvPr>
          <p:cNvPicPr>
            <a:picLocks xmlns:a="http://schemas.openxmlformats.org/drawingml/2006/main" noChangeAspect="1"/>
          </p:cNvPicPr>
          <p:nvPr/>
        </p:nvPicPr>
        <p:blipFill>
          <a:blip xmlns:r="http://schemas.openxmlformats.org/officeDocument/2006/relationships" xmlns:a="http://schemas.openxmlformats.org/drawingml/2006/main" r:embed="R3cbe9468ffcc436b"/>
          <a:srcRect xmlns:a="http://schemas.openxmlformats.org/drawingml/2006/main" l="0" t="0" r="0" b="0"/>
          <a:stretch xmlns:a="http://schemas.openxmlformats.org/drawingml/2006/main">
            <a:fillRect l="0" t="0" r="0" b="0"/>
          </a:stretch>
        </p:blipFill>
        <p:spPr>
          <a:xfrm xmlns:a="http://schemas.openxmlformats.org/drawingml/2006/main">
            <a:off x="161925" y="419100"/>
            <a:ext cx="685800" cy="819150"/>
          </a:xfrm>
          <a:prstGeom xmlns:a="http://schemas.openxmlformats.org/drawingml/2006/main" prst="rect">
            <a:avLst/>
          </a:prstGeom>
        </p:spPr>
      </p:pic>
      <p:sp>
        <p:nvSpPr>
          <p:cNvPr id="3" name="researcher-icon">
            <a:extLst xmlns:a="http://schemas.openxmlformats.org/drawingml/2006/main">
              <a:ext uri="{FF2B5EF4-FFF2-40B4-BE49-F238E27FC236}">
                <a16:creationId xmlns:a16="http://schemas.microsoft.com/office/drawing/2014/main" id="{8BA010BD-8656-4A9E-81D6-2E54E6331BCB}"/>
              </a:ext>
            </a:extLst>
          </p:cNvPr>
          <p:cNvSpPr>
            <a:spLocks xmlns:a="http://schemas.openxmlformats.org/drawingml/2006/main" noGrp="1"/>
          </p:cNvSpPr>
          <p:nvPr/>
        </p:nvSpPr>
        <p:spPr>
          <a:xfrm xmlns:a="http://schemas.openxmlformats.org/drawingml/2006/main" rot="0">
            <a:off x="161925" y="419100"/>
            <a:ext cx="685800" cy="819150"/>
          </a:xfrm>
          <a:prstGeom xmlns:a="http://schemas.openxmlformats.org/drawingml/2006/main" prst="rect">
            <a:avLst/>
          </a:prstGeom>
          <a:noFill xmlns:a="http://schemas.openxmlformats.org/drawingml/2006/main"/>
          <a:ln xmlns:a="http://schemas.openxmlformats.org/drawingml/2006/main" w="0">
            <a:noFill/>
          </a:ln>
        </p:spPr>
      </p:sp>
      <p:sp>
        <p:nvSpPr>
          <p:cNvPr id="4" name="researcher-label">
            <a:extLst xmlns:a="http://schemas.openxmlformats.org/drawingml/2006/main">
              <a:ext uri="{FF2B5EF4-FFF2-40B4-BE49-F238E27FC236}">
                <a16:creationId xmlns:a16="http://schemas.microsoft.com/office/drawing/2014/main" id="{72C53CDB-DD22-43B7-8630-720FFD8BC17F}"/>
              </a:ext>
            </a:extLst>
          </p:cNvPr>
          <p:cNvSpPr>
            <a:spLocks xmlns:a="http://schemas.openxmlformats.org/drawingml/2006/main" noGrp="1"/>
          </p:cNvSpPr>
          <p:nvPr/>
        </p:nvSpPr>
        <p:spPr>
          <a:xfrm xmlns:a="http://schemas.openxmlformats.org/drawingml/2006/main" rot="0">
            <a:off x="133350" y="1266825"/>
            <a:ext cx="7143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Researcher</a:t>
            </a:r>
          </a:p>
        </p:txBody>
      </p:sp>
      <p:sp>
        <p:nvSpPr>
          <p:cNvPr id="5" name="researcher-field-0">
            <a:extLst xmlns:a="http://schemas.openxmlformats.org/drawingml/2006/main">
              <a:ext uri="{FF2B5EF4-FFF2-40B4-BE49-F238E27FC236}">
                <a16:creationId xmlns:a16="http://schemas.microsoft.com/office/drawing/2014/main" id="{EA38E267-78EB-4EE7-9E08-1E69FFC3B5B7}"/>
              </a:ext>
            </a:extLst>
          </p:cNvPr>
          <p:cNvSpPr>
            <a:spLocks xmlns:a="http://schemas.openxmlformats.org/drawingml/2006/main" noGrp="1"/>
          </p:cNvSpPr>
          <p:nvPr/>
        </p:nvSpPr>
        <p:spPr>
          <a:xfrm xmlns:a="http://schemas.openxmlformats.org/drawingml/2006/main" rot="0">
            <a:off x="914400" y="190500"/>
            <a:ext cx="1343025" cy="266700"/>
          </a:xfrm>
          <a:prstGeom xmlns:a="http://schemas.openxmlformats.org/drawingml/2006/main" prst="rect">
            <a:avLst/>
          </a:prstGeom>
          <a:solidFill xmlns:a="http://schemas.openxmlformats.org/drawingml/2006/main">
            <a:srgbClr val="EBE5F7"/>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6" name="researcher-field-text-0">
            <a:extLst xmlns:a="http://schemas.openxmlformats.org/drawingml/2006/main">
              <a:ext uri="{FF2B5EF4-FFF2-40B4-BE49-F238E27FC236}">
                <a16:creationId xmlns:a16="http://schemas.microsoft.com/office/drawing/2014/main" id="{96C60219-7081-4B97-BAFE-82E97601B885}"/>
              </a:ext>
            </a:extLst>
          </p:cNvPr>
          <p:cNvSpPr>
            <a:spLocks xmlns:a="http://schemas.openxmlformats.org/drawingml/2006/main" noGrp="1"/>
          </p:cNvSpPr>
          <p:nvPr/>
        </p:nvSpPr>
        <p:spPr>
          <a:xfrm xmlns:a="http://schemas.openxmlformats.org/drawingml/2006/main" rot="0">
            <a:off x="904875" y="228600"/>
            <a:ext cx="1362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Task proposal</a:t>
            </a:r>
          </a:p>
        </p:txBody>
      </p:sp>
      <p:sp>
        <p:nvSpPr>
          <p:cNvPr id="7" name="researcher-field-1">
            <a:extLst xmlns:a="http://schemas.openxmlformats.org/drawingml/2006/main">
              <a:ext uri="{FF2B5EF4-FFF2-40B4-BE49-F238E27FC236}">
                <a16:creationId xmlns:a16="http://schemas.microsoft.com/office/drawing/2014/main" id="{A19AFD20-EA20-47DC-86A9-D7F455F9397C}"/>
              </a:ext>
            </a:extLst>
          </p:cNvPr>
          <p:cNvSpPr>
            <a:spLocks xmlns:a="http://schemas.openxmlformats.org/drawingml/2006/main" noGrp="1"/>
          </p:cNvSpPr>
          <p:nvPr/>
        </p:nvSpPr>
        <p:spPr>
          <a:xfrm xmlns:a="http://schemas.openxmlformats.org/drawingml/2006/main" rot="0">
            <a:off x="914400" y="561975"/>
            <a:ext cx="1343025" cy="266700"/>
          </a:xfrm>
          <a:prstGeom xmlns:a="http://schemas.openxmlformats.org/drawingml/2006/main" prst="rect">
            <a:avLst/>
          </a:prstGeom>
          <a:solidFill xmlns:a="http://schemas.openxmlformats.org/drawingml/2006/main">
            <a:srgbClr val="EBE5F7"/>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8" name="researcher-field-text-1">
            <a:extLst xmlns:a="http://schemas.openxmlformats.org/drawingml/2006/main">
              <a:ext uri="{FF2B5EF4-FFF2-40B4-BE49-F238E27FC236}">
                <a16:creationId xmlns:a16="http://schemas.microsoft.com/office/drawing/2014/main" id="{381FB611-F678-45CB-9DFA-826FE45DED64}"/>
              </a:ext>
            </a:extLst>
          </p:cNvPr>
          <p:cNvSpPr>
            <a:spLocks xmlns:a="http://schemas.openxmlformats.org/drawingml/2006/main" noGrp="1"/>
          </p:cNvSpPr>
          <p:nvPr/>
        </p:nvSpPr>
        <p:spPr>
          <a:xfrm xmlns:a="http://schemas.openxmlformats.org/drawingml/2006/main" rot="0">
            <a:off x="904875" y="600075"/>
            <a:ext cx="1362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Goals and constraints</a:t>
            </a:r>
          </a:p>
        </p:txBody>
      </p:sp>
      <p:sp>
        <p:nvSpPr>
          <p:cNvPr id="9" name="researcher-field-2">
            <a:extLst xmlns:a="http://schemas.openxmlformats.org/drawingml/2006/main">
              <a:ext uri="{FF2B5EF4-FFF2-40B4-BE49-F238E27FC236}">
                <a16:creationId xmlns:a16="http://schemas.microsoft.com/office/drawing/2014/main" id="{70B3034A-B90E-427A-A1B1-9AAA49BC5399}"/>
              </a:ext>
            </a:extLst>
          </p:cNvPr>
          <p:cNvSpPr>
            <a:spLocks xmlns:a="http://schemas.openxmlformats.org/drawingml/2006/main" noGrp="1"/>
          </p:cNvSpPr>
          <p:nvPr/>
        </p:nvSpPr>
        <p:spPr>
          <a:xfrm xmlns:a="http://schemas.openxmlformats.org/drawingml/2006/main" rot="0">
            <a:off x="914400" y="933450"/>
            <a:ext cx="1343025" cy="266700"/>
          </a:xfrm>
          <a:prstGeom xmlns:a="http://schemas.openxmlformats.org/drawingml/2006/main" prst="rect">
            <a:avLst/>
          </a:prstGeom>
          <a:solidFill xmlns:a="http://schemas.openxmlformats.org/drawingml/2006/main">
            <a:srgbClr val="EBE5F7"/>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0" name="researcher-field-text-2">
            <a:extLst xmlns:a="http://schemas.openxmlformats.org/drawingml/2006/main">
              <a:ext uri="{FF2B5EF4-FFF2-40B4-BE49-F238E27FC236}">
                <a16:creationId xmlns:a16="http://schemas.microsoft.com/office/drawing/2014/main" id="{0CD678F1-395B-4528-BC78-4DBC97958CA1}"/>
              </a:ext>
            </a:extLst>
          </p:cNvPr>
          <p:cNvSpPr>
            <a:spLocks xmlns:a="http://schemas.openxmlformats.org/drawingml/2006/main" noGrp="1"/>
          </p:cNvSpPr>
          <p:nvPr/>
        </p:nvSpPr>
        <p:spPr>
          <a:xfrm xmlns:a="http://schemas.openxmlformats.org/drawingml/2006/main" rot="0">
            <a:off x="904875" y="971550"/>
            <a:ext cx="1362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Research ideas</a:t>
            </a:r>
          </a:p>
        </p:txBody>
      </p:sp>
      <p:sp>
        <p:nvSpPr>
          <p:cNvPr id="11" name="researcher-field-3">
            <a:extLst xmlns:a="http://schemas.openxmlformats.org/drawingml/2006/main">
              <a:ext uri="{FF2B5EF4-FFF2-40B4-BE49-F238E27FC236}">
                <a16:creationId xmlns:a16="http://schemas.microsoft.com/office/drawing/2014/main" id="{66040F3E-9501-48D9-BEAF-0DE8DC4186E5}"/>
              </a:ext>
            </a:extLst>
          </p:cNvPr>
          <p:cNvSpPr>
            <a:spLocks xmlns:a="http://schemas.openxmlformats.org/drawingml/2006/main" noGrp="1"/>
          </p:cNvSpPr>
          <p:nvPr/>
        </p:nvSpPr>
        <p:spPr>
          <a:xfrm xmlns:a="http://schemas.openxmlformats.org/drawingml/2006/main" rot="0">
            <a:off x="914400" y="1304925"/>
            <a:ext cx="1343025" cy="266700"/>
          </a:xfrm>
          <a:prstGeom xmlns:a="http://schemas.openxmlformats.org/drawingml/2006/main" prst="rect">
            <a:avLst/>
          </a:prstGeom>
          <a:solidFill xmlns:a="http://schemas.openxmlformats.org/drawingml/2006/main">
            <a:srgbClr val="EBE5F7"/>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2" name="researcher-field-text-3">
            <a:extLst xmlns:a="http://schemas.openxmlformats.org/drawingml/2006/main">
              <a:ext uri="{FF2B5EF4-FFF2-40B4-BE49-F238E27FC236}">
                <a16:creationId xmlns:a16="http://schemas.microsoft.com/office/drawing/2014/main" id="{36DAA599-317D-494A-B8BE-AD4047769392}"/>
              </a:ext>
            </a:extLst>
          </p:cNvPr>
          <p:cNvSpPr>
            <a:spLocks xmlns:a="http://schemas.openxmlformats.org/drawingml/2006/main" noGrp="1"/>
          </p:cNvSpPr>
          <p:nvPr/>
        </p:nvSpPr>
        <p:spPr>
          <a:xfrm xmlns:a="http://schemas.openxmlformats.org/drawingml/2006/main" rot="0">
            <a:off x="904875" y="1343025"/>
            <a:ext cx="1362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Feedback and revision</a:t>
            </a:r>
          </a:p>
        </p:txBody>
      </p:sp>
      <p:sp>
        <p:nvSpPr>
          <p:cNvPr id="13" name="asset-panel">
            <a:extLst xmlns:a="http://schemas.openxmlformats.org/drawingml/2006/main">
              <a:ext uri="{FF2B5EF4-FFF2-40B4-BE49-F238E27FC236}">
                <a16:creationId xmlns:a16="http://schemas.microsoft.com/office/drawing/2014/main" id="{242934EA-3DC6-49CA-9EE7-727DAFFAF706}"/>
              </a:ext>
            </a:extLst>
          </p:cNvPr>
          <p:cNvSpPr>
            <a:spLocks xmlns:a="http://schemas.openxmlformats.org/drawingml/2006/main" noGrp="1"/>
          </p:cNvSpPr>
          <p:nvPr/>
        </p:nvSpPr>
        <p:spPr>
          <a:xfrm xmlns:a="http://schemas.openxmlformats.org/drawingml/2006/main" rot="0">
            <a:off x="2457450" y="85725"/>
            <a:ext cx="8696325" cy="1590675"/>
          </a:xfrm>
          <a:prstGeom xmlns:a="http://schemas.openxmlformats.org/drawingml/2006/main" prst="roundRect">
            <a:avLst>
              <a:gd name="adj" fmla="val 4790"/>
            </a:avLst>
          </a:prstGeom>
          <a:solidFill xmlns:a="http://schemas.openxmlformats.org/drawingml/2006/main">
            <a:srgbClr val="FFFFFF"/>
          </a:solidFill>
          <a:ln xmlns:a="http://schemas.openxmlformats.org/drawingml/2006/main" w="17145">
            <a:solidFill>
              <a:srgbClr val="8D4DB3"/>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pic>
        <p:nvPicPr>
          <p:cNvPr id="14" name="">
            <a:extLst xmlns:a="http://schemas.openxmlformats.org/drawingml/2006/main">
              <a:ext uri="{FF2B5EF4-FFF2-40B4-BE49-F238E27FC236}">
                <a16:creationId xmlns:a16="http://schemas.microsoft.com/office/drawing/2014/main" id="{0E22BA70-DF53-4F97-B0E7-256AF82E2BF1}"/>
              </a:ext>
            </a:extLst>
          </p:cNvPr>
          <p:cNvPicPr>
            <a:picLocks xmlns:a="http://schemas.openxmlformats.org/drawingml/2006/main" noChangeAspect="1"/>
          </p:cNvPicPr>
          <p:nvPr/>
        </p:nvPicPr>
        <p:blipFill>
          <a:blip xmlns:r="http://schemas.openxmlformats.org/officeDocument/2006/relationships" xmlns:a="http://schemas.openxmlformats.org/drawingml/2006/main" r:embed="R688acae6f45b44be"/>
          <a:srcRect xmlns:a="http://schemas.openxmlformats.org/drawingml/2006/main" l="0" t="0" r="0" b="0"/>
          <a:stretch xmlns:a="http://schemas.openxmlformats.org/drawingml/2006/main">
            <a:fillRect l="0" t="0" r="0" b="0"/>
          </a:stretch>
        </p:blipFill>
        <p:spPr>
          <a:xfrm xmlns:a="http://schemas.openxmlformats.org/drawingml/2006/main">
            <a:off x="2600325" y="276225"/>
            <a:ext cx="1590675" cy="914400"/>
          </a:xfrm>
          <a:prstGeom xmlns:a="http://schemas.openxmlformats.org/drawingml/2006/main" prst="rect">
            <a:avLst/>
          </a:prstGeom>
        </p:spPr>
      </p:pic>
      <p:sp>
        <p:nvSpPr>
          <p:cNvPr id="15" name="experimental-scene">
            <a:extLst xmlns:a="http://schemas.openxmlformats.org/drawingml/2006/main">
              <a:ext uri="{FF2B5EF4-FFF2-40B4-BE49-F238E27FC236}">
                <a16:creationId xmlns:a16="http://schemas.microsoft.com/office/drawing/2014/main" id="{6BAE5385-D9B1-42AA-8855-58F13173D200}"/>
              </a:ext>
            </a:extLst>
          </p:cNvPr>
          <p:cNvSpPr>
            <a:spLocks xmlns:a="http://schemas.openxmlformats.org/drawingml/2006/main" noGrp="1"/>
          </p:cNvSpPr>
          <p:nvPr/>
        </p:nvSpPr>
        <p:spPr>
          <a:xfrm xmlns:a="http://schemas.openxmlformats.org/drawingml/2006/main" rot="0">
            <a:off x="2600325" y="276225"/>
            <a:ext cx="1590675" cy="914400"/>
          </a:xfrm>
          <a:prstGeom xmlns:a="http://schemas.openxmlformats.org/drawingml/2006/main" prst="rect">
            <a:avLst/>
          </a:prstGeom>
          <a:noFill xmlns:a="http://schemas.openxmlformats.org/drawingml/2006/main"/>
          <a:ln xmlns:a="http://schemas.openxmlformats.org/drawingml/2006/main" w="0">
            <a:noFill/>
          </a:ln>
        </p:spPr>
      </p:sp>
      <p:sp>
        <p:nvSpPr>
          <p:cNvPr id="16" name="experimental-scene-label">
            <a:extLst xmlns:a="http://schemas.openxmlformats.org/drawingml/2006/main">
              <a:ext uri="{FF2B5EF4-FFF2-40B4-BE49-F238E27FC236}">
                <a16:creationId xmlns:a16="http://schemas.microsoft.com/office/drawing/2014/main" id="{BF4573E2-9097-459E-B55B-540CCCCF92D5}"/>
              </a:ext>
            </a:extLst>
          </p:cNvPr>
          <p:cNvSpPr>
            <a:spLocks xmlns:a="http://schemas.openxmlformats.org/drawingml/2006/main" noGrp="1"/>
          </p:cNvSpPr>
          <p:nvPr/>
        </p:nvSpPr>
        <p:spPr>
          <a:xfrm xmlns:a="http://schemas.openxmlformats.org/drawingml/2006/main" rot="0">
            <a:off x="2638425" y="1257300"/>
            <a:ext cx="1571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25" b="0" i="0">
                <a:solidFill>
                  <a:srgbClr val="000000"/>
                </a:solidFill>
                <a:latin typeface="Times New Roman"/>
                <a:ea typeface="Times New Roman"/>
                <a:cs typeface="Times New Roman"/>
              </a:defRPr>
            </a:defPPr>
          </a:lstStyle>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Experimental</a:t>
            </a:r>
          </a:p>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Scene Assets</a:t>
            </a:r>
          </a:p>
        </p:txBody>
      </p:sp>
      <p:pic>
        <p:nvPicPr>
          <p:cNvPr id="17" name="">
            <a:extLst xmlns:a="http://schemas.openxmlformats.org/drawingml/2006/main">
              <a:ext uri="{FF2B5EF4-FFF2-40B4-BE49-F238E27FC236}">
                <a16:creationId xmlns:a16="http://schemas.microsoft.com/office/drawing/2014/main" id="{F9800170-DDA7-4D1C-9AF4-F79E3654074F}"/>
              </a:ext>
            </a:extLst>
          </p:cNvPr>
          <p:cNvPicPr>
            <a:picLocks xmlns:a="http://schemas.openxmlformats.org/drawingml/2006/main" noChangeAspect="1"/>
          </p:cNvPicPr>
          <p:nvPr/>
        </p:nvPicPr>
        <p:blipFill>
          <a:blip xmlns:r="http://schemas.openxmlformats.org/officeDocument/2006/relationships" xmlns:a="http://schemas.openxmlformats.org/drawingml/2006/main" r:embed="Rb6fa401a004846c1"/>
          <a:srcRect xmlns:a="http://schemas.openxmlformats.org/drawingml/2006/main" l="0" t="0" r="0" b="0"/>
          <a:stretch xmlns:a="http://schemas.openxmlformats.org/drawingml/2006/main">
            <a:fillRect l="0" t="0" r="0" b="0"/>
          </a:stretch>
        </p:blipFill>
        <p:spPr>
          <a:xfrm xmlns:a="http://schemas.openxmlformats.org/drawingml/2006/main">
            <a:off x="4352925" y="228600"/>
            <a:ext cx="1533525" cy="981075"/>
          </a:xfrm>
          <a:prstGeom xmlns:a="http://schemas.openxmlformats.org/drawingml/2006/main" prst="rect">
            <a:avLst/>
          </a:prstGeom>
        </p:spPr>
      </p:pic>
      <p:sp>
        <p:nvSpPr>
          <p:cNvPr id="18" name="experimental-workstations">
            <a:extLst xmlns:a="http://schemas.openxmlformats.org/drawingml/2006/main">
              <a:ext uri="{FF2B5EF4-FFF2-40B4-BE49-F238E27FC236}">
                <a16:creationId xmlns:a16="http://schemas.microsoft.com/office/drawing/2014/main" id="{E1BABBD5-7325-4D00-98E5-AEDBC96A7B70}"/>
              </a:ext>
            </a:extLst>
          </p:cNvPr>
          <p:cNvSpPr>
            <a:spLocks xmlns:a="http://schemas.openxmlformats.org/drawingml/2006/main" noGrp="1"/>
          </p:cNvSpPr>
          <p:nvPr/>
        </p:nvSpPr>
        <p:spPr>
          <a:xfrm xmlns:a="http://schemas.openxmlformats.org/drawingml/2006/main" rot="0">
            <a:off x="4352925" y="228600"/>
            <a:ext cx="1533525" cy="981075"/>
          </a:xfrm>
          <a:prstGeom xmlns:a="http://schemas.openxmlformats.org/drawingml/2006/main" prst="rect">
            <a:avLst/>
          </a:prstGeom>
          <a:noFill xmlns:a="http://schemas.openxmlformats.org/drawingml/2006/main"/>
          <a:ln xmlns:a="http://schemas.openxmlformats.org/drawingml/2006/main" w="0">
            <a:noFill/>
          </a:ln>
        </p:spPr>
      </p:sp>
      <p:sp>
        <p:nvSpPr>
          <p:cNvPr id="19" name="experimental-workstations-label">
            <a:extLst xmlns:a="http://schemas.openxmlformats.org/drawingml/2006/main">
              <a:ext uri="{FF2B5EF4-FFF2-40B4-BE49-F238E27FC236}">
                <a16:creationId xmlns:a16="http://schemas.microsoft.com/office/drawing/2014/main" id="{C0FD280C-676E-40BF-B554-E92CA3EE3BAF}"/>
              </a:ext>
            </a:extLst>
          </p:cNvPr>
          <p:cNvSpPr>
            <a:spLocks xmlns:a="http://schemas.openxmlformats.org/drawingml/2006/main" noGrp="1"/>
          </p:cNvSpPr>
          <p:nvPr/>
        </p:nvSpPr>
        <p:spPr>
          <a:xfrm xmlns:a="http://schemas.openxmlformats.org/drawingml/2006/main" rot="0">
            <a:off x="4333875" y="1257300"/>
            <a:ext cx="1581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25" b="0" i="0">
                <a:solidFill>
                  <a:srgbClr val="000000"/>
                </a:solidFill>
                <a:latin typeface="Times New Roman"/>
                <a:ea typeface="Times New Roman"/>
                <a:cs typeface="Times New Roman"/>
              </a:defRPr>
            </a:defPPr>
          </a:lstStyle>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Experimental</a:t>
            </a:r>
          </a:p>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Workstation Assets</a:t>
            </a:r>
          </a:p>
        </p:txBody>
      </p:sp>
      <p:pic>
        <p:nvPicPr>
          <p:cNvPr id="20" name="">
            <a:extLst xmlns:a="http://schemas.openxmlformats.org/drawingml/2006/main">
              <a:ext uri="{FF2B5EF4-FFF2-40B4-BE49-F238E27FC236}">
                <a16:creationId xmlns:a16="http://schemas.microsoft.com/office/drawing/2014/main" id="{9410A938-00EC-4503-833A-7956A7828149}"/>
              </a:ext>
            </a:extLst>
          </p:cNvPr>
          <p:cNvPicPr>
            <a:picLocks xmlns:a="http://schemas.openxmlformats.org/drawingml/2006/main" noChangeAspect="1"/>
          </p:cNvPicPr>
          <p:nvPr/>
        </p:nvPicPr>
        <p:blipFill>
          <a:blip xmlns:r="http://schemas.openxmlformats.org/officeDocument/2006/relationships" xmlns:a="http://schemas.openxmlformats.org/drawingml/2006/main" r:embed="R7d86239752714482"/>
          <a:srcRect xmlns:a="http://schemas.openxmlformats.org/drawingml/2006/main" l="0" t="0" r="0" b="0"/>
          <a:stretch xmlns:a="http://schemas.openxmlformats.org/drawingml/2006/main">
            <a:fillRect l="0" t="0" r="0" b="0"/>
          </a:stretch>
        </p:blipFill>
        <p:spPr>
          <a:xfrm xmlns:a="http://schemas.openxmlformats.org/drawingml/2006/main">
            <a:off x="6067425" y="285750"/>
            <a:ext cx="1619250" cy="942975"/>
          </a:xfrm>
          <a:prstGeom xmlns:a="http://schemas.openxmlformats.org/drawingml/2006/main" prst="rect">
            <a:avLst/>
          </a:prstGeom>
        </p:spPr>
      </p:pic>
      <p:sp>
        <p:nvSpPr>
          <p:cNvPr id="21" name="environmental-control">
            <a:extLst xmlns:a="http://schemas.openxmlformats.org/drawingml/2006/main">
              <a:ext uri="{FF2B5EF4-FFF2-40B4-BE49-F238E27FC236}">
                <a16:creationId xmlns:a16="http://schemas.microsoft.com/office/drawing/2014/main" id="{82B88ADD-6474-4E0A-95BC-E12A1D94E732}"/>
              </a:ext>
            </a:extLst>
          </p:cNvPr>
          <p:cNvSpPr>
            <a:spLocks xmlns:a="http://schemas.openxmlformats.org/drawingml/2006/main" noGrp="1"/>
          </p:cNvSpPr>
          <p:nvPr/>
        </p:nvSpPr>
        <p:spPr>
          <a:xfrm xmlns:a="http://schemas.openxmlformats.org/drawingml/2006/main" rot="0">
            <a:off x="6067425" y="285750"/>
            <a:ext cx="1619250" cy="942975"/>
          </a:xfrm>
          <a:prstGeom xmlns:a="http://schemas.openxmlformats.org/drawingml/2006/main" prst="rect">
            <a:avLst/>
          </a:prstGeom>
          <a:noFill xmlns:a="http://schemas.openxmlformats.org/drawingml/2006/main"/>
          <a:ln xmlns:a="http://schemas.openxmlformats.org/drawingml/2006/main" w="0">
            <a:noFill/>
          </a:ln>
        </p:spPr>
      </p:sp>
      <p:sp>
        <p:nvSpPr>
          <p:cNvPr id="22" name="environmental-control-label">
            <a:extLst xmlns:a="http://schemas.openxmlformats.org/drawingml/2006/main">
              <a:ext uri="{FF2B5EF4-FFF2-40B4-BE49-F238E27FC236}">
                <a16:creationId xmlns:a16="http://schemas.microsoft.com/office/drawing/2014/main" id="{774C67B2-A400-41DE-8B01-10BC950A8356}"/>
              </a:ext>
            </a:extLst>
          </p:cNvPr>
          <p:cNvSpPr>
            <a:spLocks xmlns:a="http://schemas.openxmlformats.org/drawingml/2006/main" noGrp="1"/>
          </p:cNvSpPr>
          <p:nvPr/>
        </p:nvSpPr>
        <p:spPr>
          <a:xfrm xmlns:a="http://schemas.openxmlformats.org/drawingml/2006/main" rot="0">
            <a:off x="6048375" y="1247775"/>
            <a:ext cx="16954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25" b="0" i="0">
                <a:solidFill>
                  <a:srgbClr val="000000"/>
                </a:solidFill>
                <a:latin typeface="Times New Roman"/>
                <a:ea typeface="Times New Roman"/>
                <a:cs typeface="Times New Roman"/>
              </a:defRPr>
            </a:defPPr>
          </a:lstStyle>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Environmental Control</a:t>
            </a:r>
          </a:p>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Equipment Assets</a:t>
            </a:r>
          </a:p>
        </p:txBody>
      </p:sp>
      <p:pic>
        <p:nvPicPr>
          <p:cNvPr id="23" name="">
            <a:extLst xmlns:a="http://schemas.openxmlformats.org/drawingml/2006/main">
              <a:ext uri="{FF2B5EF4-FFF2-40B4-BE49-F238E27FC236}">
                <a16:creationId xmlns:a16="http://schemas.microsoft.com/office/drawing/2014/main" id="{6BBCB7A2-3C91-4C48-B4D6-90F5B7EA8EC0}"/>
              </a:ext>
            </a:extLst>
          </p:cNvPr>
          <p:cNvPicPr>
            <a:picLocks xmlns:a="http://schemas.openxmlformats.org/drawingml/2006/main" noChangeAspect="1"/>
          </p:cNvPicPr>
          <p:nvPr/>
        </p:nvPicPr>
        <p:blipFill>
          <a:blip xmlns:r="http://schemas.openxmlformats.org/officeDocument/2006/relationships" xmlns:a="http://schemas.openxmlformats.org/drawingml/2006/main" r:embed="R8ba9a692130742de"/>
          <a:srcRect xmlns:a="http://schemas.openxmlformats.org/drawingml/2006/main" l="0" t="0" r="0" b="0"/>
          <a:stretch xmlns:a="http://schemas.openxmlformats.org/drawingml/2006/main">
            <a:fillRect l="0" t="0" r="0" b="0"/>
          </a:stretch>
        </p:blipFill>
        <p:spPr>
          <a:xfrm xmlns:a="http://schemas.openxmlformats.org/drawingml/2006/main">
            <a:off x="7924800" y="209550"/>
            <a:ext cx="1476375" cy="1009650"/>
          </a:xfrm>
          <a:prstGeom xmlns:a="http://schemas.openxmlformats.org/drawingml/2006/main" prst="rect">
            <a:avLst/>
          </a:prstGeom>
        </p:spPr>
      </p:pic>
      <p:sp>
        <p:nvSpPr>
          <p:cNvPr id="24" name="measurement">
            <a:extLst xmlns:a="http://schemas.openxmlformats.org/drawingml/2006/main">
              <a:ext uri="{FF2B5EF4-FFF2-40B4-BE49-F238E27FC236}">
                <a16:creationId xmlns:a16="http://schemas.microsoft.com/office/drawing/2014/main" id="{388A7A1C-291E-4D67-9DD6-E85A4F14D080}"/>
              </a:ext>
            </a:extLst>
          </p:cNvPr>
          <p:cNvSpPr>
            <a:spLocks xmlns:a="http://schemas.openxmlformats.org/drawingml/2006/main" noGrp="1"/>
          </p:cNvSpPr>
          <p:nvPr/>
        </p:nvSpPr>
        <p:spPr>
          <a:xfrm xmlns:a="http://schemas.openxmlformats.org/drawingml/2006/main" rot="0">
            <a:off x="7924800" y="209550"/>
            <a:ext cx="1476375" cy="1009650"/>
          </a:xfrm>
          <a:prstGeom xmlns:a="http://schemas.openxmlformats.org/drawingml/2006/main" prst="rect">
            <a:avLst/>
          </a:prstGeom>
          <a:noFill xmlns:a="http://schemas.openxmlformats.org/drawingml/2006/main"/>
          <a:ln xmlns:a="http://schemas.openxmlformats.org/drawingml/2006/main" w="0">
            <a:noFill/>
          </a:ln>
        </p:spPr>
      </p:sp>
      <p:sp>
        <p:nvSpPr>
          <p:cNvPr id="25" name="measurement-label">
            <a:extLst xmlns:a="http://schemas.openxmlformats.org/drawingml/2006/main">
              <a:ext uri="{FF2B5EF4-FFF2-40B4-BE49-F238E27FC236}">
                <a16:creationId xmlns:a16="http://schemas.microsoft.com/office/drawing/2014/main" id="{04997CF0-167A-4905-B441-0861C8CCD9C9}"/>
              </a:ext>
            </a:extLst>
          </p:cNvPr>
          <p:cNvSpPr>
            <a:spLocks xmlns:a="http://schemas.openxmlformats.org/drawingml/2006/main" noGrp="1"/>
          </p:cNvSpPr>
          <p:nvPr/>
        </p:nvSpPr>
        <p:spPr>
          <a:xfrm xmlns:a="http://schemas.openxmlformats.org/drawingml/2006/main" rot="0">
            <a:off x="7877175" y="1247775"/>
            <a:ext cx="1543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25" b="0" i="0">
                <a:solidFill>
                  <a:srgbClr val="000000"/>
                </a:solidFill>
                <a:latin typeface="Times New Roman"/>
                <a:ea typeface="Times New Roman"/>
                <a:cs typeface="Times New Roman"/>
              </a:defRPr>
            </a:defPPr>
          </a:lstStyle>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Measurement</a:t>
            </a:r>
          </a:p>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Instruments Assets</a:t>
            </a:r>
          </a:p>
        </p:txBody>
      </p:sp>
      <p:pic>
        <p:nvPicPr>
          <p:cNvPr id="26" name="">
            <a:extLst xmlns:a="http://schemas.openxmlformats.org/drawingml/2006/main">
              <a:ext uri="{FF2B5EF4-FFF2-40B4-BE49-F238E27FC236}">
                <a16:creationId xmlns:a16="http://schemas.microsoft.com/office/drawing/2014/main" id="{D20FD6E7-FE3D-4105-BE4C-A77C2316A6DA}"/>
              </a:ext>
            </a:extLst>
          </p:cNvPr>
          <p:cNvPicPr>
            <a:picLocks xmlns:a="http://schemas.openxmlformats.org/drawingml/2006/main" noChangeAspect="1"/>
          </p:cNvPicPr>
          <p:nvPr/>
        </p:nvPicPr>
        <p:blipFill>
          <a:blip xmlns:r="http://schemas.openxmlformats.org/officeDocument/2006/relationships" xmlns:a="http://schemas.openxmlformats.org/drawingml/2006/main" r:embed="Red91949a39f74dde"/>
          <a:srcRect xmlns:a="http://schemas.openxmlformats.org/drawingml/2006/main" l="0" t="0" r="0" b="0"/>
          <a:stretch xmlns:a="http://schemas.openxmlformats.org/drawingml/2006/main">
            <a:fillRect l="0" t="0" r="0" b="0"/>
          </a:stretch>
        </p:blipFill>
        <p:spPr>
          <a:xfrm xmlns:a="http://schemas.openxmlformats.org/drawingml/2006/main">
            <a:off x="9525000" y="295275"/>
            <a:ext cx="1447800" cy="809625"/>
          </a:xfrm>
          <a:prstGeom xmlns:a="http://schemas.openxmlformats.org/drawingml/2006/main" prst="rect">
            <a:avLst/>
          </a:prstGeom>
        </p:spPr>
      </p:pic>
      <p:sp>
        <p:nvSpPr>
          <p:cNvPr id="27" name="tubes-racks">
            <a:extLst xmlns:a="http://schemas.openxmlformats.org/drawingml/2006/main">
              <a:ext uri="{FF2B5EF4-FFF2-40B4-BE49-F238E27FC236}">
                <a16:creationId xmlns:a16="http://schemas.microsoft.com/office/drawing/2014/main" id="{CAE3E6A2-D62E-4F45-9597-356B5D4BE7B7}"/>
              </a:ext>
            </a:extLst>
          </p:cNvPr>
          <p:cNvSpPr>
            <a:spLocks xmlns:a="http://schemas.openxmlformats.org/drawingml/2006/main" noGrp="1"/>
          </p:cNvSpPr>
          <p:nvPr/>
        </p:nvSpPr>
        <p:spPr>
          <a:xfrm xmlns:a="http://schemas.openxmlformats.org/drawingml/2006/main" rot="0">
            <a:off x="9525000" y="295275"/>
            <a:ext cx="1447800" cy="809625"/>
          </a:xfrm>
          <a:prstGeom xmlns:a="http://schemas.openxmlformats.org/drawingml/2006/main" prst="rect">
            <a:avLst/>
          </a:prstGeom>
          <a:noFill xmlns:a="http://schemas.openxmlformats.org/drawingml/2006/main"/>
          <a:ln xmlns:a="http://schemas.openxmlformats.org/drawingml/2006/main" w="0">
            <a:noFill/>
          </a:ln>
        </p:spPr>
      </p:sp>
      <p:sp>
        <p:nvSpPr>
          <p:cNvPr id="28" name="tubes-racks-label">
            <a:extLst xmlns:a="http://schemas.openxmlformats.org/drawingml/2006/main">
              <a:ext uri="{FF2B5EF4-FFF2-40B4-BE49-F238E27FC236}">
                <a16:creationId xmlns:a16="http://schemas.microsoft.com/office/drawing/2014/main" id="{2F1DCD03-4BA3-4CAF-9E9C-9C741EA954F1}"/>
              </a:ext>
            </a:extLst>
          </p:cNvPr>
          <p:cNvSpPr>
            <a:spLocks xmlns:a="http://schemas.openxmlformats.org/drawingml/2006/main" noGrp="1"/>
          </p:cNvSpPr>
          <p:nvPr/>
        </p:nvSpPr>
        <p:spPr>
          <a:xfrm xmlns:a="http://schemas.openxmlformats.org/drawingml/2006/main" rot="0">
            <a:off x="9591675" y="1247775"/>
            <a:ext cx="14573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25" b="0" i="0">
                <a:solidFill>
                  <a:srgbClr val="000000"/>
                </a:solidFill>
                <a:latin typeface="Times New Roman"/>
                <a:ea typeface="Times New Roman"/>
                <a:cs typeface="Times New Roman"/>
              </a:defRPr>
            </a:defPPr>
          </a:lstStyle>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Tubes</a:t>
            </a:r>
          </a:p>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and Racks Assets</a:t>
            </a:r>
          </a:p>
        </p:txBody>
      </p:sp>
      <p:sp>
        <p:nvSpPr>
          <p:cNvPr id="29" name="asset-separator-447">
            <a:extLst xmlns:a="http://schemas.openxmlformats.org/drawingml/2006/main">
              <a:ext uri="{FF2B5EF4-FFF2-40B4-BE49-F238E27FC236}">
                <a16:creationId xmlns:a16="http://schemas.microsoft.com/office/drawing/2014/main" id="{CC274662-A4C6-4C12-827B-56D832DE1FEE}"/>
              </a:ext>
            </a:extLst>
          </p:cNvPr>
          <p:cNvSpPr>
            <a:spLocks xmlns:a="http://schemas.openxmlformats.org/drawingml/2006/main" noGrp="1"/>
          </p:cNvSpPr>
          <p:nvPr/>
        </p:nvSpPr>
        <p:spPr>
          <a:xfrm xmlns:a="http://schemas.openxmlformats.org/drawingml/2006/main" rot="0">
            <a:off x="4257675" y="209550"/>
            <a:ext cx="95" cy="1362075"/>
          </a:xfrm>
          <a:custGeom xmlns:a="http://schemas.openxmlformats.org/drawingml/2006/main">
            <a:pathLst>
              <a:path w="95" h="1362075">
                <a:moveTo>
                  <a:pt x="0" y="0"/>
                </a:moveTo>
                <a:lnTo>
                  <a:pt x="0" y="1362075"/>
                </a:lnTo>
              </a:path>
            </a:pathLst>
          </a:custGeom>
          <a:noFill xmlns:a="http://schemas.openxmlformats.org/drawingml/2006/main"/>
          <a:ln xmlns:a="http://schemas.openxmlformats.org/drawingml/2006/main" w="19050">
            <a:solidFill>
              <a:srgbClr val="7F8096"/>
            </a:solidFill>
            <a:prstDash val="dash"/>
          </a:ln>
        </p:spPr>
      </p:sp>
      <p:sp>
        <p:nvSpPr>
          <p:cNvPr id="30" name="asset-separator-629">
            <a:extLst xmlns:a="http://schemas.openxmlformats.org/drawingml/2006/main">
              <a:ext uri="{FF2B5EF4-FFF2-40B4-BE49-F238E27FC236}">
                <a16:creationId xmlns:a16="http://schemas.microsoft.com/office/drawing/2014/main" id="{E427E236-A2BF-4DFB-830F-836490519961}"/>
              </a:ext>
            </a:extLst>
          </p:cNvPr>
          <p:cNvSpPr>
            <a:spLocks xmlns:a="http://schemas.openxmlformats.org/drawingml/2006/main" noGrp="1"/>
          </p:cNvSpPr>
          <p:nvPr/>
        </p:nvSpPr>
        <p:spPr>
          <a:xfrm xmlns:a="http://schemas.openxmlformats.org/drawingml/2006/main" rot="0">
            <a:off x="5991225" y="209550"/>
            <a:ext cx="95" cy="1362075"/>
          </a:xfrm>
          <a:custGeom xmlns:a="http://schemas.openxmlformats.org/drawingml/2006/main">
            <a:pathLst>
              <a:path w="95" h="1362075">
                <a:moveTo>
                  <a:pt x="0" y="0"/>
                </a:moveTo>
                <a:lnTo>
                  <a:pt x="0" y="1362075"/>
                </a:lnTo>
              </a:path>
            </a:pathLst>
          </a:custGeom>
          <a:noFill xmlns:a="http://schemas.openxmlformats.org/drawingml/2006/main"/>
          <a:ln xmlns:a="http://schemas.openxmlformats.org/drawingml/2006/main" w="19050">
            <a:solidFill>
              <a:srgbClr val="7F8096"/>
            </a:solidFill>
            <a:prstDash val="dash"/>
          </a:ln>
        </p:spPr>
      </p:sp>
      <p:sp>
        <p:nvSpPr>
          <p:cNvPr id="31" name="asset-separator-815">
            <a:extLst xmlns:a="http://schemas.openxmlformats.org/drawingml/2006/main">
              <a:ext uri="{FF2B5EF4-FFF2-40B4-BE49-F238E27FC236}">
                <a16:creationId xmlns:a16="http://schemas.microsoft.com/office/drawing/2014/main" id="{D6330F6D-252D-4150-840B-B5B8ED10E9BB}"/>
              </a:ext>
            </a:extLst>
          </p:cNvPr>
          <p:cNvSpPr>
            <a:spLocks xmlns:a="http://schemas.openxmlformats.org/drawingml/2006/main" noGrp="1"/>
          </p:cNvSpPr>
          <p:nvPr/>
        </p:nvSpPr>
        <p:spPr>
          <a:xfrm xmlns:a="http://schemas.openxmlformats.org/drawingml/2006/main" rot="0">
            <a:off x="7762875" y="209550"/>
            <a:ext cx="95" cy="1362075"/>
          </a:xfrm>
          <a:custGeom xmlns:a="http://schemas.openxmlformats.org/drawingml/2006/main">
            <a:pathLst>
              <a:path w="95" h="1362075">
                <a:moveTo>
                  <a:pt x="0" y="0"/>
                </a:moveTo>
                <a:lnTo>
                  <a:pt x="0" y="1362075"/>
                </a:lnTo>
              </a:path>
            </a:pathLst>
          </a:custGeom>
          <a:noFill xmlns:a="http://schemas.openxmlformats.org/drawingml/2006/main"/>
          <a:ln xmlns:a="http://schemas.openxmlformats.org/drawingml/2006/main" w="19050">
            <a:solidFill>
              <a:srgbClr val="7F8096"/>
            </a:solidFill>
            <a:prstDash val="dash"/>
          </a:ln>
        </p:spPr>
      </p:sp>
      <p:sp>
        <p:nvSpPr>
          <p:cNvPr id="32" name="asset-separator-991">
            <a:extLst xmlns:a="http://schemas.openxmlformats.org/drawingml/2006/main">
              <a:ext uri="{FF2B5EF4-FFF2-40B4-BE49-F238E27FC236}">
                <a16:creationId xmlns:a16="http://schemas.microsoft.com/office/drawing/2014/main" id="{DBCC624E-D0B0-4DD4-A32C-26A02C9B6883}"/>
              </a:ext>
            </a:extLst>
          </p:cNvPr>
          <p:cNvSpPr>
            <a:spLocks xmlns:a="http://schemas.openxmlformats.org/drawingml/2006/main" noGrp="1"/>
          </p:cNvSpPr>
          <p:nvPr/>
        </p:nvSpPr>
        <p:spPr>
          <a:xfrm xmlns:a="http://schemas.openxmlformats.org/drawingml/2006/main" rot="0">
            <a:off x="9439275" y="209550"/>
            <a:ext cx="95" cy="1362075"/>
          </a:xfrm>
          <a:custGeom xmlns:a="http://schemas.openxmlformats.org/drawingml/2006/main">
            <a:pathLst>
              <a:path w="95" h="1362075">
                <a:moveTo>
                  <a:pt x="0" y="0"/>
                </a:moveTo>
                <a:lnTo>
                  <a:pt x="0" y="1362075"/>
                </a:lnTo>
              </a:path>
            </a:pathLst>
          </a:custGeom>
          <a:noFill xmlns:a="http://schemas.openxmlformats.org/drawingml/2006/main"/>
          <a:ln xmlns:a="http://schemas.openxmlformats.org/drawingml/2006/main" w="19050">
            <a:solidFill>
              <a:srgbClr val="7F8096"/>
            </a:solidFill>
            <a:prstDash val="dash"/>
          </a:ln>
        </p:spPr>
      </p:sp>
      <p:sp>
        <p:nvSpPr>
          <p:cNvPr id="33" name="researcher-down">
            <a:extLst xmlns:a="http://schemas.openxmlformats.org/drawingml/2006/main">
              <a:ext uri="{FF2B5EF4-FFF2-40B4-BE49-F238E27FC236}">
                <a16:creationId xmlns:a16="http://schemas.microsoft.com/office/drawing/2014/main" id="{9DA6D30F-F5C9-4ADC-BCE4-502D2C8E6A5B}"/>
              </a:ext>
            </a:extLst>
          </p:cNvPr>
          <p:cNvSpPr>
            <a:spLocks xmlns:a="http://schemas.openxmlformats.org/drawingml/2006/main" noGrp="1"/>
          </p:cNvSpPr>
          <p:nvPr/>
        </p:nvSpPr>
        <p:spPr>
          <a:xfrm xmlns:a="http://schemas.openxmlformats.org/drawingml/2006/main" rot="0">
            <a:off x="1190625" y="1666875"/>
            <a:ext cx="95" cy="59055"/>
          </a:xfrm>
          <a:custGeom xmlns:a="http://schemas.openxmlformats.org/drawingml/2006/main">
            <a:pathLst>
              <a:path w="95" h="59055">
                <a:moveTo>
                  <a:pt x="0" y="0"/>
                </a:moveTo>
                <a:lnTo>
                  <a:pt x="0" y="59055"/>
                </a:lnTo>
              </a:path>
            </a:pathLst>
          </a:custGeom>
          <a:noFill xmlns:a="http://schemas.openxmlformats.org/drawingml/2006/main"/>
          <a:ln xmlns:a="http://schemas.openxmlformats.org/drawingml/2006/main" w="104775">
            <a:solidFill>
              <a:srgbClr val="BBA7FF"/>
            </a:solidFill>
            <a:prstDash val="solid"/>
          </a:ln>
        </p:spPr>
      </p:sp>
      <p:sp>
        <p:nvSpPr>
          <p:cNvPr id="34" name="researcher-down-tip">
            <a:extLst xmlns:a="http://schemas.openxmlformats.org/drawingml/2006/main">
              <a:ext uri="{FF2B5EF4-FFF2-40B4-BE49-F238E27FC236}">
                <a16:creationId xmlns:a16="http://schemas.microsoft.com/office/drawing/2014/main" id="{3AF85FAD-1A1E-485F-A8A4-A3D029D8FD60}"/>
              </a:ext>
            </a:extLst>
          </p:cNvPr>
          <p:cNvSpPr>
            <a:spLocks xmlns:a="http://schemas.openxmlformats.org/drawingml/2006/main" noGrp="1"/>
          </p:cNvSpPr>
          <p:nvPr/>
        </p:nvSpPr>
        <p:spPr>
          <a:xfrm xmlns:a="http://schemas.openxmlformats.org/drawingml/2006/main" rot="0">
            <a:off x="1070610" y="1685925"/>
            <a:ext cx="240030" cy="133350"/>
          </a:xfrm>
          <a:custGeom xmlns:a="http://schemas.openxmlformats.org/drawingml/2006/main">
            <a:pathLst>
              <a:path w="240030" h="133350">
                <a:moveTo>
                  <a:pt x="0" y="0"/>
                </a:moveTo>
                <a:lnTo>
                  <a:pt x="120015" y="133350"/>
                </a:lnTo>
                <a:lnTo>
                  <a:pt x="240030" y="0"/>
                </a:lnTo>
                <a:close/>
              </a:path>
            </a:pathLst>
          </a:custGeom>
          <a:solidFill xmlns:a="http://schemas.openxmlformats.org/drawingml/2006/main">
            <a:srgbClr val="BBA7FF"/>
          </a:solidFill>
          <a:ln xmlns:a="http://schemas.openxmlformats.org/drawingml/2006/main" w="0">
            <a:solidFill>
              <a:srgbClr val="BBA7FF"/>
            </a:solidFill>
            <a:prstDash val="solid"/>
          </a:ln>
        </p:spPr>
      </p:sp>
      <p:sp>
        <p:nvSpPr>
          <p:cNvPr id="35" name="assets-down">
            <a:extLst xmlns:a="http://schemas.openxmlformats.org/drawingml/2006/main">
              <a:ext uri="{FF2B5EF4-FFF2-40B4-BE49-F238E27FC236}">
                <a16:creationId xmlns:a16="http://schemas.microsoft.com/office/drawing/2014/main" id="{638F28AB-6C1B-468E-BAF1-F69A34E344A4}"/>
              </a:ext>
            </a:extLst>
          </p:cNvPr>
          <p:cNvSpPr>
            <a:spLocks xmlns:a="http://schemas.openxmlformats.org/drawingml/2006/main" noGrp="1"/>
          </p:cNvSpPr>
          <p:nvPr/>
        </p:nvSpPr>
        <p:spPr>
          <a:xfrm xmlns:a="http://schemas.openxmlformats.org/drawingml/2006/main" rot="0">
            <a:off x="5572125" y="1676400"/>
            <a:ext cx="95" cy="49530"/>
          </a:xfrm>
          <a:custGeom xmlns:a="http://schemas.openxmlformats.org/drawingml/2006/main">
            <a:pathLst>
              <a:path w="95" h="49530">
                <a:moveTo>
                  <a:pt x="0" y="0"/>
                </a:moveTo>
                <a:lnTo>
                  <a:pt x="0" y="49530"/>
                </a:lnTo>
              </a:path>
            </a:pathLst>
          </a:custGeom>
          <a:noFill xmlns:a="http://schemas.openxmlformats.org/drawingml/2006/main"/>
          <a:ln xmlns:a="http://schemas.openxmlformats.org/drawingml/2006/main" w="104775">
            <a:solidFill>
              <a:srgbClr val="BBA7FF"/>
            </a:solidFill>
            <a:prstDash val="solid"/>
          </a:ln>
        </p:spPr>
      </p:sp>
      <p:sp>
        <p:nvSpPr>
          <p:cNvPr id="36" name="assets-down-tip">
            <a:extLst xmlns:a="http://schemas.openxmlformats.org/drawingml/2006/main">
              <a:ext uri="{FF2B5EF4-FFF2-40B4-BE49-F238E27FC236}">
                <a16:creationId xmlns:a16="http://schemas.microsoft.com/office/drawing/2014/main" id="{EFDB93FC-516B-4B02-B135-70D97E5297D7}"/>
              </a:ext>
            </a:extLst>
          </p:cNvPr>
          <p:cNvSpPr>
            <a:spLocks xmlns:a="http://schemas.openxmlformats.org/drawingml/2006/main" noGrp="1"/>
          </p:cNvSpPr>
          <p:nvPr/>
        </p:nvSpPr>
        <p:spPr>
          <a:xfrm xmlns:a="http://schemas.openxmlformats.org/drawingml/2006/main" rot="0">
            <a:off x="5452110" y="1685925"/>
            <a:ext cx="240030" cy="133350"/>
          </a:xfrm>
          <a:custGeom xmlns:a="http://schemas.openxmlformats.org/drawingml/2006/main">
            <a:pathLst>
              <a:path w="240030" h="133350">
                <a:moveTo>
                  <a:pt x="0" y="0"/>
                </a:moveTo>
                <a:lnTo>
                  <a:pt x="120015" y="133350"/>
                </a:lnTo>
                <a:lnTo>
                  <a:pt x="240030" y="0"/>
                </a:lnTo>
                <a:close/>
              </a:path>
            </a:pathLst>
          </a:custGeom>
          <a:solidFill xmlns:a="http://schemas.openxmlformats.org/drawingml/2006/main">
            <a:srgbClr val="BBA7FF"/>
          </a:solidFill>
          <a:ln xmlns:a="http://schemas.openxmlformats.org/drawingml/2006/main" w="0">
            <a:solidFill>
              <a:srgbClr val="BBA7FF"/>
            </a:solidFill>
            <a:prstDash val="solid"/>
          </a:ln>
        </p:spPr>
      </p:sp>
      <p:sp>
        <p:nvSpPr>
          <p:cNvPr id="37" name="platform-panel">
            <a:extLst xmlns:a="http://schemas.openxmlformats.org/drawingml/2006/main">
              <a:ext uri="{FF2B5EF4-FFF2-40B4-BE49-F238E27FC236}">
                <a16:creationId xmlns:a16="http://schemas.microsoft.com/office/drawing/2014/main" id="{AD34310C-ED21-415C-9A84-77C02D3C16B3}"/>
              </a:ext>
            </a:extLst>
          </p:cNvPr>
          <p:cNvSpPr>
            <a:spLocks xmlns:a="http://schemas.openxmlformats.org/drawingml/2006/main" noGrp="1"/>
          </p:cNvSpPr>
          <p:nvPr/>
        </p:nvSpPr>
        <p:spPr>
          <a:xfrm xmlns:a="http://schemas.openxmlformats.org/drawingml/2006/main" rot="0">
            <a:off x="104775" y="1828800"/>
            <a:ext cx="11049000" cy="3876675"/>
          </a:xfrm>
          <a:prstGeom xmlns:a="http://schemas.openxmlformats.org/drawingml/2006/main" prst="roundRect">
            <a:avLst>
              <a:gd name="adj" fmla="val 1966"/>
            </a:avLst>
          </a:prstGeom>
          <a:solidFill xmlns:a="http://schemas.openxmlformats.org/drawingml/2006/main">
            <a:srgbClr val="FFFFFF"/>
          </a:solidFill>
          <a:ln xmlns:a="http://schemas.openxmlformats.org/drawingml/2006/main" w="17145">
            <a:solidFill>
              <a:srgbClr val="8D4DB3"/>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pic>
        <p:nvPicPr>
          <p:cNvPr id="38" name="">
            <a:extLst xmlns:a="http://schemas.openxmlformats.org/drawingml/2006/main">
              <a:ext uri="{FF2B5EF4-FFF2-40B4-BE49-F238E27FC236}">
                <a16:creationId xmlns:a16="http://schemas.microsoft.com/office/drawing/2014/main" id="{C290B1F6-151C-4AD5-A8EF-B8920EF29037}"/>
              </a:ext>
            </a:extLst>
          </p:cNvPr>
          <p:cNvPicPr>
            <a:picLocks xmlns:a="http://schemas.openxmlformats.org/drawingml/2006/main" noChangeAspect="1"/>
          </p:cNvPicPr>
          <p:nvPr/>
        </p:nvPicPr>
        <p:blipFill>
          <a:blip xmlns:r="http://schemas.openxmlformats.org/officeDocument/2006/relationships" xmlns:a="http://schemas.openxmlformats.org/drawingml/2006/main" r:embed="R0ed5701db24f4c97"/>
          <a:srcRect xmlns:a="http://schemas.openxmlformats.org/drawingml/2006/main" l="0" t="0" r="0" b="0"/>
          <a:stretch xmlns:a="http://schemas.openxmlformats.org/drawingml/2006/main">
            <a:fillRect l="0" t="0" r="0" b="0"/>
          </a:stretch>
        </p:blipFill>
        <p:spPr>
          <a:xfrm xmlns:a="http://schemas.openxmlformats.org/drawingml/2006/main">
            <a:off x="238125" y="1857375"/>
            <a:ext cx="533400" cy="457200"/>
          </a:xfrm>
          <a:prstGeom xmlns:a="http://schemas.openxmlformats.org/drawingml/2006/main" prst="rect">
            <a:avLst/>
          </a:prstGeom>
        </p:spPr>
      </p:pic>
      <p:sp>
        <p:nvSpPr>
          <p:cNvPr id="39" name="platform-agent-icon">
            <a:extLst xmlns:a="http://schemas.openxmlformats.org/drawingml/2006/main">
              <a:ext uri="{FF2B5EF4-FFF2-40B4-BE49-F238E27FC236}">
                <a16:creationId xmlns:a16="http://schemas.microsoft.com/office/drawing/2014/main" id="{DCD5AD79-1E35-4909-94A1-DAA5FED31110}"/>
              </a:ext>
            </a:extLst>
          </p:cNvPr>
          <p:cNvSpPr>
            <a:spLocks xmlns:a="http://schemas.openxmlformats.org/drawingml/2006/main" noGrp="1"/>
          </p:cNvSpPr>
          <p:nvPr/>
        </p:nvSpPr>
        <p:spPr>
          <a:xfrm xmlns:a="http://schemas.openxmlformats.org/drawingml/2006/main" rot="0">
            <a:off x="238125" y="1857375"/>
            <a:ext cx="533400" cy="457200"/>
          </a:xfrm>
          <a:prstGeom xmlns:a="http://schemas.openxmlformats.org/drawingml/2006/main" prst="rect">
            <a:avLst/>
          </a:prstGeom>
          <a:noFill xmlns:a="http://schemas.openxmlformats.org/drawingml/2006/main"/>
          <a:ln xmlns:a="http://schemas.openxmlformats.org/drawingml/2006/main" w="0">
            <a:noFill/>
          </a:ln>
        </p:spPr>
      </p:sp>
      <p:sp>
        <p:nvSpPr>
          <p:cNvPr id="40" name="platform-heading">
            <a:extLst xmlns:a="http://schemas.openxmlformats.org/drawingml/2006/main">
              <a:ext uri="{FF2B5EF4-FFF2-40B4-BE49-F238E27FC236}">
                <a16:creationId xmlns:a16="http://schemas.microsoft.com/office/drawing/2014/main" id="{D26885CE-9780-4B72-BB49-14620B7AB6AC}"/>
              </a:ext>
            </a:extLst>
          </p:cNvPr>
          <p:cNvSpPr>
            <a:spLocks xmlns:a="http://schemas.openxmlformats.org/drawingml/2006/main" noGrp="1"/>
          </p:cNvSpPr>
          <p:nvPr/>
        </p:nvSpPr>
        <p:spPr>
          <a:xfrm xmlns:a="http://schemas.openxmlformats.org/drawingml/2006/main" rot="0">
            <a:off x="885825" y="1885950"/>
            <a:ext cx="542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988" b="0" i="0">
                <a:solidFill>
                  <a:srgbClr val="000000"/>
                </a:solidFill>
                <a:latin typeface="Times New Roman"/>
                <a:ea typeface="Times New Roman"/>
                <a:cs typeface="Times New Roman"/>
              </a:defRPr>
            </a:defPPr>
          </a:lstStyle>
          <a:p xmlns:a="http://schemas.openxmlformats.org/drawingml/2006/main">
            <a:pPr algn="l">
              <a:defRPr sz="1988" b="0" i="0">
                <a:solidFill>
                  <a:srgbClr val="000000"/>
                </a:solidFill>
                <a:latin typeface="Times New Roman"/>
                <a:ea typeface="Times New Roman"/>
                <a:cs typeface="Times New Roman"/>
              </a:defRPr>
            </a:pPr>
            <a:r>
              <a:rPr sz="1988" b="0" i="0">
                <a:solidFill>
                  <a:srgbClr val="000000"/>
                </a:solidFill>
                <a:latin typeface="Times New Roman"/>
                <a:ea typeface="Times New Roman"/>
                <a:cs typeface="Times New Roman"/>
              </a:rPr>
              <a:t>Pipette Simulation Platform Agent</a:t>
            </a:r>
          </a:p>
        </p:txBody>
      </p:sp>
      <p:sp>
        <p:nvSpPr>
          <p:cNvPr id="41" name="task-proposal-background">
            <a:extLst xmlns:a="http://schemas.openxmlformats.org/drawingml/2006/main">
              <a:ext uri="{FF2B5EF4-FFF2-40B4-BE49-F238E27FC236}">
                <a16:creationId xmlns:a16="http://schemas.microsoft.com/office/drawing/2014/main" id="{DF3E583E-4DBF-4547-B026-47AFE3955B20}"/>
              </a:ext>
            </a:extLst>
          </p:cNvPr>
          <p:cNvSpPr>
            <a:spLocks xmlns:a="http://schemas.openxmlformats.org/drawingml/2006/main" noGrp="1"/>
          </p:cNvSpPr>
          <p:nvPr/>
        </p:nvSpPr>
        <p:spPr>
          <a:xfrm xmlns:a="http://schemas.openxmlformats.org/drawingml/2006/main" rot="0">
            <a:off x="200025" y="2409825"/>
            <a:ext cx="1438275" cy="1238250"/>
          </a:xfrm>
          <a:prstGeom xmlns:a="http://schemas.openxmlformats.org/drawingml/2006/main" prst="rect">
            <a:avLst/>
          </a:prstGeom>
          <a:solidFill xmlns:a="http://schemas.openxmlformats.org/drawingml/2006/main">
            <a:srgbClr val="EBE5F7"/>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2" name="task-proposal">
            <a:extLst xmlns:a="http://schemas.openxmlformats.org/drawingml/2006/main">
              <a:ext uri="{FF2B5EF4-FFF2-40B4-BE49-F238E27FC236}">
                <a16:creationId xmlns:a16="http://schemas.microsoft.com/office/drawing/2014/main" id="{B44D6DD2-9070-4D29-853C-72CD60E40B5D}"/>
              </a:ext>
            </a:extLst>
          </p:cNvPr>
          <p:cNvSpPr>
            <a:spLocks xmlns:a="http://schemas.openxmlformats.org/drawingml/2006/main" noGrp="1"/>
          </p:cNvSpPr>
          <p:nvPr/>
        </p:nvSpPr>
        <p:spPr>
          <a:xfrm xmlns:a="http://schemas.openxmlformats.org/drawingml/2006/main" rot="0">
            <a:off x="247650" y="2457450"/>
            <a:ext cx="139065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975" b="0" i="0">
                <a:solidFill>
                  <a:srgbClr val="000000"/>
                </a:solidFill>
                <a:latin typeface="Times New Roman"/>
                <a:ea typeface="Times New Roman"/>
                <a:cs typeface="Times New Roman"/>
              </a:defRPr>
            </a:defPPr>
          </a:lstStyle>
          <a:p xmlns:a="http://schemas.openxmlformats.org/drawingml/2006/main">
            <a:pPr algn="l">
              <a:defRPr sz="975" b="0" i="0">
                <a:solidFill>
                  <a:srgbClr val="000000"/>
                </a:solidFill>
                <a:latin typeface="Times New Roman"/>
                <a:ea typeface="Times New Roman"/>
                <a:cs typeface="Times New Roman"/>
              </a:defRPr>
            </a:pPr>
            <a:r>
              <a:rPr sz="975" b="0" i="0">
                <a:solidFill>
                  <a:srgbClr val="000000"/>
                </a:solidFill>
                <a:latin typeface="Times New Roman"/>
                <a:ea typeface="Times New Roman"/>
                <a:cs typeface="Times New Roman"/>
              </a:rPr>
              <a:t>Set up a centrifuge tube o</a:t>
            </a:r>
          </a:p>
          <a:p xmlns:a="http://schemas.openxmlformats.org/drawingml/2006/main">
            <a:pPr algn="l">
              <a:defRPr sz="975" b="0" i="0">
                <a:solidFill>
                  <a:srgbClr val="000000"/>
                </a:solidFill>
                <a:latin typeface="Times New Roman"/>
                <a:ea typeface="Times New Roman"/>
                <a:cs typeface="Times New Roman"/>
              </a:defRPr>
            </a:pPr>
            <a:r>
              <a:rPr sz="975" b="0" i="0">
                <a:solidFill>
                  <a:srgbClr val="000000"/>
                </a:solidFill>
                <a:latin typeface="Times New Roman"/>
                <a:ea typeface="Times New Roman"/>
                <a:cs typeface="Times New Roman"/>
              </a:rPr>
              <a:t>peration scenario with a c</a:t>
            </a:r>
          </a:p>
          <a:p xmlns:a="http://schemas.openxmlformats.org/drawingml/2006/main">
            <a:pPr algn="l">
              <a:defRPr sz="975" b="0" i="0">
                <a:solidFill>
                  <a:srgbClr val="000000"/>
                </a:solidFill>
                <a:latin typeface="Times New Roman"/>
                <a:ea typeface="Times New Roman"/>
                <a:cs typeface="Times New Roman"/>
              </a:defRPr>
            </a:pPr>
            <a:r>
              <a:rPr sz="975" b="0" i="0">
                <a:solidFill>
                  <a:srgbClr val="000000"/>
                </a:solidFill>
                <a:latin typeface="Times New Roman"/>
                <a:ea typeface="Times New Roman"/>
                <a:cs typeface="Times New Roman"/>
              </a:rPr>
              <a:t>entrifuge, tube rack, centri</a:t>
            </a:r>
          </a:p>
          <a:p xmlns:a="http://schemas.openxmlformats.org/drawingml/2006/main">
            <a:pPr algn="l">
              <a:defRPr sz="975" b="0" i="0">
                <a:solidFill>
                  <a:srgbClr val="000000"/>
                </a:solidFill>
                <a:latin typeface="Times New Roman"/>
                <a:ea typeface="Times New Roman"/>
                <a:cs typeface="Times New Roman"/>
              </a:defRPr>
            </a:pPr>
            <a:r>
              <a:rPr sz="975" b="0" i="0">
                <a:solidFill>
                  <a:srgbClr val="000000"/>
                </a:solidFill>
                <a:latin typeface="Times New Roman"/>
                <a:ea typeface="Times New Roman"/>
                <a:cs typeface="Times New Roman"/>
              </a:rPr>
              <a:t>fuge tubes, and pipettes on</a:t>
            </a:r>
          </a:p>
          <a:p xmlns:a="http://schemas.openxmlformats.org/drawingml/2006/main">
            <a:pPr algn="l">
              <a:defRPr sz="975" b="0" i="0">
                <a:solidFill>
                  <a:srgbClr val="000000"/>
                </a:solidFill>
                <a:latin typeface="Times New Roman"/>
                <a:ea typeface="Times New Roman"/>
                <a:cs typeface="Times New Roman"/>
              </a:defRPr>
            </a:pPr>
            <a:r>
              <a:rPr sz="975" b="0" i="0">
                <a:solidFill>
                  <a:srgbClr val="000000"/>
                </a:solidFill>
                <a:latin typeface="Times New Roman"/>
                <a:ea typeface="Times New Roman"/>
                <a:cs typeface="Times New Roman"/>
              </a:rPr>
              <a:t>the experimental table. Th</a:t>
            </a:r>
          </a:p>
          <a:p xmlns:a="http://schemas.openxmlformats.org/drawingml/2006/main">
            <a:pPr algn="l">
              <a:defRPr sz="975" b="0" i="0">
                <a:solidFill>
                  <a:srgbClr val="000000"/>
                </a:solidFill>
                <a:latin typeface="Times New Roman"/>
                <a:ea typeface="Times New Roman"/>
                <a:cs typeface="Times New Roman"/>
              </a:defRPr>
            </a:pPr>
            <a:r>
              <a:rPr sz="975" b="0" i="0">
                <a:solidFill>
                  <a:srgbClr val="000000"/>
                </a:solidFill>
                <a:latin typeface="Times New Roman"/>
                <a:ea typeface="Times New Roman"/>
                <a:cs typeface="Times New Roman"/>
              </a:rPr>
              <a:t>e robot grasps a tube from</a:t>
            </a:r>
          </a:p>
          <a:p xmlns:a="http://schemas.openxmlformats.org/drawingml/2006/main">
            <a:pPr algn="l">
              <a:defRPr sz="975" b="0" i="0">
                <a:solidFill>
                  <a:srgbClr val="000000"/>
                </a:solidFill>
                <a:latin typeface="Times New Roman"/>
                <a:ea typeface="Times New Roman"/>
                <a:cs typeface="Times New Roman"/>
              </a:defRPr>
            </a:pPr>
            <a:r>
              <a:rPr sz="975" b="0" i="0">
                <a:solidFill>
                  <a:srgbClr val="000000"/>
                </a:solidFill>
                <a:latin typeface="Times New Roman"/>
                <a:ea typeface="Times New Roman"/>
                <a:cs typeface="Times New Roman"/>
              </a:rPr>
              <a:t>the rack, moves it near the</a:t>
            </a:r>
          </a:p>
          <a:p xmlns:a="http://schemas.openxmlformats.org/drawingml/2006/main">
            <a:pPr algn="l">
              <a:defRPr sz="975" b="0" i="0">
                <a:solidFill>
                  <a:srgbClr val="000000"/>
                </a:solidFill>
                <a:latin typeface="Times New Roman"/>
                <a:ea typeface="Times New Roman"/>
                <a:cs typeface="Times New Roman"/>
              </a:defRPr>
            </a:pPr>
            <a:r>
              <a:rPr sz="975" b="0" i="0">
                <a:solidFill>
                  <a:srgbClr val="000000"/>
                </a:solidFill>
                <a:latin typeface="Times New Roman"/>
                <a:ea typeface="Times New Roman"/>
                <a:cs typeface="Times New Roman"/>
              </a:rPr>
              <a:t>centrifuge, and prepares to</a:t>
            </a:r>
          </a:p>
          <a:p xmlns:a="http://schemas.openxmlformats.org/drawingml/2006/main">
            <a:pPr algn="l">
              <a:defRPr sz="975" b="0" i="0">
                <a:solidFill>
                  <a:srgbClr val="000000"/>
                </a:solidFill>
                <a:latin typeface="Times New Roman"/>
                <a:ea typeface="Times New Roman"/>
                <a:cs typeface="Times New Roman"/>
              </a:defRPr>
            </a:pPr>
            <a:r>
              <a:rPr sz="975" b="0" i="0">
                <a:solidFill>
                  <a:srgbClr val="000000"/>
                </a:solidFill>
                <a:latin typeface="Times New Roman"/>
                <a:ea typeface="Times New Roman"/>
                <a:cs typeface="Times New Roman"/>
              </a:rPr>
              <a:t>insert it into the rotor hole.</a:t>
            </a:r>
          </a:p>
        </p:txBody>
      </p:sp>
      <p:sp>
        <p:nvSpPr>
          <p:cNvPr id="43" name="task-proposal-label">
            <a:extLst xmlns:a="http://schemas.openxmlformats.org/drawingml/2006/main">
              <a:ext uri="{FF2B5EF4-FFF2-40B4-BE49-F238E27FC236}">
                <a16:creationId xmlns:a16="http://schemas.microsoft.com/office/drawing/2014/main" id="{904C3AFE-324B-40AB-B8AE-C9912FAE207D}"/>
              </a:ext>
            </a:extLst>
          </p:cNvPr>
          <p:cNvSpPr>
            <a:spLocks xmlns:a="http://schemas.openxmlformats.org/drawingml/2006/main" noGrp="1"/>
          </p:cNvSpPr>
          <p:nvPr/>
        </p:nvSpPr>
        <p:spPr>
          <a:xfrm xmlns:a="http://schemas.openxmlformats.org/drawingml/2006/main" rot="0">
            <a:off x="390525" y="3648075"/>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Task proposal</a:t>
            </a:r>
          </a:p>
        </p:txBody>
      </p:sp>
      <p:pic>
        <p:nvPicPr>
          <p:cNvPr id="44" name="">
            <a:extLst xmlns:a="http://schemas.openxmlformats.org/drawingml/2006/main">
              <a:ext uri="{FF2B5EF4-FFF2-40B4-BE49-F238E27FC236}">
                <a16:creationId xmlns:a16="http://schemas.microsoft.com/office/drawing/2014/main" id="{A7AE3D39-4718-463B-A50A-EC0BEF83C682}"/>
              </a:ext>
            </a:extLst>
          </p:cNvPr>
          <p:cNvPicPr>
            <a:picLocks xmlns:a="http://schemas.openxmlformats.org/drawingml/2006/main" noChangeAspect="1"/>
          </p:cNvPicPr>
          <p:nvPr/>
        </p:nvPicPr>
        <p:blipFill>
          <a:blip xmlns:r="http://schemas.openxmlformats.org/officeDocument/2006/relationships" xmlns:a="http://schemas.openxmlformats.org/drawingml/2006/main" r:embed="Rfe5e9cc4aff24480"/>
          <a:srcRect xmlns:a="http://schemas.openxmlformats.org/drawingml/2006/main" l="0" t="0" r="0" b="0"/>
          <a:stretch xmlns:a="http://schemas.openxmlformats.org/drawingml/2006/main">
            <a:fillRect l="0" t="0" r="0" b="0"/>
          </a:stretch>
        </p:blipFill>
        <p:spPr>
          <a:xfrm xmlns:a="http://schemas.openxmlformats.org/drawingml/2006/main">
            <a:off x="2066925" y="2400300"/>
            <a:ext cx="962025" cy="476250"/>
          </a:xfrm>
          <a:prstGeom xmlns:a="http://schemas.openxmlformats.org/drawingml/2006/main" prst="rect">
            <a:avLst/>
          </a:prstGeom>
        </p:spPr>
      </p:pic>
      <p:sp>
        <p:nvSpPr>
          <p:cNvPr id="45" name="identified-assets-top">
            <a:extLst xmlns:a="http://schemas.openxmlformats.org/drawingml/2006/main">
              <a:ext uri="{FF2B5EF4-FFF2-40B4-BE49-F238E27FC236}">
                <a16:creationId xmlns:a16="http://schemas.microsoft.com/office/drawing/2014/main" id="{95CB4D4F-D050-407B-A5C7-7DEF13588AEB}"/>
              </a:ext>
            </a:extLst>
          </p:cNvPr>
          <p:cNvSpPr>
            <a:spLocks xmlns:a="http://schemas.openxmlformats.org/drawingml/2006/main" noGrp="1"/>
          </p:cNvSpPr>
          <p:nvPr/>
        </p:nvSpPr>
        <p:spPr>
          <a:xfrm xmlns:a="http://schemas.openxmlformats.org/drawingml/2006/main" rot="0">
            <a:off x="2066925" y="2400300"/>
            <a:ext cx="962025" cy="476250"/>
          </a:xfrm>
          <a:prstGeom xmlns:a="http://schemas.openxmlformats.org/drawingml/2006/main" prst="rect">
            <a:avLst/>
          </a:prstGeom>
          <a:noFill xmlns:a="http://schemas.openxmlformats.org/drawingml/2006/main"/>
          <a:ln xmlns:a="http://schemas.openxmlformats.org/drawingml/2006/main" w="0">
            <a:noFill/>
          </a:ln>
        </p:spPr>
      </p:sp>
      <p:pic>
        <p:nvPicPr>
          <p:cNvPr id="46" name="">
            <a:extLst xmlns:a="http://schemas.openxmlformats.org/drawingml/2006/main">
              <a:ext uri="{FF2B5EF4-FFF2-40B4-BE49-F238E27FC236}">
                <a16:creationId xmlns:a16="http://schemas.microsoft.com/office/drawing/2014/main" id="{8BA41CBA-0854-44DC-9AAB-FA40E851B632}"/>
              </a:ext>
            </a:extLst>
          </p:cNvPr>
          <p:cNvPicPr>
            <a:picLocks xmlns:a="http://schemas.openxmlformats.org/drawingml/2006/main" noChangeAspect="1"/>
          </p:cNvPicPr>
          <p:nvPr/>
        </p:nvPicPr>
        <p:blipFill>
          <a:blip xmlns:r="http://schemas.openxmlformats.org/officeDocument/2006/relationships" xmlns:a="http://schemas.openxmlformats.org/drawingml/2006/main" r:embed="R15fe9ed011144a41"/>
          <a:srcRect xmlns:a="http://schemas.openxmlformats.org/drawingml/2006/main" l="0" t="0" r="0" b="0"/>
          <a:stretch xmlns:a="http://schemas.openxmlformats.org/drawingml/2006/main">
            <a:fillRect l="0" t="0" r="0" b="0"/>
          </a:stretch>
        </p:blipFill>
        <p:spPr>
          <a:xfrm xmlns:a="http://schemas.openxmlformats.org/drawingml/2006/main">
            <a:off x="1838325" y="2781300"/>
            <a:ext cx="238125" cy="361950"/>
          </a:xfrm>
          <a:prstGeom xmlns:a="http://schemas.openxmlformats.org/drawingml/2006/main" prst="rect">
            <a:avLst/>
          </a:prstGeom>
        </p:spPr>
      </p:pic>
      <p:sp>
        <p:nvSpPr>
          <p:cNvPr id="47" name="identified-assets-left">
            <a:extLst xmlns:a="http://schemas.openxmlformats.org/drawingml/2006/main">
              <a:ext uri="{FF2B5EF4-FFF2-40B4-BE49-F238E27FC236}">
                <a16:creationId xmlns:a16="http://schemas.microsoft.com/office/drawing/2014/main" id="{E29AF22C-67D8-48D1-898B-7D073F7C9CF5}"/>
              </a:ext>
            </a:extLst>
          </p:cNvPr>
          <p:cNvSpPr>
            <a:spLocks xmlns:a="http://schemas.openxmlformats.org/drawingml/2006/main" noGrp="1"/>
          </p:cNvSpPr>
          <p:nvPr/>
        </p:nvSpPr>
        <p:spPr>
          <a:xfrm xmlns:a="http://schemas.openxmlformats.org/drawingml/2006/main" rot="0">
            <a:off x="1838325" y="2781300"/>
            <a:ext cx="238125" cy="361950"/>
          </a:xfrm>
          <a:prstGeom xmlns:a="http://schemas.openxmlformats.org/drawingml/2006/main" prst="rect">
            <a:avLst/>
          </a:prstGeom>
          <a:noFill xmlns:a="http://schemas.openxmlformats.org/drawingml/2006/main"/>
          <a:ln xmlns:a="http://schemas.openxmlformats.org/drawingml/2006/main" w="0">
            <a:noFill/>
          </a:ln>
        </p:spPr>
      </p:sp>
      <p:pic>
        <p:nvPicPr>
          <p:cNvPr id="48" name="">
            <a:extLst xmlns:a="http://schemas.openxmlformats.org/drawingml/2006/main">
              <a:ext uri="{FF2B5EF4-FFF2-40B4-BE49-F238E27FC236}">
                <a16:creationId xmlns:a16="http://schemas.microsoft.com/office/drawing/2014/main" id="{C98CF198-724A-4BFA-B2E2-B4EB564416F3}"/>
              </a:ext>
            </a:extLst>
          </p:cNvPr>
          <p:cNvPicPr>
            <a:picLocks xmlns:a="http://schemas.openxmlformats.org/drawingml/2006/main" noChangeAspect="1"/>
          </p:cNvPicPr>
          <p:nvPr/>
        </p:nvPicPr>
        <p:blipFill>
          <a:blip xmlns:r="http://schemas.openxmlformats.org/officeDocument/2006/relationships" xmlns:a="http://schemas.openxmlformats.org/drawingml/2006/main" r:embed="Rf360f1f95c1f4d2a"/>
          <a:srcRect xmlns:a="http://schemas.openxmlformats.org/drawingml/2006/main" l="0" t="0" r="0" b="0"/>
          <a:stretch xmlns:a="http://schemas.openxmlformats.org/drawingml/2006/main">
            <a:fillRect l="0" t="0" r="0" b="0"/>
          </a:stretch>
        </p:blipFill>
        <p:spPr>
          <a:xfrm xmlns:a="http://schemas.openxmlformats.org/drawingml/2006/main">
            <a:off x="3000375" y="2752725"/>
            <a:ext cx="190500" cy="581025"/>
          </a:xfrm>
          <a:prstGeom xmlns:a="http://schemas.openxmlformats.org/drawingml/2006/main" prst="rect">
            <a:avLst/>
          </a:prstGeom>
        </p:spPr>
      </p:pic>
      <p:sp>
        <p:nvSpPr>
          <p:cNvPr id="49" name="identified-assets-right">
            <a:extLst xmlns:a="http://schemas.openxmlformats.org/drawingml/2006/main">
              <a:ext uri="{FF2B5EF4-FFF2-40B4-BE49-F238E27FC236}">
                <a16:creationId xmlns:a16="http://schemas.microsoft.com/office/drawing/2014/main" id="{F29F3CD3-2B47-4692-90C8-4CDAA939DDC6}"/>
              </a:ext>
            </a:extLst>
          </p:cNvPr>
          <p:cNvSpPr>
            <a:spLocks xmlns:a="http://schemas.openxmlformats.org/drawingml/2006/main" noGrp="1"/>
          </p:cNvSpPr>
          <p:nvPr/>
        </p:nvSpPr>
        <p:spPr>
          <a:xfrm xmlns:a="http://schemas.openxmlformats.org/drawingml/2006/main" rot="0">
            <a:off x="3000375" y="2752725"/>
            <a:ext cx="190500" cy="581025"/>
          </a:xfrm>
          <a:prstGeom xmlns:a="http://schemas.openxmlformats.org/drawingml/2006/main" prst="rect">
            <a:avLst/>
          </a:prstGeom>
          <a:noFill xmlns:a="http://schemas.openxmlformats.org/drawingml/2006/main"/>
          <a:ln xmlns:a="http://schemas.openxmlformats.org/drawingml/2006/main" w="0">
            <a:noFill/>
          </a:ln>
        </p:spPr>
      </p:sp>
      <p:pic>
        <p:nvPicPr>
          <p:cNvPr id="50" name="">
            <a:extLst xmlns:a="http://schemas.openxmlformats.org/drawingml/2006/main">
              <a:ext uri="{FF2B5EF4-FFF2-40B4-BE49-F238E27FC236}">
                <a16:creationId xmlns:a16="http://schemas.microsoft.com/office/drawing/2014/main" id="{9AFBE827-601D-4B69-A911-ABD0B528741A}"/>
              </a:ext>
            </a:extLst>
          </p:cNvPr>
          <p:cNvPicPr>
            <a:picLocks xmlns:a="http://schemas.openxmlformats.org/drawingml/2006/main" noChangeAspect="1"/>
          </p:cNvPicPr>
          <p:nvPr/>
        </p:nvPicPr>
        <p:blipFill>
          <a:blip xmlns:r="http://schemas.openxmlformats.org/officeDocument/2006/relationships" xmlns:a="http://schemas.openxmlformats.org/drawingml/2006/main" r:embed="Re8f4bcea3dbd490b"/>
          <a:srcRect xmlns:a="http://schemas.openxmlformats.org/drawingml/2006/main" l="0" t="0" r="0" b="0"/>
          <a:stretch xmlns:a="http://schemas.openxmlformats.org/drawingml/2006/main">
            <a:fillRect l="0" t="0" r="0" b="0"/>
          </a:stretch>
        </p:blipFill>
        <p:spPr>
          <a:xfrm xmlns:a="http://schemas.openxmlformats.org/drawingml/2006/main">
            <a:off x="1924050" y="3171825"/>
            <a:ext cx="1066800" cy="466725"/>
          </a:xfrm>
          <a:prstGeom xmlns:a="http://schemas.openxmlformats.org/drawingml/2006/main" prst="rect">
            <a:avLst/>
          </a:prstGeom>
        </p:spPr>
      </p:pic>
      <p:sp>
        <p:nvSpPr>
          <p:cNvPr id="51" name="identified-assets-bottom">
            <a:extLst xmlns:a="http://schemas.openxmlformats.org/drawingml/2006/main">
              <a:ext uri="{FF2B5EF4-FFF2-40B4-BE49-F238E27FC236}">
                <a16:creationId xmlns:a16="http://schemas.microsoft.com/office/drawing/2014/main" id="{CB00D6F4-5384-4D63-8092-D33768F405BA}"/>
              </a:ext>
            </a:extLst>
          </p:cNvPr>
          <p:cNvSpPr>
            <a:spLocks xmlns:a="http://schemas.openxmlformats.org/drawingml/2006/main" noGrp="1"/>
          </p:cNvSpPr>
          <p:nvPr/>
        </p:nvSpPr>
        <p:spPr>
          <a:xfrm xmlns:a="http://schemas.openxmlformats.org/drawingml/2006/main" rot="0">
            <a:off x="1924050" y="3171825"/>
            <a:ext cx="1066800" cy="466725"/>
          </a:xfrm>
          <a:prstGeom xmlns:a="http://schemas.openxmlformats.org/drawingml/2006/main" prst="rect">
            <a:avLst/>
          </a:prstGeom>
          <a:noFill xmlns:a="http://schemas.openxmlformats.org/drawingml/2006/main"/>
          <a:ln xmlns:a="http://schemas.openxmlformats.org/drawingml/2006/main" w="0">
            <a:noFill/>
          </a:ln>
        </p:spPr>
      </p:sp>
      <p:sp>
        <p:nvSpPr>
          <p:cNvPr id="52" name="asset-identification-panel">
            <a:extLst xmlns:a="http://schemas.openxmlformats.org/drawingml/2006/main">
              <a:ext uri="{FF2B5EF4-FFF2-40B4-BE49-F238E27FC236}">
                <a16:creationId xmlns:a16="http://schemas.microsoft.com/office/drawing/2014/main" id="{38EC5883-D89D-4DA1-B6A0-2FC6171727C2}"/>
              </a:ext>
            </a:extLst>
          </p:cNvPr>
          <p:cNvSpPr>
            <a:spLocks xmlns:a="http://schemas.openxmlformats.org/drawingml/2006/main" noGrp="1"/>
          </p:cNvSpPr>
          <p:nvPr/>
        </p:nvSpPr>
        <p:spPr>
          <a:xfrm xmlns:a="http://schemas.openxmlformats.org/drawingml/2006/main" rot="0">
            <a:off x="2143125" y="2876550"/>
            <a:ext cx="809625" cy="276225"/>
          </a:xfrm>
          <a:prstGeom xmlns:a="http://schemas.openxmlformats.org/drawingml/2006/main" prst="rect">
            <a:avLst/>
          </a:prstGeom>
          <a:solidFill xmlns:a="http://schemas.openxmlformats.org/drawingml/2006/main">
            <a:srgbClr val="EBE5F7"/>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53" name="asset-identification">
            <a:extLst xmlns:a="http://schemas.openxmlformats.org/drawingml/2006/main">
              <a:ext uri="{FF2B5EF4-FFF2-40B4-BE49-F238E27FC236}">
                <a16:creationId xmlns:a16="http://schemas.microsoft.com/office/drawing/2014/main" id="{1CCAB069-E49A-42C1-BB02-8C9831924A30}"/>
              </a:ext>
            </a:extLst>
          </p:cNvPr>
          <p:cNvSpPr>
            <a:spLocks xmlns:a="http://schemas.openxmlformats.org/drawingml/2006/main" noGrp="1"/>
          </p:cNvSpPr>
          <p:nvPr/>
        </p:nvSpPr>
        <p:spPr>
          <a:xfrm xmlns:a="http://schemas.openxmlformats.org/drawingml/2006/main" rot="0">
            <a:off x="2114550" y="2876550"/>
            <a:ext cx="895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25" b="0" i="0">
                <a:solidFill>
                  <a:srgbClr val="000000"/>
                </a:solidFill>
                <a:latin typeface="Times New Roman"/>
                <a:ea typeface="Times New Roman"/>
                <a:cs typeface="Times New Roman"/>
              </a:defRPr>
            </a:defPPr>
          </a:lstStyle>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Asset</a:t>
            </a:r>
          </a:p>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Identification</a:t>
            </a:r>
          </a:p>
        </p:txBody>
      </p:sp>
      <p:pic>
        <p:nvPicPr>
          <p:cNvPr id="54" name="">
            <a:extLst xmlns:a="http://schemas.openxmlformats.org/drawingml/2006/main">
              <a:ext uri="{FF2B5EF4-FFF2-40B4-BE49-F238E27FC236}">
                <a16:creationId xmlns:a16="http://schemas.microsoft.com/office/drawing/2014/main" id="{1DA189CF-8319-4C0A-BBED-83D4D4C827EF}"/>
              </a:ext>
            </a:extLst>
          </p:cNvPr>
          <p:cNvPicPr>
            <a:picLocks xmlns:a="http://schemas.openxmlformats.org/drawingml/2006/main" noChangeAspect="1"/>
          </p:cNvPicPr>
          <p:nvPr/>
        </p:nvPicPr>
        <p:blipFill>
          <a:blip xmlns:r="http://schemas.openxmlformats.org/officeDocument/2006/relationships" xmlns:a="http://schemas.openxmlformats.org/drawingml/2006/main" r:embed="R5ba610e57ff64db4"/>
          <a:srcRect xmlns:a="http://schemas.openxmlformats.org/drawingml/2006/main" l="0" t="0" r="0" b="0"/>
          <a:stretch xmlns:a="http://schemas.openxmlformats.org/drawingml/2006/main">
            <a:fillRect l="0" t="0" r="0" b="0"/>
          </a:stretch>
        </p:blipFill>
        <p:spPr>
          <a:xfrm xmlns:a="http://schemas.openxmlformats.org/drawingml/2006/main">
            <a:off x="3400425" y="2438400"/>
            <a:ext cx="1362075" cy="1085850"/>
          </a:xfrm>
          <a:prstGeom xmlns:a="http://schemas.openxmlformats.org/drawingml/2006/main" prst="rect">
            <a:avLst/>
          </a:prstGeom>
        </p:spPr>
      </p:pic>
      <p:sp>
        <p:nvSpPr>
          <p:cNvPr id="55" name="constructed-scene">
            <a:extLst xmlns:a="http://schemas.openxmlformats.org/drawingml/2006/main">
              <a:ext uri="{FF2B5EF4-FFF2-40B4-BE49-F238E27FC236}">
                <a16:creationId xmlns:a16="http://schemas.microsoft.com/office/drawing/2014/main" id="{837A5599-1F17-4AB9-875F-8C5857DBA8FF}"/>
              </a:ext>
            </a:extLst>
          </p:cNvPr>
          <p:cNvSpPr>
            <a:spLocks xmlns:a="http://schemas.openxmlformats.org/drawingml/2006/main" noGrp="1"/>
          </p:cNvSpPr>
          <p:nvPr/>
        </p:nvSpPr>
        <p:spPr>
          <a:xfrm xmlns:a="http://schemas.openxmlformats.org/drawingml/2006/main" rot="0">
            <a:off x="3400425" y="2438400"/>
            <a:ext cx="1362075" cy="1085850"/>
          </a:xfrm>
          <a:prstGeom xmlns:a="http://schemas.openxmlformats.org/drawingml/2006/main" prst="rect">
            <a:avLst/>
          </a:prstGeom>
          <a:noFill xmlns:a="http://schemas.openxmlformats.org/drawingml/2006/main"/>
          <a:ln xmlns:a="http://schemas.openxmlformats.org/drawingml/2006/main" w="0">
            <a:noFill/>
          </a:ln>
        </p:spPr>
      </p:sp>
      <p:sp>
        <p:nvSpPr>
          <p:cNvPr id="56" name="scene-construction">
            <a:extLst xmlns:a="http://schemas.openxmlformats.org/drawingml/2006/main">
              <a:ext uri="{FF2B5EF4-FFF2-40B4-BE49-F238E27FC236}">
                <a16:creationId xmlns:a16="http://schemas.microsoft.com/office/drawing/2014/main" id="{E98B82CC-298A-4487-9C7E-8E8770A8DD9F}"/>
              </a:ext>
            </a:extLst>
          </p:cNvPr>
          <p:cNvSpPr>
            <a:spLocks xmlns:a="http://schemas.openxmlformats.org/drawingml/2006/main" noGrp="1"/>
          </p:cNvSpPr>
          <p:nvPr/>
        </p:nvSpPr>
        <p:spPr>
          <a:xfrm xmlns:a="http://schemas.openxmlformats.org/drawingml/2006/main" rot="0">
            <a:off x="3286125" y="3648075"/>
            <a:ext cx="161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Scene Construction</a:t>
            </a:r>
          </a:p>
        </p:txBody>
      </p:sp>
      <p:sp>
        <p:nvSpPr>
          <p:cNvPr id="57" name="proposal-to-assets">
            <a:extLst xmlns:a="http://schemas.openxmlformats.org/drawingml/2006/main">
              <a:ext uri="{FF2B5EF4-FFF2-40B4-BE49-F238E27FC236}">
                <a16:creationId xmlns:a16="http://schemas.microsoft.com/office/drawing/2014/main" id="{01170CAD-BEA5-47BA-93D7-621C711DA276}"/>
              </a:ext>
            </a:extLst>
          </p:cNvPr>
          <p:cNvSpPr>
            <a:spLocks xmlns:a="http://schemas.openxmlformats.org/drawingml/2006/main" noGrp="1"/>
          </p:cNvSpPr>
          <p:nvPr/>
        </p:nvSpPr>
        <p:spPr>
          <a:xfrm xmlns:a="http://schemas.openxmlformats.org/drawingml/2006/main" rot="0">
            <a:off x="1647825" y="3076575"/>
            <a:ext cx="190500" cy="95"/>
          </a:xfrm>
          <a:custGeom xmlns:a="http://schemas.openxmlformats.org/drawingml/2006/main">
            <a:pathLst>
              <a:path w="190500" h="95">
                <a:moveTo>
                  <a:pt x="0" y="0"/>
                </a:moveTo>
                <a:lnTo>
                  <a:pt x="190500" y="0"/>
                </a:lnTo>
              </a:path>
            </a:pathLst>
          </a:custGeom>
          <a:noFill xmlns:a="http://schemas.openxmlformats.org/drawingml/2006/main"/>
          <a:ln xmlns:a="http://schemas.openxmlformats.org/drawingml/2006/main" w="14288">
            <a:solidFill>
              <a:srgbClr val="B291D6"/>
            </a:solidFill>
            <a:prstDash val="solid"/>
          </a:ln>
        </p:spPr>
      </p:sp>
      <p:sp>
        <p:nvSpPr>
          <p:cNvPr id="58" name="proposal-to-assets-tip">
            <a:extLst xmlns:a="http://schemas.openxmlformats.org/drawingml/2006/main">
              <a:ext uri="{FF2B5EF4-FFF2-40B4-BE49-F238E27FC236}">
                <a16:creationId xmlns:a16="http://schemas.microsoft.com/office/drawing/2014/main" id="{A79C26E6-0534-4B5B-B8A8-816BA7D6D359}"/>
              </a:ext>
            </a:extLst>
          </p:cNvPr>
          <p:cNvSpPr>
            <a:spLocks xmlns:a="http://schemas.openxmlformats.org/drawingml/2006/main" noGrp="1"/>
          </p:cNvSpPr>
          <p:nvPr/>
        </p:nvSpPr>
        <p:spPr>
          <a:xfrm xmlns:a="http://schemas.openxmlformats.org/drawingml/2006/main" rot="0">
            <a:off x="1762125" y="3042285"/>
            <a:ext cx="76200" cy="68580"/>
          </a:xfrm>
          <a:custGeom xmlns:a="http://schemas.openxmlformats.org/drawingml/2006/main">
            <a:pathLst>
              <a:path w="76200" h="68580">
                <a:moveTo>
                  <a:pt x="0" y="68580"/>
                </a:moveTo>
                <a:lnTo>
                  <a:pt x="76200" y="34290"/>
                </a:lnTo>
                <a:lnTo>
                  <a:pt x="0" y="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59" name="assets-to-scene">
            <a:extLst xmlns:a="http://schemas.openxmlformats.org/drawingml/2006/main">
              <a:ext uri="{FF2B5EF4-FFF2-40B4-BE49-F238E27FC236}">
                <a16:creationId xmlns:a16="http://schemas.microsoft.com/office/drawing/2014/main" id="{BE1959CC-6F73-4447-80E0-493A40CC1D09}"/>
              </a:ext>
            </a:extLst>
          </p:cNvPr>
          <p:cNvSpPr>
            <a:spLocks xmlns:a="http://schemas.openxmlformats.org/drawingml/2006/main" noGrp="1"/>
          </p:cNvSpPr>
          <p:nvPr/>
        </p:nvSpPr>
        <p:spPr>
          <a:xfrm xmlns:a="http://schemas.openxmlformats.org/drawingml/2006/main" rot="0">
            <a:off x="3190875" y="3076575"/>
            <a:ext cx="200025" cy="95"/>
          </a:xfrm>
          <a:custGeom xmlns:a="http://schemas.openxmlformats.org/drawingml/2006/main">
            <a:pathLst>
              <a:path w="200025" h="95">
                <a:moveTo>
                  <a:pt x="0" y="0"/>
                </a:moveTo>
                <a:lnTo>
                  <a:pt x="200025" y="0"/>
                </a:lnTo>
              </a:path>
            </a:pathLst>
          </a:custGeom>
          <a:noFill xmlns:a="http://schemas.openxmlformats.org/drawingml/2006/main"/>
          <a:ln xmlns:a="http://schemas.openxmlformats.org/drawingml/2006/main" w="14288">
            <a:solidFill>
              <a:srgbClr val="B291D6"/>
            </a:solidFill>
            <a:prstDash val="solid"/>
          </a:ln>
        </p:spPr>
      </p:sp>
      <p:sp>
        <p:nvSpPr>
          <p:cNvPr id="60" name="assets-to-scene-tip">
            <a:extLst xmlns:a="http://schemas.openxmlformats.org/drawingml/2006/main">
              <a:ext uri="{FF2B5EF4-FFF2-40B4-BE49-F238E27FC236}">
                <a16:creationId xmlns:a16="http://schemas.microsoft.com/office/drawing/2014/main" id="{868E3A2C-E0AC-482D-9B30-0CD8E2EC4698}"/>
              </a:ext>
            </a:extLst>
          </p:cNvPr>
          <p:cNvSpPr>
            <a:spLocks xmlns:a="http://schemas.openxmlformats.org/drawingml/2006/main" noGrp="1"/>
          </p:cNvSpPr>
          <p:nvPr/>
        </p:nvSpPr>
        <p:spPr>
          <a:xfrm xmlns:a="http://schemas.openxmlformats.org/drawingml/2006/main" rot="0">
            <a:off x="3314700" y="3042285"/>
            <a:ext cx="76200" cy="68580"/>
          </a:xfrm>
          <a:custGeom xmlns:a="http://schemas.openxmlformats.org/drawingml/2006/main">
            <a:pathLst>
              <a:path w="76200" h="68580">
                <a:moveTo>
                  <a:pt x="0" y="68580"/>
                </a:moveTo>
                <a:lnTo>
                  <a:pt x="76200" y="34290"/>
                </a:lnTo>
                <a:lnTo>
                  <a:pt x="0" y="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61" name="hdf5-body">
            <a:extLst xmlns:a="http://schemas.openxmlformats.org/drawingml/2006/main">
              <a:ext uri="{FF2B5EF4-FFF2-40B4-BE49-F238E27FC236}">
                <a16:creationId xmlns:a16="http://schemas.microsoft.com/office/drawing/2014/main" id="{5AA23092-5632-4036-BCF2-F964A3F95B47}"/>
              </a:ext>
            </a:extLst>
          </p:cNvPr>
          <p:cNvSpPr>
            <a:spLocks xmlns:a="http://schemas.openxmlformats.org/drawingml/2006/main" noGrp="1"/>
          </p:cNvSpPr>
          <p:nvPr/>
        </p:nvSpPr>
        <p:spPr>
          <a:xfrm xmlns:a="http://schemas.openxmlformats.org/drawingml/2006/main" rot="0">
            <a:off x="5381625" y="2314575"/>
            <a:ext cx="733425" cy="495300"/>
          </a:xfrm>
          <a:prstGeom xmlns:a="http://schemas.openxmlformats.org/drawingml/2006/main" prst="rect">
            <a:avLst/>
          </a:prstGeom>
          <a:solidFill xmlns:a="http://schemas.openxmlformats.org/drawingml/2006/main">
            <a:srgbClr val="8E7ACC"/>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62" name="hdf5-bottom">
            <a:extLst xmlns:a="http://schemas.openxmlformats.org/drawingml/2006/main">
              <a:ext uri="{FF2B5EF4-FFF2-40B4-BE49-F238E27FC236}">
                <a16:creationId xmlns:a16="http://schemas.microsoft.com/office/drawing/2014/main" id="{F7FDA9D4-2C6E-452B-BAB5-037ECEEB30EC}"/>
              </a:ext>
            </a:extLst>
          </p:cNvPr>
          <p:cNvSpPr>
            <a:spLocks xmlns:a="http://schemas.openxmlformats.org/drawingml/2006/main" noGrp="1"/>
          </p:cNvSpPr>
          <p:nvPr/>
        </p:nvSpPr>
        <p:spPr>
          <a:xfrm xmlns:a="http://schemas.openxmlformats.org/drawingml/2006/main" rot="0">
            <a:off x="5381625" y="2695575"/>
            <a:ext cx="733425" cy="190500"/>
          </a:xfrm>
          <a:prstGeom xmlns:a="http://schemas.openxmlformats.org/drawingml/2006/main" prst="ellipse">
            <a:avLst/>
          </a:prstGeom>
          <a:solidFill xmlns:a="http://schemas.openxmlformats.org/drawingml/2006/main">
            <a:srgbClr val="8E7ACC"/>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63" name="hdf5-ring-0">
            <a:extLst xmlns:a="http://schemas.openxmlformats.org/drawingml/2006/main">
              <a:ext uri="{FF2B5EF4-FFF2-40B4-BE49-F238E27FC236}">
                <a16:creationId xmlns:a16="http://schemas.microsoft.com/office/drawing/2014/main" id="{6A31E599-0DCF-4F9E-B2BD-299C01759A65}"/>
              </a:ext>
            </a:extLst>
          </p:cNvPr>
          <p:cNvSpPr>
            <a:spLocks xmlns:a="http://schemas.openxmlformats.org/drawingml/2006/main" noGrp="1"/>
          </p:cNvSpPr>
          <p:nvPr/>
        </p:nvSpPr>
        <p:spPr>
          <a:xfrm xmlns:a="http://schemas.openxmlformats.org/drawingml/2006/main" rot="0">
            <a:off x="5381625" y="2447925"/>
            <a:ext cx="733425" cy="114300"/>
          </a:xfrm>
          <a:custGeom xmlns:a="http://schemas.openxmlformats.org/drawingml/2006/main">
            <a:pathLst>
              <a:path w="733425" h="114300">
                <a:moveTo>
                  <a:pt x="0" y="0"/>
                </a:moveTo>
                <a:cubicBezTo>
                  <a:pt x="183356" y="114300"/>
                  <a:pt x="550069" y="114300"/>
                  <a:pt x="733425" y="0"/>
                </a:cubicBezTo>
              </a:path>
            </a:pathLst>
          </a:custGeom>
          <a:noFill xmlns:a="http://schemas.openxmlformats.org/drawingml/2006/main"/>
          <a:ln xmlns:a="http://schemas.openxmlformats.org/drawingml/2006/main" w="17145">
            <a:solidFill>
              <a:srgbClr val="FFFFFF"/>
            </a:solidFill>
            <a:prstDash val="solid"/>
          </a:ln>
        </p:spPr>
      </p:sp>
      <p:sp>
        <p:nvSpPr>
          <p:cNvPr id="64" name="hdf5-ring-1">
            <a:extLst xmlns:a="http://schemas.openxmlformats.org/drawingml/2006/main">
              <a:ext uri="{FF2B5EF4-FFF2-40B4-BE49-F238E27FC236}">
                <a16:creationId xmlns:a16="http://schemas.microsoft.com/office/drawing/2014/main" id="{56804AF6-F599-4FA3-BEBD-A53E026DED65}"/>
              </a:ext>
            </a:extLst>
          </p:cNvPr>
          <p:cNvSpPr>
            <a:spLocks xmlns:a="http://schemas.openxmlformats.org/drawingml/2006/main" noGrp="1"/>
          </p:cNvSpPr>
          <p:nvPr/>
        </p:nvSpPr>
        <p:spPr>
          <a:xfrm xmlns:a="http://schemas.openxmlformats.org/drawingml/2006/main" rot="0">
            <a:off x="5381625" y="2590800"/>
            <a:ext cx="733425" cy="114300"/>
          </a:xfrm>
          <a:custGeom xmlns:a="http://schemas.openxmlformats.org/drawingml/2006/main">
            <a:pathLst>
              <a:path w="733425" h="114300">
                <a:moveTo>
                  <a:pt x="0" y="0"/>
                </a:moveTo>
                <a:cubicBezTo>
                  <a:pt x="183356" y="114300"/>
                  <a:pt x="550069" y="114300"/>
                  <a:pt x="733425" y="0"/>
                </a:cubicBezTo>
              </a:path>
            </a:pathLst>
          </a:custGeom>
          <a:noFill xmlns:a="http://schemas.openxmlformats.org/drawingml/2006/main"/>
          <a:ln xmlns:a="http://schemas.openxmlformats.org/drawingml/2006/main" w="17145">
            <a:solidFill>
              <a:srgbClr val="FFFFFF"/>
            </a:solidFill>
            <a:prstDash val="solid"/>
          </a:ln>
        </p:spPr>
      </p:sp>
      <p:sp>
        <p:nvSpPr>
          <p:cNvPr id="65" name="hdf5-top">
            <a:extLst xmlns:a="http://schemas.openxmlformats.org/drawingml/2006/main">
              <a:ext uri="{FF2B5EF4-FFF2-40B4-BE49-F238E27FC236}">
                <a16:creationId xmlns:a16="http://schemas.microsoft.com/office/drawing/2014/main" id="{1EBD92DE-012C-40FA-BE10-3DE532326E68}"/>
              </a:ext>
            </a:extLst>
          </p:cNvPr>
          <p:cNvSpPr>
            <a:spLocks xmlns:a="http://schemas.openxmlformats.org/drawingml/2006/main" noGrp="1"/>
          </p:cNvSpPr>
          <p:nvPr/>
        </p:nvSpPr>
        <p:spPr>
          <a:xfrm xmlns:a="http://schemas.openxmlformats.org/drawingml/2006/main" rot="0">
            <a:off x="5381625" y="2219325"/>
            <a:ext cx="733425" cy="219075"/>
          </a:xfrm>
          <a:prstGeom xmlns:a="http://schemas.openxmlformats.org/drawingml/2006/main" prst="ellipse">
            <a:avLst/>
          </a:prstGeom>
          <a:solidFill xmlns:a="http://schemas.openxmlformats.org/drawingml/2006/main">
            <a:srgbClr val="8E7ACC"/>
          </a:solidFill>
          <a:ln xmlns:a="http://schemas.openxmlformats.org/drawingml/2006/main" w="17145">
            <a:solidFill>
              <a:srgbClr val="FFFFFF"/>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66" name="hdf5-label-0">
            <a:extLst xmlns:a="http://schemas.openxmlformats.org/drawingml/2006/main">
              <a:ext uri="{FF2B5EF4-FFF2-40B4-BE49-F238E27FC236}">
                <a16:creationId xmlns:a16="http://schemas.microsoft.com/office/drawing/2014/main" id="{28893E59-DE91-4650-916C-579C393B8B22}"/>
              </a:ext>
            </a:extLst>
          </p:cNvPr>
          <p:cNvSpPr>
            <a:spLocks xmlns:a="http://schemas.openxmlformats.org/drawingml/2006/main" noGrp="1"/>
          </p:cNvSpPr>
          <p:nvPr/>
        </p:nvSpPr>
        <p:spPr>
          <a:xfrm xmlns:a="http://schemas.openxmlformats.org/drawingml/2006/main" rot="0">
            <a:off x="5448300" y="2219325"/>
            <a:ext cx="600075"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863" b="0" i="0">
                <a:solidFill>
                  <a:srgbClr val="FFFFFF"/>
                </a:solidFill>
                <a:latin typeface="Times New Roman"/>
                <a:ea typeface="Times New Roman"/>
                <a:cs typeface="Times New Roman"/>
              </a:defRPr>
            </a:defPPr>
          </a:lstStyle>
          <a:p xmlns:a="http://schemas.openxmlformats.org/drawingml/2006/main">
            <a:pPr algn="ctr">
              <a:defRPr sz="863" b="0" i="0">
                <a:solidFill>
                  <a:srgbClr val="FFFFFF"/>
                </a:solidFill>
                <a:latin typeface="Times New Roman"/>
                <a:ea typeface="Times New Roman"/>
                <a:cs typeface="Times New Roman"/>
              </a:defRPr>
            </a:pPr>
            <a:r>
              <a:rPr sz="863" b="0" i="0">
                <a:solidFill>
                  <a:srgbClr val="FFFFFF"/>
                </a:solidFill>
                <a:latin typeface="Times New Roman"/>
                <a:ea typeface="Times New Roman"/>
                <a:cs typeface="Times New Roman"/>
              </a:rPr>
              <a:t>HDF5</a:t>
            </a:r>
          </a:p>
        </p:txBody>
      </p:sp>
      <p:sp>
        <p:nvSpPr>
          <p:cNvPr id="67" name="hdf5-label-1">
            <a:extLst xmlns:a="http://schemas.openxmlformats.org/drawingml/2006/main">
              <a:ext uri="{FF2B5EF4-FFF2-40B4-BE49-F238E27FC236}">
                <a16:creationId xmlns:a16="http://schemas.microsoft.com/office/drawing/2014/main" id="{9437B11D-A9C1-49C7-9B3E-4E47D418CE2A}"/>
              </a:ext>
            </a:extLst>
          </p:cNvPr>
          <p:cNvSpPr>
            <a:spLocks xmlns:a="http://schemas.openxmlformats.org/drawingml/2006/main" noGrp="1"/>
          </p:cNvSpPr>
          <p:nvPr/>
        </p:nvSpPr>
        <p:spPr>
          <a:xfrm xmlns:a="http://schemas.openxmlformats.org/drawingml/2006/main" rot="0">
            <a:off x="5448300" y="2324100"/>
            <a:ext cx="600075"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863" b="0" i="0">
                <a:solidFill>
                  <a:srgbClr val="FFFFFF"/>
                </a:solidFill>
                <a:latin typeface="Times New Roman"/>
                <a:ea typeface="Times New Roman"/>
                <a:cs typeface="Times New Roman"/>
              </a:defRPr>
            </a:defPPr>
          </a:lstStyle>
          <a:p xmlns:a="http://schemas.openxmlformats.org/drawingml/2006/main">
            <a:pPr algn="ctr">
              <a:defRPr sz="863" b="0" i="0">
                <a:solidFill>
                  <a:srgbClr val="FFFFFF"/>
                </a:solidFill>
                <a:latin typeface="Times New Roman"/>
                <a:ea typeface="Times New Roman"/>
                <a:cs typeface="Times New Roman"/>
              </a:defRPr>
            </a:pPr>
            <a:r>
              <a:rPr sz="863" b="0" i="0">
                <a:solidFill>
                  <a:srgbClr val="FFFFFF"/>
                </a:solidFill>
                <a:latin typeface="Times New Roman"/>
                <a:ea typeface="Times New Roman"/>
                <a:cs typeface="Times New Roman"/>
              </a:rPr>
              <a:t>Data</a:t>
            </a:r>
          </a:p>
        </p:txBody>
      </p:sp>
      <p:sp>
        <p:nvSpPr>
          <p:cNvPr id="68" name="lerobot-body">
            <a:extLst xmlns:a="http://schemas.openxmlformats.org/drawingml/2006/main">
              <a:ext uri="{FF2B5EF4-FFF2-40B4-BE49-F238E27FC236}">
                <a16:creationId xmlns:a16="http://schemas.microsoft.com/office/drawing/2014/main" id="{DC75E78B-5AFD-400D-A405-C6F02B3A500F}"/>
              </a:ext>
            </a:extLst>
          </p:cNvPr>
          <p:cNvSpPr>
            <a:spLocks xmlns:a="http://schemas.openxmlformats.org/drawingml/2006/main" noGrp="1"/>
          </p:cNvSpPr>
          <p:nvPr/>
        </p:nvSpPr>
        <p:spPr>
          <a:xfrm xmlns:a="http://schemas.openxmlformats.org/drawingml/2006/main" rot="0">
            <a:off x="5381625" y="3114675"/>
            <a:ext cx="723900" cy="476250"/>
          </a:xfrm>
          <a:prstGeom xmlns:a="http://schemas.openxmlformats.org/drawingml/2006/main" prst="rect">
            <a:avLst/>
          </a:prstGeom>
          <a:solidFill xmlns:a="http://schemas.openxmlformats.org/drawingml/2006/main">
            <a:srgbClr val="6086C0"/>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69" name="lerobot-bottom">
            <a:extLst xmlns:a="http://schemas.openxmlformats.org/drawingml/2006/main">
              <a:ext uri="{FF2B5EF4-FFF2-40B4-BE49-F238E27FC236}">
                <a16:creationId xmlns:a16="http://schemas.microsoft.com/office/drawing/2014/main" id="{6A6C7EFE-1849-4BE1-96D9-DF6B1598A9D5}"/>
              </a:ext>
            </a:extLst>
          </p:cNvPr>
          <p:cNvSpPr>
            <a:spLocks xmlns:a="http://schemas.openxmlformats.org/drawingml/2006/main" noGrp="1"/>
          </p:cNvSpPr>
          <p:nvPr/>
        </p:nvSpPr>
        <p:spPr>
          <a:xfrm xmlns:a="http://schemas.openxmlformats.org/drawingml/2006/main" rot="0">
            <a:off x="5381625" y="3476625"/>
            <a:ext cx="723900" cy="190500"/>
          </a:xfrm>
          <a:prstGeom xmlns:a="http://schemas.openxmlformats.org/drawingml/2006/main" prst="ellipse">
            <a:avLst/>
          </a:prstGeom>
          <a:solidFill xmlns:a="http://schemas.openxmlformats.org/drawingml/2006/main">
            <a:srgbClr val="6086C0"/>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70" name="lerobot-ring-0">
            <a:extLst xmlns:a="http://schemas.openxmlformats.org/drawingml/2006/main">
              <a:ext uri="{FF2B5EF4-FFF2-40B4-BE49-F238E27FC236}">
                <a16:creationId xmlns:a16="http://schemas.microsoft.com/office/drawing/2014/main" id="{2CC20AEA-6C9F-48D0-9020-1317910D51DD}"/>
              </a:ext>
            </a:extLst>
          </p:cNvPr>
          <p:cNvSpPr>
            <a:spLocks xmlns:a="http://schemas.openxmlformats.org/drawingml/2006/main" noGrp="1"/>
          </p:cNvSpPr>
          <p:nvPr/>
        </p:nvSpPr>
        <p:spPr>
          <a:xfrm xmlns:a="http://schemas.openxmlformats.org/drawingml/2006/main" rot="0">
            <a:off x="5381625" y="3248025"/>
            <a:ext cx="723900" cy="114300"/>
          </a:xfrm>
          <a:custGeom xmlns:a="http://schemas.openxmlformats.org/drawingml/2006/main">
            <a:pathLst>
              <a:path w="723900" h="114300">
                <a:moveTo>
                  <a:pt x="0" y="0"/>
                </a:moveTo>
                <a:cubicBezTo>
                  <a:pt x="180975" y="114300"/>
                  <a:pt x="542925" y="114300"/>
                  <a:pt x="723900" y="0"/>
                </a:cubicBezTo>
              </a:path>
            </a:pathLst>
          </a:custGeom>
          <a:noFill xmlns:a="http://schemas.openxmlformats.org/drawingml/2006/main"/>
          <a:ln xmlns:a="http://schemas.openxmlformats.org/drawingml/2006/main" w="17145">
            <a:solidFill>
              <a:srgbClr val="FFFFFF"/>
            </a:solidFill>
            <a:prstDash val="solid"/>
          </a:ln>
        </p:spPr>
      </p:sp>
      <p:sp>
        <p:nvSpPr>
          <p:cNvPr id="71" name="lerobot-ring-1">
            <a:extLst xmlns:a="http://schemas.openxmlformats.org/drawingml/2006/main">
              <a:ext uri="{FF2B5EF4-FFF2-40B4-BE49-F238E27FC236}">
                <a16:creationId xmlns:a16="http://schemas.microsoft.com/office/drawing/2014/main" id="{BCD232A5-2CF0-4F80-AECB-EF8C4A99D4DF}"/>
              </a:ext>
            </a:extLst>
          </p:cNvPr>
          <p:cNvSpPr>
            <a:spLocks xmlns:a="http://schemas.openxmlformats.org/drawingml/2006/main" noGrp="1"/>
          </p:cNvSpPr>
          <p:nvPr/>
        </p:nvSpPr>
        <p:spPr>
          <a:xfrm xmlns:a="http://schemas.openxmlformats.org/drawingml/2006/main" rot="0">
            <a:off x="5381625" y="3390900"/>
            <a:ext cx="723900" cy="114300"/>
          </a:xfrm>
          <a:custGeom xmlns:a="http://schemas.openxmlformats.org/drawingml/2006/main">
            <a:pathLst>
              <a:path w="723900" h="114300">
                <a:moveTo>
                  <a:pt x="0" y="0"/>
                </a:moveTo>
                <a:cubicBezTo>
                  <a:pt x="180975" y="114300"/>
                  <a:pt x="542925" y="114300"/>
                  <a:pt x="723900" y="0"/>
                </a:cubicBezTo>
              </a:path>
            </a:pathLst>
          </a:custGeom>
          <a:noFill xmlns:a="http://schemas.openxmlformats.org/drawingml/2006/main"/>
          <a:ln xmlns:a="http://schemas.openxmlformats.org/drawingml/2006/main" w="17145">
            <a:solidFill>
              <a:srgbClr val="FFFFFF"/>
            </a:solidFill>
            <a:prstDash val="solid"/>
          </a:ln>
        </p:spPr>
      </p:sp>
      <p:sp>
        <p:nvSpPr>
          <p:cNvPr id="72" name="lerobot-top">
            <a:extLst xmlns:a="http://schemas.openxmlformats.org/drawingml/2006/main">
              <a:ext uri="{FF2B5EF4-FFF2-40B4-BE49-F238E27FC236}">
                <a16:creationId xmlns:a16="http://schemas.microsoft.com/office/drawing/2014/main" id="{A42C629D-A507-4735-81F0-E01EAF475F1E}"/>
              </a:ext>
            </a:extLst>
          </p:cNvPr>
          <p:cNvSpPr>
            <a:spLocks xmlns:a="http://schemas.openxmlformats.org/drawingml/2006/main" noGrp="1"/>
          </p:cNvSpPr>
          <p:nvPr/>
        </p:nvSpPr>
        <p:spPr>
          <a:xfrm xmlns:a="http://schemas.openxmlformats.org/drawingml/2006/main" rot="0">
            <a:off x="5381625" y="3019425"/>
            <a:ext cx="723900" cy="219075"/>
          </a:xfrm>
          <a:prstGeom xmlns:a="http://schemas.openxmlformats.org/drawingml/2006/main" prst="ellipse">
            <a:avLst/>
          </a:prstGeom>
          <a:solidFill xmlns:a="http://schemas.openxmlformats.org/drawingml/2006/main">
            <a:srgbClr val="6086C0"/>
          </a:solidFill>
          <a:ln xmlns:a="http://schemas.openxmlformats.org/drawingml/2006/main" w="17145">
            <a:solidFill>
              <a:srgbClr val="FFFFFF"/>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73" name="lerobot-label-0">
            <a:extLst xmlns:a="http://schemas.openxmlformats.org/drawingml/2006/main">
              <a:ext uri="{FF2B5EF4-FFF2-40B4-BE49-F238E27FC236}">
                <a16:creationId xmlns:a16="http://schemas.microsoft.com/office/drawing/2014/main" id="{9C0284CA-0E92-4B9B-9698-7384F41A28D9}"/>
              </a:ext>
            </a:extLst>
          </p:cNvPr>
          <p:cNvSpPr>
            <a:spLocks xmlns:a="http://schemas.openxmlformats.org/drawingml/2006/main" noGrp="1"/>
          </p:cNvSpPr>
          <p:nvPr/>
        </p:nvSpPr>
        <p:spPr>
          <a:xfrm xmlns:a="http://schemas.openxmlformats.org/drawingml/2006/main" rot="0">
            <a:off x="5448300" y="3019425"/>
            <a:ext cx="5905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863" b="0" i="0">
                <a:solidFill>
                  <a:srgbClr val="FFFFFF"/>
                </a:solidFill>
                <a:latin typeface="Times New Roman"/>
                <a:ea typeface="Times New Roman"/>
                <a:cs typeface="Times New Roman"/>
              </a:defRPr>
            </a:defPPr>
          </a:lstStyle>
          <a:p xmlns:a="http://schemas.openxmlformats.org/drawingml/2006/main">
            <a:pPr algn="ctr">
              <a:defRPr sz="863" b="0" i="0">
                <a:solidFill>
                  <a:srgbClr val="FFFFFF"/>
                </a:solidFill>
                <a:latin typeface="Times New Roman"/>
                <a:ea typeface="Times New Roman"/>
                <a:cs typeface="Times New Roman"/>
              </a:defRPr>
            </a:pPr>
            <a:r>
              <a:rPr sz="863" b="0" i="0">
                <a:solidFill>
                  <a:srgbClr val="FFFFFF"/>
                </a:solidFill>
                <a:latin typeface="Times New Roman"/>
                <a:ea typeface="Times New Roman"/>
                <a:cs typeface="Times New Roman"/>
              </a:rPr>
              <a:t>Lerobot</a:t>
            </a:r>
          </a:p>
        </p:txBody>
      </p:sp>
      <p:sp>
        <p:nvSpPr>
          <p:cNvPr id="74" name="lerobot-label-1">
            <a:extLst xmlns:a="http://schemas.openxmlformats.org/drawingml/2006/main">
              <a:ext uri="{FF2B5EF4-FFF2-40B4-BE49-F238E27FC236}">
                <a16:creationId xmlns:a16="http://schemas.microsoft.com/office/drawing/2014/main" id="{EB29F591-8A3C-49C5-A31A-AD05D040C2AD}"/>
              </a:ext>
            </a:extLst>
          </p:cNvPr>
          <p:cNvSpPr>
            <a:spLocks xmlns:a="http://schemas.openxmlformats.org/drawingml/2006/main" noGrp="1"/>
          </p:cNvSpPr>
          <p:nvPr/>
        </p:nvSpPr>
        <p:spPr>
          <a:xfrm xmlns:a="http://schemas.openxmlformats.org/drawingml/2006/main" rot="0">
            <a:off x="5448300" y="3124200"/>
            <a:ext cx="59055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863" b="0" i="0">
                <a:solidFill>
                  <a:srgbClr val="FFFFFF"/>
                </a:solidFill>
                <a:latin typeface="Times New Roman"/>
                <a:ea typeface="Times New Roman"/>
                <a:cs typeface="Times New Roman"/>
              </a:defRPr>
            </a:defPPr>
          </a:lstStyle>
          <a:p xmlns:a="http://schemas.openxmlformats.org/drawingml/2006/main">
            <a:pPr algn="ctr">
              <a:defRPr sz="863" b="0" i="0">
                <a:solidFill>
                  <a:srgbClr val="FFFFFF"/>
                </a:solidFill>
                <a:latin typeface="Times New Roman"/>
                <a:ea typeface="Times New Roman"/>
                <a:cs typeface="Times New Roman"/>
              </a:defRPr>
            </a:pPr>
            <a:r>
              <a:rPr sz="863" b="0" i="0">
                <a:solidFill>
                  <a:srgbClr val="FFFFFF"/>
                </a:solidFill>
                <a:latin typeface="Times New Roman"/>
                <a:ea typeface="Times New Roman"/>
                <a:cs typeface="Times New Roman"/>
              </a:rPr>
              <a:t>Data</a:t>
            </a:r>
          </a:p>
        </p:txBody>
      </p:sp>
      <p:pic>
        <p:nvPicPr>
          <p:cNvPr id="75" name="">
            <a:extLst xmlns:a="http://schemas.openxmlformats.org/drawingml/2006/main">
              <a:ext uri="{FF2B5EF4-FFF2-40B4-BE49-F238E27FC236}">
                <a16:creationId xmlns:a16="http://schemas.microsoft.com/office/drawing/2014/main" id="{F3D52D06-FA7C-4B94-8DCA-A4DC9273EB23}"/>
              </a:ext>
            </a:extLst>
          </p:cNvPr>
          <p:cNvPicPr>
            <a:picLocks xmlns:a="http://schemas.openxmlformats.org/drawingml/2006/main" noChangeAspect="1"/>
          </p:cNvPicPr>
          <p:nvPr/>
        </p:nvPicPr>
        <p:blipFill>
          <a:blip xmlns:r="http://schemas.openxmlformats.org/officeDocument/2006/relationships" xmlns:a="http://schemas.openxmlformats.org/drawingml/2006/main" r:embed="Rb53ee9e549314945"/>
          <a:srcRect xmlns:a="http://schemas.openxmlformats.org/drawingml/2006/main" l="0" t="0" r="0" b="0"/>
          <a:stretch xmlns:a="http://schemas.openxmlformats.org/drawingml/2006/main">
            <a:fillRect l="0" t="0" r="0" b="0"/>
          </a:stretch>
        </p:blipFill>
        <p:spPr>
          <a:xfrm xmlns:a="http://schemas.openxmlformats.org/drawingml/2006/main">
            <a:off x="5638800" y="3305175"/>
            <a:ext cx="438150" cy="323850"/>
          </a:xfrm>
          <a:prstGeom xmlns:a="http://schemas.openxmlformats.org/drawingml/2006/main" prst="rect">
            <a:avLst/>
          </a:prstGeom>
        </p:spPr>
      </p:pic>
      <p:sp>
        <p:nvSpPr>
          <p:cNvPr id="76" name="lerobot-data-thumbnail">
            <a:extLst xmlns:a="http://schemas.openxmlformats.org/drawingml/2006/main">
              <a:ext uri="{FF2B5EF4-FFF2-40B4-BE49-F238E27FC236}">
                <a16:creationId xmlns:a16="http://schemas.microsoft.com/office/drawing/2014/main" id="{B950C80F-109B-457B-9657-90C23D6F8B1C}"/>
              </a:ext>
            </a:extLst>
          </p:cNvPr>
          <p:cNvSpPr>
            <a:spLocks xmlns:a="http://schemas.openxmlformats.org/drawingml/2006/main" noGrp="1"/>
          </p:cNvSpPr>
          <p:nvPr/>
        </p:nvSpPr>
        <p:spPr>
          <a:xfrm xmlns:a="http://schemas.openxmlformats.org/drawingml/2006/main" rot="0">
            <a:off x="5638800" y="3305175"/>
            <a:ext cx="438150" cy="323850"/>
          </a:xfrm>
          <a:prstGeom xmlns:a="http://schemas.openxmlformats.org/drawingml/2006/main" prst="rect">
            <a:avLst/>
          </a:prstGeom>
          <a:noFill xmlns:a="http://schemas.openxmlformats.org/drawingml/2006/main"/>
          <a:ln xmlns:a="http://schemas.openxmlformats.org/drawingml/2006/main" w="0">
            <a:noFill/>
          </a:ln>
        </p:spPr>
      </p:sp>
      <p:sp>
        <p:nvSpPr>
          <p:cNvPr id="77" name="data-format-conversion">
            <a:extLst xmlns:a="http://schemas.openxmlformats.org/drawingml/2006/main">
              <a:ext uri="{FF2B5EF4-FFF2-40B4-BE49-F238E27FC236}">
                <a16:creationId xmlns:a16="http://schemas.microsoft.com/office/drawing/2014/main" id="{0EF9410F-F703-4219-9687-0397C1567227}"/>
              </a:ext>
            </a:extLst>
          </p:cNvPr>
          <p:cNvSpPr>
            <a:spLocks xmlns:a="http://schemas.openxmlformats.org/drawingml/2006/main" noGrp="1"/>
          </p:cNvSpPr>
          <p:nvPr/>
        </p:nvSpPr>
        <p:spPr>
          <a:xfrm xmlns:a="http://schemas.openxmlformats.org/drawingml/2006/main" rot="0">
            <a:off x="5743575" y="2876550"/>
            <a:ext cx="95" cy="152400"/>
          </a:xfrm>
          <a:custGeom xmlns:a="http://schemas.openxmlformats.org/drawingml/2006/main">
            <a:pathLst>
              <a:path w="95" h="152400">
                <a:moveTo>
                  <a:pt x="0" y="0"/>
                </a:moveTo>
                <a:lnTo>
                  <a:pt x="0" y="152400"/>
                </a:lnTo>
              </a:path>
            </a:pathLst>
          </a:custGeom>
          <a:noFill xmlns:a="http://schemas.openxmlformats.org/drawingml/2006/main"/>
          <a:ln xmlns:a="http://schemas.openxmlformats.org/drawingml/2006/main" w="13335">
            <a:solidFill>
              <a:srgbClr val="B291D6"/>
            </a:solidFill>
            <a:prstDash val="solid"/>
          </a:ln>
        </p:spPr>
      </p:sp>
      <p:sp>
        <p:nvSpPr>
          <p:cNvPr id="78" name="data-format-conversion-tip">
            <a:extLst xmlns:a="http://schemas.openxmlformats.org/drawingml/2006/main">
              <a:ext uri="{FF2B5EF4-FFF2-40B4-BE49-F238E27FC236}">
                <a16:creationId xmlns:a16="http://schemas.microsoft.com/office/drawing/2014/main" id="{EFD9AA82-2582-478B-8551-0BD263730D34}"/>
              </a:ext>
            </a:extLst>
          </p:cNvPr>
          <p:cNvSpPr>
            <a:spLocks xmlns:a="http://schemas.openxmlformats.org/drawingml/2006/main" noGrp="1"/>
          </p:cNvSpPr>
          <p:nvPr/>
        </p:nvSpPr>
        <p:spPr>
          <a:xfrm xmlns:a="http://schemas.openxmlformats.org/drawingml/2006/main" rot="0">
            <a:off x="5709285" y="2952750"/>
            <a:ext cx="68580" cy="76200"/>
          </a:xfrm>
          <a:custGeom xmlns:a="http://schemas.openxmlformats.org/drawingml/2006/main">
            <a:pathLst>
              <a:path w="68580" h="76200">
                <a:moveTo>
                  <a:pt x="0" y="0"/>
                </a:moveTo>
                <a:lnTo>
                  <a:pt x="34290" y="76200"/>
                </a:lnTo>
                <a:lnTo>
                  <a:pt x="68580" y="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79" name="vla-cube-0-top">
            <a:extLst xmlns:a="http://schemas.openxmlformats.org/drawingml/2006/main">
              <a:ext uri="{FF2B5EF4-FFF2-40B4-BE49-F238E27FC236}">
                <a16:creationId xmlns:a16="http://schemas.microsoft.com/office/drawing/2014/main" id="{69F153E4-2761-40E3-932E-21CE84711561}"/>
              </a:ext>
            </a:extLst>
          </p:cNvPr>
          <p:cNvSpPr>
            <a:spLocks xmlns:a="http://schemas.openxmlformats.org/drawingml/2006/main" noGrp="1"/>
          </p:cNvSpPr>
          <p:nvPr/>
        </p:nvSpPr>
        <p:spPr>
          <a:xfrm xmlns:a="http://schemas.openxmlformats.org/drawingml/2006/main" rot="0">
            <a:off x="7067550" y="2457450"/>
            <a:ext cx="476250" cy="200025"/>
          </a:xfrm>
          <a:custGeom xmlns:a="http://schemas.openxmlformats.org/drawingml/2006/main">
            <a:pathLst>
              <a:path w="476250" h="200025">
                <a:moveTo>
                  <a:pt x="0" y="85725"/>
                </a:moveTo>
                <a:lnTo>
                  <a:pt x="238125" y="0"/>
                </a:lnTo>
                <a:lnTo>
                  <a:pt x="476250" y="85725"/>
                </a:lnTo>
                <a:lnTo>
                  <a:pt x="238125" y="200025"/>
                </a:lnTo>
                <a:close/>
              </a:path>
            </a:pathLst>
          </a:custGeom>
          <a:solidFill xmlns:a="http://schemas.openxmlformats.org/drawingml/2006/main">
            <a:srgbClr val="A39BCE"/>
          </a:solidFill>
          <a:ln xmlns:a="http://schemas.openxmlformats.org/drawingml/2006/main" w="0">
            <a:noFill/>
            <a:prstDash val="solid"/>
          </a:ln>
        </p:spPr>
      </p:sp>
      <p:sp>
        <p:nvSpPr>
          <p:cNvPr id="80" name="vla-cube-0-left">
            <a:extLst xmlns:a="http://schemas.openxmlformats.org/drawingml/2006/main">
              <a:ext uri="{FF2B5EF4-FFF2-40B4-BE49-F238E27FC236}">
                <a16:creationId xmlns:a16="http://schemas.microsoft.com/office/drawing/2014/main" id="{DEBDAE2E-D7EA-4914-8E1F-CC469BF9431C}"/>
              </a:ext>
            </a:extLst>
          </p:cNvPr>
          <p:cNvSpPr>
            <a:spLocks xmlns:a="http://schemas.openxmlformats.org/drawingml/2006/main" noGrp="1"/>
          </p:cNvSpPr>
          <p:nvPr/>
        </p:nvSpPr>
        <p:spPr>
          <a:xfrm xmlns:a="http://schemas.openxmlformats.org/drawingml/2006/main" rot="0">
            <a:off x="7067550" y="2600325"/>
            <a:ext cx="200025" cy="314325"/>
          </a:xfrm>
          <a:custGeom xmlns:a="http://schemas.openxmlformats.org/drawingml/2006/main">
            <a:pathLst>
              <a:path w="200025" h="314325">
                <a:moveTo>
                  <a:pt x="0" y="0"/>
                </a:moveTo>
                <a:lnTo>
                  <a:pt x="200025" y="95250"/>
                </a:lnTo>
                <a:lnTo>
                  <a:pt x="200025" y="314325"/>
                </a:lnTo>
                <a:lnTo>
                  <a:pt x="0" y="219075"/>
                </a:lnTo>
                <a:close/>
              </a:path>
            </a:pathLst>
          </a:custGeom>
          <a:solidFill xmlns:a="http://schemas.openxmlformats.org/drawingml/2006/main">
            <a:srgbClr val="A39BCE"/>
          </a:solidFill>
          <a:ln xmlns:a="http://schemas.openxmlformats.org/drawingml/2006/main" w="0">
            <a:noFill/>
            <a:prstDash val="solid"/>
          </a:ln>
        </p:spPr>
      </p:sp>
      <p:sp>
        <p:nvSpPr>
          <p:cNvPr id="81" name="vla-cube-0-right">
            <a:extLst xmlns:a="http://schemas.openxmlformats.org/drawingml/2006/main">
              <a:ext uri="{FF2B5EF4-FFF2-40B4-BE49-F238E27FC236}">
                <a16:creationId xmlns:a16="http://schemas.microsoft.com/office/drawing/2014/main" id="{3C006027-8C6F-4B34-9F9C-F5E8B38A0AE6}"/>
              </a:ext>
            </a:extLst>
          </p:cNvPr>
          <p:cNvSpPr>
            <a:spLocks xmlns:a="http://schemas.openxmlformats.org/drawingml/2006/main" noGrp="1"/>
          </p:cNvSpPr>
          <p:nvPr/>
        </p:nvSpPr>
        <p:spPr>
          <a:xfrm xmlns:a="http://schemas.openxmlformats.org/drawingml/2006/main" rot="0">
            <a:off x="7343775" y="2600325"/>
            <a:ext cx="200025" cy="314325"/>
          </a:xfrm>
          <a:custGeom xmlns:a="http://schemas.openxmlformats.org/drawingml/2006/main">
            <a:pathLst>
              <a:path w="200025" h="314325">
                <a:moveTo>
                  <a:pt x="0" y="95250"/>
                </a:moveTo>
                <a:lnTo>
                  <a:pt x="200025" y="0"/>
                </a:lnTo>
                <a:lnTo>
                  <a:pt x="200025" y="219075"/>
                </a:lnTo>
                <a:lnTo>
                  <a:pt x="0" y="314325"/>
                </a:lnTo>
                <a:close/>
              </a:path>
            </a:pathLst>
          </a:custGeom>
          <a:solidFill xmlns:a="http://schemas.openxmlformats.org/drawingml/2006/main">
            <a:srgbClr val="A39BCE"/>
          </a:solidFill>
          <a:ln xmlns:a="http://schemas.openxmlformats.org/drawingml/2006/main" w="0">
            <a:noFill/>
            <a:prstDash val="solid"/>
          </a:ln>
        </p:spPr>
      </p:sp>
      <p:sp>
        <p:nvSpPr>
          <p:cNvPr id="82" name="vla-cube-1-top">
            <a:extLst xmlns:a="http://schemas.openxmlformats.org/drawingml/2006/main">
              <a:ext uri="{FF2B5EF4-FFF2-40B4-BE49-F238E27FC236}">
                <a16:creationId xmlns:a16="http://schemas.microsoft.com/office/drawing/2014/main" id="{18CCDC96-AC97-479F-92D6-7FCF0F3DFFBB}"/>
              </a:ext>
            </a:extLst>
          </p:cNvPr>
          <p:cNvSpPr>
            <a:spLocks xmlns:a="http://schemas.openxmlformats.org/drawingml/2006/main" noGrp="1"/>
          </p:cNvSpPr>
          <p:nvPr/>
        </p:nvSpPr>
        <p:spPr>
          <a:xfrm xmlns:a="http://schemas.openxmlformats.org/drawingml/2006/main" rot="0">
            <a:off x="6791325" y="2905125"/>
            <a:ext cx="476250" cy="200025"/>
          </a:xfrm>
          <a:custGeom xmlns:a="http://schemas.openxmlformats.org/drawingml/2006/main">
            <a:pathLst>
              <a:path w="476250" h="200025">
                <a:moveTo>
                  <a:pt x="0" y="85725"/>
                </a:moveTo>
                <a:lnTo>
                  <a:pt x="238125" y="0"/>
                </a:lnTo>
                <a:lnTo>
                  <a:pt x="476250" y="85725"/>
                </a:lnTo>
                <a:lnTo>
                  <a:pt x="238125" y="200025"/>
                </a:lnTo>
                <a:close/>
              </a:path>
            </a:pathLst>
          </a:custGeom>
          <a:solidFill xmlns:a="http://schemas.openxmlformats.org/drawingml/2006/main">
            <a:srgbClr val="A39BCE"/>
          </a:solidFill>
          <a:ln xmlns:a="http://schemas.openxmlformats.org/drawingml/2006/main" w="0">
            <a:noFill/>
            <a:prstDash val="solid"/>
          </a:ln>
        </p:spPr>
      </p:sp>
      <p:sp>
        <p:nvSpPr>
          <p:cNvPr id="83" name="vla-cube-1-left">
            <a:extLst xmlns:a="http://schemas.openxmlformats.org/drawingml/2006/main">
              <a:ext uri="{FF2B5EF4-FFF2-40B4-BE49-F238E27FC236}">
                <a16:creationId xmlns:a16="http://schemas.microsoft.com/office/drawing/2014/main" id="{D06449BD-A554-4E92-8142-127A0C8DB262}"/>
              </a:ext>
            </a:extLst>
          </p:cNvPr>
          <p:cNvSpPr>
            <a:spLocks xmlns:a="http://schemas.openxmlformats.org/drawingml/2006/main" noGrp="1"/>
          </p:cNvSpPr>
          <p:nvPr/>
        </p:nvSpPr>
        <p:spPr>
          <a:xfrm xmlns:a="http://schemas.openxmlformats.org/drawingml/2006/main" rot="0">
            <a:off x="6791325" y="3048000"/>
            <a:ext cx="200025" cy="314325"/>
          </a:xfrm>
          <a:custGeom xmlns:a="http://schemas.openxmlformats.org/drawingml/2006/main">
            <a:pathLst>
              <a:path w="200025" h="314325">
                <a:moveTo>
                  <a:pt x="0" y="0"/>
                </a:moveTo>
                <a:lnTo>
                  <a:pt x="200025" y="95250"/>
                </a:lnTo>
                <a:lnTo>
                  <a:pt x="200025" y="314325"/>
                </a:lnTo>
                <a:lnTo>
                  <a:pt x="0" y="219075"/>
                </a:lnTo>
                <a:close/>
              </a:path>
            </a:pathLst>
          </a:custGeom>
          <a:solidFill xmlns:a="http://schemas.openxmlformats.org/drawingml/2006/main">
            <a:srgbClr val="A39BCE"/>
          </a:solidFill>
          <a:ln xmlns:a="http://schemas.openxmlformats.org/drawingml/2006/main" w="0">
            <a:noFill/>
            <a:prstDash val="solid"/>
          </a:ln>
        </p:spPr>
      </p:sp>
      <p:sp>
        <p:nvSpPr>
          <p:cNvPr id="84" name="vla-cube-1-right">
            <a:extLst xmlns:a="http://schemas.openxmlformats.org/drawingml/2006/main">
              <a:ext uri="{FF2B5EF4-FFF2-40B4-BE49-F238E27FC236}">
                <a16:creationId xmlns:a16="http://schemas.microsoft.com/office/drawing/2014/main" id="{BD417BE9-9276-443E-9002-0CF67DD58ACC}"/>
              </a:ext>
            </a:extLst>
          </p:cNvPr>
          <p:cNvSpPr>
            <a:spLocks xmlns:a="http://schemas.openxmlformats.org/drawingml/2006/main" noGrp="1"/>
          </p:cNvSpPr>
          <p:nvPr/>
        </p:nvSpPr>
        <p:spPr>
          <a:xfrm xmlns:a="http://schemas.openxmlformats.org/drawingml/2006/main" rot="0">
            <a:off x="7067550" y="3048000"/>
            <a:ext cx="200025" cy="314325"/>
          </a:xfrm>
          <a:custGeom xmlns:a="http://schemas.openxmlformats.org/drawingml/2006/main">
            <a:pathLst>
              <a:path w="200025" h="314325">
                <a:moveTo>
                  <a:pt x="0" y="95250"/>
                </a:moveTo>
                <a:lnTo>
                  <a:pt x="200025" y="0"/>
                </a:lnTo>
                <a:lnTo>
                  <a:pt x="200025" y="219075"/>
                </a:lnTo>
                <a:lnTo>
                  <a:pt x="0" y="314325"/>
                </a:lnTo>
                <a:close/>
              </a:path>
            </a:pathLst>
          </a:custGeom>
          <a:solidFill xmlns:a="http://schemas.openxmlformats.org/drawingml/2006/main">
            <a:srgbClr val="A39BCE"/>
          </a:solidFill>
          <a:ln xmlns:a="http://schemas.openxmlformats.org/drawingml/2006/main" w="0">
            <a:noFill/>
            <a:prstDash val="solid"/>
          </a:ln>
        </p:spPr>
      </p:sp>
      <p:sp>
        <p:nvSpPr>
          <p:cNvPr id="85" name="vla-cube-2-top">
            <a:extLst xmlns:a="http://schemas.openxmlformats.org/drawingml/2006/main">
              <a:ext uri="{FF2B5EF4-FFF2-40B4-BE49-F238E27FC236}">
                <a16:creationId xmlns:a16="http://schemas.microsoft.com/office/drawing/2014/main" id="{1B7DEE18-3E25-4ACF-8A57-EAFBE8240BAF}"/>
              </a:ext>
            </a:extLst>
          </p:cNvPr>
          <p:cNvSpPr>
            <a:spLocks xmlns:a="http://schemas.openxmlformats.org/drawingml/2006/main" noGrp="1"/>
          </p:cNvSpPr>
          <p:nvPr/>
        </p:nvSpPr>
        <p:spPr>
          <a:xfrm xmlns:a="http://schemas.openxmlformats.org/drawingml/2006/main" rot="0">
            <a:off x="7334250" y="2914650"/>
            <a:ext cx="476250" cy="200025"/>
          </a:xfrm>
          <a:custGeom xmlns:a="http://schemas.openxmlformats.org/drawingml/2006/main">
            <a:pathLst>
              <a:path w="476250" h="200025">
                <a:moveTo>
                  <a:pt x="0" y="85725"/>
                </a:moveTo>
                <a:lnTo>
                  <a:pt x="238125" y="0"/>
                </a:lnTo>
                <a:lnTo>
                  <a:pt x="476250" y="85725"/>
                </a:lnTo>
                <a:lnTo>
                  <a:pt x="238125" y="200025"/>
                </a:lnTo>
                <a:close/>
              </a:path>
            </a:pathLst>
          </a:custGeom>
          <a:solidFill xmlns:a="http://schemas.openxmlformats.org/drawingml/2006/main">
            <a:srgbClr val="A39BCE"/>
          </a:solidFill>
          <a:ln xmlns:a="http://schemas.openxmlformats.org/drawingml/2006/main" w="0">
            <a:noFill/>
            <a:prstDash val="solid"/>
          </a:ln>
        </p:spPr>
      </p:sp>
      <p:sp>
        <p:nvSpPr>
          <p:cNvPr id="86" name="vla-cube-2-left">
            <a:extLst xmlns:a="http://schemas.openxmlformats.org/drawingml/2006/main">
              <a:ext uri="{FF2B5EF4-FFF2-40B4-BE49-F238E27FC236}">
                <a16:creationId xmlns:a16="http://schemas.microsoft.com/office/drawing/2014/main" id="{F58864C6-4786-4E37-80EF-73ACB7CB879F}"/>
              </a:ext>
            </a:extLst>
          </p:cNvPr>
          <p:cNvSpPr>
            <a:spLocks xmlns:a="http://schemas.openxmlformats.org/drawingml/2006/main" noGrp="1"/>
          </p:cNvSpPr>
          <p:nvPr/>
        </p:nvSpPr>
        <p:spPr>
          <a:xfrm xmlns:a="http://schemas.openxmlformats.org/drawingml/2006/main" rot="0">
            <a:off x="7334250" y="3057525"/>
            <a:ext cx="200025" cy="314325"/>
          </a:xfrm>
          <a:custGeom xmlns:a="http://schemas.openxmlformats.org/drawingml/2006/main">
            <a:pathLst>
              <a:path w="200025" h="314325">
                <a:moveTo>
                  <a:pt x="0" y="0"/>
                </a:moveTo>
                <a:lnTo>
                  <a:pt x="200025" y="95250"/>
                </a:lnTo>
                <a:lnTo>
                  <a:pt x="200025" y="314325"/>
                </a:lnTo>
                <a:lnTo>
                  <a:pt x="0" y="219075"/>
                </a:lnTo>
                <a:close/>
              </a:path>
            </a:pathLst>
          </a:custGeom>
          <a:solidFill xmlns:a="http://schemas.openxmlformats.org/drawingml/2006/main">
            <a:srgbClr val="A39BCE"/>
          </a:solidFill>
          <a:ln xmlns:a="http://schemas.openxmlformats.org/drawingml/2006/main" w="0">
            <a:noFill/>
            <a:prstDash val="solid"/>
          </a:ln>
        </p:spPr>
      </p:sp>
      <p:sp>
        <p:nvSpPr>
          <p:cNvPr id="87" name="vla-cube-2-right">
            <a:extLst xmlns:a="http://schemas.openxmlformats.org/drawingml/2006/main">
              <a:ext uri="{FF2B5EF4-FFF2-40B4-BE49-F238E27FC236}">
                <a16:creationId xmlns:a16="http://schemas.microsoft.com/office/drawing/2014/main" id="{8A234818-16D1-489B-ACFA-5092CCEE60D2}"/>
              </a:ext>
            </a:extLst>
          </p:cNvPr>
          <p:cNvSpPr>
            <a:spLocks xmlns:a="http://schemas.openxmlformats.org/drawingml/2006/main" noGrp="1"/>
          </p:cNvSpPr>
          <p:nvPr/>
        </p:nvSpPr>
        <p:spPr>
          <a:xfrm xmlns:a="http://schemas.openxmlformats.org/drawingml/2006/main" rot="0">
            <a:off x="7610475" y="3057525"/>
            <a:ext cx="200025" cy="314325"/>
          </a:xfrm>
          <a:custGeom xmlns:a="http://schemas.openxmlformats.org/drawingml/2006/main">
            <a:pathLst>
              <a:path w="200025" h="314325">
                <a:moveTo>
                  <a:pt x="0" y="95250"/>
                </a:moveTo>
                <a:lnTo>
                  <a:pt x="200025" y="0"/>
                </a:lnTo>
                <a:lnTo>
                  <a:pt x="200025" y="219075"/>
                </a:lnTo>
                <a:lnTo>
                  <a:pt x="0" y="314325"/>
                </a:lnTo>
                <a:close/>
              </a:path>
            </a:pathLst>
          </a:custGeom>
          <a:solidFill xmlns:a="http://schemas.openxmlformats.org/drawingml/2006/main">
            <a:srgbClr val="A39BCE"/>
          </a:solidFill>
          <a:ln xmlns:a="http://schemas.openxmlformats.org/drawingml/2006/main" w="0">
            <a:noFill/>
            <a:prstDash val="solid"/>
          </a:ln>
        </p:spPr>
      </p:sp>
      <p:sp>
        <p:nvSpPr>
          <p:cNvPr id="88" name="vla-models">
            <a:extLst xmlns:a="http://schemas.openxmlformats.org/drawingml/2006/main">
              <a:ext uri="{FF2B5EF4-FFF2-40B4-BE49-F238E27FC236}">
                <a16:creationId xmlns:a16="http://schemas.microsoft.com/office/drawing/2014/main" id="{70F17699-CFF6-4459-9008-6614570CF3FF}"/>
              </a:ext>
            </a:extLst>
          </p:cNvPr>
          <p:cNvSpPr>
            <a:spLocks xmlns:a="http://schemas.openxmlformats.org/drawingml/2006/main" noGrp="1"/>
          </p:cNvSpPr>
          <p:nvPr/>
        </p:nvSpPr>
        <p:spPr>
          <a:xfrm xmlns:a="http://schemas.openxmlformats.org/drawingml/2006/main" rot="0">
            <a:off x="6753225" y="3552825"/>
            <a:ext cx="11144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VLA models</a:t>
            </a:r>
          </a:p>
        </p:txBody>
      </p:sp>
      <p:sp>
        <p:nvSpPr>
          <p:cNvPr id="89" name="dataset-to-vla">
            <a:extLst xmlns:a="http://schemas.openxmlformats.org/drawingml/2006/main">
              <a:ext uri="{FF2B5EF4-FFF2-40B4-BE49-F238E27FC236}">
                <a16:creationId xmlns:a16="http://schemas.microsoft.com/office/drawing/2014/main" id="{41ADD708-2230-467B-9058-313840C70D7D}"/>
              </a:ext>
            </a:extLst>
          </p:cNvPr>
          <p:cNvSpPr>
            <a:spLocks xmlns:a="http://schemas.openxmlformats.org/drawingml/2006/main" noGrp="1"/>
          </p:cNvSpPr>
          <p:nvPr/>
        </p:nvSpPr>
        <p:spPr>
          <a:xfrm xmlns:a="http://schemas.openxmlformats.org/drawingml/2006/main" rot="0">
            <a:off x="6124575" y="2828925"/>
            <a:ext cx="533400" cy="542925"/>
          </a:xfrm>
          <a:custGeom xmlns:a="http://schemas.openxmlformats.org/drawingml/2006/main">
            <a:pathLst>
              <a:path w="533400" h="542925">
                <a:moveTo>
                  <a:pt x="0" y="542925"/>
                </a:moveTo>
                <a:lnTo>
                  <a:pt x="219075" y="542925"/>
                </a:lnTo>
                <a:lnTo>
                  <a:pt x="219075" y="0"/>
                </a:lnTo>
                <a:lnTo>
                  <a:pt x="533400" y="0"/>
                </a:lnTo>
              </a:path>
            </a:pathLst>
          </a:custGeom>
          <a:noFill xmlns:a="http://schemas.openxmlformats.org/drawingml/2006/main"/>
          <a:ln xmlns:a="http://schemas.openxmlformats.org/drawingml/2006/main" w="15240">
            <a:solidFill>
              <a:srgbClr val="B291D6"/>
            </a:solidFill>
            <a:prstDash val="solid"/>
          </a:ln>
        </p:spPr>
      </p:sp>
      <p:sp>
        <p:nvSpPr>
          <p:cNvPr id="90" name="dataset-to-vla-tip">
            <a:extLst xmlns:a="http://schemas.openxmlformats.org/drawingml/2006/main">
              <a:ext uri="{FF2B5EF4-FFF2-40B4-BE49-F238E27FC236}">
                <a16:creationId xmlns:a16="http://schemas.microsoft.com/office/drawing/2014/main" id="{9E35ADDD-EBF1-4151-B9B0-6507099E0A0D}"/>
              </a:ext>
            </a:extLst>
          </p:cNvPr>
          <p:cNvSpPr>
            <a:spLocks xmlns:a="http://schemas.openxmlformats.org/drawingml/2006/main" noGrp="1"/>
          </p:cNvSpPr>
          <p:nvPr/>
        </p:nvSpPr>
        <p:spPr>
          <a:xfrm xmlns:a="http://schemas.openxmlformats.org/drawingml/2006/main" rot="0">
            <a:off x="6581775" y="2794635"/>
            <a:ext cx="76200" cy="68580"/>
          </a:xfrm>
          <a:custGeom xmlns:a="http://schemas.openxmlformats.org/drawingml/2006/main">
            <a:pathLst>
              <a:path w="76200" h="68580">
                <a:moveTo>
                  <a:pt x="0" y="68580"/>
                </a:moveTo>
                <a:lnTo>
                  <a:pt x="76200" y="34290"/>
                </a:lnTo>
                <a:lnTo>
                  <a:pt x="0" y="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91" name="vla-to-inference">
            <a:extLst xmlns:a="http://schemas.openxmlformats.org/drawingml/2006/main">
              <a:ext uri="{FF2B5EF4-FFF2-40B4-BE49-F238E27FC236}">
                <a16:creationId xmlns:a16="http://schemas.microsoft.com/office/drawing/2014/main" id="{D10705C2-9D05-4421-BD7A-AE89F67EAF67}"/>
              </a:ext>
            </a:extLst>
          </p:cNvPr>
          <p:cNvSpPr>
            <a:spLocks xmlns:a="http://schemas.openxmlformats.org/drawingml/2006/main" noGrp="1"/>
          </p:cNvSpPr>
          <p:nvPr/>
        </p:nvSpPr>
        <p:spPr>
          <a:xfrm xmlns:a="http://schemas.openxmlformats.org/drawingml/2006/main" rot="0">
            <a:off x="8077200" y="2828925"/>
            <a:ext cx="238125" cy="95"/>
          </a:xfrm>
          <a:custGeom xmlns:a="http://schemas.openxmlformats.org/drawingml/2006/main">
            <a:pathLst>
              <a:path w="238125" h="95">
                <a:moveTo>
                  <a:pt x="0" y="0"/>
                </a:moveTo>
                <a:lnTo>
                  <a:pt x="238125" y="0"/>
                </a:lnTo>
              </a:path>
            </a:pathLst>
          </a:custGeom>
          <a:noFill xmlns:a="http://schemas.openxmlformats.org/drawingml/2006/main"/>
          <a:ln xmlns:a="http://schemas.openxmlformats.org/drawingml/2006/main" w="15240">
            <a:solidFill>
              <a:srgbClr val="B291D6"/>
            </a:solidFill>
            <a:prstDash val="solid"/>
          </a:ln>
        </p:spPr>
      </p:sp>
      <p:sp>
        <p:nvSpPr>
          <p:cNvPr id="92" name="vla-to-inference-tip">
            <a:extLst xmlns:a="http://schemas.openxmlformats.org/drawingml/2006/main">
              <a:ext uri="{FF2B5EF4-FFF2-40B4-BE49-F238E27FC236}">
                <a16:creationId xmlns:a16="http://schemas.microsoft.com/office/drawing/2014/main" id="{DDB890FC-A0B0-4FD5-ADE9-56D9922CF55A}"/>
              </a:ext>
            </a:extLst>
          </p:cNvPr>
          <p:cNvSpPr>
            <a:spLocks xmlns:a="http://schemas.openxmlformats.org/drawingml/2006/main" noGrp="1"/>
          </p:cNvSpPr>
          <p:nvPr/>
        </p:nvSpPr>
        <p:spPr>
          <a:xfrm xmlns:a="http://schemas.openxmlformats.org/drawingml/2006/main" rot="0">
            <a:off x="8239125" y="2794635"/>
            <a:ext cx="76200" cy="68580"/>
          </a:xfrm>
          <a:custGeom xmlns:a="http://schemas.openxmlformats.org/drawingml/2006/main">
            <a:pathLst>
              <a:path w="76200" h="68580">
                <a:moveTo>
                  <a:pt x="0" y="68580"/>
                </a:moveTo>
                <a:lnTo>
                  <a:pt x="76200" y="34290"/>
                </a:lnTo>
                <a:lnTo>
                  <a:pt x="0" y="0"/>
                </a:lnTo>
                <a:close/>
              </a:path>
            </a:pathLst>
          </a:custGeom>
          <a:solidFill xmlns:a="http://schemas.openxmlformats.org/drawingml/2006/main">
            <a:srgbClr val="B291D6"/>
          </a:solidFill>
          <a:ln xmlns:a="http://schemas.openxmlformats.org/drawingml/2006/main" w="0">
            <a:solidFill>
              <a:srgbClr val="B291D6"/>
            </a:solidFill>
            <a:prstDash val="solid"/>
          </a:ln>
        </p:spPr>
      </p:sp>
      <p:pic>
        <p:nvPicPr>
          <p:cNvPr id="93" name="">
            <a:extLst xmlns:a="http://schemas.openxmlformats.org/drawingml/2006/main">
              <a:ext uri="{FF2B5EF4-FFF2-40B4-BE49-F238E27FC236}">
                <a16:creationId xmlns:a16="http://schemas.microsoft.com/office/drawing/2014/main" id="{42D5E7CC-4843-4532-B8B3-9B3101C30710}"/>
              </a:ext>
            </a:extLst>
          </p:cNvPr>
          <p:cNvPicPr>
            <a:picLocks xmlns:a="http://schemas.openxmlformats.org/drawingml/2006/main" noChangeAspect="1"/>
          </p:cNvPicPr>
          <p:nvPr/>
        </p:nvPicPr>
        <p:blipFill>
          <a:blip xmlns:r="http://schemas.openxmlformats.org/officeDocument/2006/relationships" xmlns:a="http://schemas.openxmlformats.org/drawingml/2006/main" r:embed="R4d471838378f4d4b"/>
          <a:srcRect xmlns:a="http://schemas.openxmlformats.org/drawingml/2006/main" l="0" t="0" r="0" b="0"/>
          <a:stretch xmlns:a="http://schemas.openxmlformats.org/drawingml/2006/main">
            <a:fillRect l="0" t="0" r="0" b="0"/>
          </a:stretch>
        </p:blipFill>
        <p:spPr>
          <a:xfrm xmlns:a="http://schemas.openxmlformats.org/drawingml/2006/main">
            <a:off x="8448675" y="2066925"/>
            <a:ext cx="2505075" cy="1466850"/>
          </a:xfrm>
          <a:prstGeom xmlns:a="http://schemas.openxmlformats.org/drawingml/2006/main" prst="rect">
            <a:avLst/>
          </a:prstGeom>
        </p:spPr>
      </p:pic>
      <p:sp>
        <p:nvSpPr>
          <p:cNvPr id="94" name="inference-interface">
            <a:extLst xmlns:a="http://schemas.openxmlformats.org/drawingml/2006/main">
              <a:ext uri="{FF2B5EF4-FFF2-40B4-BE49-F238E27FC236}">
                <a16:creationId xmlns:a16="http://schemas.microsoft.com/office/drawing/2014/main" id="{ECEBC38A-4B98-4FBC-901E-15CE8FAA8A34}"/>
              </a:ext>
            </a:extLst>
          </p:cNvPr>
          <p:cNvSpPr>
            <a:spLocks xmlns:a="http://schemas.openxmlformats.org/drawingml/2006/main" noGrp="1"/>
          </p:cNvSpPr>
          <p:nvPr/>
        </p:nvSpPr>
        <p:spPr>
          <a:xfrm xmlns:a="http://schemas.openxmlformats.org/drawingml/2006/main" rot="0">
            <a:off x="8448675" y="2066925"/>
            <a:ext cx="2505075" cy="1466850"/>
          </a:xfrm>
          <a:prstGeom xmlns:a="http://schemas.openxmlformats.org/drawingml/2006/main" prst="rect">
            <a:avLst/>
          </a:prstGeom>
          <a:noFill xmlns:a="http://schemas.openxmlformats.org/drawingml/2006/main"/>
          <a:ln xmlns:a="http://schemas.openxmlformats.org/drawingml/2006/main" w="0">
            <a:noFill/>
          </a:ln>
        </p:spPr>
      </p:sp>
      <p:sp>
        <p:nvSpPr>
          <p:cNvPr id="95" name="inference-label">
            <a:extLst xmlns:a="http://schemas.openxmlformats.org/drawingml/2006/main">
              <a:ext uri="{FF2B5EF4-FFF2-40B4-BE49-F238E27FC236}">
                <a16:creationId xmlns:a16="http://schemas.microsoft.com/office/drawing/2014/main" id="{8B2F15C4-6AE6-4063-A09F-88C3042B5616}"/>
              </a:ext>
            </a:extLst>
          </p:cNvPr>
          <p:cNvSpPr>
            <a:spLocks xmlns:a="http://schemas.openxmlformats.org/drawingml/2006/main" noGrp="1"/>
          </p:cNvSpPr>
          <p:nvPr/>
        </p:nvSpPr>
        <p:spPr>
          <a:xfrm xmlns:a="http://schemas.openxmlformats.org/drawingml/2006/main" rot="0">
            <a:off x="9010650" y="3552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Inference</a:t>
            </a:r>
          </a:p>
        </p:txBody>
      </p:sp>
      <p:pic>
        <p:nvPicPr>
          <p:cNvPr id="96" name="">
            <a:extLst xmlns:a="http://schemas.openxmlformats.org/drawingml/2006/main">
              <a:ext uri="{FF2B5EF4-FFF2-40B4-BE49-F238E27FC236}">
                <a16:creationId xmlns:a16="http://schemas.microsoft.com/office/drawing/2014/main" id="{60588697-94ED-4872-B906-AA4598A17275}"/>
              </a:ext>
            </a:extLst>
          </p:cNvPr>
          <p:cNvPicPr>
            <a:picLocks xmlns:a="http://schemas.openxmlformats.org/drawingml/2006/main" noChangeAspect="1"/>
          </p:cNvPicPr>
          <p:nvPr/>
        </p:nvPicPr>
        <p:blipFill>
          <a:blip xmlns:r="http://schemas.openxmlformats.org/officeDocument/2006/relationships" xmlns:a="http://schemas.openxmlformats.org/drawingml/2006/main" r:embed="R3015f900967c4604"/>
          <a:srcRect xmlns:a="http://schemas.openxmlformats.org/drawingml/2006/main" l="0" t="0" r="0" b="0"/>
          <a:stretch xmlns:a="http://schemas.openxmlformats.org/drawingml/2006/main">
            <a:fillRect l="0" t="0" r="0" b="0"/>
          </a:stretch>
        </p:blipFill>
        <p:spPr>
          <a:xfrm xmlns:a="http://schemas.openxmlformats.org/drawingml/2006/main">
            <a:off x="438150" y="4162425"/>
            <a:ext cx="781050" cy="495300"/>
          </a:xfrm>
          <a:prstGeom xmlns:a="http://schemas.openxmlformats.org/drawingml/2006/main" prst="rect">
            <a:avLst/>
          </a:prstGeom>
        </p:spPr>
      </p:pic>
      <p:sp>
        <p:nvSpPr>
          <p:cNvPr id="97" name="teleoperation-icon">
            <a:extLst xmlns:a="http://schemas.openxmlformats.org/drawingml/2006/main">
              <a:ext uri="{FF2B5EF4-FFF2-40B4-BE49-F238E27FC236}">
                <a16:creationId xmlns:a16="http://schemas.microsoft.com/office/drawing/2014/main" id="{EDBBDE61-FA0E-4807-9ACE-4A54C4393D5E}"/>
              </a:ext>
            </a:extLst>
          </p:cNvPr>
          <p:cNvSpPr>
            <a:spLocks xmlns:a="http://schemas.openxmlformats.org/drawingml/2006/main" noGrp="1"/>
          </p:cNvSpPr>
          <p:nvPr/>
        </p:nvSpPr>
        <p:spPr>
          <a:xfrm xmlns:a="http://schemas.openxmlformats.org/drawingml/2006/main" rot="0">
            <a:off x="438150" y="4162425"/>
            <a:ext cx="781050" cy="495300"/>
          </a:xfrm>
          <a:prstGeom xmlns:a="http://schemas.openxmlformats.org/drawingml/2006/main" prst="rect">
            <a:avLst/>
          </a:prstGeom>
          <a:noFill xmlns:a="http://schemas.openxmlformats.org/drawingml/2006/main"/>
          <a:ln xmlns:a="http://schemas.openxmlformats.org/drawingml/2006/main" w="0">
            <a:noFill/>
          </a:ln>
        </p:spPr>
      </p:sp>
      <p:sp>
        <p:nvSpPr>
          <p:cNvPr id="98" name="teleoperation-label">
            <a:extLst xmlns:a="http://schemas.openxmlformats.org/drawingml/2006/main">
              <a:ext uri="{FF2B5EF4-FFF2-40B4-BE49-F238E27FC236}">
                <a16:creationId xmlns:a16="http://schemas.microsoft.com/office/drawing/2014/main" id="{77723CA3-0E05-4516-928B-4E60A1988B93}"/>
              </a:ext>
            </a:extLst>
          </p:cNvPr>
          <p:cNvSpPr>
            <a:spLocks xmlns:a="http://schemas.openxmlformats.org/drawingml/2006/main" noGrp="1"/>
          </p:cNvSpPr>
          <p:nvPr/>
        </p:nvSpPr>
        <p:spPr>
          <a:xfrm xmlns:a="http://schemas.openxmlformats.org/drawingml/2006/main" rot="0">
            <a:off x="390525" y="4657725"/>
            <a:ext cx="1047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Teleoperation</a:t>
            </a:r>
          </a:p>
        </p:txBody>
      </p:sp>
      <p:pic>
        <p:nvPicPr>
          <p:cNvPr id="99" name="">
            <a:extLst xmlns:a="http://schemas.openxmlformats.org/drawingml/2006/main">
              <a:ext uri="{FF2B5EF4-FFF2-40B4-BE49-F238E27FC236}">
                <a16:creationId xmlns:a16="http://schemas.microsoft.com/office/drawing/2014/main" id="{6717D341-34CF-43FD-A0C5-02F222CB5CB2}"/>
              </a:ext>
            </a:extLst>
          </p:cNvPr>
          <p:cNvPicPr>
            <a:picLocks xmlns:a="http://schemas.openxmlformats.org/drawingml/2006/main" noChangeAspect="1"/>
          </p:cNvPicPr>
          <p:nvPr/>
        </p:nvPicPr>
        <p:blipFill>
          <a:blip xmlns:r="http://schemas.openxmlformats.org/officeDocument/2006/relationships" xmlns:a="http://schemas.openxmlformats.org/drawingml/2006/main" r:embed="R51446d285f214301"/>
          <a:srcRect xmlns:a="http://schemas.openxmlformats.org/drawingml/2006/main" l="0" t="0" r="0" b="0"/>
          <a:stretch xmlns:a="http://schemas.openxmlformats.org/drawingml/2006/main">
            <a:fillRect l="0" t="0" r="0" b="0"/>
          </a:stretch>
        </p:blipFill>
        <p:spPr>
          <a:xfrm xmlns:a="http://schemas.openxmlformats.org/drawingml/2006/main">
            <a:off x="400050" y="4895850"/>
            <a:ext cx="866775" cy="638175"/>
          </a:xfrm>
          <a:prstGeom xmlns:a="http://schemas.openxmlformats.org/drawingml/2006/main" prst="rect">
            <a:avLst/>
          </a:prstGeom>
        </p:spPr>
      </p:pic>
      <p:sp>
        <p:nvSpPr>
          <p:cNvPr id="100" name="camera-view">
            <a:extLst xmlns:a="http://schemas.openxmlformats.org/drawingml/2006/main">
              <a:ext uri="{FF2B5EF4-FFF2-40B4-BE49-F238E27FC236}">
                <a16:creationId xmlns:a16="http://schemas.microsoft.com/office/drawing/2014/main" id="{EB1DF851-0E7E-40C0-8FD0-641292CEBF4E}"/>
              </a:ext>
            </a:extLst>
          </p:cNvPr>
          <p:cNvSpPr>
            <a:spLocks xmlns:a="http://schemas.openxmlformats.org/drawingml/2006/main" noGrp="1"/>
          </p:cNvSpPr>
          <p:nvPr/>
        </p:nvSpPr>
        <p:spPr>
          <a:xfrm xmlns:a="http://schemas.openxmlformats.org/drawingml/2006/main" rot="0">
            <a:off x="400050" y="4895850"/>
            <a:ext cx="866775" cy="638175"/>
          </a:xfrm>
          <a:prstGeom xmlns:a="http://schemas.openxmlformats.org/drawingml/2006/main" prst="rect">
            <a:avLst/>
          </a:prstGeom>
          <a:noFill xmlns:a="http://schemas.openxmlformats.org/drawingml/2006/main"/>
          <a:ln xmlns:a="http://schemas.openxmlformats.org/drawingml/2006/main" w="0">
            <a:noFill/>
          </a:ln>
        </p:spPr>
      </p:sp>
      <p:sp>
        <p:nvSpPr>
          <p:cNvPr id="101" name="camera-label">
            <a:extLst xmlns:a="http://schemas.openxmlformats.org/drawingml/2006/main">
              <a:ext uri="{FF2B5EF4-FFF2-40B4-BE49-F238E27FC236}">
                <a16:creationId xmlns:a16="http://schemas.microsoft.com/office/drawing/2014/main" id="{FB9DB1C7-8BE0-465C-9EE0-1C1435B60449}"/>
              </a:ext>
            </a:extLst>
          </p:cNvPr>
          <p:cNvSpPr>
            <a:spLocks xmlns:a="http://schemas.openxmlformats.org/drawingml/2006/main" noGrp="1"/>
          </p:cNvSpPr>
          <p:nvPr/>
        </p:nvSpPr>
        <p:spPr>
          <a:xfrm xmlns:a="http://schemas.openxmlformats.org/drawingml/2006/main" rot="0">
            <a:off x="476250" y="5514975"/>
            <a:ext cx="838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Camera</a:t>
            </a:r>
          </a:p>
        </p:txBody>
      </p:sp>
      <p:sp>
        <p:nvSpPr>
          <p:cNvPr id="102" name="asset-recording-down">
            <a:extLst xmlns:a="http://schemas.openxmlformats.org/drawingml/2006/main">
              <a:ext uri="{FF2B5EF4-FFF2-40B4-BE49-F238E27FC236}">
                <a16:creationId xmlns:a16="http://schemas.microsoft.com/office/drawing/2014/main" id="{7F20A45B-870B-4CBD-9E91-8F84A4BB0B20}"/>
              </a:ext>
            </a:extLst>
          </p:cNvPr>
          <p:cNvSpPr>
            <a:spLocks xmlns:a="http://schemas.openxmlformats.org/drawingml/2006/main" noGrp="1"/>
          </p:cNvSpPr>
          <p:nvPr/>
        </p:nvSpPr>
        <p:spPr>
          <a:xfrm xmlns:a="http://schemas.openxmlformats.org/drawingml/2006/main" rot="0">
            <a:off x="2514600" y="3810000"/>
            <a:ext cx="95" cy="160972"/>
          </a:xfrm>
          <a:custGeom xmlns:a="http://schemas.openxmlformats.org/drawingml/2006/main">
            <a:pathLst>
              <a:path w="95" h="160972">
                <a:moveTo>
                  <a:pt x="0" y="0"/>
                </a:moveTo>
                <a:lnTo>
                  <a:pt x="0" y="160972"/>
                </a:lnTo>
              </a:path>
            </a:pathLst>
          </a:custGeom>
          <a:noFill xmlns:a="http://schemas.openxmlformats.org/drawingml/2006/main"/>
          <a:ln xmlns:a="http://schemas.openxmlformats.org/drawingml/2006/main" w="152400">
            <a:solidFill>
              <a:srgbClr val="BBA7FF"/>
            </a:solidFill>
            <a:prstDash val="solid"/>
          </a:ln>
        </p:spPr>
      </p:sp>
      <p:sp>
        <p:nvSpPr>
          <p:cNvPr id="103" name="asset-recording-down-tip">
            <a:extLst xmlns:a="http://schemas.openxmlformats.org/drawingml/2006/main">
              <a:ext uri="{FF2B5EF4-FFF2-40B4-BE49-F238E27FC236}">
                <a16:creationId xmlns:a16="http://schemas.microsoft.com/office/drawing/2014/main" id="{F1837079-A4E5-4EEC-A3A5-587AE35E6D84}"/>
              </a:ext>
            </a:extLst>
          </p:cNvPr>
          <p:cNvSpPr>
            <a:spLocks xmlns:a="http://schemas.openxmlformats.org/drawingml/2006/main" noGrp="1"/>
          </p:cNvSpPr>
          <p:nvPr/>
        </p:nvSpPr>
        <p:spPr>
          <a:xfrm xmlns:a="http://schemas.openxmlformats.org/drawingml/2006/main" rot="0">
            <a:off x="2317433" y="3905250"/>
            <a:ext cx="394335" cy="219075"/>
          </a:xfrm>
          <a:custGeom xmlns:a="http://schemas.openxmlformats.org/drawingml/2006/main">
            <a:pathLst>
              <a:path w="394335" h="219075">
                <a:moveTo>
                  <a:pt x="0" y="0"/>
                </a:moveTo>
                <a:lnTo>
                  <a:pt x="197167" y="219075"/>
                </a:lnTo>
                <a:lnTo>
                  <a:pt x="394335" y="0"/>
                </a:lnTo>
                <a:close/>
              </a:path>
            </a:pathLst>
          </a:custGeom>
          <a:solidFill xmlns:a="http://schemas.openxmlformats.org/drawingml/2006/main">
            <a:srgbClr val="BBA7FF"/>
          </a:solidFill>
          <a:ln xmlns:a="http://schemas.openxmlformats.org/drawingml/2006/main" w="0">
            <a:solidFill>
              <a:srgbClr val="BBA7FF"/>
            </a:solidFill>
            <a:prstDash val="solid"/>
          </a:ln>
        </p:spPr>
      </p:sp>
      <p:sp>
        <p:nvSpPr>
          <p:cNvPr id="104" name="action-recording-panel">
            <a:extLst xmlns:a="http://schemas.openxmlformats.org/drawingml/2006/main">
              <a:ext uri="{FF2B5EF4-FFF2-40B4-BE49-F238E27FC236}">
                <a16:creationId xmlns:a16="http://schemas.microsoft.com/office/drawing/2014/main" id="{1E086CC9-5672-4DC2-8C53-D883D1B27A7A}"/>
              </a:ext>
            </a:extLst>
          </p:cNvPr>
          <p:cNvSpPr>
            <a:spLocks xmlns:a="http://schemas.openxmlformats.org/drawingml/2006/main" noGrp="1"/>
          </p:cNvSpPr>
          <p:nvPr/>
        </p:nvSpPr>
        <p:spPr>
          <a:xfrm xmlns:a="http://schemas.openxmlformats.org/drawingml/2006/main" rot="0">
            <a:off x="2038350" y="4305300"/>
            <a:ext cx="1000125" cy="361950"/>
          </a:xfrm>
          <a:prstGeom xmlns:a="http://schemas.openxmlformats.org/drawingml/2006/main" prst="roundRect">
            <a:avLst>
              <a:gd name="adj" fmla="val 21053"/>
            </a:avLst>
          </a:prstGeom>
          <a:solidFill xmlns:a="http://schemas.openxmlformats.org/drawingml/2006/main">
            <a:srgbClr val="EBE5F7"/>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05" name="action-recording-label">
            <a:extLst xmlns:a="http://schemas.openxmlformats.org/drawingml/2006/main">
              <a:ext uri="{FF2B5EF4-FFF2-40B4-BE49-F238E27FC236}">
                <a16:creationId xmlns:a16="http://schemas.microsoft.com/office/drawing/2014/main" id="{2E7F3C1F-DE4D-4CA3-98D4-3B8598E0381E}"/>
              </a:ext>
            </a:extLst>
          </p:cNvPr>
          <p:cNvSpPr>
            <a:spLocks xmlns:a="http://schemas.openxmlformats.org/drawingml/2006/main" noGrp="1"/>
          </p:cNvSpPr>
          <p:nvPr/>
        </p:nvSpPr>
        <p:spPr>
          <a:xfrm xmlns:a="http://schemas.openxmlformats.org/drawingml/2006/main" rot="0">
            <a:off x="2038350" y="4333875"/>
            <a:ext cx="100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Action</a:t>
            </a:r>
          </a:p>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Recording</a:t>
            </a:r>
          </a:p>
        </p:txBody>
      </p:sp>
      <p:sp>
        <p:nvSpPr>
          <p:cNvPr id="106" name="multi-view-panel">
            <a:extLst xmlns:a="http://schemas.openxmlformats.org/drawingml/2006/main">
              <a:ext uri="{FF2B5EF4-FFF2-40B4-BE49-F238E27FC236}">
                <a16:creationId xmlns:a16="http://schemas.microsoft.com/office/drawing/2014/main" id="{C740B156-217C-4085-A026-098EB4C941D6}"/>
              </a:ext>
            </a:extLst>
          </p:cNvPr>
          <p:cNvSpPr>
            <a:spLocks xmlns:a="http://schemas.openxmlformats.org/drawingml/2006/main" noGrp="1"/>
          </p:cNvSpPr>
          <p:nvPr/>
        </p:nvSpPr>
        <p:spPr>
          <a:xfrm xmlns:a="http://schemas.openxmlformats.org/drawingml/2006/main" rot="0">
            <a:off x="2038350" y="5076825"/>
            <a:ext cx="1000125" cy="361950"/>
          </a:xfrm>
          <a:prstGeom xmlns:a="http://schemas.openxmlformats.org/drawingml/2006/main" prst="roundRect">
            <a:avLst>
              <a:gd name="adj" fmla="val 21053"/>
            </a:avLst>
          </a:prstGeom>
          <a:solidFill xmlns:a="http://schemas.openxmlformats.org/drawingml/2006/main">
            <a:srgbClr val="EBE5F7"/>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07" name="multi-view-label">
            <a:extLst xmlns:a="http://schemas.openxmlformats.org/drawingml/2006/main">
              <a:ext uri="{FF2B5EF4-FFF2-40B4-BE49-F238E27FC236}">
                <a16:creationId xmlns:a16="http://schemas.microsoft.com/office/drawing/2014/main" id="{54B5ECF4-057A-454D-9404-65E95BCD9972}"/>
              </a:ext>
            </a:extLst>
          </p:cNvPr>
          <p:cNvSpPr>
            <a:spLocks xmlns:a="http://schemas.openxmlformats.org/drawingml/2006/main" noGrp="1"/>
          </p:cNvSpPr>
          <p:nvPr/>
        </p:nvSpPr>
        <p:spPr>
          <a:xfrm xmlns:a="http://schemas.openxmlformats.org/drawingml/2006/main" rot="0">
            <a:off x="2038350" y="5105400"/>
            <a:ext cx="100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Multi-view</a:t>
            </a:r>
          </a:p>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Imaging</a:t>
            </a:r>
          </a:p>
        </p:txBody>
      </p:sp>
      <p:sp>
        <p:nvSpPr>
          <p:cNvPr id="108" name="data-collection-panel">
            <a:extLst xmlns:a="http://schemas.openxmlformats.org/drawingml/2006/main">
              <a:ext uri="{FF2B5EF4-FFF2-40B4-BE49-F238E27FC236}">
                <a16:creationId xmlns:a16="http://schemas.microsoft.com/office/drawing/2014/main" id="{4C3F0154-5B02-4353-BFCE-3CDA8E8C1D3A}"/>
              </a:ext>
            </a:extLst>
          </p:cNvPr>
          <p:cNvSpPr>
            <a:spLocks xmlns:a="http://schemas.openxmlformats.org/drawingml/2006/main" noGrp="1"/>
          </p:cNvSpPr>
          <p:nvPr/>
        </p:nvSpPr>
        <p:spPr>
          <a:xfrm xmlns:a="http://schemas.openxmlformats.org/drawingml/2006/main" rot="0">
            <a:off x="3752850" y="4714875"/>
            <a:ext cx="1000125" cy="361950"/>
          </a:xfrm>
          <a:prstGeom xmlns:a="http://schemas.openxmlformats.org/drawingml/2006/main" prst="roundRect">
            <a:avLst>
              <a:gd name="adj" fmla="val 21053"/>
            </a:avLst>
          </a:prstGeom>
          <a:solidFill xmlns:a="http://schemas.openxmlformats.org/drawingml/2006/main">
            <a:srgbClr val="EBE5F7"/>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09" name="data-collection-label">
            <a:extLst xmlns:a="http://schemas.openxmlformats.org/drawingml/2006/main">
              <a:ext uri="{FF2B5EF4-FFF2-40B4-BE49-F238E27FC236}">
                <a16:creationId xmlns:a16="http://schemas.microsoft.com/office/drawing/2014/main" id="{42E1102B-4CF1-4C00-BB43-1ADA9C6D6D97}"/>
              </a:ext>
            </a:extLst>
          </p:cNvPr>
          <p:cNvSpPr>
            <a:spLocks xmlns:a="http://schemas.openxmlformats.org/drawingml/2006/main" noGrp="1"/>
          </p:cNvSpPr>
          <p:nvPr/>
        </p:nvSpPr>
        <p:spPr>
          <a:xfrm xmlns:a="http://schemas.openxmlformats.org/drawingml/2006/main" rot="0">
            <a:off x="3752850" y="4743450"/>
            <a:ext cx="100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Data</a:t>
            </a:r>
          </a:p>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Collection</a:t>
            </a:r>
          </a:p>
        </p:txBody>
      </p:sp>
      <p:sp>
        <p:nvSpPr>
          <p:cNvPr id="110" name="data-augmentation-panel">
            <a:extLst xmlns:a="http://schemas.openxmlformats.org/drawingml/2006/main">
              <a:ext uri="{FF2B5EF4-FFF2-40B4-BE49-F238E27FC236}">
                <a16:creationId xmlns:a16="http://schemas.microsoft.com/office/drawing/2014/main" id="{EBA9C285-434D-43F3-8E6C-4514C9BC6F78}"/>
              </a:ext>
            </a:extLst>
          </p:cNvPr>
          <p:cNvSpPr>
            <a:spLocks xmlns:a="http://schemas.openxmlformats.org/drawingml/2006/main" noGrp="1"/>
          </p:cNvSpPr>
          <p:nvPr/>
        </p:nvSpPr>
        <p:spPr>
          <a:xfrm xmlns:a="http://schemas.openxmlformats.org/drawingml/2006/main" rot="0">
            <a:off x="5257800" y="4438650"/>
            <a:ext cx="361950" cy="1000125"/>
          </a:xfrm>
          <a:prstGeom xmlns:a="http://schemas.openxmlformats.org/drawingml/2006/main" prst="roundRect">
            <a:avLst>
              <a:gd name="adj" fmla="val 21053"/>
            </a:avLst>
          </a:prstGeom>
          <a:solidFill xmlns:a="http://schemas.openxmlformats.org/drawingml/2006/main">
            <a:srgbClr val="EBE5F7"/>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11" name="data-augmentation-label">
            <a:extLst xmlns:a="http://schemas.openxmlformats.org/drawingml/2006/main">
              <a:ext uri="{FF2B5EF4-FFF2-40B4-BE49-F238E27FC236}">
                <a16:creationId xmlns:a16="http://schemas.microsoft.com/office/drawing/2014/main" id="{734FD82B-4903-43D8-A150-BAA57C711F3F}"/>
              </a:ext>
            </a:extLst>
          </p:cNvPr>
          <p:cNvSpPr>
            <a:spLocks xmlns:a="http://schemas.openxmlformats.org/drawingml/2006/main" noGrp="1"/>
          </p:cNvSpPr>
          <p:nvPr/>
        </p:nvSpPr>
        <p:spPr>
          <a:xfrm xmlns:a="http://schemas.openxmlformats.org/drawingml/2006/main" rot="16200000">
            <a:off x="4905375" y="4762500"/>
            <a:ext cx="104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Data</a:t>
            </a:r>
          </a:p>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Augmentation</a:t>
            </a:r>
          </a:p>
        </p:txBody>
      </p:sp>
      <p:sp>
        <p:nvSpPr>
          <p:cNvPr id="112" name="success-panel">
            <a:extLst xmlns:a="http://schemas.openxmlformats.org/drawingml/2006/main">
              <a:ext uri="{FF2B5EF4-FFF2-40B4-BE49-F238E27FC236}">
                <a16:creationId xmlns:a16="http://schemas.microsoft.com/office/drawing/2014/main" id="{3C1E4767-BFE6-445A-9D99-B4FFA40F0B31}"/>
              </a:ext>
            </a:extLst>
          </p:cNvPr>
          <p:cNvSpPr>
            <a:spLocks xmlns:a="http://schemas.openxmlformats.org/drawingml/2006/main" noGrp="1"/>
          </p:cNvSpPr>
          <p:nvPr/>
        </p:nvSpPr>
        <p:spPr>
          <a:xfrm xmlns:a="http://schemas.openxmlformats.org/drawingml/2006/main" rot="0">
            <a:off x="7886700" y="3895725"/>
            <a:ext cx="1104900" cy="361950"/>
          </a:xfrm>
          <a:prstGeom xmlns:a="http://schemas.openxmlformats.org/drawingml/2006/main" prst="roundRect">
            <a:avLst>
              <a:gd name="adj" fmla="val 21053"/>
            </a:avLst>
          </a:prstGeom>
          <a:solidFill xmlns:a="http://schemas.openxmlformats.org/drawingml/2006/main">
            <a:srgbClr val="EBE5F7"/>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13" name="success-label">
            <a:extLst xmlns:a="http://schemas.openxmlformats.org/drawingml/2006/main">
              <a:ext uri="{FF2B5EF4-FFF2-40B4-BE49-F238E27FC236}">
                <a16:creationId xmlns:a16="http://schemas.microsoft.com/office/drawing/2014/main" id="{974F2CA9-A88C-4164-8909-E5D552BE5EDE}"/>
              </a:ext>
            </a:extLst>
          </p:cNvPr>
          <p:cNvSpPr>
            <a:spLocks xmlns:a="http://schemas.openxmlformats.org/drawingml/2006/main" noGrp="1"/>
          </p:cNvSpPr>
          <p:nvPr/>
        </p:nvSpPr>
        <p:spPr>
          <a:xfrm xmlns:a="http://schemas.openxmlformats.org/drawingml/2006/main" rot="0">
            <a:off x="7886700" y="3924300"/>
            <a:ext cx="110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200" b="0" i="0">
                <a:solidFill>
                  <a:srgbClr val="000000"/>
                </a:solidFill>
                <a:latin typeface="Times New Roman"/>
                <a:ea typeface="Times New Roman"/>
                <a:cs typeface="Times New Roman"/>
              </a:defRPr>
            </a:defPPr>
          </a:lstStyle>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Success</a:t>
            </a:r>
          </a:p>
          <a:p xmlns:a="http://schemas.openxmlformats.org/drawingml/2006/main">
            <a:pPr algn="ctr">
              <a:defRPr sz="1200" b="0" i="0">
                <a:solidFill>
                  <a:srgbClr val="000000"/>
                </a:solidFill>
                <a:latin typeface="Times New Roman"/>
                <a:ea typeface="Times New Roman"/>
                <a:cs typeface="Times New Roman"/>
              </a:defRPr>
            </a:pPr>
            <a:r>
              <a:rPr sz="1200" b="0" i="0">
                <a:solidFill>
                  <a:srgbClr val="000000"/>
                </a:solidFill>
                <a:latin typeface="Times New Roman"/>
                <a:ea typeface="Times New Roman"/>
                <a:cs typeface="Times New Roman"/>
              </a:rPr>
              <a:t>Evaluation</a:t>
            </a:r>
          </a:p>
        </p:txBody>
      </p:sp>
      <p:sp>
        <p:nvSpPr>
          <p:cNvPr id="114" name="teleop-recording">
            <a:extLst xmlns:a="http://schemas.openxmlformats.org/drawingml/2006/main">
              <a:ext uri="{FF2B5EF4-FFF2-40B4-BE49-F238E27FC236}">
                <a16:creationId xmlns:a16="http://schemas.microsoft.com/office/drawing/2014/main" id="{FF438AFA-13CC-4A76-83B4-B01500DBC5D5}"/>
              </a:ext>
            </a:extLst>
          </p:cNvPr>
          <p:cNvSpPr>
            <a:spLocks xmlns:a="http://schemas.openxmlformats.org/drawingml/2006/main" noGrp="1"/>
          </p:cNvSpPr>
          <p:nvPr/>
        </p:nvSpPr>
        <p:spPr>
          <a:xfrm xmlns:a="http://schemas.openxmlformats.org/drawingml/2006/main" rot="0">
            <a:off x="1390650" y="4486275"/>
            <a:ext cx="647700" cy="95"/>
          </a:xfrm>
          <a:custGeom xmlns:a="http://schemas.openxmlformats.org/drawingml/2006/main">
            <a:pathLst>
              <a:path w="647700" h="95">
                <a:moveTo>
                  <a:pt x="0" y="0"/>
                </a:moveTo>
                <a:lnTo>
                  <a:pt x="647700" y="0"/>
                </a:lnTo>
              </a:path>
            </a:pathLst>
          </a:custGeom>
          <a:noFill xmlns:a="http://schemas.openxmlformats.org/drawingml/2006/main"/>
          <a:ln xmlns:a="http://schemas.openxmlformats.org/drawingml/2006/main" w="14288">
            <a:solidFill>
              <a:srgbClr val="B291D6"/>
            </a:solidFill>
            <a:prstDash val="solid"/>
          </a:ln>
        </p:spPr>
      </p:sp>
      <p:sp>
        <p:nvSpPr>
          <p:cNvPr id="115" name="teleop-recording-tip">
            <a:extLst xmlns:a="http://schemas.openxmlformats.org/drawingml/2006/main">
              <a:ext uri="{FF2B5EF4-FFF2-40B4-BE49-F238E27FC236}">
                <a16:creationId xmlns:a16="http://schemas.microsoft.com/office/drawing/2014/main" id="{5B288958-0820-49A4-B812-A3793E63BE01}"/>
              </a:ext>
            </a:extLst>
          </p:cNvPr>
          <p:cNvSpPr>
            <a:spLocks xmlns:a="http://schemas.openxmlformats.org/drawingml/2006/main" noGrp="1"/>
          </p:cNvSpPr>
          <p:nvPr/>
        </p:nvSpPr>
        <p:spPr>
          <a:xfrm xmlns:a="http://schemas.openxmlformats.org/drawingml/2006/main" rot="0">
            <a:off x="1962150" y="4451985"/>
            <a:ext cx="76200" cy="68580"/>
          </a:xfrm>
          <a:custGeom xmlns:a="http://schemas.openxmlformats.org/drawingml/2006/main">
            <a:pathLst>
              <a:path w="76200" h="68580">
                <a:moveTo>
                  <a:pt x="0" y="68580"/>
                </a:moveTo>
                <a:lnTo>
                  <a:pt x="76200" y="34290"/>
                </a:lnTo>
                <a:lnTo>
                  <a:pt x="0" y="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116" name="camera-imaging">
            <a:extLst xmlns:a="http://schemas.openxmlformats.org/drawingml/2006/main">
              <a:ext uri="{FF2B5EF4-FFF2-40B4-BE49-F238E27FC236}">
                <a16:creationId xmlns:a16="http://schemas.microsoft.com/office/drawing/2014/main" id="{F98AED08-3A81-4982-84EF-3482C637C742}"/>
              </a:ext>
            </a:extLst>
          </p:cNvPr>
          <p:cNvSpPr>
            <a:spLocks xmlns:a="http://schemas.openxmlformats.org/drawingml/2006/main" noGrp="1"/>
          </p:cNvSpPr>
          <p:nvPr/>
        </p:nvSpPr>
        <p:spPr>
          <a:xfrm xmlns:a="http://schemas.openxmlformats.org/drawingml/2006/main" rot="0">
            <a:off x="1390650" y="5257800"/>
            <a:ext cx="647700" cy="95"/>
          </a:xfrm>
          <a:custGeom xmlns:a="http://schemas.openxmlformats.org/drawingml/2006/main">
            <a:pathLst>
              <a:path w="647700" h="95">
                <a:moveTo>
                  <a:pt x="0" y="0"/>
                </a:moveTo>
                <a:lnTo>
                  <a:pt x="647700" y="0"/>
                </a:lnTo>
              </a:path>
            </a:pathLst>
          </a:custGeom>
          <a:noFill xmlns:a="http://schemas.openxmlformats.org/drawingml/2006/main"/>
          <a:ln xmlns:a="http://schemas.openxmlformats.org/drawingml/2006/main" w="14288">
            <a:solidFill>
              <a:srgbClr val="B291D6"/>
            </a:solidFill>
            <a:prstDash val="solid"/>
          </a:ln>
        </p:spPr>
      </p:sp>
      <p:sp>
        <p:nvSpPr>
          <p:cNvPr id="117" name="camera-imaging-tip">
            <a:extLst xmlns:a="http://schemas.openxmlformats.org/drawingml/2006/main">
              <a:ext uri="{FF2B5EF4-FFF2-40B4-BE49-F238E27FC236}">
                <a16:creationId xmlns:a16="http://schemas.microsoft.com/office/drawing/2014/main" id="{4F0B4643-6126-4679-9E66-43B3382E36A4}"/>
              </a:ext>
            </a:extLst>
          </p:cNvPr>
          <p:cNvSpPr>
            <a:spLocks xmlns:a="http://schemas.openxmlformats.org/drawingml/2006/main" noGrp="1"/>
          </p:cNvSpPr>
          <p:nvPr/>
        </p:nvSpPr>
        <p:spPr>
          <a:xfrm xmlns:a="http://schemas.openxmlformats.org/drawingml/2006/main" rot="0">
            <a:off x="1962150" y="5223510"/>
            <a:ext cx="76200" cy="68580"/>
          </a:xfrm>
          <a:custGeom xmlns:a="http://schemas.openxmlformats.org/drawingml/2006/main">
            <a:pathLst>
              <a:path w="76200" h="68580">
                <a:moveTo>
                  <a:pt x="0" y="68580"/>
                </a:moveTo>
                <a:lnTo>
                  <a:pt x="76200" y="34290"/>
                </a:lnTo>
                <a:lnTo>
                  <a:pt x="0" y="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118" name="action-data">
            <a:extLst xmlns:a="http://schemas.openxmlformats.org/drawingml/2006/main">
              <a:ext uri="{FF2B5EF4-FFF2-40B4-BE49-F238E27FC236}">
                <a16:creationId xmlns:a16="http://schemas.microsoft.com/office/drawing/2014/main" id="{21D883F5-E17F-4A0D-8F78-23E6ABCB2C2C}"/>
              </a:ext>
            </a:extLst>
          </p:cNvPr>
          <p:cNvSpPr>
            <a:spLocks xmlns:a="http://schemas.openxmlformats.org/drawingml/2006/main" noGrp="1"/>
          </p:cNvSpPr>
          <p:nvPr/>
        </p:nvSpPr>
        <p:spPr>
          <a:xfrm xmlns:a="http://schemas.openxmlformats.org/drawingml/2006/main" rot="0">
            <a:off x="3038475" y="4486275"/>
            <a:ext cx="1219200" cy="228600"/>
          </a:xfrm>
          <a:custGeom xmlns:a="http://schemas.openxmlformats.org/drawingml/2006/main">
            <a:pathLst>
              <a:path w="1219200" h="228600">
                <a:moveTo>
                  <a:pt x="0" y="0"/>
                </a:moveTo>
                <a:lnTo>
                  <a:pt x="1219200" y="0"/>
                </a:lnTo>
                <a:lnTo>
                  <a:pt x="1219200" y="228600"/>
                </a:lnTo>
              </a:path>
            </a:pathLst>
          </a:custGeom>
          <a:noFill xmlns:a="http://schemas.openxmlformats.org/drawingml/2006/main"/>
          <a:ln xmlns:a="http://schemas.openxmlformats.org/drawingml/2006/main" w="14288">
            <a:solidFill>
              <a:srgbClr val="B291D6"/>
            </a:solidFill>
            <a:prstDash val="solid"/>
          </a:ln>
        </p:spPr>
      </p:sp>
      <p:sp>
        <p:nvSpPr>
          <p:cNvPr id="119" name="action-data-tip">
            <a:extLst xmlns:a="http://schemas.openxmlformats.org/drawingml/2006/main">
              <a:ext uri="{FF2B5EF4-FFF2-40B4-BE49-F238E27FC236}">
                <a16:creationId xmlns:a16="http://schemas.microsoft.com/office/drawing/2014/main" id="{A9A69DED-7C5F-4A18-BFEA-DA036F35E8F5}"/>
              </a:ext>
            </a:extLst>
          </p:cNvPr>
          <p:cNvSpPr>
            <a:spLocks xmlns:a="http://schemas.openxmlformats.org/drawingml/2006/main" noGrp="1"/>
          </p:cNvSpPr>
          <p:nvPr/>
        </p:nvSpPr>
        <p:spPr>
          <a:xfrm xmlns:a="http://schemas.openxmlformats.org/drawingml/2006/main" rot="0">
            <a:off x="4223385" y="4638675"/>
            <a:ext cx="68580" cy="76200"/>
          </a:xfrm>
          <a:custGeom xmlns:a="http://schemas.openxmlformats.org/drawingml/2006/main">
            <a:pathLst>
              <a:path w="68580" h="76200">
                <a:moveTo>
                  <a:pt x="0" y="0"/>
                </a:moveTo>
                <a:lnTo>
                  <a:pt x="34290" y="76200"/>
                </a:lnTo>
                <a:lnTo>
                  <a:pt x="68580" y="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120" name="image-data">
            <a:extLst xmlns:a="http://schemas.openxmlformats.org/drawingml/2006/main">
              <a:ext uri="{FF2B5EF4-FFF2-40B4-BE49-F238E27FC236}">
                <a16:creationId xmlns:a16="http://schemas.microsoft.com/office/drawing/2014/main" id="{FD6F3D2D-DB7E-4A1C-9620-591DAD582D78}"/>
              </a:ext>
            </a:extLst>
          </p:cNvPr>
          <p:cNvSpPr>
            <a:spLocks xmlns:a="http://schemas.openxmlformats.org/drawingml/2006/main" noGrp="1"/>
          </p:cNvSpPr>
          <p:nvPr/>
        </p:nvSpPr>
        <p:spPr>
          <a:xfrm xmlns:a="http://schemas.openxmlformats.org/drawingml/2006/main" rot="0">
            <a:off x="3038475" y="5076825"/>
            <a:ext cx="1219200" cy="180975"/>
          </a:xfrm>
          <a:custGeom xmlns:a="http://schemas.openxmlformats.org/drawingml/2006/main">
            <a:pathLst>
              <a:path w="1219200" h="180975">
                <a:moveTo>
                  <a:pt x="0" y="180975"/>
                </a:moveTo>
                <a:lnTo>
                  <a:pt x="1219200" y="180975"/>
                </a:lnTo>
                <a:lnTo>
                  <a:pt x="1219200" y="0"/>
                </a:lnTo>
              </a:path>
            </a:pathLst>
          </a:custGeom>
          <a:noFill xmlns:a="http://schemas.openxmlformats.org/drawingml/2006/main"/>
          <a:ln xmlns:a="http://schemas.openxmlformats.org/drawingml/2006/main" w="14288">
            <a:solidFill>
              <a:srgbClr val="B291D6"/>
            </a:solidFill>
            <a:prstDash val="solid"/>
          </a:ln>
        </p:spPr>
      </p:sp>
      <p:sp>
        <p:nvSpPr>
          <p:cNvPr id="121" name="image-data-tip">
            <a:extLst xmlns:a="http://schemas.openxmlformats.org/drawingml/2006/main">
              <a:ext uri="{FF2B5EF4-FFF2-40B4-BE49-F238E27FC236}">
                <a16:creationId xmlns:a16="http://schemas.microsoft.com/office/drawing/2014/main" id="{290D6B4D-E411-4382-B806-175481F0085A}"/>
              </a:ext>
            </a:extLst>
          </p:cNvPr>
          <p:cNvSpPr>
            <a:spLocks xmlns:a="http://schemas.openxmlformats.org/drawingml/2006/main" noGrp="1"/>
          </p:cNvSpPr>
          <p:nvPr/>
        </p:nvSpPr>
        <p:spPr>
          <a:xfrm xmlns:a="http://schemas.openxmlformats.org/drawingml/2006/main" rot="0">
            <a:off x="4223385" y="5076825"/>
            <a:ext cx="68580" cy="76200"/>
          </a:xfrm>
          <a:custGeom xmlns:a="http://schemas.openxmlformats.org/drawingml/2006/main">
            <a:pathLst>
              <a:path w="68580" h="76200">
                <a:moveTo>
                  <a:pt x="68580" y="76200"/>
                </a:moveTo>
                <a:lnTo>
                  <a:pt x="34290" y="0"/>
                </a:lnTo>
                <a:lnTo>
                  <a:pt x="0" y="7620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122" name="augmentation-light">
            <a:extLst xmlns:a="http://schemas.openxmlformats.org/drawingml/2006/main">
              <a:ext uri="{FF2B5EF4-FFF2-40B4-BE49-F238E27FC236}">
                <a16:creationId xmlns:a16="http://schemas.microsoft.com/office/drawing/2014/main" id="{E6F8DE1A-24CA-4C6A-86EE-08F92F71EE82}"/>
              </a:ext>
            </a:extLst>
          </p:cNvPr>
          <p:cNvSpPr>
            <a:spLocks xmlns:a="http://schemas.openxmlformats.org/drawingml/2006/main" noGrp="1"/>
          </p:cNvSpPr>
          <p:nvPr/>
        </p:nvSpPr>
        <p:spPr>
          <a:xfrm xmlns:a="http://schemas.openxmlformats.org/drawingml/2006/main" rot="0">
            <a:off x="5629275" y="4933950"/>
            <a:ext cx="171450" cy="95"/>
          </a:xfrm>
          <a:custGeom xmlns:a="http://schemas.openxmlformats.org/drawingml/2006/main">
            <a:pathLst>
              <a:path w="171450" h="95">
                <a:moveTo>
                  <a:pt x="0" y="0"/>
                </a:moveTo>
                <a:lnTo>
                  <a:pt x="171450" y="0"/>
                </a:lnTo>
              </a:path>
            </a:pathLst>
          </a:custGeom>
          <a:noFill xmlns:a="http://schemas.openxmlformats.org/drawingml/2006/main"/>
          <a:ln xmlns:a="http://schemas.openxmlformats.org/drawingml/2006/main" w="14288">
            <a:solidFill>
              <a:srgbClr val="B291D6"/>
            </a:solidFill>
            <a:prstDash val="solid"/>
          </a:ln>
        </p:spPr>
      </p:sp>
      <p:sp>
        <p:nvSpPr>
          <p:cNvPr id="123" name="augmentation-light-tip">
            <a:extLst xmlns:a="http://schemas.openxmlformats.org/drawingml/2006/main">
              <a:ext uri="{FF2B5EF4-FFF2-40B4-BE49-F238E27FC236}">
                <a16:creationId xmlns:a16="http://schemas.microsoft.com/office/drawing/2014/main" id="{43C3ED8F-5E4A-4087-B4C5-F617DAD0CF43}"/>
              </a:ext>
            </a:extLst>
          </p:cNvPr>
          <p:cNvSpPr>
            <a:spLocks xmlns:a="http://schemas.openxmlformats.org/drawingml/2006/main" noGrp="1"/>
          </p:cNvSpPr>
          <p:nvPr/>
        </p:nvSpPr>
        <p:spPr>
          <a:xfrm xmlns:a="http://schemas.openxmlformats.org/drawingml/2006/main" rot="0">
            <a:off x="5724525" y="4899660"/>
            <a:ext cx="76200" cy="68580"/>
          </a:xfrm>
          <a:custGeom xmlns:a="http://schemas.openxmlformats.org/drawingml/2006/main">
            <a:pathLst>
              <a:path w="76200" h="68580">
                <a:moveTo>
                  <a:pt x="0" y="68580"/>
                </a:moveTo>
                <a:lnTo>
                  <a:pt x="76200" y="34290"/>
                </a:lnTo>
                <a:lnTo>
                  <a:pt x="0" y="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124" name="light-speed">
            <a:extLst xmlns:a="http://schemas.openxmlformats.org/drawingml/2006/main">
              <a:ext uri="{FF2B5EF4-FFF2-40B4-BE49-F238E27FC236}">
                <a16:creationId xmlns:a16="http://schemas.microsoft.com/office/drawing/2014/main" id="{34AAC2F8-BCC2-483A-A905-2C056395F72A}"/>
              </a:ext>
            </a:extLst>
          </p:cNvPr>
          <p:cNvSpPr>
            <a:spLocks xmlns:a="http://schemas.openxmlformats.org/drawingml/2006/main" noGrp="1"/>
          </p:cNvSpPr>
          <p:nvPr/>
        </p:nvSpPr>
        <p:spPr>
          <a:xfrm xmlns:a="http://schemas.openxmlformats.org/drawingml/2006/main" rot="0">
            <a:off x="7029450" y="4933950"/>
            <a:ext cx="180975" cy="95"/>
          </a:xfrm>
          <a:custGeom xmlns:a="http://schemas.openxmlformats.org/drawingml/2006/main">
            <a:pathLst>
              <a:path w="180975" h="95">
                <a:moveTo>
                  <a:pt x="0" y="0"/>
                </a:moveTo>
                <a:lnTo>
                  <a:pt x="180975" y="0"/>
                </a:lnTo>
              </a:path>
            </a:pathLst>
          </a:custGeom>
          <a:noFill xmlns:a="http://schemas.openxmlformats.org/drawingml/2006/main"/>
          <a:ln xmlns:a="http://schemas.openxmlformats.org/drawingml/2006/main" w="14288">
            <a:solidFill>
              <a:srgbClr val="B291D6"/>
            </a:solidFill>
            <a:prstDash val="solid"/>
          </a:ln>
        </p:spPr>
      </p:sp>
      <p:sp>
        <p:nvSpPr>
          <p:cNvPr id="125" name="light-speed-tip">
            <a:extLst xmlns:a="http://schemas.openxmlformats.org/drawingml/2006/main">
              <a:ext uri="{FF2B5EF4-FFF2-40B4-BE49-F238E27FC236}">
                <a16:creationId xmlns:a16="http://schemas.microsoft.com/office/drawing/2014/main" id="{A91ACFC7-B733-47F5-A719-D29A0D3D7649}"/>
              </a:ext>
            </a:extLst>
          </p:cNvPr>
          <p:cNvSpPr>
            <a:spLocks xmlns:a="http://schemas.openxmlformats.org/drawingml/2006/main" noGrp="1"/>
          </p:cNvSpPr>
          <p:nvPr/>
        </p:nvSpPr>
        <p:spPr>
          <a:xfrm xmlns:a="http://schemas.openxmlformats.org/drawingml/2006/main" rot="0">
            <a:off x="7134225" y="4899660"/>
            <a:ext cx="76200" cy="68580"/>
          </a:xfrm>
          <a:custGeom xmlns:a="http://schemas.openxmlformats.org/drawingml/2006/main">
            <a:pathLst>
              <a:path w="76200" h="68580">
                <a:moveTo>
                  <a:pt x="0" y="68580"/>
                </a:moveTo>
                <a:lnTo>
                  <a:pt x="76200" y="34290"/>
                </a:lnTo>
                <a:lnTo>
                  <a:pt x="0" y="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126" name="speed-camera">
            <a:extLst xmlns:a="http://schemas.openxmlformats.org/drawingml/2006/main">
              <a:ext uri="{FF2B5EF4-FFF2-40B4-BE49-F238E27FC236}">
                <a16:creationId xmlns:a16="http://schemas.microsoft.com/office/drawing/2014/main" id="{3BC579F3-2AC5-4FDA-AEDB-19BB707208DA}"/>
              </a:ext>
            </a:extLst>
          </p:cNvPr>
          <p:cNvSpPr>
            <a:spLocks xmlns:a="http://schemas.openxmlformats.org/drawingml/2006/main" noGrp="1"/>
          </p:cNvSpPr>
          <p:nvPr/>
        </p:nvSpPr>
        <p:spPr>
          <a:xfrm xmlns:a="http://schemas.openxmlformats.org/drawingml/2006/main" rot="0">
            <a:off x="8343900" y="4933950"/>
            <a:ext cx="180975" cy="95"/>
          </a:xfrm>
          <a:custGeom xmlns:a="http://schemas.openxmlformats.org/drawingml/2006/main">
            <a:pathLst>
              <a:path w="180975" h="95">
                <a:moveTo>
                  <a:pt x="0" y="0"/>
                </a:moveTo>
                <a:lnTo>
                  <a:pt x="180975" y="0"/>
                </a:lnTo>
              </a:path>
            </a:pathLst>
          </a:custGeom>
          <a:noFill xmlns:a="http://schemas.openxmlformats.org/drawingml/2006/main"/>
          <a:ln xmlns:a="http://schemas.openxmlformats.org/drawingml/2006/main" w="14288">
            <a:solidFill>
              <a:srgbClr val="B291D6"/>
            </a:solidFill>
            <a:prstDash val="solid"/>
          </a:ln>
        </p:spPr>
      </p:sp>
      <p:sp>
        <p:nvSpPr>
          <p:cNvPr id="127" name="speed-camera-tip">
            <a:extLst xmlns:a="http://schemas.openxmlformats.org/drawingml/2006/main">
              <a:ext uri="{FF2B5EF4-FFF2-40B4-BE49-F238E27FC236}">
                <a16:creationId xmlns:a16="http://schemas.microsoft.com/office/drawing/2014/main" id="{06298FA9-F59B-4F17-853B-26E5A31266D9}"/>
              </a:ext>
            </a:extLst>
          </p:cNvPr>
          <p:cNvSpPr>
            <a:spLocks xmlns:a="http://schemas.openxmlformats.org/drawingml/2006/main" noGrp="1"/>
          </p:cNvSpPr>
          <p:nvPr/>
        </p:nvSpPr>
        <p:spPr>
          <a:xfrm xmlns:a="http://schemas.openxmlformats.org/drawingml/2006/main" rot="0">
            <a:off x="8448675" y="4899660"/>
            <a:ext cx="76200" cy="68580"/>
          </a:xfrm>
          <a:custGeom xmlns:a="http://schemas.openxmlformats.org/drawingml/2006/main">
            <a:pathLst>
              <a:path w="76200" h="68580">
                <a:moveTo>
                  <a:pt x="0" y="68580"/>
                </a:moveTo>
                <a:lnTo>
                  <a:pt x="76200" y="34290"/>
                </a:lnTo>
                <a:lnTo>
                  <a:pt x="0" y="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128" name="camera-trajectory">
            <a:extLst xmlns:a="http://schemas.openxmlformats.org/drawingml/2006/main">
              <a:ext uri="{FF2B5EF4-FFF2-40B4-BE49-F238E27FC236}">
                <a16:creationId xmlns:a16="http://schemas.microsoft.com/office/drawing/2014/main" id="{A4936577-9F57-4A39-B530-CA0FEB1E951E}"/>
              </a:ext>
            </a:extLst>
          </p:cNvPr>
          <p:cNvSpPr>
            <a:spLocks xmlns:a="http://schemas.openxmlformats.org/drawingml/2006/main" noGrp="1"/>
          </p:cNvSpPr>
          <p:nvPr/>
        </p:nvSpPr>
        <p:spPr>
          <a:xfrm xmlns:a="http://schemas.openxmlformats.org/drawingml/2006/main" rot="0">
            <a:off x="9725025" y="4933950"/>
            <a:ext cx="161925" cy="95"/>
          </a:xfrm>
          <a:custGeom xmlns:a="http://schemas.openxmlformats.org/drawingml/2006/main">
            <a:pathLst>
              <a:path w="161925" h="95">
                <a:moveTo>
                  <a:pt x="0" y="0"/>
                </a:moveTo>
                <a:lnTo>
                  <a:pt x="161925" y="0"/>
                </a:lnTo>
              </a:path>
            </a:pathLst>
          </a:custGeom>
          <a:noFill xmlns:a="http://schemas.openxmlformats.org/drawingml/2006/main"/>
          <a:ln xmlns:a="http://schemas.openxmlformats.org/drawingml/2006/main" w="14288">
            <a:solidFill>
              <a:srgbClr val="B291D6"/>
            </a:solidFill>
            <a:prstDash val="solid"/>
          </a:ln>
        </p:spPr>
      </p:sp>
      <p:sp>
        <p:nvSpPr>
          <p:cNvPr id="129" name="camera-trajectory-tip">
            <a:extLst xmlns:a="http://schemas.openxmlformats.org/drawingml/2006/main">
              <a:ext uri="{FF2B5EF4-FFF2-40B4-BE49-F238E27FC236}">
                <a16:creationId xmlns:a16="http://schemas.microsoft.com/office/drawing/2014/main" id="{5C353C4D-3D56-422C-8203-5657E56A8D86}"/>
              </a:ext>
            </a:extLst>
          </p:cNvPr>
          <p:cNvSpPr>
            <a:spLocks xmlns:a="http://schemas.openxmlformats.org/drawingml/2006/main" noGrp="1"/>
          </p:cNvSpPr>
          <p:nvPr/>
        </p:nvSpPr>
        <p:spPr>
          <a:xfrm xmlns:a="http://schemas.openxmlformats.org/drawingml/2006/main" rot="0">
            <a:off x="9810750" y="4899660"/>
            <a:ext cx="76200" cy="68580"/>
          </a:xfrm>
          <a:custGeom xmlns:a="http://schemas.openxmlformats.org/drawingml/2006/main">
            <a:pathLst>
              <a:path w="76200" h="68580">
                <a:moveTo>
                  <a:pt x="0" y="68580"/>
                </a:moveTo>
                <a:lnTo>
                  <a:pt x="76200" y="34290"/>
                </a:lnTo>
                <a:lnTo>
                  <a:pt x="0" y="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130" name="data-augmentation-arrow">
            <a:extLst xmlns:a="http://schemas.openxmlformats.org/drawingml/2006/main">
              <a:ext uri="{FF2B5EF4-FFF2-40B4-BE49-F238E27FC236}">
                <a16:creationId xmlns:a16="http://schemas.microsoft.com/office/drawing/2014/main" id="{130E6ED8-B1C0-4E9B-A9DC-E2123B0F297F}"/>
              </a:ext>
            </a:extLst>
          </p:cNvPr>
          <p:cNvSpPr>
            <a:spLocks xmlns:a="http://schemas.openxmlformats.org/drawingml/2006/main" noGrp="1"/>
          </p:cNvSpPr>
          <p:nvPr/>
        </p:nvSpPr>
        <p:spPr>
          <a:xfrm xmlns:a="http://schemas.openxmlformats.org/drawingml/2006/main" rot="0">
            <a:off x="4819650" y="4924425"/>
            <a:ext cx="218122" cy="95"/>
          </a:xfrm>
          <a:custGeom xmlns:a="http://schemas.openxmlformats.org/drawingml/2006/main">
            <a:pathLst>
              <a:path w="218122" h="95">
                <a:moveTo>
                  <a:pt x="0" y="0"/>
                </a:moveTo>
                <a:lnTo>
                  <a:pt x="218122" y="0"/>
                </a:lnTo>
              </a:path>
            </a:pathLst>
          </a:custGeom>
          <a:noFill xmlns:a="http://schemas.openxmlformats.org/drawingml/2006/main"/>
          <a:ln xmlns:a="http://schemas.openxmlformats.org/drawingml/2006/main" w="152400">
            <a:solidFill>
              <a:srgbClr val="BBA7FF"/>
            </a:solidFill>
            <a:prstDash val="solid"/>
          </a:ln>
        </p:spPr>
      </p:sp>
      <p:sp>
        <p:nvSpPr>
          <p:cNvPr id="131" name="data-augmentation-arrow-tip">
            <a:extLst xmlns:a="http://schemas.openxmlformats.org/drawingml/2006/main">
              <a:ext uri="{FF2B5EF4-FFF2-40B4-BE49-F238E27FC236}">
                <a16:creationId xmlns:a16="http://schemas.microsoft.com/office/drawing/2014/main" id="{863CF789-6949-4DBF-A2F4-D713F6A9B99B}"/>
              </a:ext>
            </a:extLst>
          </p:cNvPr>
          <p:cNvSpPr>
            <a:spLocks xmlns:a="http://schemas.openxmlformats.org/drawingml/2006/main" noGrp="1"/>
          </p:cNvSpPr>
          <p:nvPr/>
        </p:nvSpPr>
        <p:spPr>
          <a:xfrm xmlns:a="http://schemas.openxmlformats.org/drawingml/2006/main" rot="0">
            <a:off x="4972050" y="4727258"/>
            <a:ext cx="219075" cy="394335"/>
          </a:xfrm>
          <a:custGeom xmlns:a="http://schemas.openxmlformats.org/drawingml/2006/main">
            <a:pathLst>
              <a:path w="219075" h="394335">
                <a:moveTo>
                  <a:pt x="0" y="394335"/>
                </a:moveTo>
                <a:lnTo>
                  <a:pt x="219075" y="197167"/>
                </a:lnTo>
                <a:lnTo>
                  <a:pt x="0" y="0"/>
                </a:lnTo>
                <a:close/>
              </a:path>
            </a:pathLst>
          </a:custGeom>
          <a:solidFill xmlns:a="http://schemas.openxmlformats.org/drawingml/2006/main">
            <a:srgbClr val="BBA7FF"/>
          </a:solidFill>
          <a:ln xmlns:a="http://schemas.openxmlformats.org/drawingml/2006/main" w="0">
            <a:solidFill>
              <a:srgbClr val="BBA7FF"/>
            </a:solidFill>
            <a:prstDash val="solid"/>
          </a:ln>
        </p:spPr>
      </p:sp>
      <p:sp>
        <p:nvSpPr>
          <p:cNvPr id="132" name="success-inference">
            <a:extLst xmlns:a="http://schemas.openxmlformats.org/drawingml/2006/main">
              <a:ext uri="{FF2B5EF4-FFF2-40B4-BE49-F238E27FC236}">
                <a16:creationId xmlns:a16="http://schemas.microsoft.com/office/drawing/2014/main" id="{3C3940AD-27A0-4984-93AF-9D064A7F2745}"/>
              </a:ext>
            </a:extLst>
          </p:cNvPr>
          <p:cNvSpPr>
            <a:spLocks xmlns:a="http://schemas.openxmlformats.org/drawingml/2006/main" noGrp="1"/>
          </p:cNvSpPr>
          <p:nvPr/>
        </p:nvSpPr>
        <p:spPr>
          <a:xfrm xmlns:a="http://schemas.openxmlformats.org/drawingml/2006/main" rot="0">
            <a:off x="8439150" y="3783330"/>
            <a:ext cx="95" cy="93345"/>
          </a:xfrm>
          <a:custGeom xmlns:a="http://schemas.openxmlformats.org/drawingml/2006/main">
            <a:pathLst>
              <a:path w="95" h="93345">
                <a:moveTo>
                  <a:pt x="0" y="93345"/>
                </a:moveTo>
                <a:lnTo>
                  <a:pt x="0" y="0"/>
                </a:lnTo>
              </a:path>
            </a:pathLst>
          </a:custGeom>
          <a:noFill xmlns:a="http://schemas.openxmlformats.org/drawingml/2006/main"/>
          <a:ln xmlns:a="http://schemas.openxmlformats.org/drawingml/2006/main" w="114300">
            <a:solidFill>
              <a:srgbClr val="BBA7FF"/>
            </a:solidFill>
            <a:prstDash val="solid"/>
          </a:ln>
        </p:spPr>
      </p:sp>
      <p:sp>
        <p:nvSpPr>
          <p:cNvPr id="133" name="success-inference-tip">
            <a:extLst xmlns:a="http://schemas.openxmlformats.org/drawingml/2006/main">
              <a:ext uri="{FF2B5EF4-FFF2-40B4-BE49-F238E27FC236}">
                <a16:creationId xmlns:a16="http://schemas.microsoft.com/office/drawing/2014/main" id="{9A4842A5-1097-4453-9D84-452D345B952A}"/>
              </a:ext>
            </a:extLst>
          </p:cNvPr>
          <p:cNvSpPr>
            <a:spLocks xmlns:a="http://schemas.openxmlformats.org/drawingml/2006/main" noGrp="1"/>
          </p:cNvSpPr>
          <p:nvPr/>
        </p:nvSpPr>
        <p:spPr>
          <a:xfrm xmlns:a="http://schemas.openxmlformats.org/drawingml/2006/main" rot="0">
            <a:off x="8301990" y="3676650"/>
            <a:ext cx="274320" cy="152400"/>
          </a:xfrm>
          <a:custGeom xmlns:a="http://schemas.openxmlformats.org/drawingml/2006/main">
            <a:pathLst>
              <a:path w="274320" h="152400">
                <a:moveTo>
                  <a:pt x="274320" y="152400"/>
                </a:moveTo>
                <a:lnTo>
                  <a:pt x="137160" y="0"/>
                </a:lnTo>
                <a:lnTo>
                  <a:pt x="0" y="152400"/>
                </a:lnTo>
                <a:close/>
              </a:path>
            </a:pathLst>
          </a:custGeom>
          <a:solidFill xmlns:a="http://schemas.openxmlformats.org/drawingml/2006/main">
            <a:srgbClr val="BBA7FF"/>
          </a:solidFill>
          <a:ln xmlns:a="http://schemas.openxmlformats.org/drawingml/2006/main" w="0">
            <a:solidFill>
              <a:srgbClr val="BBA7FF"/>
            </a:solidFill>
            <a:prstDash val="solid"/>
          </a:ln>
        </p:spPr>
      </p:sp>
      <p:pic>
        <p:nvPicPr>
          <p:cNvPr id="134" name="">
            <a:extLst xmlns:a="http://schemas.openxmlformats.org/drawingml/2006/main">
              <a:ext uri="{FF2B5EF4-FFF2-40B4-BE49-F238E27FC236}">
                <a16:creationId xmlns:a16="http://schemas.microsoft.com/office/drawing/2014/main" id="{474C4661-8BA0-44E2-814E-BDBC72EB8E64}"/>
              </a:ext>
            </a:extLst>
          </p:cNvPr>
          <p:cNvPicPr>
            <a:picLocks xmlns:a="http://schemas.openxmlformats.org/drawingml/2006/main" noChangeAspect="1"/>
          </p:cNvPicPr>
          <p:nvPr/>
        </p:nvPicPr>
        <p:blipFill>
          <a:blip xmlns:r="http://schemas.openxmlformats.org/officeDocument/2006/relationships" xmlns:a="http://schemas.openxmlformats.org/drawingml/2006/main" r:embed="Rdf326e44c8e74a65"/>
          <a:srcRect xmlns:a="http://schemas.openxmlformats.org/drawingml/2006/main" l="0" t="0" r="0" b="0"/>
          <a:stretch xmlns:a="http://schemas.openxmlformats.org/drawingml/2006/main">
            <a:fillRect l="0" t="0" r="0" b="0"/>
          </a:stretch>
        </p:blipFill>
        <p:spPr>
          <a:xfrm xmlns:a="http://schemas.openxmlformats.org/drawingml/2006/main">
            <a:off x="5800725" y="4438650"/>
            <a:ext cx="1247775" cy="942975"/>
          </a:xfrm>
          <a:prstGeom xmlns:a="http://schemas.openxmlformats.org/drawingml/2006/main" prst="rect">
            <a:avLst/>
          </a:prstGeom>
        </p:spPr>
      </p:pic>
      <p:sp>
        <p:nvSpPr>
          <p:cNvPr id="135" name="lighting">
            <a:extLst xmlns:a="http://schemas.openxmlformats.org/drawingml/2006/main">
              <a:ext uri="{FF2B5EF4-FFF2-40B4-BE49-F238E27FC236}">
                <a16:creationId xmlns:a16="http://schemas.microsoft.com/office/drawing/2014/main" id="{2ED0BF1E-3026-4268-A666-532937C42515}"/>
              </a:ext>
            </a:extLst>
          </p:cNvPr>
          <p:cNvSpPr>
            <a:spLocks xmlns:a="http://schemas.openxmlformats.org/drawingml/2006/main" noGrp="1"/>
          </p:cNvSpPr>
          <p:nvPr/>
        </p:nvSpPr>
        <p:spPr>
          <a:xfrm xmlns:a="http://schemas.openxmlformats.org/drawingml/2006/main" rot="0">
            <a:off x="5800725" y="4438650"/>
            <a:ext cx="1247775" cy="942975"/>
          </a:xfrm>
          <a:prstGeom xmlns:a="http://schemas.openxmlformats.org/drawingml/2006/main" prst="rect">
            <a:avLst/>
          </a:prstGeom>
          <a:noFill xmlns:a="http://schemas.openxmlformats.org/drawingml/2006/main"/>
          <a:ln xmlns:a="http://schemas.openxmlformats.org/drawingml/2006/main" w="0">
            <a:noFill/>
          </a:ln>
        </p:spPr>
      </p:sp>
      <p:sp>
        <p:nvSpPr>
          <p:cNvPr id="136" name="lighting-label">
            <a:extLst xmlns:a="http://schemas.openxmlformats.org/drawingml/2006/main">
              <a:ext uri="{FF2B5EF4-FFF2-40B4-BE49-F238E27FC236}">
                <a16:creationId xmlns:a16="http://schemas.microsoft.com/office/drawing/2014/main" id="{C32768F7-B835-4272-B4F6-ACA69EBAC567}"/>
              </a:ext>
            </a:extLst>
          </p:cNvPr>
          <p:cNvSpPr>
            <a:spLocks xmlns:a="http://schemas.openxmlformats.org/drawingml/2006/main" noGrp="1"/>
          </p:cNvSpPr>
          <p:nvPr/>
        </p:nvSpPr>
        <p:spPr>
          <a:xfrm xmlns:a="http://schemas.openxmlformats.org/drawingml/2006/main" rot="0">
            <a:off x="5800725" y="5391150"/>
            <a:ext cx="1238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25" b="0" i="0">
                <a:solidFill>
                  <a:srgbClr val="000000"/>
                </a:solidFill>
                <a:latin typeface="Times New Roman"/>
                <a:ea typeface="Times New Roman"/>
                <a:cs typeface="Times New Roman"/>
              </a:defRPr>
            </a:defPPr>
          </a:lstStyle>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Lighting</a:t>
            </a:r>
          </a:p>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Perturbation</a:t>
            </a:r>
          </a:p>
        </p:txBody>
      </p:sp>
      <p:pic>
        <p:nvPicPr>
          <p:cNvPr id="137" name="">
            <a:extLst xmlns:a="http://schemas.openxmlformats.org/drawingml/2006/main">
              <a:ext uri="{FF2B5EF4-FFF2-40B4-BE49-F238E27FC236}">
                <a16:creationId xmlns:a16="http://schemas.microsoft.com/office/drawing/2014/main" id="{7490A038-36C8-45EB-929E-DF2AC7950AF2}"/>
              </a:ext>
            </a:extLst>
          </p:cNvPr>
          <p:cNvPicPr>
            <a:picLocks xmlns:a="http://schemas.openxmlformats.org/drawingml/2006/main" noChangeAspect="1"/>
          </p:cNvPicPr>
          <p:nvPr/>
        </p:nvPicPr>
        <p:blipFill>
          <a:blip xmlns:r="http://schemas.openxmlformats.org/officeDocument/2006/relationships" xmlns:a="http://schemas.openxmlformats.org/drawingml/2006/main" r:embed="R45fcf53d75624481"/>
          <a:srcRect xmlns:a="http://schemas.openxmlformats.org/drawingml/2006/main" l="0" t="0" r="0" b="0"/>
          <a:stretch xmlns:a="http://schemas.openxmlformats.org/drawingml/2006/main">
            <a:fillRect l="0" t="0" r="0" b="0"/>
          </a:stretch>
        </p:blipFill>
        <p:spPr>
          <a:xfrm xmlns:a="http://schemas.openxmlformats.org/drawingml/2006/main">
            <a:off x="7210425" y="4429125"/>
            <a:ext cx="1143000" cy="952500"/>
          </a:xfrm>
          <a:prstGeom xmlns:a="http://schemas.openxmlformats.org/drawingml/2006/main" prst="rect">
            <a:avLst/>
          </a:prstGeom>
        </p:spPr>
      </p:pic>
      <p:sp>
        <p:nvSpPr>
          <p:cNvPr id="138" name="speed">
            <a:extLst xmlns:a="http://schemas.openxmlformats.org/drawingml/2006/main">
              <a:ext uri="{FF2B5EF4-FFF2-40B4-BE49-F238E27FC236}">
                <a16:creationId xmlns:a16="http://schemas.microsoft.com/office/drawing/2014/main" id="{7A991BB0-DDFE-4084-98A6-D443FC9CC0CF}"/>
              </a:ext>
            </a:extLst>
          </p:cNvPr>
          <p:cNvSpPr>
            <a:spLocks xmlns:a="http://schemas.openxmlformats.org/drawingml/2006/main" noGrp="1"/>
          </p:cNvSpPr>
          <p:nvPr/>
        </p:nvSpPr>
        <p:spPr>
          <a:xfrm xmlns:a="http://schemas.openxmlformats.org/drawingml/2006/main" rot="0">
            <a:off x="7210425" y="4429125"/>
            <a:ext cx="1143000" cy="952500"/>
          </a:xfrm>
          <a:prstGeom xmlns:a="http://schemas.openxmlformats.org/drawingml/2006/main" prst="rect">
            <a:avLst/>
          </a:prstGeom>
          <a:noFill xmlns:a="http://schemas.openxmlformats.org/drawingml/2006/main"/>
          <a:ln xmlns:a="http://schemas.openxmlformats.org/drawingml/2006/main" w="0">
            <a:noFill/>
          </a:ln>
        </p:spPr>
      </p:sp>
      <p:sp>
        <p:nvSpPr>
          <p:cNvPr id="139" name="speed-label">
            <a:extLst xmlns:a="http://schemas.openxmlformats.org/drawingml/2006/main">
              <a:ext uri="{FF2B5EF4-FFF2-40B4-BE49-F238E27FC236}">
                <a16:creationId xmlns:a16="http://schemas.microsoft.com/office/drawing/2014/main" id="{4C0AF76F-4CFD-48BE-83DC-677809C2637B}"/>
              </a:ext>
            </a:extLst>
          </p:cNvPr>
          <p:cNvSpPr>
            <a:spLocks xmlns:a="http://schemas.openxmlformats.org/drawingml/2006/main" noGrp="1"/>
          </p:cNvSpPr>
          <p:nvPr/>
        </p:nvSpPr>
        <p:spPr>
          <a:xfrm xmlns:a="http://schemas.openxmlformats.org/drawingml/2006/main" rot="0">
            <a:off x="7191375" y="5391150"/>
            <a:ext cx="1190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25" b="0" i="0">
                <a:solidFill>
                  <a:srgbClr val="000000"/>
                </a:solidFill>
                <a:latin typeface="Times New Roman"/>
                <a:ea typeface="Times New Roman"/>
                <a:cs typeface="Times New Roman"/>
              </a:defRPr>
            </a:defPPr>
          </a:lstStyle>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Speed</a:t>
            </a:r>
          </a:p>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Perturbation</a:t>
            </a:r>
          </a:p>
        </p:txBody>
      </p:sp>
      <p:pic>
        <p:nvPicPr>
          <p:cNvPr id="140" name="">
            <a:extLst xmlns:a="http://schemas.openxmlformats.org/drawingml/2006/main">
              <a:ext uri="{FF2B5EF4-FFF2-40B4-BE49-F238E27FC236}">
                <a16:creationId xmlns:a16="http://schemas.microsoft.com/office/drawing/2014/main" id="{CC0CDDB4-250D-44A7-8658-31B961E15BAD}"/>
              </a:ext>
            </a:extLst>
          </p:cNvPr>
          <p:cNvPicPr>
            <a:picLocks xmlns:a="http://schemas.openxmlformats.org/drawingml/2006/main" noChangeAspect="1"/>
          </p:cNvPicPr>
          <p:nvPr/>
        </p:nvPicPr>
        <p:blipFill>
          <a:blip xmlns:r="http://schemas.openxmlformats.org/officeDocument/2006/relationships" xmlns:a="http://schemas.openxmlformats.org/drawingml/2006/main" r:embed="Rdcf0bdb44a60477b"/>
          <a:srcRect xmlns:a="http://schemas.openxmlformats.org/drawingml/2006/main" l="0" t="0" r="0" b="0"/>
          <a:stretch xmlns:a="http://schemas.openxmlformats.org/drawingml/2006/main">
            <a:fillRect l="0" t="0" r="0" b="0"/>
          </a:stretch>
        </p:blipFill>
        <p:spPr>
          <a:xfrm xmlns:a="http://schemas.openxmlformats.org/drawingml/2006/main">
            <a:off x="8534400" y="4438650"/>
            <a:ext cx="1190625" cy="952500"/>
          </a:xfrm>
          <a:prstGeom xmlns:a="http://schemas.openxmlformats.org/drawingml/2006/main" prst="rect">
            <a:avLst/>
          </a:prstGeom>
        </p:spPr>
      </p:pic>
      <p:sp>
        <p:nvSpPr>
          <p:cNvPr id="141" name="camera-position">
            <a:extLst xmlns:a="http://schemas.openxmlformats.org/drawingml/2006/main">
              <a:ext uri="{FF2B5EF4-FFF2-40B4-BE49-F238E27FC236}">
                <a16:creationId xmlns:a16="http://schemas.microsoft.com/office/drawing/2014/main" id="{A954C5CE-B21C-42EF-BA4A-863BD3979DC6}"/>
              </a:ext>
            </a:extLst>
          </p:cNvPr>
          <p:cNvSpPr>
            <a:spLocks xmlns:a="http://schemas.openxmlformats.org/drawingml/2006/main" noGrp="1"/>
          </p:cNvSpPr>
          <p:nvPr/>
        </p:nvSpPr>
        <p:spPr>
          <a:xfrm xmlns:a="http://schemas.openxmlformats.org/drawingml/2006/main" rot="0">
            <a:off x="8534400" y="4438650"/>
            <a:ext cx="1190625" cy="952500"/>
          </a:xfrm>
          <a:prstGeom xmlns:a="http://schemas.openxmlformats.org/drawingml/2006/main" prst="rect">
            <a:avLst/>
          </a:prstGeom>
          <a:noFill xmlns:a="http://schemas.openxmlformats.org/drawingml/2006/main"/>
          <a:ln xmlns:a="http://schemas.openxmlformats.org/drawingml/2006/main" w="0">
            <a:noFill/>
          </a:ln>
        </p:spPr>
      </p:sp>
      <p:sp>
        <p:nvSpPr>
          <p:cNvPr id="142" name="camera-position-label">
            <a:extLst xmlns:a="http://schemas.openxmlformats.org/drawingml/2006/main">
              <a:ext uri="{FF2B5EF4-FFF2-40B4-BE49-F238E27FC236}">
                <a16:creationId xmlns:a16="http://schemas.microsoft.com/office/drawing/2014/main" id="{A53DD11B-AAC5-4920-A0D1-E8AD688A6E17}"/>
              </a:ext>
            </a:extLst>
          </p:cNvPr>
          <p:cNvSpPr>
            <a:spLocks xmlns:a="http://schemas.openxmlformats.org/drawingml/2006/main" noGrp="1"/>
          </p:cNvSpPr>
          <p:nvPr/>
        </p:nvSpPr>
        <p:spPr>
          <a:xfrm xmlns:a="http://schemas.openxmlformats.org/drawingml/2006/main" rot="0">
            <a:off x="8467725" y="5391150"/>
            <a:ext cx="1314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25" b="0" i="0">
                <a:solidFill>
                  <a:srgbClr val="000000"/>
                </a:solidFill>
                <a:latin typeface="Times New Roman"/>
                <a:ea typeface="Times New Roman"/>
                <a:cs typeface="Times New Roman"/>
              </a:defRPr>
            </a:defPPr>
          </a:lstStyle>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Camera Position</a:t>
            </a:r>
          </a:p>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Perturbation</a:t>
            </a:r>
          </a:p>
        </p:txBody>
      </p:sp>
      <p:pic>
        <p:nvPicPr>
          <p:cNvPr id="143" name="">
            <a:extLst xmlns:a="http://schemas.openxmlformats.org/drawingml/2006/main">
              <a:ext uri="{FF2B5EF4-FFF2-40B4-BE49-F238E27FC236}">
                <a16:creationId xmlns:a16="http://schemas.microsoft.com/office/drawing/2014/main" id="{1CF193BF-903B-4D0C-99EA-81A85B67435D}"/>
              </a:ext>
            </a:extLst>
          </p:cNvPr>
          <p:cNvPicPr>
            <a:picLocks xmlns:a="http://schemas.openxmlformats.org/drawingml/2006/main" noChangeAspect="1"/>
          </p:cNvPicPr>
          <p:nvPr/>
        </p:nvPicPr>
        <p:blipFill>
          <a:blip xmlns:r="http://schemas.openxmlformats.org/officeDocument/2006/relationships" xmlns:a="http://schemas.openxmlformats.org/drawingml/2006/main" r:embed="R175558f3425347b9"/>
          <a:srcRect xmlns:a="http://schemas.openxmlformats.org/drawingml/2006/main" l="0" t="0" r="0" b="0"/>
          <a:stretch xmlns:a="http://schemas.openxmlformats.org/drawingml/2006/main">
            <a:fillRect l="0" t="0" r="0" b="0"/>
          </a:stretch>
        </p:blipFill>
        <p:spPr>
          <a:xfrm xmlns:a="http://schemas.openxmlformats.org/drawingml/2006/main">
            <a:off x="9896475" y="4429125"/>
            <a:ext cx="1028700" cy="952500"/>
          </a:xfrm>
          <a:prstGeom xmlns:a="http://schemas.openxmlformats.org/drawingml/2006/main" prst="rect">
            <a:avLst/>
          </a:prstGeom>
        </p:spPr>
      </p:pic>
      <p:sp>
        <p:nvSpPr>
          <p:cNvPr id="144" name="trajectory">
            <a:extLst xmlns:a="http://schemas.openxmlformats.org/drawingml/2006/main">
              <a:ext uri="{FF2B5EF4-FFF2-40B4-BE49-F238E27FC236}">
                <a16:creationId xmlns:a16="http://schemas.microsoft.com/office/drawing/2014/main" id="{1D0BABD0-D3B0-4DA2-83E3-022B82B22CA4}"/>
              </a:ext>
            </a:extLst>
          </p:cNvPr>
          <p:cNvSpPr>
            <a:spLocks xmlns:a="http://schemas.openxmlformats.org/drawingml/2006/main" noGrp="1"/>
          </p:cNvSpPr>
          <p:nvPr/>
        </p:nvSpPr>
        <p:spPr>
          <a:xfrm xmlns:a="http://schemas.openxmlformats.org/drawingml/2006/main" rot="0">
            <a:off x="9896475" y="4429125"/>
            <a:ext cx="1028700" cy="952500"/>
          </a:xfrm>
          <a:prstGeom xmlns:a="http://schemas.openxmlformats.org/drawingml/2006/main" prst="rect">
            <a:avLst/>
          </a:prstGeom>
          <a:noFill xmlns:a="http://schemas.openxmlformats.org/drawingml/2006/main"/>
          <a:ln xmlns:a="http://schemas.openxmlformats.org/drawingml/2006/main" w="0">
            <a:noFill/>
          </a:ln>
        </p:spPr>
      </p:sp>
      <p:sp>
        <p:nvSpPr>
          <p:cNvPr id="145" name="trajectory-label">
            <a:extLst xmlns:a="http://schemas.openxmlformats.org/drawingml/2006/main">
              <a:ext uri="{FF2B5EF4-FFF2-40B4-BE49-F238E27FC236}">
                <a16:creationId xmlns:a16="http://schemas.microsoft.com/office/drawing/2014/main" id="{833B0FAC-8435-4B78-8DCB-8F5BBFD0D2DE}"/>
              </a:ext>
            </a:extLst>
          </p:cNvPr>
          <p:cNvSpPr>
            <a:spLocks xmlns:a="http://schemas.openxmlformats.org/drawingml/2006/main" noGrp="1"/>
          </p:cNvSpPr>
          <p:nvPr/>
        </p:nvSpPr>
        <p:spPr>
          <a:xfrm xmlns:a="http://schemas.openxmlformats.org/drawingml/2006/main" rot="0">
            <a:off x="9858375" y="5391150"/>
            <a:ext cx="11144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25" b="0" i="0">
                <a:solidFill>
                  <a:srgbClr val="000000"/>
                </a:solidFill>
                <a:latin typeface="Times New Roman"/>
                <a:ea typeface="Times New Roman"/>
                <a:cs typeface="Times New Roman"/>
              </a:defRPr>
            </a:defPPr>
          </a:lstStyle>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Trajectory</a:t>
            </a:r>
          </a:p>
          <a:p xmlns:a="http://schemas.openxmlformats.org/drawingml/2006/main">
            <a:pPr algn="ctr">
              <a:defRPr sz="1125" b="0" i="0">
                <a:solidFill>
                  <a:srgbClr val="000000"/>
                </a:solidFill>
                <a:latin typeface="Times New Roman"/>
                <a:ea typeface="Times New Roman"/>
                <a:cs typeface="Times New Roman"/>
              </a:defRPr>
            </a:pPr>
            <a:r>
              <a:rPr sz="1125" b="0" i="0">
                <a:solidFill>
                  <a:srgbClr val="000000"/>
                </a:solidFill>
                <a:latin typeface="Times New Roman"/>
                <a:ea typeface="Times New Roman"/>
                <a:cs typeface="Times New Roman"/>
              </a:rPr>
              <a:t>Perturbation</a:t>
            </a:r>
          </a:p>
        </p:txBody>
      </p:sp>
      <p:sp>
        <p:nvSpPr>
          <p:cNvPr id="146" name="lighting-success">
            <a:extLst xmlns:a="http://schemas.openxmlformats.org/drawingml/2006/main">
              <a:ext uri="{FF2B5EF4-FFF2-40B4-BE49-F238E27FC236}">
                <a16:creationId xmlns:a16="http://schemas.microsoft.com/office/drawing/2014/main" id="{E2A20A0F-8DB4-4BC0-ADC9-83D8D57661A5}"/>
              </a:ext>
            </a:extLst>
          </p:cNvPr>
          <p:cNvSpPr>
            <a:spLocks xmlns:a="http://schemas.openxmlformats.org/drawingml/2006/main" noGrp="1"/>
          </p:cNvSpPr>
          <p:nvPr/>
        </p:nvSpPr>
        <p:spPr>
          <a:xfrm xmlns:a="http://schemas.openxmlformats.org/drawingml/2006/main" rot="0">
            <a:off x="6562725" y="4076700"/>
            <a:ext cx="1323975" cy="352425"/>
          </a:xfrm>
          <a:custGeom xmlns:a="http://schemas.openxmlformats.org/drawingml/2006/main">
            <a:pathLst>
              <a:path w="1323975" h="352425">
                <a:moveTo>
                  <a:pt x="0" y="352425"/>
                </a:moveTo>
                <a:cubicBezTo>
                  <a:pt x="28575" y="123825"/>
                  <a:pt x="733425" y="0"/>
                  <a:pt x="1323975" y="0"/>
                </a:cubicBezTo>
              </a:path>
            </a:pathLst>
          </a:custGeom>
          <a:noFill xmlns:a="http://schemas.openxmlformats.org/drawingml/2006/main"/>
          <a:ln xmlns:a="http://schemas.openxmlformats.org/drawingml/2006/main" w="17145">
            <a:solidFill>
              <a:srgbClr val="B291D6"/>
            </a:solidFill>
            <a:prstDash val="solid"/>
          </a:ln>
        </p:spPr>
      </p:sp>
      <p:sp>
        <p:nvSpPr>
          <p:cNvPr id="147" name="lighting-success-tip">
            <a:extLst xmlns:a="http://schemas.openxmlformats.org/drawingml/2006/main">
              <a:ext uri="{FF2B5EF4-FFF2-40B4-BE49-F238E27FC236}">
                <a16:creationId xmlns:a16="http://schemas.microsoft.com/office/drawing/2014/main" id="{421002CD-B52A-496E-89C0-020717F704E7}"/>
              </a:ext>
            </a:extLst>
          </p:cNvPr>
          <p:cNvSpPr>
            <a:spLocks xmlns:a="http://schemas.openxmlformats.org/drawingml/2006/main" noGrp="1"/>
          </p:cNvSpPr>
          <p:nvPr/>
        </p:nvSpPr>
        <p:spPr>
          <a:xfrm xmlns:a="http://schemas.openxmlformats.org/drawingml/2006/main" rot="0">
            <a:off x="7810500" y="4042410"/>
            <a:ext cx="76200" cy="68580"/>
          </a:xfrm>
          <a:custGeom xmlns:a="http://schemas.openxmlformats.org/drawingml/2006/main">
            <a:pathLst>
              <a:path w="76200" h="68580">
                <a:moveTo>
                  <a:pt x="0" y="68580"/>
                </a:moveTo>
                <a:lnTo>
                  <a:pt x="76200" y="34290"/>
                </a:lnTo>
                <a:lnTo>
                  <a:pt x="0" y="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148" name="speed-success">
            <a:extLst xmlns:a="http://schemas.openxmlformats.org/drawingml/2006/main">
              <a:ext uri="{FF2B5EF4-FFF2-40B4-BE49-F238E27FC236}">
                <a16:creationId xmlns:a16="http://schemas.microsoft.com/office/drawing/2014/main" id="{DDC6DC94-9D60-4889-A78F-A4DA409A7A45}"/>
              </a:ext>
            </a:extLst>
          </p:cNvPr>
          <p:cNvSpPr>
            <a:spLocks xmlns:a="http://schemas.openxmlformats.org/drawingml/2006/main" noGrp="1"/>
          </p:cNvSpPr>
          <p:nvPr/>
        </p:nvSpPr>
        <p:spPr>
          <a:xfrm xmlns:a="http://schemas.openxmlformats.org/drawingml/2006/main" rot="0">
            <a:off x="7734300" y="4257675"/>
            <a:ext cx="704850" cy="171450"/>
          </a:xfrm>
          <a:custGeom xmlns:a="http://schemas.openxmlformats.org/drawingml/2006/main">
            <a:pathLst>
              <a:path w="704850" h="171450">
                <a:moveTo>
                  <a:pt x="0" y="171450"/>
                </a:moveTo>
                <a:cubicBezTo>
                  <a:pt x="285750" y="171450"/>
                  <a:pt x="609600" y="57150"/>
                  <a:pt x="704850" y="0"/>
                </a:cubicBezTo>
              </a:path>
            </a:pathLst>
          </a:custGeom>
          <a:noFill xmlns:a="http://schemas.openxmlformats.org/drawingml/2006/main"/>
          <a:ln xmlns:a="http://schemas.openxmlformats.org/drawingml/2006/main" w="17145">
            <a:solidFill>
              <a:srgbClr val="B291D6"/>
            </a:solidFill>
            <a:prstDash val="solid"/>
          </a:ln>
        </p:spPr>
      </p:sp>
      <p:sp>
        <p:nvSpPr>
          <p:cNvPr id="149" name="speed-success-tip">
            <a:extLst xmlns:a="http://schemas.openxmlformats.org/drawingml/2006/main">
              <a:ext uri="{FF2B5EF4-FFF2-40B4-BE49-F238E27FC236}">
                <a16:creationId xmlns:a16="http://schemas.microsoft.com/office/drawing/2014/main" id="{1038CC9E-B770-413B-BA97-30108CCAE974}"/>
              </a:ext>
            </a:extLst>
          </p:cNvPr>
          <p:cNvSpPr>
            <a:spLocks xmlns:a="http://schemas.openxmlformats.org/drawingml/2006/main" noGrp="1"/>
          </p:cNvSpPr>
          <p:nvPr/>
        </p:nvSpPr>
        <p:spPr>
          <a:xfrm xmlns:a="http://schemas.openxmlformats.org/drawingml/2006/main" rot="0">
            <a:off x="8356167" y="4257675"/>
            <a:ext cx="82983" cy="68608"/>
          </a:xfrm>
          <a:custGeom xmlns:a="http://schemas.openxmlformats.org/drawingml/2006/main">
            <a:pathLst>
              <a:path w="82983" h="68608">
                <a:moveTo>
                  <a:pt x="35284" y="68608"/>
                </a:moveTo>
                <a:lnTo>
                  <a:pt x="82983" y="0"/>
                </a:lnTo>
                <a:lnTo>
                  <a:pt x="0" y="9801"/>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150" name="camera-success">
            <a:extLst xmlns:a="http://schemas.openxmlformats.org/drawingml/2006/main">
              <a:ext uri="{FF2B5EF4-FFF2-40B4-BE49-F238E27FC236}">
                <a16:creationId xmlns:a16="http://schemas.microsoft.com/office/drawing/2014/main" id="{75EA6E60-4C25-402C-8198-BA298FDD7AD3}"/>
              </a:ext>
            </a:extLst>
          </p:cNvPr>
          <p:cNvSpPr>
            <a:spLocks xmlns:a="http://schemas.openxmlformats.org/drawingml/2006/main" noGrp="1"/>
          </p:cNvSpPr>
          <p:nvPr/>
        </p:nvSpPr>
        <p:spPr>
          <a:xfrm xmlns:a="http://schemas.openxmlformats.org/drawingml/2006/main" rot="0">
            <a:off x="8439150" y="4257675"/>
            <a:ext cx="647700" cy="171450"/>
          </a:xfrm>
          <a:custGeom xmlns:a="http://schemas.openxmlformats.org/drawingml/2006/main">
            <a:pathLst>
              <a:path w="647700" h="171450">
                <a:moveTo>
                  <a:pt x="647700" y="171450"/>
                </a:moveTo>
                <a:cubicBezTo>
                  <a:pt x="323850" y="161925"/>
                  <a:pt x="57150" y="47625"/>
                  <a:pt x="0" y="0"/>
                </a:cubicBezTo>
              </a:path>
            </a:pathLst>
          </a:custGeom>
          <a:noFill xmlns:a="http://schemas.openxmlformats.org/drawingml/2006/main"/>
          <a:ln xmlns:a="http://schemas.openxmlformats.org/drawingml/2006/main" w="17145">
            <a:solidFill>
              <a:srgbClr val="B291D6"/>
            </a:solidFill>
            <a:prstDash val="solid"/>
          </a:ln>
        </p:spPr>
      </p:sp>
      <p:sp>
        <p:nvSpPr>
          <p:cNvPr id="151" name="camera-success-tip">
            <a:extLst xmlns:a="http://schemas.openxmlformats.org/drawingml/2006/main">
              <a:ext uri="{FF2B5EF4-FFF2-40B4-BE49-F238E27FC236}">
                <a16:creationId xmlns:a16="http://schemas.microsoft.com/office/drawing/2014/main" id="{E2297F39-DE9F-4016-9E21-A97978B7FC64}"/>
              </a:ext>
            </a:extLst>
          </p:cNvPr>
          <p:cNvSpPr>
            <a:spLocks xmlns:a="http://schemas.openxmlformats.org/drawingml/2006/main" noGrp="1"/>
          </p:cNvSpPr>
          <p:nvPr/>
        </p:nvSpPr>
        <p:spPr>
          <a:xfrm xmlns:a="http://schemas.openxmlformats.org/drawingml/2006/main" rot="0">
            <a:off x="8439150" y="4257675"/>
            <a:ext cx="80490" cy="75124"/>
          </a:xfrm>
          <a:custGeom xmlns:a="http://schemas.openxmlformats.org/drawingml/2006/main">
            <a:pathLst>
              <a:path w="80490" h="75124">
                <a:moveTo>
                  <a:pt x="80490" y="22440"/>
                </a:moveTo>
                <a:lnTo>
                  <a:pt x="0" y="0"/>
                </a:lnTo>
                <a:lnTo>
                  <a:pt x="36587" y="75124"/>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152" name="trajectory-success">
            <a:extLst xmlns:a="http://schemas.openxmlformats.org/drawingml/2006/main">
              <a:ext uri="{FF2B5EF4-FFF2-40B4-BE49-F238E27FC236}">
                <a16:creationId xmlns:a16="http://schemas.microsoft.com/office/drawing/2014/main" id="{EA2781A7-E776-4263-B88D-B6EDC6171CCD}"/>
              </a:ext>
            </a:extLst>
          </p:cNvPr>
          <p:cNvSpPr>
            <a:spLocks xmlns:a="http://schemas.openxmlformats.org/drawingml/2006/main" noGrp="1"/>
          </p:cNvSpPr>
          <p:nvPr/>
        </p:nvSpPr>
        <p:spPr>
          <a:xfrm xmlns:a="http://schemas.openxmlformats.org/drawingml/2006/main" rot="0">
            <a:off x="8991600" y="4076700"/>
            <a:ext cx="1419225" cy="352425"/>
          </a:xfrm>
          <a:custGeom xmlns:a="http://schemas.openxmlformats.org/drawingml/2006/main">
            <a:pathLst>
              <a:path w="1419225" h="352425">
                <a:moveTo>
                  <a:pt x="1419225" y="352425"/>
                </a:moveTo>
                <a:cubicBezTo>
                  <a:pt x="1390650" y="123825"/>
                  <a:pt x="552450" y="9525"/>
                  <a:pt x="0" y="0"/>
                </a:cubicBezTo>
              </a:path>
            </a:pathLst>
          </a:custGeom>
          <a:noFill xmlns:a="http://schemas.openxmlformats.org/drawingml/2006/main"/>
          <a:ln xmlns:a="http://schemas.openxmlformats.org/drawingml/2006/main" w="17145">
            <a:solidFill>
              <a:srgbClr val="B291D6"/>
            </a:solidFill>
            <a:prstDash val="solid"/>
          </a:ln>
        </p:spPr>
      </p:sp>
      <p:sp>
        <p:nvSpPr>
          <p:cNvPr id="153" name="trajectory-success-tip">
            <a:extLst xmlns:a="http://schemas.openxmlformats.org/drawingml/2006/main">
              <a:ext uri="{FF2B5EF4-FFF2-40B4-BE49-F238E27FC236}">
                <a16:creationId xmlns:a16="http://schemas.microsoft.com/office/drawing/2014/main" id="{198308C0-EE4F-43D5-A57F-8C3AB54BEB6B}"/>
              </a:ext>
            </a:extLst>
          </p:cNvPr>
          <p:cNvSpPr>
            <a:spLocks xmlns:a="http://schemas.openxmlformats.org/drawingml/2006/main" noGrp="1"/>
          </p:cNvSpPr>
          <p:nvPr/>
        </p:nvSpPr>
        <p:spPr>
          <a:xfrm xmlns:a="http://schemas.openxmlformats.org/drawingml/2006/main" rot="0">
            <a:off x="8991600" y="4043729"/>
            <a:ext cx="76780" cy="68570"/>
          </a:xfrm>
          <a:custGeom xmlns:a="http://schemas.openxmlformats.org/drawingml/2006/main">
            <a:pathLst>
              <a:path w="76780" h="68570">
                <a:moveTo>
                  <a:pt x="76780" y="0"/>
                </a:moveTo>
                <a:lnTo>
                  <a:pt x="0" y="32971"/>
                </a:lnTo>
                <a:lnTo>
                  <a:pt x="75598" y="68570"/>
                </a:lnTo>
                <a:close/>
              </a:path>
            </a:pathLst>
          </a:custGeom>
          <a:solidFill xmlns:a="http://schemas.openxmlformats.org/drawingml/2006/main">
            <a:srgbClr val="B291D6"/>
          </a:solidFill>
          <a:ln xmlns:a="http://schemas.openxmlformats.org/drawingml/2006/main" w="0">
            <a:solidFill>
              <a:srgbClr val="B291D6"/>
            </a:solidFill>
            <a:prstDash val="solid"/>
          </a:ln>
        </p:spPr>
      </p:sp>
      <p:sp>
        <p:nvSpPr>
          <p:cNvPr id="154" name="task-family-0">
            <a:extLst xmlns:a="http://schemas.openxmlformats.org/drawingml/2006/main">
              <a:ext uri="{FF2B5EF4-FFF2-40B4-BE49-F238E27FC236}">
                <a16:creationId xmlns:a16="http://schemas.microsoft.com/office/drawing/2014/main" id="{F77EC6F1-B4F9-4BF4-ABFE-F49AF498821B}"/>
              </a:ext>
            </a:extLst>
          </p:cNvPr>
          <p:cNvSpPr>
            <a:spLocks xmlns:a="http://schemas.openxmlformats.org/drawingml/2006/main" noGrp="1"/>
          </p:cNvSpPr>
          <p:nvPr/>
        </p:nvSpPr>
        <p:spPr>
          <a:xfrm xmlns:a="http://schemas.openxmlformats.org/drawingml/2006/main" rot="0">
            <a:off x="95250" y="5753100"/>
            <a:ext cx="2438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63" b="1" i="0">
                <a:solidFill>
                  <a:srgbClr val="000000"/>
                </a:solidFill>
                <a:latin typeface="Times New Roman"/>
                <a:ea typeface="Times New Roman"/>
                <a:cs typeface="Times New Roman"/>
              </a:defRPr>
            </a:defPPr>
          </a:lstStyle>
          <a:p xmlns:a="http://schemas.openxmlformats.org/drawingml/2006/main">
            <a:pPr algn="ctr">
              <a:defRPr sz="1163" b="1" i="0">
                <a:solidFill>
                  <a:srgbClr val="000000"/>
                </a:solidFill>
                <a:latin typeface="Times New Roman"/>
                <a:ea typeface="Times New Roman"/>
                <a:cs typeface="Times New Roman"/>
              </a:defRPr>
            </a:pPr>
            <a:r>
              <a:rPr sz="1163" b="1" i="0">
                <a:solidFill>
                  <a:srgbClr val="000000"/>
                </a:solidFill>
                <a:latin typeface="Times New Roman"/>
                <a:ea typeface="Times New Roman"/>
                <a:cs typeface="Times New Roman"/>
              </a:rPr>
              <a:t>Tube-and-Rack Manipulation Tasks</a:t>
            </a:r>
          </a:p>
        </p:txBody>
      </p:sp>
      <p:pic>
        <p:nvPicPr>
          <p:cNvPr id="155" name="">
            <a:extLst xmlns:a="http://schemas.openxmlformats.org/drawingml/2006/main">
              <a:ext uri="{FF2B5EF4-FFF2-40B4-BE49-F238E27FC236}">
                <a16:creationId xmlns:a16="http://schemas.microsoft.com/office/drawing/2014/main" id="{8DE3EB65-38E1-4917-8391-9431900D64C9}"/>
              </a:ext>
            </a:extLst>
          </p:cNvPr>
          <p:cNvPicPr>
            <a:picLocks xmlns:a="http://schemas.openxmlformats.org/drawingml/2006/main" noChangeAspect="1"/>
          </p:cNvPicPr>
          <p:nvPr/>
        </p:nvPicPr>
        <p:blipFill>
          <a:blip xmlns:r="http://schemas.openxmlformats.org/officeDocument/2006/relationships" xmlns:a="http://schemas.openxmlformats.org/drawingml/2006/main" r:embed="Rd4a94cb6d2484f40"/>
          <a:srcRect xmlns:a="http://schemas.openxmlformats.org/drawingml/2006/main" l="0" t="0" r="0" b="0"/>
          <a:stretch xmlns:a="http://schemas.openxmlformats.org/drawingml/2006/main">
            <a:fillRect l="0" t="0" r="0" b="0"/>
          </a:stretch>
        </p:blipFill>
        <p:spPr>
          <a:xfrm xmlns:a="http://schemas.openxmlformats.org/drawingml/2006/main">
            <a:off x="95250" y="6029325"/>
            <a:ext cx="1143000" cy="828675"/>
          </a:xfrm>
          <a:prstGeom xmlns:a="http://schemas.openxmlformats.org/drawingml/2006/main" prst="rect">
            <a:avLst/>
          </a:prstGeom>
        </p:spPr>
      </p:pic>
      <p:sp>
        <p:nvSpPr>
          <p:cNvPr id="156" name="task-family-0-frame-0">
            <a:extLst xmlns:a="http://schemas.openxmlformats.org/drawingml/2006/main">
              <a:ext uri="{FF2B5EF4-FFF2-40B4-BE49-F238E27FC236}">
                <a16:creationId xmlns:a16="http://schemas.microsoft.com/office/drawing/2014/main" id="{D5F8670E-D89E-44DA-BB73-7CADF63887F6}"/>
              </a:ext>
            </a:extLst>
          </p:cNvPr>
          <p:cNvSpPr>
            <a:spLocks xmlns:a="http://schemas.openxmlformats.org/drawingml/2006/main" noGrp="1"/>
          </p:cNvSpPr>
          <p:nvPr/>
        </p:nvSpPr>
        <p:spPr>
          <a:xfrm xmlns:a="http://schemas.openxmlformats.org/drawingml/2006/main" rot="0">
            <a:off x="95250" y="6029325"/>
            <a:ext cx="1143000" cy="828675"/>
          </a:xfrm>
          <a:prstGeom xmlns:a="http://schemas.openxmlformats.org/drawingml/2006/main" prst="rect">
            <a:avLst/>
          </a:prstGeom>
          <a:noFill xmlns:a="http://schemas.openxmlformats.org/drawingml/2006/main"/>
          <a:ln xmlns:a="http://schemas.openxmlformats.org/drawingml/2006/main" w="0">
            <a:noFill/>
          </a:ln>
        </p:spPr>
      </p:sp>
      <p:pic>
        <p:nvPicPr>
          <p:cNvPr id="157" name="">
            <a:extLst xmlns:a="http://schemas.openxmlformats.org/drawingml/2006/main">
              <a:ext uri="{FF2B5EF4-FFF2-40B4-BE49-F238E27FC236}">
                <a16:creationId xmlns:a16="http://schemas.microsoft.com/office/drawing/2014/main" id="{6901ADA7-F651-495C-82C9-CAE442B3CAA0}"/>
              </a:ext>
            </a:extLst>
          </p:cNvPr>
          <p:cNvPicPr>
            <a:picLocks xmlns:a="http://schemas.openxmlformats.org/drawingml/2006/main" noChangeAspect="1"/>
          </p:cNvPicPr>
          <p:nvPr/>
        </p:nvPicPr>
        <p:blipFill>
          <a:blip xmlns:r="http://schemas.openxmlformats.org/officeDocument/2006/relationships" xmlns:a="http://schemas.openxmlformats.org/drawingml/2006/main" r:embed="R7c51521906664ed8"/>
          <a:srcRect xmlns:a="http://schemas.openxmlformats.org/drawingml/2006/main" l="0" t="0" r="0" b="0"/>
          <a:stretch xmlns:a="http://schemas.openxmlformats.org/drawingml/2006/main">
            <a:fillRect l="0" t="0" r="0" b="0"/>
          </a:stretch>
        </p:blipFill>
        <p:spPr>
          <a:xfrm xmlns:a="http://schemas.openxmlformats.org/drawingml/2006/main">
            <a:off x="1371600" y="6019800"/>
            <a:ext cx="1143000" cy="828675"/>
          </a:xfrm>
          <a:prstGeom xmlns:a="http://schemas.openxmlformats.org/drawingml/2006/main" prst="rect">
            <a:avLst/>
          </a:prstGeom>
        </p:spPr>
      </p:pic>
      <p:sp>
        <p:nvSpPr>
          <p:cNvPr id="158" name="task-family-0-frame-1">
            <a:extLst xmlns:a="http://schemas.openxmlformats.org/drawingml/2006/main">
              <a:ext uri="{FF2B5EF4-FFF2-40B4-BE49-F238E27FC236}">
                <a16:creationId xmlns:a16="http://schemas.microsoft.com/office/drawing/2014/main" id="{5729A24A-81AE-4DD6-AA48-724115EB9552}"/>
              </a:ext>
            </a:extLst>
          </p:cNvPr>
          <p:cNvSpPr>
            <a:spLocks xmlns:a="http://schemas.openxmlformats.org/drawingml/2006/main" noGrp="1"/>
          </p:cNvSpPr>
          <p:nvPr/>
        </p:nvSpPr>
        <p:spPr>
          <a:xfrm xmlns:a="http://schemas.openxmlformats.org/drawingml/2006/main" rot="0">
            <a:off x="1371600" y="6019800"/>
            <a:ext cx="1143000" cy="828675"/>
          </a:xfrm>
          <a:prstGeom xmlns:a="http://schemas.openxmlformats.org/drawingml/2006/main" prst="rect">
            <a:avLst/>
          </a:prstGeom>
          <a:noFill xmlns:a="http://schemas.openxmlformats.org/drawingml/2006/main"/>
          <a:ln xmlns:a="http://schemas.openxmlformats.org/drawingml/2006/main" w="0">
            <a:noFill/>
          </a:ln>
        </p:spPr>
      </p:sp>
      <p:pic>
        <p:nvPicPr>
          <p:cNvPr id="159" name="">
            <a:extLst xmlns:a="http://schemas.openxmlformats.org/drawingml/2006/main">
              <a:ext uri="{FF2B5EF4-FFF2-40B4-BE49-F238E27FC236}">
                <a16:creationId xmlns:a16="http://schemas.microsoft.com/office/drawing/2014/main" id="{088B72D2-05A5-4297-B935-9235A9520019}"/>
              </a:ext>
            </a:extLst>
          </p:cNvPr>
          <p:cNvPicPr>
            <a:picLocks xmlns:a="http://schemas.openxmlformats.org/drawingml/2006/main" noChangeAspect="1"/>
          </p:cNvPicPr>
          <p:nvPr/>
        </p:nvPicPr>
        <p:blipFill>
          <a:blip xmlns:r="http://schemas.openxmlformats.org/officeDocument/2006/relationships" xmlns:a="http://schemas.openxmlformats.org/drawingml/2006/main" r:embed="R8dae1e64d34147a5"/>
          <a:srcRect xmlns:a="http://schemas.openxmlformats.org/drawingml/2006/main" l="0" t="0" r="0" b="0"/>
          <a:stretch xmlns:a="http://schemas.openxmlformats.org/drawingml/2006/main">
            <a:fillRect l="0" t="0" r="0" b="0"/>
          </a:stretch>
        </p:blipFill>
        <p:spPr>
          <a:xfrm xmlns:a="http://schemas.openxmlformats.org/drawingml/2006/main">
            <a:off x="95250" y="6981825"/>
            <a:ext cx="1143000" cy="828675"/>
          </a:xfrm>
          <a:prstGeom xmlns:a="http://schemas.openxmlformats.org/drawingml/2006/main" prst="rect">
            <a:avLst/>
          </a:prstGeom>
        </p:spPr>
      </p:pic>
      <p:sp>
        <p:nvSpPr>
          <p:cNvPr id="160" name="task-family-0-frame-2">
            <a:extLst xmlns:a="http://schemas.openxmlformats.org/drawingml/2006/main">
              <a:ext uri="{FF2B5EF4-FFF2-40B4-BE49-F238E27FC236}">
                <a16:creationId xmlns:a16="http://schemas.microsoft.com/office/drawing/2014/main" id="{D48BA484-72AA-4D07-8237-DDB08CDFC597}"/>
              </a:ext>
            </a:extLst>
          </p:cNvPr>
          <p:cNvSpPr>
            <a:spLocks xmlns:a="http://schemas.openxmlformats.org/drawingml/2006/main" noGrp="1"/>
          </p:cNvSpPr>
          <p:nvPr/>
        </p:nvSpPr>
        <p:spPr>
          <a:xfrm xmlns:a="http://schemas.openxmlformats.org/drawingml/2006/main" rot="0">
            <a:off x="95250" y="6981825"/>
            <a:ext cx="1143000" cy="828675"/>
          </a:xfrm>
          <a:prstGeom xmlns:a="http://schemas.openxmlformats.org/drawingml/2006/main" prst="rect">
            <a:avLst/>
          </a:prstGeom>
          <a:noFill xmlns:a="http://schemas.openxmlformats.org/drawingml/2006/main"/>
          <a:ln xmlns:a="http://schemas.openxmlformats.org/drawingml/2006/main" w="0">
            <a:noFill/>
          </a:ln>
        </p:spPr>
      </p:sp>
      <p:pic>
        <p:nvPicPr>
          <p:cNvPr id="161" name="">
            <a:extLst xmlns:a="http://schemas.openxmlformats.org/drawingml/2006/main">
              <a:ext uri="{FF2B5EF4-FFF2-40B4-BE49-F238E27FC236}">
                <a16:creationId xmlns:a16="http://schemas.microsoft.com/office/drawing/2014/main" id="{0A4DE9AB-0F0C-494C-84E1-578AE475A6E3}"/>
              </a:ext>
            </a:extLst>
          </p:cNvPr>
          <p:cNvPicPr>
            <a:picLocks xmlns:a="http://schemas.openxmlformats.org/drawingml/2006/main" noChangeAspect="1"/>
          </p:cNvPicPr>
          <p:nvPr/>
        </p:nvPicPr>
        <p:blipFill>
          <a:blip xmlns:r="http://schemas.openxmlformats.org/officeDocument/2006/relationships" xmlns:a="http://schemas.openxmlformats.org/drawingml/2006/main" r:embed="R8180979c2d8e421c"/>
          <a:srcRect xmlns:a="http://schemas.openxmlformats.org/drawingml/2006/main" l="0" t="0" r="0" b="0"/>
          <a:stretch xmlns:a="http://schemas.openxmlformats.org/drawingml/2006/main">
            <a:fillRect l="0" t="0" r="0" b="0"/>
          </a:stretch>
        </p:blipFill>
        <p:spPr>
          <a:xfrm xmlns:a="http://schemas.openxmlformats.org/drawingml/2006/main">
            <a:off x="1371600" y="6962775"/>
            <a:ext cx="1143000" cy="828675"/>
          </a:xfrm>
          <a:prstGeom xmlns:a="http://schemas.openxmlformats.org/drawingml/2006/main" prst="rect">
            <a:avLst/>
          </a:prstGeom>
        </p:spPr>
      </p:pic>
      <p:sp>
        <p:nvSpPr>
          <p:cNvPr id="162" name="task-family-0-frame-3">
            <a:extLst xmlns:a="http://schemas.openxmlformats.org/drawingml/2006/main">
              <a:ext uri="{FF2B5EF4-FFF2-40B4-BE49-F238E27FC236}">
                <a16:creationId xmlns:a16="http://schemas.microsoft.com/office/drawing/2014/main" id="{7194193C-6BD5-4778-A646-F7DFE5A81743}"/>
              </a:ext>
            </a:extLst>
          </p:cNvPr>
          <p:cNvSpPr>
            <a:spLocks xmlns:a="http://schemas.openxmlformats.org/drawingml/2006/main" noGrp="1"/>
          </p:cNvSpPr>
          <p:nvPr/>
        </p:nvSpPr>
        <p:spPr>
          <a:xfrm xmlns:a="http://schemas.openxmlformats.org/drawingml/2006/main" rot="0">
            <a:off x="1371600" y="6962775"/>
            <a:ext cx="1143000" cy="828675"/>
          </a:xfrm>
          <a:prstGeom xmlns:a="http://schemas.openxmlformats.org/drawingml/2006/main" prst="rect">
            <a:avLst/>
          </a:prstGeom>
          <a:noFill xmlns:a="http://schemas.openxmlformats.org/drawingml/2006/main"/>
          <a:ln xmlns:a="http://schemas.openxmlformats.org/drawingml/2006/main" w="0">
            <a:noFill/>
          </a:ln>
        </p:spPr>
      </p:sp>
      <p:sp>
        <p:nvSpPr>
          <p:cNvPr id="163" name="task-family-0-top-arrow">
            <a:extLst xmlns:a="http://schemas.openxmlformats.org/drawingml/2006/main">
              <a:ext uri="{FF2B5EF4-FFF2-40B4-BE49-F238E27FC236}">
                <a16:creationId xmlns:a16="http://schemas.microsoft.com/office/drawing/2014/main" id="{A492B8C4-CC5E-456C-899E-F6302FAB1F61}"/>
              </a:ext>
            </a:extLst>
          </p:cNvPr>
          <p:cNvSpPr>
            <a:spLocks xmlns:a="http://schemas.openxmlformats.org/drawingml/2006/main" noGrp="1"/>
          </p:cNvSpPr>
          <p:nvPr/>
        </p:nvSpPr>
        <p:spPr>
          <a:xfrm xmlns:a="http://schemas.openxmlformats.org/drawingml/2006/main" rot="0">
            <a:off x="1247775" y="6505575"/>
            <a:ext cx="37148" cy="95"/>
          </a:xfrm>
          <a:custGeom xmlns:a="http://schemas.openxmlformats.org/drawingml/2006/main">
            <a:pathLst>
              <a:path w="37148" h="95">
                <a:moveTo>
                  <a:pt x="0" y="0"/>
                </a:moveTo>
                <a:lnTo>
                  <a:pt x="37148" y="0"/>
                </a:lnTo>
              </a:path>
            </a:pathLst>
          </a:custGeom>
          <a:noFill xmlns:a="http://schemas.openxmlformats.org/drawingml/2006/main"/>
          <a:ln xmlns:a="http://schemas.openxmlformats.org/drawingml/2006/main" w="95250">
            <a:solidFill>
              <a:srgbClr val="D5A5CC"/>
            </a:solidFill>
            <a:prstDash val="solid"/>
          </a:ln>
        </p:spPr>
      </p:sp>
      <p:sp>
        <p:nvSpPr>
          <p:cNvPr id="164" name="task-family-0-top-arrow-tip">
            <a:extLst xmlns:a="http://schemas.openxmlformats.org/drawingml/2006/main">
              <a:ext uri="{FF2B5EF4-FFF2-40B4-BE49-F238E27FC236}">
                <a16:creationId xmlns:a16="http://schemas.microsoft.com/office/drawing/2014/main" id="{D3CC52C0-6625-4819-A909-E439A41622F8}"/>
              </a:ext>
            </a:extLst>
          </p:cNvPr>
          <p:cNvSpPr>
            <a:spLocks xmlns:a="http://schemas.openxmlformats.org/drawingml/2006/main" noGrp="1"/>
          </p:cNvSpPr>
          <p:nvPr/>
        </p:nvSpPr>
        <p:spPr>
          <a:xfrm xmlns:a="http://schemas.openxmlformats.org/drawingml/2006/main" rot="0">
            <a:off x="1247775" y="6394133"/>
            <a:ext cx="123825" cy="222885"/>
          </a:xfrm>
          <a:custGeom xmlns:a="http://schemas.openxmlformats.org/drawingml/2006/main">
            <a:pathLst>
              <a:path w="123825" h="222885">
                <a:moveTo>
                  <a:pt x="0" y="222885"/>
                </a:moveTo>
                <a:lnTo>
                  <a:pt x="123825" y="111443"/>
                </a:lnTo>
                <a:lnTo>
                  <a:pt x="0" y="0"/>
                </a:lnTo>
                <a:close/>
              </a:path>
            </a:pathLst>
          </a:custGeom>
          <a:solidFill xmlns:a="http://schemas.openxmlformats.org/drawingml/2006/main">
            <a:srgbClr val="D5A5CC"/>
          </a:solidFill>
          <a:ln xmlns:a="http://schemas.openxmlformats.org/drawingml/2006/main" w="0">
            <a:solidFill>
              <a:srgbClr val="D5A5CC"/>
            </a:solidFill>
            <a:prstDash val="solid"/>
          </a:ln>
        </p:spPr>
      </p:sp>
      <p:sp>
        <p:nvSpPr>
          <p:cNvPr id="165" name="task-family-0-down-arrow">
            <a:extLst xmlns:a="http://schemas.openxmlformats.org/drawingml/2006/main">
              <a:ext uri="{FF2B5EF4-FFF2-40B4-BE49-F238E27FC236}">
                <a16:creationId xmlns:a16="http://schemas.microsoft.com/office/drawing/2014/main" id="{A36856CA-1191-4490-86E3-8812F18EEA6E}"/>
              </a:ext>
            </a:extLst>
          </p:cNvPr>
          <p:cNvSpPr>
            <a:spLocks xmlns:a="http://schemas.openxmlformats.org/drawingml/2006/main" noGrp="1"/>
          </p:cNvSpPr>
          <p:nvPr/>
        </p:nvSpPr>
        <p:spPr>
          <a:xfrm xmlns:a="http://schemas.openxmlformats.org/drawingml/2006/main" rot="0">
            <a:off x="1933575" y="6838950"/>
            <a:ext cx="95" cy="75247"/>
          </a:xfrm>
          <a:custGeom xmlns:a="http://schemas.openxmlformats.org/drawingml/2006/main">
            <a:pathLst>
              <a:path w="95" h="75247">
                <a:moveTo>
                  <a:pt x="0" y="0"/>
                </a:moveTo>
                <a:lnTo>
                  <a:pt x="0" y="75247"/>
                </a:lnTo>
              </a:path>
            </a:pathLst>
          </a:custGeom>
          <a:noFill xmlns:a="http://schemas.openxmlformats.org/drawingml/2006/main"/>
          <a:ln xmlns:a="http://schemas.openxmlformats.org/drawingml/2006/main" w="95250">
            <a:solidFill>
              <a:srgbClr val="D5A5CC"/>
            </a:solidFill>
            <a:prstDash val="solid"/>
          </a:ln>
        </p:spPr>
      </p:sp>
      <p:sp>
        <p:nvSpPr>
          <p:cNvPr id="166" name="task-family-0-down-arrow-tip">
            <a:extLst xmlns:a="http://schemas.openxmlformats.org/drawingml/2006/main">
              <a:ext uri="{FF2B5EF4-FFF2-40B4-BE49-F238E27FC236}">
                <a16:creationId xmlns:a16="http://schemas.microsoft.com/office/drawing/2014/main" id="{FCB491AE-4D0A-4A69-B9F8-F75C0D8D1925}"/>
              </a:ext>
            </a:extLst>
          </p:cNvPr>
          <p:cNvSpPr>
            <a:spLocks xmlns:a="http://schemas.openxmlformats.org/drawingml/2006/main" noGrp="1"/>
          </p:cNvSpPr>
          <p:nvPr/>
        </p:nvSpPr>
        <p:spPr>
          <a:xfrm xmlns:a="http://schemas.openxmlformats.org/drawingml/2006/main" rot="0">
            <a:off x="1822133" y="6877050"/>
            <a:ext cx="222885" cy="123825"/>
          </a:xfrm>
          <a:custGeom xmlns:a="http://schemas.openxmlformats.org/drawingml/2006/main">
            <a:pathLst>
              <a:path w="222885" h="123825">
                <a:moveTo>
                  <a:pt x="0" y="0"/>
                </a:moveTo>
                <a:lnTo>
                  <a:pt x="111442" y="123825"/>
                </a:lnTo>
                <a:lnTo>
                  <a:pt x="222885" y="0"/>
                </a:lnTo>
                <a:close/>
              </a:path>
            </a:pathLst>
          </a:custGeom>
          <a:solidFill xmlns:a="http://schemas.openxmlformats.org/drawingml/2006/main">
            <a:srgbClr val="D5A5CC"/>
          </a:solidFill>
          <a:ln xmlns:a="http://schemas.openxmlformats.org/drawingml/2006/main" w="0">
            <a:solidFill>
              <a:srgbClr val="D5A5CC"/>
            </a:solidFill>
            <a:prstDash val="solid"/>
          </a:ln>
        </p:spPr>
      </p:sp>
      <p:sp>
        <p:nvSpPr>
          <p:cNvPr id="167" name="task-family-0-bottom-arrow">
            <a:extLst xmlns:a="http://schemas.openxmlformats.org/drawingml/2006/main">
              <a:ext uri="{FF2B5EF4-FFF2-40B4-BE49-F238E27FC236}">
                <a16:creationId xmlns:a16="http://schemas.microsoft.com/office/drawing/2014/main" id="{E5D1194B-994B-4B92-93E9-41C5A93AEF9F}"/>
              </a:ext>
            </a:extLst>
          </p:cNvPr>
          <p:cNvSpPr>
            <a:spLocks xmlns:a="http://schemas.openxmlformats.org/drawingml/2006/main" noGrp="1"/>
          </p:cNvSpPr>
          <p:nvPr/>
        </p:nvSpPr>
        <p:spPr>
          <a:xfrm xmlns:a="http://schemas.openxmlformats.org/drawingml/2006/main" rot="0">
            <a:off x="1324928" y="7391400"/>
            <a:ext cx="46673" cy="95"/>
          </a:xfrm>
          <a:custGeom xmlns:a="http://schemas.openxmlformats.org/drawingml/2006/main">
            <a:pathLst>
              <a:path w="46673" h="95">
                <a:moveTo>
                  <a:pt x="46673" y="0"/>
                </a:moveTo>
                <a:lnTo>
                  <a:pt x="0" y="0"/>
                </a:lnTo>
              </a:path>
            </a:pathLst>
          </a:custGeom>
          <a:noFill xmlns:a="http://schemas.openxmlformats.org/drawingml/2006/main"/>
          <a:ln xmlns:a="http://schemas.openxmlformats.org/drawingml/2006/main" w="95250">
            <a:solidFill>
              <a:srgbClr val="D5A5CC"/>
            </a:solidFill>
            <a:prstDash val="solid"/>
          </a:ln>
        </p:spPr>
      </p:sp>
      <p:sp>
        <p:nvSpPr>
          <p:cNvPr id="168" name="task-family-0-bottom-arrow-tip">
            <a:extLst xmlns:a="http://schemas.openxmlformats.org/drawingml/2006/main">
              <a:ext uri="{FF2B5EF4-FFF2-40B4-BE49-F238E27FC236}">
                <a16:creationId xmlns:a16="http://schemas.microsoft.com/office/drawing/2014/main" id="{300A60BE-3345-4936-AD42-434D1760A620}"/>
              </a:ext>
            </a:extLst>
          </p:cNvPr>
          <p:cNvSpPr>
            <a:spLocks xmlns:a="http://schemas.openxmlformats.org/drawingml/2006/main" noGrp="1"/>
          </p:cNvSpPr>
          <p:nvPr/>
        </p:nvSpPr>
        <p:spPr>
          <a:xfrm xmlns:a="http://schemas.openxmlformats.org/drawingml/2006/main" rot="0">
            <a:off x="1238250" y="7279958"/>
            <a:ext cx="123825" cy="222885"/>
          </a:xfrm>
          <a:custGeom xmlns:a="http://schemas.openxmlformats.org/drawingml/2006/main">
            <a:pathLst>
              <a:path w="123825" h="222885">
                <a:moveTo>
                  <a:pt x="123825" y="0"/>
                </a:moveTo>
                <a:lnTo>
                  <a:pt x="0" y="111443"/>
                </a:lnTo>
                <a:lnTo>
                  <a:pt x="123825" y="222885"/>
                </a:lnTo>
                <a:close/>
              </a:path>
            </a:pathLst>
          </a:custGeom>
          <a:solidFill xmlns:a="http://schemas.openxmlformats.org/drawingml/2006/main">
            <a:srgbClr val="D5A5CC"/>
          </a:solidFill>
          <a:ln xmlns:a="http://schemas.openxmlformats.org/drawingml/2006/main" w="0">
            <a:solidFill>
              <a:srgbClr val="D5A5CC"/>
            </a:solidFill>
            <a:prstDash val="solid"/>
          </a:ln>
        </p:spPr>
      </p:sp>
      <p:sp>
        <p:nvSpPr>
          <p:cNvPr id="169" name="task-family-1">
            <a:extLst xmlns:a="http://schemas.openxmlformats.org/drawingml/2006/main">
              <a:ext uri="{FF2B5EF4-FFF2-40B4-BE49-F238E27FC236}">
                <a16:creationId xmlns:a16="http://schemas.microsoft.com/office/drawing/2014/main" id="{02B2CB85-0455-444E-A9E3-BDC190DFDB34}"/>
              </a:ext>
            </a:extLst>
          </p:cNvPr>
          <p:cNvSpPr>
            <a:spLocks xmlns:a="http://schemas.openxmlformats.org/drawingml/2006/main" noGrp="1"/>
          </p:cNvSpPr>
          <p:nvPr/>
        </p:nvSpPr>
        <p:spPr>
          <a:xfrm xmlns:a="http://schemas.openxmlformats.org/drawingml/2006/main" rot="0">
            <a:off x="2981325" y="5753100"/>
            <a:ext cx="2438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63" b="1" i="0">
                <a:solidFill>
                  <a:srgbClr val="000000"/>
                </a:solidFill>
                <a:latin typeface="Times New Roman"/>
                <a:ea typeface="Times New Roman"/>
                <a:cs typeface="Times New Roman"/>
              </a:defRPr>
            </a:defPPr>
          </a:lstStyle>
          <a:p xmlns:a="http://schemas.openxmlformats.org/drawingml/2006/main">
            <a:pPr algn="ctr">
              <a:defRPr sz="1163" b="1" i="0">
                <a:solidFill>
                  <a:srgbClr val="000000"/>
                </a:solidFill>
                <a:latin typeface="Times New Roman"/>
                <a:ea typeface="Times New Roman"/>
                <a:cs typeface="Times New Roman"/>
              </a:defRPr>
            </a:pPr>
            <a:r>
              <a:rPr sz="1163" b="1" i="0">
                <a:solidFill>
                  <a:srgbClr val="000000"/>
                </a:solidFill>
                <a:latin typeface="Times New Roman"/>
                <a:ea typeface="Times New Roman"/>
                <a:cs typeface="Times New Roman"/>
              </a:rPr>
              <a:t>Cultureware Handling Tasks</a:t>
            </a:r>
          </a:p>
        </p:txBody>
      </p:sp>
      <p:pic>
        <p:nvPicPr>
          <p:cNvPr id="170" name="">
            <a:extLst xmlns:a="http://schemas.openxmlformats.org/drawingml/2006/main">
              <a:ext uri="{FF2B5EF4-FFF2-40B4-BE49-F238E27FC236}">
                <a16:creationId xmlns:a16="http://schemas.microsoft.com/office/drawing/2014/main" id="{8E81C4E1-B0D5-4BDF-B86B-CC2E1C643892}"/>
              </a:ext>
            </a:extLst>
          </p:cNvPr>
          <p:cNvPicPr>
            <a:picLocks xmlns:a="http://schemas.openxmlformats.org/drawingml/2006/main" noChangeAspect="1"/>
          </p:cNvPicPr>
          <p:nvPr/>
        </p:nvPicPr>
        <p:blipFill>
          <a:blip xmlns:r="http://schemas.openxmlformats.org/officeDocument/2006/relationships" xmlns:a="http://schemas.openxmlformats.org/drawingml/2006/main" r:embed="R9077bced638946a0"/>
          <a:srcRect xmlns:a="http://schemas.openxmlformats.org/drawingml/2006/main" l="0" t="0" r="0" b="0"/>
          <a:stretch xmlns:a="http://schemas.openxmlformats.org/drawingml/2006/main">
            <a:fillRect l="0" t="0" r="0" b="0"/>
          </a:stretch>
        </p:blipFill>
        <p:spPr>
          <a:xfrm xmlns:a="http://schemas.openxmlformats.org/drawingml/2006/main">
            <a:off x="2981325" y="6029325"/>
            <a:ext cx="1143000" cy="828675"/>
          </a:xfrm>
          <a:prstGeom xmlns:a="http://schemas.openxmlformats.org/drawingml/2006/main" prst="rect">
            <a:avLst/>
          </a:prstGeom>
        </p:spPr>
      </p:pic>
      <p:sp>
        <p:nvSpPr>
          <p:cNvPr id="171" name="task-family-1-frame-0">
            <a:extLst xmlns:a="http://schemas.openxmlformats.org/drawingml/2006/main">
              <a:ext uri="{FF2B5EF4-FFF2-40B4-BE49-F238E27FC236}">
                <a16:creationId xmlns:a16="http://schemas.microsoft.com/office/drawing/2014/main" id="{E62A1893-F4FE-4EF0-8E78-7367087C71DD}"/>
              </a:ext>
            </a:extLst>
          </p:cNvPr>
          <p:cNvSpPr>
            <a:spLocks xmlns:a="http://schemas.openxmlformats.org/drawingml/2006/main" noGrp="1"/>
          </p:cNvSpPr>
          <p:nvPr/>
        </p:nvSpPr>
        <p:spPr>
          <a:xfrm xmlns:a="http://schemas.openxmlformats.org/drawingml/2006/main" rot="0">
            <a:off x="2981325" y="6029325"/>
            <a:ext cx="1143000" cy="828675"/>
          </a:xfrm>
          <a:prstGeom xmlns:a="http://schemas.openxmlformats.org/drawingml/2006/main" prst="rect">
            <a:avLst/>
          </a:prstGeom>
          <a:noFill xmlns:a="http://schemas.openxmlformats.org/drawingml/2006/main"/>
          <a:ln xmlns:a="http://schemas.openxmlformats.org/drawingml/2006/main" w="0">
            <a:noFill/>
          </a:ln>
        </p:spPr>
      </p:sp>
      <p:pic>
        <p:nvPicPr>
          <p:cNvPr id="172" name="">
            <a:extLst xmlns:a="http://schemas.openxmlformats.org/drawingml/2006/main">
              <a:ext uri="{FF2B5EF4-FFF2-40B4-BE49-F238E27FC236}">
                <a16:creationId xmlns:a16="http://schemas.microsoft.com/office/drawing/2014/main" id="{FB662DF9-12AA-4D0B-8705-656EED1D9677}"/>
              </a:ext>
            </a:extLst>
          </p:cNvPr>
          <p:cNvPicPr>
            <a:picLocks xmlns:a="http://schemas.openxmlformats.org/drawingml/2006/main" noChangeAspect="1"/>
          </p:cNvPicPr>
          <p:nvPr/>
        </p:nvPicPr>
        <p:blipFill>
          <a:blip xmlns:r="http://schemas.openxmlformats.org/officeDocument/2006/relationships" xmlns:a="http://schemas.openxmlformats.org/drawingml/2006/main" r:embed="R1fdc5ea8f3a04c6d"/>
          <a:srcRect xmlns:a="http://schemas.openxmlformats.org/drawingml/2006/main" l="0" t="0" r="0" b="0"/>
          <a:stretch xmlns:a="http://schemas.openxmlformats.org/drawingml/2006/main">
            <a:fillRect l="0" t="0" r="0" b="0"/>
          </a:stretch>
        </p:blipFill>
        <p:spPr>
          <a:xfrm xmlns:a="http://schemas.openxmlformats.org/drawingml/2006/main">
            <a:off x="4248150" y="6019800"/>
            <a:ext cx="1143000" cy="828675"/>
          </a:xfrm>
          <a:prstGeom xmlns:a="http://schemas.openxmlformats.org/drawingml/2006/main" prst="rect">
            <a:avLst/>
          </a:prstGeom>
        </p:spPr>
      </p:pic>
      <p:sp>
        <p:nvSpPr>
          <p:cNvPr id="173" name="task-family-1-frame-1">
            <a:extLst xmlns:a="http://schemas.openxmlformats.org/drawingml/2006/main">
              <a:ext uri="{FF2B5EF4-FFF2-40B4-BE49-F238E27FC236}">
                <a16:creationId xmlns:a16="http://schemas.microsoft.com/office/drawing/2014/main" id="{F126075B-AF22-4842-9622-7ED93E9B2772}"/>
              </a:ext>
            </a:extLst>
          </p:cNvPr>
          <p:cNvSpPr>
            <a:spLocks xmlns:a="http://schemas.openxmlformats.org/drawingml/2006/main" noGrp="1"/>
          </p:cNvSpPr>
          <p:nvPr/>
        </p:nvSpPr>
        <p:spPr>
          <a:xfrm xmlns:a="http://schemas.openxmlformats.org/drawingml/2006/main" rot="0">
            <a:off x="4248150" y="6019800"/>
            <a:ext cx="1143000" cy="828675"/>
          </a:xfrm>
          <a:prstGeom xmlns:a="http://schemas.openxmlformats.org/drawingml/2006/main" prst="rect">
            <a:avLst/>
          </a:prstGeom>
          <a:noFill xmlns:a="http://schemas.openxmlformats.org/drawingml/2006/main"/>
          <a:ln xmlns:a="http://schemas.openxmlformats.org/drawingml/2006/main" w="0">
            <a:noFill/>
          </a:ln>
        </p:spPr>
      </p:sp>
      <p:pic>
        <p:nvPicPr>
          <p:cNvPr id="174" name="">
            <a:extLst xmlns:a="http://schemas.openxmlformats.org/drawingml/2006/main">
              <a:ext uri="{FF2B5EF4-FFF2-40B4-BE49-F238E27FC236}">
                <a16:creationId xmlns:a16="http://schemas.microsoft.com/office/drawing/2014/main" id="{554725BC-7CF8-4262-ADF9-242348CB15AB}"/>
              </a:ext>
            </a:extLst>
          </p:cNvPr>
          <p:cNvPicPr>
            <a:picLocks xmlns:a="http://schemas.openxmlformats.org/drawingml/2006/main" noChangeAspect="1"/>
          </p:cNvPicPr>
          <p:nvPr/>
        </p:nvPicPr>
        <p:blipFill>
          <a:blip xmlns:r="http://schemas.openxmlformats.org/officeDocument/2006/relationships" xmlns:a="http://schemas.openxmlformats.org/drawingml/2006/main" r:embed="Rd59d549194774139"/>
          <a:srcRect xmlns:a="http://schemas.openxmlformats.org/drawingml/2006/main" l="0" t="0" r="0" b="0"/>
          <a:stretch xmlns:a="http://schemas.openxmlformats.org/drawingml/2006/main">
            <a:fillRect l="0" t="0" r="0" b="0"/>
          </a:stretch>
        </p:blipFill>
        <p:spPr>
          <a:xfrm xmlns:a="http://schemas.openxmlformats.org/drawingml/2006/main">
            <a:off x="2981325" y="6981825"/>
            <a:ext cx="1143000" cy="828675"/>
          </a:xfrm>
          <a:prstGeom xmlns:a="http://schemas.openxmlformats.org/drawingml/2006/main" prst="rect">
            <a:avLst/>
          </a:prstGeom>
        </p:spPr>
      </p:pic>
      <p:sp>
        <p:nvSpPr>
          <p:cNvPr id="175" name="task-family-1-frame-2">
            <a:extLst xmlns:a="http://schemas.openxmlformats.org/drawingml/2006/main">
              <a:ext uri="{FF2B5EF4-FFF2-40B4-BE49-F238E27FC236}">
                <a16:creationId xmlns:a16="http://schemas.microsoft.com/office/drawing/2014/main" id="{C500C98C-180C-43CF-A4F9-C82DA04003D5}"/>
              </a:ext>
            </a:extLst>
          </p:cNvPr>
          <p:cNvSpPr>
            <a:spLocks xmlns:a="http://schemas.openxmlformats.org/drawingml/2006/main" noGrp="1"/>
          </p:cNvSpPr>
          <p:nvPr/>
        </p:nvSpPr>
        <p:spPr>
          <a:xfrm xmlns:a="http://schemas.openxmlformats.org/drawingml/2006/main" rot="0">
            <a:off x="2981325" y="6981825"/>
            <a:ext cx="1143000" cy="828675"/>
          </a:xfrm>
          <a:prstGeom xmlns:a="http://schemas.openxmlformats.org/drawingml/2006/main" prst="rect">
            <a:avLst/>
          </a:prstGeom>
          <a:noFill xmlns:a="http://schemas.openxmlformats.org/drawingml/2006/main"/>
          <a:ln xmlns:a="http://schemas.openxmlformats.org/drawingml/2006/main" w="0">
            <a:noFill/>
          </a:ln>
        </p:spPr>
      </p:sp>
      <p:pic>
        <p:nvPicPr>
          <p:cNvPr id="176" name="">
            <a:extLst xmlns:a="http://schemas.openxmlformats.org/drawingml/2006/main">
              <a:ext uri="{FF2B5EF4-FFF2-40B4-BE49-F238E27FC236}">
                <a16:creationId xmlns:a16="http://schemas.microsoft.com/office/drawing/2014/main" id="{AEBA0F39-223F-4D86-AC39-C4E410F2E1D8}"/>
              </a:ext>
            </a:extLst>
          </p:cNvPr>
          <p:cNvPicPr>
            <a:picLocks xmlns:a="http://schemas.openxmlformats.org/drawingml/2006/main" noChangeAspect="1"/>
          </p:cNvPicPr>
          <p:nvPr/>
        </p:nvPicPr>
        <p:blipFill>
          <a:blip xmlns:r="http://schemas.openxmlformats.org/officeDocument/2006/relationships" xmlns:a="http://schemas.openxmlformats.org/drawingml/2006/main" r:embed="Rea6bc30616df4539"/>
          <a:srcRect xmlns:a="http://schemas.openxmlformats.org/drawingml/2006/main" l="0" t="0" r="0" b="0"/>
          <a:stretch xmlns:a="http://schemas.openxmlformats.org/drawingml/2006/main">
            <a:fillRect l="0" t="0" r="0" b="0"/>
          </a:stretch>
        </p:blipFill>
        <p:spPr>
          <a:xfrm xmlns:a="http://schemas.openxmlformats.org/drawingml/2006/main">
            <a:off x="4248150" y="6962775"/>
            <a:ext cx="1143000" cy="828675"/>
          </a:xfrm>
          <a:prstGeom xmlns:a="http://schemas.openxmlformats.org/drawingml/2006/main" prst="rect">
            <a:avLst/>
          </a:prstGeom>
        </p:spPr>
      </p:pic>
      <p:sp>
        <p:nvSpPr>
          <p:cNvPr id="177" name="task-family-1-frame-3">
            <a:extLst xmlns:a="http://schemas.openxmlformats.org/drawingml/2006/main">
              <a:ext uri="{FF2B5EF4-FFF2-40B4-BE49-F238E27FC236}">
                <a16:creationId xmlns:a16="http://schemas.microsoft.com/office/drawing/2014/main" id="{141753A0-393C-418D-8A6A-B1105B66916F}"/>
              </a:ext>
            </a:extLst>
          </p:cNvPr>
          <p:cNvSpPr>
            <a:spLocks xmlns:a="http://schemas.openxmlformats.org/drawingml/2006/main" noGrp="1"/>
          </p:cNvSpPr>
          <p:nvPr/>
        </p:nvSpPr>
        <p:spPr>
          <a:xfrm xmlns:a="http://schemas.openxmlformats.org/drawingml/2006/main" rot="0">
            <a:off x="4248150" y="6962775"/>
            <a:ext cx="1143000" cy="828675"/>
          </a:xfrm>
          <a:prstGeom xmlns:a="http://schemas.openxmlformats.org/drawingml/2006/main" prst="rect">
            <a:avLst/>
          </a:prstGeom>
          <a:noFill xmlns:a="http://schemas.openxmlformats.org/drawingml/2006/main"/>
          <a:ln xmlns:a="http://schemas.openxmlformats.org/drawingml/2006/main" w="0">
            <a:noFill/>
          </a:ln>
        </p:spPr>
      </p:sp>
      <p:sp>
        <p:nvSpPr>
          <p:cNvPr id="178" name="task-family-1-top-arrow">
            <a:extLst xmlns:a="http://schemas.openxmlformats.org/drawingml/2006/main">
              <a:ext uri="{FF2B5EF4-FFF2-40B4-BE49-F238E27FC236}">
                <a16:creationId xmlns:a16="http://schemas.microsoft.com/office/drawing/2014/main" id="{5FB49C73-D94B-4C48-B905-BBEC2DD4996A}"/>
              </a:ext>
            </a:extLst>
          </p:cNvPr>
          <p:cNvSpPr>
            <a:spLocks xmlns:a="http://schemas.openxmlformats.org/drawingml/2006/main" noGrp="1"/>
          </p:cNvSpPr>
          <p:nvPr/>
        </p:nvSpPr>
        <p:spPr>
          <a:xfrm xmlns:a="http://schemas.openxmlformats.org/drawingml/2006/main" rot="0">
            <a:off x="4133850" y="6505575"/>
            <a:ext cx="27622" cy="95"/>
          </a:xfrm>
          <a:custGeom xmlns:a="http://schemas.openxmlformats.org/drawingml/2006/main">
            <a:pathLst>
              <a:path w="27622" h="95">
                <a:moveTo>
                  <a:pt x="0" y="0"/>
                </a:moveTo>
                <a:lnTo>
                  <a:pt x="27622" y="0"/>
                </a:lnTo>
              </a:path>
            </a:pathLst>
          </a:custGeom>
          <a:noFill xmlns:a="http://schemas.openxmlformats.org/drawingml/2006/main"/>
          <a:ln xmlns:a="http://schemas.openxmlformats.org/drawingml/2006/main" w="95250">
            <a:solidFill>
              <a:srgbClr val="D5A5CC"/>
            </a:solidFill>
            <a:prstDash val="solid"/>
          </a:ln>
        </p:spPr>
      </p:sp>
      <p:sp>
        <p:nvSpPr>
          <p:cNvPr id="179" name="task-family-1-top-arrow-tip">
            <a:extLst xmlns:a="http://schemas.openxmlformats.org/drawingml/2006/main">
              <a:ext uri="{FF2B5EF4-FFF2-40B4-BE49-F238E27FC236}">
                <a16:creationId xmlns:a16="http://schemas.microsoft.com/office/drawing/2014/main" id="{BBD35DA1-7A6F-4233-AB26-AFA1A4814EA4}"/>
              </a:ext>
            </a:extLst>
          </p:cNvPr>
          <p:cNvSpPr>
            <a:spLocks xmlns:a="http://schemas.openxmlformats.org/drawingml/2006/main" noGrp="1"/>
          </p:cNvSpPr>
          <p:nvPr/>
        </p:nvSpPr>
        <p:spPr>
          <a:xfrm xmlns:a="http://schemas.openxmlformats.org/drawingml/2006/main" rot="0">
            <a:off x="4124325" y="6394133"/>
            <a:ext cx="123825" cy="222885"/>
          </a:xfrm>
          <a:custGeom xmlns:a="http://schemas.openxmlformats.org/drawingml/2006/main">
            <a:pathLst>
              <a:path w="123825" h="222885">
                <a:moveTo>
                  <a:pt x="0" y="222885"/>
                </a:moveTo>
                <a:lnTo>
                  <a:pt x="123825" y="111443"/>
                </a:lnTo>
                <a:lnTo>
                  <a:pt x="0" y="0"/>
                </a:lnTo>
                <a:close/>
              </a:path>
            </a:pathLst>
          </a:custGeom>
          <a:solidFill xmlns:a="http://schemas.openxmlformats.org/drawingml/2006/main">
            <a:srgbClr val="D5A5CC"/>
          </a:solidFill>
          <a:ln xmlns:a="http://schemas.openxmlformats.org/drawingml/2006/main" w="0">
            <a:solidFill>
              <a:srgbClr val="D5A5CC"/>
            </a:solidFill>
            <a:prstDash val="solid"/>
          </a:ln>
        </p:spPr>
      </p:sp>
      <p:sp>
        <p:nvSpPr>
          <p:cNvPr id="180" name="task-family-1-down-arrow">
            <a:extLst xmlns:a="http://schemas.openxmlformats.org/drawingml/2006/main">
              <a:ext uri="{FF2B5EF4-FFF2-40B4-BE49-F238E27FC236}">
                <a16:creationId xmlns:a16="http://schemas.microsoft.com/office/drawing/2014/main" id="{05FF9489-9E69-47F9-A09C-F79765705125}"/>
              </a:ext>
            </a:extLst>
          </p:cNvPr>
          <p:cNvSpPr>
            <a:spLocks xmlns:a="http://schemas.openxmlformats.org/drawingml/2006/main" noGrp="1"/>
          </p:cNvSpPr>
          <p:nvPr/>
        </p:nvSpPr>
        <p:spPr>
          <a:xfrm xmlns:a="http://schemas.openxmlformats.org/drawingml/2006/main" rot="0">
            <a:off x="4810125" y="6838950"/>
            <a:ext cx="95" cy="75247"/>
          </a:xfrm>
          <a:custGeom xmlns:a="http://schemas.openxmlformats.org/drawingml/2006/main">
            <a:pathLst>
              <a:path w="95" h="75247">
                <a:moveTo>
                  <a:pt x="0" y="0"/>
                </a:moveTo>
                <a:lnTo>
                  <a:pt x="0" y="75247"/>
                </a:lnTo>
              </a:path>
            </a:pathLst>
          </a:custGeom>
          <a:noFill xmlns:a="http://schemas.openxmlformats.org/drawingml/2006/main"/>
          <a:ln xmlns:a="http://schemas.openxmlformats.org/drawingml/2006/main" w="95250">
            <a:solidFill>
              <a:srgbClr val="D5A5CC"/>
            </a:solidFill>
            <a:prstDash val="solid"/>
          </a:ln>
        </p:spPr>
      </p:sp>
      <p:sp>
        <p:nvSpPr>
          <p:cNvPr id="181" name="task-family-1-down-arrow-tip">
            <a:extLst xmlns:a="http://schemas.openxmlformats.org/drawingml/2006/main">
              <a:ext uri="{FF2B5EF4-FFF2-40B4-BE49-F238E27FC236}">
                <a16:creationId xmlns:a16="http://schemas.microsoft.com/office/drawing/2014/main" id="{4C13D207-BE0B-468A-A439-FB38B6B3270A}"/>
              </a:ext>
            </a:extLst>
          </p:cNvPr>
          <p:cNvSpPr>
            <a:spLocks xmlns:a="http://schemas.openxmlformats.org/drawingml/2006/main" noGrp="1"/>
          </p:cNvSpPr>
          <p:nvPr/>
        </p:nvSpPr>
        <p:spPr>
          <a:xfrm xmlns:a="http://schemas.openxmlformats.org/drawingml/2006/main" rot="0">
            <a:off x="4698683" y="6877050"/>
            <a:ext cx="222885" cy="123825"/>
          </a:xfrm>
          <a:custGeom xmlns:a="http://schemas.openxmlformats.org/drawingml/2006/main">
            <a:pathLst>
              <a:path w="222885" h="123825">
                <a:moveTo>
                  <a:pt x="0" y="0"/>
                </a:moveTo>
                <a:lnTo>
                  <a:pt x="111442" y="123825"/>
                </a:lnTo>
                <a:lnTo>
                  <a:pt x="222885" y="0"/>
                </a:lnTo>
                <a:close/>
              </a:path>
            </a:pathLst>
          </a:custGeom>
          <a:solidFill xmlns:a="http://schemas.openxmlformats.org/drawingml/2006/main">
            <a:srgbClr val="D5A5CC"/>
          </a:solidFill>
          <a:ln xmlns:a="http://schemas.openxmlformats.org/drawingml/2006/main" w="0">
            <a:solidFill>
              <a:srgbClr val="D5A5CC"/>
            </a:solidFill>
            <a:prstDash val="solid"/>
          </a:ln>
        </p:spPr>
      </p:sp>
      <p:sp>
        <p:nvSpPr>
          <p:cNvPr id="182" name="task-family-1-bottom-arrow">
            <a:extLst xmlns:a="http://schemas.openxmlformats.org/drawingml/2006/main">
              <a:ext uri="{FF2B5EF4-FFF2-40B4-BE49-F238E27FC236}">
                <a16:creationId xmlns:a16="http://schemas.microsoft.com/office/drawing/2014/main" id="{7483D983-B550-4D96-96EB-5F45156D4FE1}"/>
              </a:ext>
            </a:extLst>
          </p:cNvPr>
          <p:cNvSpPr>
            <a:spLocks xmlns:a="http://schemas.openxmlformats.org/drawingml/2006/main" noGrp="1"/>
          </p:cNvSpPr>
          <p:nvPr/>
        </p:nvSpPr>
        <p:spPr>
          <a:xfrm xmlns:a="http://schemas.openxmlformats.org/drawingml/2006/main" rot="0">
            <a:off x="4211003" y="7391400"/>
            <a:ext cx="37147" cy="95"/>
          </a:xfrm>
          <a:custGeom xmlns:a="http://schemas.openxmlformats.org/drawingml/2006/main">
            <a:pathLst>
              <a:path w="37147" h="95">
                <a:moveTo>
                  <a:pt x="37147" y="0"/>
                </a:moveTo>
                <a:lnTo>
                  <a:pt x="0" y="0"/>
                </a:lnTo>
              </a:path>
            </a:pathLst>
          </a:custGeom>
          <a:noFill xmlns:a="http://schemas.openxmlformats.org/drawingml/2006/main"/>
          <a:ln xmlns:a="http://schemas.openxmlformats.org/drawingml/2006/main" w="95250">
            <a:solidFill>
              <a:srgbClr val="D5A5CC"/>
            </a:solidFill>
            <a:prstDash val="solid"/>
          </a:ln>
        </p:spPr>
      </p:sp>
      <p:sp>
        <p:nvSpPr>
          <p:cNvPr id="183" name="task-family-1-bottom-arrow-tip">
            <a:extLst xmlns:a="http://schemas.openxmlformats.org/drawingml/2006/main">
              <a:ext uri="{FF2B5EF4-FFF2-40B4-BE49-F238E27FC236}">
                <a16:creationId xmlns:a16="http://schemas.microsoft.com/office/drawing/2014/main" id="{1408DE08-26F7-403D-AFA8-D1D713534832}"/>
              </a:ext>
            </a:extLst>
          </p:cNvPr>
          <p:cNvSpPr>
            <a:spLocks xmlns:a="http://schemas.openxmlformats.org/drawingml/2006/main" noGrp="1"/>
          </p:cNvSpPr>
          <p:nvPr/>
        </p:nvSpPr>
        <p:spPr>
          <a:xfrm xmlns:a="http://schemas.openxmlformats.org/drawingml/2006/main" rot="0">
            <a:off x="4124325" y="7279958"/>
            <a:ext cx="123825" cy="222885"/>
          </a:xfrm>
          <a:custGeom xmlns:a="http://schemas.openxmlformats.org/drawingml/2006/main">
            <a:pathLst>
              <a:path w="123825" h="222885">
                <a:moveTo>
                  <a:pt x="123825" y="0"/>
                </a:moveTo>
                <a:lnTo>
                  <a:pt x="0" y="111443"/>
                </a:lnTo>
                <a:lnTo>
                  <a:pt x="123825" y="222885"/>
                </a:lnTo>
                <a:close/>
              </a:path>
            </a:pathLst>
          </a:custGeom>
          <a:solidFill xmlns:a="http://schemas.openxmlformats.org/drawingml/2006/main">
            <a:srgbClr val="D5A5CC"/>
          </a:solidFill>
          <a:ln xmlns:a="http://schemas.openxmlformats.org/drawingml/2006/main" w="0">
            <a:solidFill>
              <a:srgbClr val="D5A5CC"/>
            </a:solidFill>
            <a:prstDash val="solid"/>
          </a:ln>
        </p:spPr>
      </p:sp>
      <p:sp>
        <p:nvSpPr>
          <p:cNvPr id="184" name="task-family-2">
            <a:extLst xmlns:a="http://schemas.openxmlformats.org/drawingml/2006/main">
              <a:ext uri="{FF2B5EF4-FFF2-40B4-BE49-F238E27FC236}">
                <a16:creationId xmlns:a16="http://schemas.microsoft.com/office/drawing/2014/main" id="{7E4019BF-FCB3-466A-A00A-FAF187EEF557}"/>
              </a:ext>
            </a:extLst>
          </p:cNvPr>
          <p:cNvSpPr>
            <a:spLocks xmlns:a="http://schemas.openxmlformats.org/drawingml/2006/main" noGrp="1"/>
          </p:cNvSpPr>
          <p:nvPr/>
        </p:nvSpPr>
        <p:spPr>
          <a:xfrm xmlns:a="http://schemas.openxmlformats.org/drawingml/2006/main" rot="0">
            <a:off x="5876925" y="5753100"/>
            <a:ext cx="2438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63" b="1" i="0">
                <a:solidFill>
                  <a:srgbClr val="000000"/>
                </a:solidFill>
                <a:latin typeface="Times New Roman"/>
                <a:ea typeface="Times New Roman"/>
                <a:cs typeface="Times New Roman"/>
              </a:defRPr>
            </a:defPPr>
          </a:lstStyle>
          <a:p xmlns:a="http://schemas.openxmlformats.org/drawingml/2006/main">
            <a:pPr algn="ctr">
              <a:defRPr sz="1163" b="1" i="0">
                <a:solidFill>
                  <a:srgbClr val="000000"/>
                </a:solidFill>
                <a:latin typeface="Times New Roman"/>
                <a:ea typeface="Times New Roman"/>
                <a:cs typeface="Times New Roman"/>
              </a:defRPr>
            </a:pPr>
            <a:r>
              <a:rPr sz="1163" b="1" i="0">
                <a:solidFill>
                  <a:srgbClr val="000000"/>
                </a:solidFill>
                <a:latin typeface="Times New Roman"/>
                <a:ea typeface="Times New Roman"/>
                <a:cs typeface="Times New Roman"/>
              </a:rPr>
              <a:t>Process-Instrument Operation Tasks</a:t>
            </a:r>
          </a:p>
        </p:txBody>
      </p:sp>
      <p:pic>
        <p:nvPicPr>
          <p:cNvPr id="185" name="">
            <a:extLst xmlns:a="http://schemas.openxmlformats.org/drawingml/2006/main">
              <a:ext uri="{FF2B5EF4-FFF2-40B4-BE49-F238E27FC236}">
                <a16:creationId xmlns:a16="http://schemas.microsoft.com/office/drawing/2014/main" id="{64BA1F8C-5491-4D11-B9EB-E7A4C07E5F4E}"/>
              </a:ext>
            </a:extLst>
          </p:cNvPr>
          <p:cNvPicPr>
            <a:picLocks xmlns:a="http://schemas.openxmlformats.org/drawingml/2006/main" noChangeAspect="1"/>
          </p:cNvPicPr>
          <p:nvPr/>
        </p:nvPicPr>
        <p:blipFill>
          <a:blip xmlns:r="http://schemas.openxmlformats.org/officeDocument/2006/relationships" xmlns:a="http://schemas.openxmlformats.org/drawingml/2006/main" r:embed="Rb4ce5f6a12cf4ad0"/>
          <a:srcRect xmlns:a="http://schemas.openxmlformats.org/drawingml/2006/main" l="0" t="0" r="0" b="0"/>
          <a:stretch xmlns:a="http://schemas.openxmlformats.org/drawingml/2006/main">
            <a:fillRect l="0" t="0" r="0" b="0"/>
          </a:stretch>
        </p:blipFill>
        <p:spPr>
          <a:xfrm xmlns:a="http://schemas.openxmlformats.org/drawingml/2006/main">
            <a:off x="5876925" y="6029325"/>
            <a:ext cx="1143000" cy="828675"/>
          </a:xfrm>
          <a:prstGeom xmlns:a="http://schemas.openxmlformats.org/drawingml/2006/main" prst="rect">
            <a:avLst/>
          </a:prstGeom>
        </p:spPr>
      </p:pic>
      <p:sp>
        <p:nvSpPr>
          <p:cNvPr id="186" name="task-family-2-frame-0">
            <a:extLst xmlns:a="http://schemas.openxmlformats.org/drawingml/2006/main">
              <a:ext uri="{FF2B5EF4-FFF2-40B4-BE49-F238E27FC236}">
                <a16:creationId xmlns:a16="http://schemas.microsoft.com/office/drawing/2014/main" id="{25B5E386-6F39-4048-8E77-A05C8F4EDC18}"/>
              </a:ext>
            </a:extLst>
          </p:cNvPr>
          <p:cNvSpPr>
            <a:spLocks xmlns:a="http://schemas.openxmlformats.org/drawingml/2006/main" noGrp="1"/>
          </p:cNvSpPr>
          <p:nvPr/>
        </p:nvSpPr>
        <p:spPr>
          <a:xfrm xmlns:a="http://schemas.openxmlformats.org/drawingml/2006/main" rot="0">
            <a:off x="5876925" y="6029325"/>
            <a:ext cx="1143000" cy="828675"/>
          </a:xfrm>
          <a:prstGeom xmlns:a="http://schemas.openxmlformats.org/drawingml/2006/main" prst="rect">
            <a:avLst/>
          </a:prstGeom>
          <a:noFill xmlns:a="http://schemas.openxmlformats.org/drawingml/2006/main"/>
          <a:ln xmlns:a="http://schemas.openxmlformats.org/drawingml/2006/main" w="0">
            <a:noFill/>
          </a:ln>
        </p:spPr>
      </p:sp>
      <p:pic>
        <p:nvPicPr>
          <p:cNvPr id="187" name="">
            <a:extLst xmlns:a="http://schemas.openxmlformats.org/drawingml/2006/main">
              <a:ext uri="{FF2B5EF4-FFF2-40B4-BE49-F238E27FC236}">
                <a16:creationId xmlns:a16="http://schemas.microsoft.com/office/drawing/2014/main" id="{7DBA3A58-9964-4935-965B-A1203227898B}"/>
              </a:ext>
            </a:extLst>
          </p:cNvPr>
          <p:cNvPicPr>
            <a:picLocks xmlns:a="http://schemas.openxmlformats.org/drawingml/2006/main" noChangeAspect="1"/>
          </p:cNvPicPr>
          <p:nvPr/>
        </p:nvPicPr>
        <p:blipFill>
          <a:blip xmlns:r="http://schemas.openxmlformats.org/officeDocument/2006/relationships" xmlns:a="http://schemas.openxmlformats.org/drawingml/2006/main" r:embed="R17b5394fee9a495b"/>
          <a:srcRect xmlns:a="http://schemas.openxmlformats.org/drawingml/2006/main" l="0" t="0" r="0" b="0"/>
          <a:stretch xmlns:a="http://schemas.openxmlformats.org/drawingml/2006/main">
            <a:fillRect l="0" t="0" r="0" b="0"/>
          </a:stretch>
        </p:blipFill>
        <p:spPr>
          <a:xfrm xmlns:a="http://schemas.openxmlformats.org/drawingml/2006/main">
            <a:off x="7153275" y="6019800"/>
            <a:ext cx="1143000" cy="828675"/>
          </a:xfrm>
          <a:prstGeom xmlns:a="http://schemas.openxmlformats.org/drawingml/2006/main" prst="rect">
            <a:avLst/>
          </a:prstGeom>
        </p:spPr>
      </p:pic>
      <p:sp>
        <p:nvSpPr>
          <p:cNvPr id="188" name="task-family-2-frame-1">
            <a:extLst xmlns:a="http://schemas.openxmlformats.org/drawingml/2006/main">
              <a:ext uri="{FF2B5EF4-FFF2-40B4-BE49-F238E27FC236}">
                <a16:creationId xmlns:a16="http://schemas.microsoft.com/office/drawing/2014/main" id="{1F0509A9-E3ED-4A0F-B530-2881EFBE814D}"/>
              </a:ext>
            </a:extLst>
          </p:cNvPr>
          <p:cNvSpPr>
            <a:spLocks xmlns:a="http://schemas.openxmlformats.org/drawingml/2006/main" noGrp="1"/>
          </p:cNvSpPr>
          <p:nvPr/>
        </p:nvSpPr>
        <p:spPr>
          <a:xfrm xmlns:a="http://schemas.openxmlformats.org/drawingml/2006/main" rot="0">
            <a:off x="7153275" y="6019800"/>
            <a:ext cx="1143000" cy="828675"/>
          </a:xfrm>
          <a:prstGeom xmlns:a="http://schemas.openxmlformats.org/drawingml/2006/main" prst="rect">
            <a:avLst/>
          </a:prstGeom>
          <a:noFill xmlns:a="http://schemas.openxmlformats.org/drawingml/2006/main"/>
          <a:ln xmlns:a="http://schemas.openxmlformats.org/drawingml/2006/main" w="0">
            <a:noFill/>
          </a:ln>
        </p:spPr>
      </p:sp>
      <p:pic>
        <p:nvPicPr>
          <p:cNvPr id="189" name="">
            <a:extLst xmlns:a="http://schemas.openxmlformats.org/drawingml/2006/main">
              <a:ext uri="{FF2B5EF4-FFF2-40B4-BE49-F238E27FC236}">
                <a16:creationId xmlns:a16="http://schemas.microsoft.com/office/drawing/2014/main" id="{9B847239-B8EA-4E1A-812A-4845B987027C}"/>
              </a:ext>
            </a:extLst>
          </p:cNvPr>
          <p:cNvPicPr>
            <a:picLocks xmlns:a="http://schemas.openxmlformats.org/drawingml/2006/main" noChangeAspect="1"/>
          </p:cNvPicPr>
          <p:nvPr/>
        </p:nvPicPr>
        <p:blipFill>
          <a:blip xmlns:r="http://schemas.openxmlformats.org/officeDocument/2006/relationships" xmlns:a="http://schemas.openxmlformats.org/drawingml/2006/main" r:embed="R668f2c20a3184bc7"/>
          <a:srcRect xmlns:a="http://schemas.openxmlformats.org/drawingml/2006/main" l="0" t="0" r="0" b="0"/>
          <a:stretch xmlns:a="http://schemas.openxmlformats.org/drawingml/2006/main">
            <a:fillRect l="0" t="0" r="0" b="0"/>
          </a:stretch>
        </p:blipFill>
        <p:spPr>
          <a:xfrm xmlns:a="http://schemas.openxmlformats.org/drawingml/2006/main">
            <a:off x="5876925" y="6981825"/>
            <a:ext cx="1143000" cy="828675"/>
          </a:xfrm>
          <a:prstGeom xmlns:a="http://schemas.openxmlformats.org/drawingml/2006/main" prst="rect">
            <a:avLst/>
          </a:prstGeom>
        </p:spPr>
      </p:pic>
      <p:sp>
        <p:nvSpPr>
          <p:cNvPr id="190" name="task-family-2-frame-2">
            <a:extLst xmlns:a="http://schemas.openxmlformats.org/drawingml/2006/main">
              <a:ext uri="{FF2B5EF4-FFF2-40B4-BE49-F238E27FC236}">
                <a16:creationId xmlns:a16="http://schemas.microsoft.com/office/drawing/2014/main" id="{F2A574E9-D9B3-4AF4-937C-1824EDD5C9F6}"/>
              </a:ext>
            </a:extLst>
          </p:cNvPr>
          <p:cNvSpPr>
            <a:spLocks xmlns:a="http://schemas.openxmlformats.org/drawingml/2006/main" noGrp="1"/>
          </p:cNvSpPr>
          <p:nvPr/>
        </p:nvSpPr>
        <p:spPr>
          <a:xfrm xmlns:a="http://schemas.openxmlformats.org/drawingml/2006/main" rot="0">
            <a:off x="5876925" y="6981825"/>
            <a:ext cx="1143000" cy="828675"/>
          </a:xfrm>
          <a:prstGeom xmlns:a="http://schemas.openxmlformats.org/drawingml/2006/main" prst="rect">
            <a:avLst/>
          </a:prstGeom>
          <a:noFill xmlns:a="http://schemas.openxmlformats.org/drawingml/2006/main"/>
          <a:ln xmlns:a="http://schemas.openxmlformats.org/drawingml/2006/main" w="0">
            <a:noFill/>
          </a:ln>
        </p:spPr>
      </p:sp>
      <p:pic>
        <p:nvPicPr>
          <p:cNvPr id="191" name="">
            <a:extLst xmlns:a="http://schemas.openxmlformats.org/drawingml/2006/main">
              <a:ext uri="{FF2B5EF4-FFF2-40B4-BE49-F238E27FC236}">
                <a16:creationId xmlns:a16="http://schemas.microsoft.com/office/drawing/2014/main" id="{B6E1D4EE-2BDA-41EB-8BAD-3DDEEBF9B65D}"/>
              </a:ext>
            </a:extLst>
          </p:cNvPr>
          <p:cNvPicPr>
            <a:picLocks xmlns:a="http://schemas.openxmlformats.org/drawingml/2006/main" noChangeAspect="1"/>
          </p:cNvPicPr>
          <p:nvPr/>
        </p:nvPicPr>
        <p:blipFill>
          <a:blip xmlns:r="http://schemas.openxmlformats.org/officeDocument/2006/relationships" xmlns:a="http://schemas.openxmlformats.org/drawingml/2006/main" r:embed="R32fdd4729f244ccf"/>
          <a:srcRect xmlns:a="http://schemas.openxmlformats.org/drawingml/2006/main" l="0" t="0" r="0" b="0"/>
          <a:stretch xmlns:a="http://schemas.openxmlformats.org/drawingml/2006/main">
            <a:fillRect l="0" t="0" r="0" b="0"/>
          </a:stretch>
        </p:blipFill>
        <p:spPr>
          <a:xfrm xmlns:a="http://schemas.openxmlformats.org/drawingml/2006/main">
            <a:off x="7153275" y="6962775"/>
            <a:ext cx="1143000" cy="828675"/>
          </a:xfrm>
          <a:prstGeom xmlns:a="http://schemas.openxmlformats.org/drawingml/2006/main" prst="rect">
            <a:avLst/>
          </a:prstGeom>
        </p:spPr>
      </p:pic>
      <p:sp>
        <p:nvSpPr>
          <p:cNvPr id="192" name="task-family-2-frame-3">
            <a:extLst xmlns:a="http://schemas.openxmlformats.org/drawingml/2006/main">
              <a:ext uri="{FF2B5EF4-FFF2-40B4-BE49-F238E27FC236}">
                <a16:creationId xmlns:a16="http://schemas.microsoft.com/office/drawing/2014/main" id="{9995EA2A-4C0C-44E2-9324-2661EB061856}"/>
              </a:ext>
            </a:extLst>
          </p:cNvPr>
          <p:cNvSpPr>
            <a:spLocks xmlns:a="http://schemas.openxmlformats.org/drawingml/2006/main" noGrp="1"/>
          </p:cNvSpPr>
          <p:nvPr/>
        </p:nvSpPr>
        <p:spPr>
          <a:xfrm xmlns:a="http://schemas.openxmlformats.org/drawingml/2006/main" rot="0">
            <a:off x="7153275" y="6962775"/>
            <a:ext cx="1143000" cy="828675"/>
          </a:xfrm>
          <a:prstGeom xmlns:a="http://schemas.openxmlformats.org/drawingml/2006/main" prst="rect">
            <a:avLst/>
          </a:prstGeom>
          <a:noFill xmlns:a="http://schemas.openxmlformats.org/drawingml/2006/main"/>
          <a:ln xmlns:a="http://schemas.openxmlformats.org/drawingml/2006/main" w="0">
            <a:noFill/>
          </a:ln>
        </p:spPr>
      </p:sp>
      <p:sp>
        <p:nvSpPr>
          <p:cNvPr id="193" name="task-family-2-top-arrow">
            <a:extLst xmlns:a="http://schemas.openxmlformats.org/drawingml/2006/main">
              <a:ext uri="{FF2B5EF4-FFF2-40B4-BE49-F238E27FC236}">
                <a16:creationId xmlns:a16="http://schemas.microsoft.com/office/drawing/2014/main" id="{19B50D7D-9C3C-4B72-B869-B9AE5F31170A}"/>
              </a:ext>
            </a:extLst>
          </p:cNvPr>
          <p:cNvSpPr>
            <a:spLocks xmlns:a="http://schemas.openxmlformats.org/drawingml/2006/main" noGrp="1"/>
          </p:cNvSpPr>
          <p:nvPr/>
        </p:nvSpPr>
        <p:spPr>
          <a:xfrm xmlns:a="http://schemas.openxmlformats.org/drawingml/2006/main" rot="0">
            <a:off x="7029450" y="6505575"/>
            <a:ext cx="37147" cy="95"/>
          </a:xfrm>
          <a:custGeom xmlns:a="http://schemas.openxmlformats.org/drawingml/2006/main">
            <a:pathLst>
              <a:path w="37147" h="95">
                <a:moveTo>
                  <a:pt x="0" y="0"/>
                </a:moveTo>
                <a:lnTo>
                  <a:pt x="37147" y="0"/>
                </a:lnTo>
              </a:path>
            </a:pathLst>
          </a:custGeom>
          <a:noFill xmlns:a="http://schemas.openxmlformats.org/drawingml/2006/main"/>
          <a:ln xmlns:a="http://schemas.openxmlformats.org/drawingml/2006/main" w="95250">
            <a:solidFill>
              <a:srgbClr val="D5A5CC"/>
            </a:solidFill>
            <a:prstDash val="solid"/>
          </a:ln>
        </p:spPr>
      </p:sp>
      <p:sp>
        <p:nvSpPr>
          <p:cNvPr id="194" name="task-family-2-top-arrow-tip">
            <a:extLst xmlns:a="http://schemas.openxmlformats.org/drawingml/2006/main">
              <a:ext uri="{FF2B5EF4-FFF2-40B4-BE49-F238E27FC236}">
                <a16:creationId xmlns:a16="http://schemas.microsoft.com/office/drawing/2014/main" id="{892F617C-8980-49D7-AC66-EB9A9A4CA2F6}"/>
              </a:ext>
            </a:extLst>
          </p:cNvPr>
          <p:cNvSpPr>
            <a:spLocks xmlns:a="http://schemas.openxmlformats.org/drawingml/2006/main" noGrp="1"/>
          </p:cNvSpPr>
          <p:nvPr/>
        </p:nvSpPr>
        <p:spPr>
          <a:xfrm xmlns:a="http://schemas.openxmlformats.org/drawingml/2006/main" rot="0">
            <a:off x="7029450" y="6394133"/>
            <a:ext cx="123825" cy="222885"/>
          </a:xfrm>
          <a:custGeom xmlns:a="http://schemas.openxmlformats.org/drawingml/2006/main">
            <a:pathLst>
              <a:path w="123825" h="222885">
                <a:moveTo>
                  <a:pt x="0" y="222885"/>
                </a:moveTo>
                <a:lnTo>
                  <a:pt x="123825" y="111443"/>
                </a:lnTo>
                <a:lnTo>
                  <a:pt x="0" y="0"/>
                </a:lnTo>
                <a:close/>
              </a:path>
            </a:pathLst>
          </a:custGeom>
          <a:solidFill xmlns:a="http://schemas.openxmlformats.org/drawingml/2006/main">
            <a:srgbClr val="D5A5CC"/>
          </a:solidFill>
          <a:ln xmlns:a="http://schemas.openxmlformats.org/drawingml/2006/main" w="0">
            <a:solidFill>
              <a:srgbClr val="D5A5CC"/>
            </a:solidFill>
            <a:prstDash val="solid"/>
          </a:ln>
        </p:spPr>
      </p:sp>
      <p:sp>
        <p:nvSpPr>
          <p:cNvPr id="195" name="task-family-2-down-arrow">
            <a:extLst xmlns:a="http://schemas.openxmlformats.org/drawingml/2006/main">
              <a:ext uri="{FF2B5EF4-FFF2-40B4-BE49-F238E27FC236}">
                <a16:creationId xmlns:a16="http://schemas.microsoft.com/office/drawing/2014/main" id="{BFA8D426-A868-4244-B329-CE60996FF2BC}"/>
              </a:ext>
            </a:extLst>
          </p:cNvPr>
          <p:cNvSpPr>
            <a:spLocks xmlns:a="http://schemas.openxmlformats.org/drawingml/2006/main" noGrp="1"/>
          </p:cNvSpPr>
          <p:nvPr/>
        </p:nvSpPr>
        <p:spPr>
          <a:xfrm xmlns:a="http://schemas.openxmlformats.org/drawingml/2006/main" rot="0">
            <a:off x="7715250" y="6838950"/>
            <a:ext cx="95" cy="75247"/>
          </a:xfrm>
          <a:custGeom xmlns:a="http://schemas.openxmlformats.org/drawingml/2006/main">
            <a:pathLst>
              <a:path w="95" h="75247">
                <a:moveTo>
                  <a:pt x="0" y="0"/>
                </a:moveTo>
                <a:lnTo>
                  <a:pt x="0" y="75247"/>
                </a:lnTo>
              </a:path>
            </a:pathLst>
          </a:custGeom>
          <a:noFill xmlns:a="http://schemas.openxmlformats.org/drawingml/2006/main"/>
          <a:ln xmlns:a="http://schemas.openxmlformats.org/drawingml/2006/main" w="95250">
            <a:solidFill>
              <a:srgbClr val="D5A5CC"/>
            </a:solidFill>
            <a:prstDash val="solid"/>
          </a:ln>
        </p:spPr>
      </p:sp>
      <p:sp>
        <p:nvSpPr>
          <p:cNvPr id="196" name="task-family-2-down-arrow-tip">
            <a:extLst xmlns:a="http://schemas.openxmlformats.org/drawingml/2006/main">
              <a:ext uri="{FF2B5EF4-FFF2-40B4-BE49-F238E27FC236}">
                <a16:creationId xmlns:a16="http://schemas.microsoft.com/office/drawing/2014/main" id="{2AB95D64-DA83-4865-BE26-39BDD86586E6}"/>
              </a:ext>
            </a:extLst>
          </p:cNvPr>
          <p:cNvSpPr>
            <a:spLocks xmlns:a="http://schemas.openxmlformats.org/drawingml/2006/main" noGrp="1"/>
          </p:cNvSpPr>
          <p:nvPr/>
        </p:nvSpPr>
        <p:spPr>
          <a:xfrm xmlns:a="http://schemas.openxmlformats.org/drawingml/2006/main" rot="0">
            <a:off x="7603808" y="6877050"/>
            <a:ext cx="222885" cy="123825"/>
          </a:xfrm>
          <a:custGeom xmlns:a="http://schemas.openxmlformats.org/drawingml/2006/main">
            <a:pathLst>
              <a:path w="222885" h="123825">
                <a:moveTo>
                  <a:pt x="0" y="0"/>
                </a:moveTo>
                <a:lnTo>
                  <a:pt x="111443" y="123825"/>
                </a:lnTo>
                <a:lnTo>
                  <a:pt x="222885" y="0"/>
                </a:lnTo>
                <a:close/>
              </a:path>
            </a:pathLst>
          </a:custGeom>
          <a:solidFill xmlns:a="http://schemas.openxmlformats.org/drawingml/2006/main">
            <a:srgbClr val="D5A5CC"/>
          </a:solidFill>
          <a:ln xmlns:a="http://schemas.openxmlformats.org/drawingml/2006/main" w="0">
            <a:solidFill>
              <a:srgbClr val="D5A5CC"/>
            </a:solidFill>
            <a:prstDash val="solid"/>
          </a:ln>
        </p:spPr>
      </p:sp>
      <p:sp>
        <p:nvSpPr>
          <p:cNvPr id="197" name="task-family-2-bottom-arrow">
            <a:extLst xmlns:a="http://schemas.openxmlformats.org/drawingml/2006/main">
              <a:ext uri="{FF2B5EF4-FFF2-40B4-BE49-F238E27FC236}">
                <a16:creationId xmlns:a16="http://schemas.microsoft.com/office/drawing/2014/main" id="{991F013E-1E4E-4597-942E-5412D21036CF}"/>
              </a:ext>
            </a:extLst>
          </p:cNvPr>
          <p:cNvSpPr>
            <a:spLocks xmlns:a="http://schemas.openxmlformats.org/drawingml/2006/main" noGrp="1"/>
          </p:cNvSpPr>
          <p:nvPr/>
        </p:nvSpPr>
        <p:spPr>
          <a:xfrm xmlns:a="http://schemas.openxmlformats.org/drawingml/2006/main" rot="0">
            <a:off x="7106603" y="7391400"/>
            <a:ext cx="46672" cy="95"/>
          </a:xfrm>
          <a:custGeom xmlns:a="http://schemas.openxmlformats.org/drawingml/2006/main">
            <a:pathLst>
              <a:path w="46672" h="95">
                <a:moveTo>
                  <a:pt x="46672" y="0"/>
                </a:moveTo>
                <a:lnTo>
                  <a:pt x="0" y="0"/>
                </a:lnTo>
              </a:path>
            </a:pathLst>
          </a:custGeom>
          <a:noFill xmlns:a="http://schemas.openxmlformats.org/drawingml/2006/main"/>
          <a:ln xmlns:a="http://schemas.openxmlformats.org/drawingml/2006/main" w="95250">
            <a:solidFill>
              <a:srgbClr val="D5A5CC"/>
            </a:solidFill>
            <a:prstDash val="solid"/>
          </a:ln>
        </p:spPr>
      </p:sp>
      <p:sp>
        <p:nvSpPr>
          <p:cNvPr id="198" name="task-family-2-bottom-arrow-tip">
            <a:extLst xmlns:a="http://schemas.openxmlformats.org/drawingml/2006/main">
              <a:ext uri="{FF2B5EF4-FFF2-40B4-BE49-F238E27FC236}">
                <a16:creationId xmlns:a16="http://schemas.microsoft.com/office/drawing/2014/main" id="{9DDE9FA5-662E-46FF-B4FE-4F177F92E427}"/>
              </a:ext>
            </a:extLst>
          </p:cNvPr>
          <p:cNvSpPr>
            <a:spLocks xmlns:a="http://schemas.openxmlformats.org/drawingml/2006/main" noGrp="1"/>
          </p:cNvSpPr>
          <p:nvPr/>
        </p:nvSpPr>
        <p:spPr>
          <a:xfrm xmlns:a="http://schemas.openxmlformats.org/drawingml/2006/main" rot="0">
            <a:off x="7019925" y="7279958"/>
            <a:ext cx="123825" cy="222885"/>
          </a:xfrm>
          <a:custGeom xmlns:a="http://schemas.openxmlformats.org/drawingml/2006/main">
            <a:pathLst>
              <a:path w="123825" h="222885">
                <a:moveTo>
                  <a:pt x="123825" y="0"/>
                </a:moveTo>
                <a:lnTo>
                  <a:pt x="0" y="111443"/>
                </a:lnTo>
                <a:lnTo>
                  <a:pt x="123825" y="222885"/>
                </a:lnTo>
                <a:close/>
              </a:path>
            </a:pathLst>
          </a:custGeom>
          <a:solidFill xmlns:a="http://schemas.openxmlformats.org/drawingml/2006/main">
            <a:srgbClr val="D5A5CC"/>
          </a:solidFill>
          <a:ln xmlns:a="http://schemas.openxmlformats.org/drawingml/2006/main" w="0">
            <a:solidFill>
              <a:srgbClr val="D5A5CC"/>
            </a:solidFill>
            <a:prstDash val="solid"/>
          </a:ln>
        </p:spPr>
      </p:sp>
      <p:sp>
        <p:nvSpPr>
          <p:cNvPr id="199" name="task-family-3">
            <a:extLst xmlns:a="http://schemas.openxmlformats.org/drawingml/2006/main">
              <a:ext uri="{FF2B5EF4-FFF2-40B4-BE49-F238E27FC236}">
                <a16:creationId xmlns:a16="http://schemas.microsoft.com/office/drawing/2014/main" id="{0B857F47-ACD6-4F58-B3A9-39D9A7B1D5E3}"/>
              </a:ext>
            </a:extLst>
          </p:cNvPr>
          <p:cNvSpPr>
            <a:spLocks xmlns:a="http://schemas.openxmlformats.org/drawingml/2006/main" noGrp="1"/>
          </p:cNvSpPr>
          <p:nvPr/>
        </p:nvSpPr>
        <p:spPr>
          <a:xfrm xmlns:a="http://schemas.openxmlformats.org/drawingml/2006/main" rot="0">
            <a:off x="8705850" y="5753100"/>
            <a:ext cx="2438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ctr">
              <a:defRPr sz="1163" b="1" i="0">
                <a:solidFill>
                  <a:srgbClr val="000000"/>
                </a:solidFill>
                <a:latin typeface="Times New Roman"/>
                <a:ea typeface="Times New Roman"/>
                <a:cs typeface="Times New Roman"/>
              </a:defRPr>
            </a:defPPr>
          </a:lstStyle>
          <a:p xmlns:a="http://schemas.openxmlformats.org/drawingml/2006/main">
            <a:pPr algn="ctr">
              <a:defRPr sz="1163" b="1" i="0">
                <a:solidFill>
                  <a:srgbClr val="000000"/>
                </a:solidFill>
                <a:latin typeface="Times New Roman"/>
                <a:ea typeface="Times New Roman"/>
                <a:cs typeface="Times New Roman"/>
              </a:defRPr>
            </a:pPr>
            <a:r>
              <a:rPr sz="1163" b="1" i="0">
                <a:solidFill>
                  <a:srgbClr val="000000"/>
                </a:solidFill>
                <a:latin typeface="Times New Roman"/>
                <a:ea typeface="Times New Roman"/>
                <a:cs typeface="Times New Roman"/>
              </a:rPr>
              <a:t>Analytical-Instrument Operation Tasks</a:t>
            </a:r>
          </a:p>
        </p:txBody>
      </p:sp>
      <p:pic>
        <p:nvPicPr>
          <p:cNvPr id="200" name="">
            <a:extLst xmlns:a="http://schemas.openxmlformats.org/drawingml/2006/main">
              <a:ext uri="{FF2B5EF4-FFF2-40B4-BE49-F238E27FC236}">
                <a16:creationId xmlns:a16="http://schemas.microsoft.com/office/drawing/2014/main" id="{36FB9663-7082-4ECC-BA21-FDB23BB7E134}"/>
              </a:ext>
            </a:extLst>
          </p:cNvPr>
          <p:cNvPicPr>
            <a:picLocks xmlns:a="http://schemas.openxmlformats.org/drawingml/2006/main" noChangeAspect="1"/>
          </p:cNvPicPr>
          <p:nvPr/>
        </p:nvPicPr>
        <p:blipFill>
          <a:blip xmlns:r="http://schemas.openxmlformats.org/officeDocument/2006/relationships" xmlns:a="http://schemas.openxmlformats.org/drawingml/2006/main" r:embed="R95f61464d87747b6"/>
          <a:srcRect xmlns:a="http://schemas.openxmlformats.org/drawingml/2006/main" l="0" t="0" r="0" b="0"/>
          <a:stretch xmlns:a="http://schemas.openxmlformats.org/drawingml/2006/main">
            <a:fillRect l="0" t="0" r="0" b="0"/>
          </a:stretch>
        </p:blipFill>
        <p:spPr>
          <a:xfrm xmlns:a="http://schemas.openxmlformats.org/drawingml/2006/main">
            <a:off x="8705850" y="6029325"/>
            <a:ext cx="1143000" cy="828675"/>
          </a:xfrm>
          <a:prstGeom xmlns:a="http://schemas.openxmlformats.org/drawingml/2006/main" prst="rect">
            <a:avLst/>
          </a:prstGeom>
        </p:spPr>
      </p:pic>
      <p:sp>
        <p:nvSpPr>
          <p:cNvPr id="201" name="task-family-3-frame-0">
            <a:extLst xmlns:a="http://schemas.openxmlformats.org/drawingml/2006/main">
              <a:ext uri="{FF2B5EF4-FFF2-40B4-BE49-F238E27FC236}">
                <a16:creationId xmlns:a16="http://schemas.microsoft.com/office/drawing/2014/main" id="{9887F41E-B05A-4AAB-876D-A12C118867C2}"/>
              </a:ext>
            </a:extLst>
          </p:cNvPr>
          <p:cNvSpPr>
            <a:spLocks xmlns:a="http://schemas.openxmlformats.org/drawingml/2006/main" noGrp="1"/>
          </p:cNvSpPr>
          <p:nvPr/>
        </p:nvSpPr>
        <p:spPr>
          <a:xfrm xmlns:a="http://schemas.openxmlformats.org/drawingml/2006/main" rot="0">
            <a:off x="8705850" y="6029325"/>
            <a:ext cx="1143000" cy="828675"/>
          </a:xfrm>
          <a:prstGeom xmlns:a="http://schemas.openxmlformats.org/drawingml/2006/main" prst="rect">
            <a:avLst/>
          </a:prstGeom>
          <a:noFill xmlns:a="http://schemas.openxmlformats.org/drawingml/2006/main"/>
          <a:ln xmlns:a="http://schemas.openxmlformats.org/drawingml/2006/main" w="0">
            <a:noFill/>
          </a:ln>
        </p:spPr>
      </p:sp>
      <p:pic>
        <p:nvPicPr>
          <p:cNvPr id="202" name="">
            <a:extLst xmlns:a="http://schemas.openxmlformats.org/drawingml/2006/main">
              <a:ext uri="{FF2B5EF4-FFF2-40B4-BE49-F238E27FC236}">
                <a16:creationId xmlns:a16="http://schemas.microsoft.com/office/drawing/2014/main" id="{98D753DC-715C-4C1F-BA44-11B3AF90F6B6}"/>
              </a:ext>
            </a:extLst>
          </p:cNvPr>
          <p:cNvPicPr>
            <a:picLocks xmlns:a="http://schemas.openxmlformats.org/drawingml/2006/main" noChangeAspect="1"/>
          </p:cNvPicPr>
          <p:nvPr/>
        </p:nvPicPr>
        <p:blipFill>
          <a:blip xmlns:r="http://schemas.openxmlformats.org/officeDocument/2006/relationships" xmlns:a="http://schemas.openxmlformats.org/drawingml/2006/main" r:embed="R7d97c60fe9b84b0c"/>
          <a:srcRect xmlns:a="http://schemas.openxmlformats.org/drawingml/2006/main" l="0" t="0" r="0" b="0"/>
          <a:stretch xmlns:a="http://schemas.openxmlformats.org/drawingml/2006/main">
            <a:fillRect l="0" t="0" r="0" b="0"/>
          </a:stretch>
        </p:blipFill>
        <p:spPr>
          <a:xfrm xmlns:a="http://schemas.openxmlformats.org/drawingml/2006/main">
            <a:off x="9972675" y="6019800"/>
            <a:ext cx="1143000" cy="828675"/>
          </a:xfrm>
          <a:prstGeom xmlns:a="http://schemas.openxmlformats.org/drawingml/2006/main" prst="rect">
            <a:avLst/>
          </a:prstGeom>
        </p:spPr>
      </p:pic>
      <p:sp>
        <p:nvSpPr>
          <p:cNvPr id="203" name="task-family-3-frame-1">
            <a:extLst xmlns:a="http://schemas.openxmlformats.org/drawingml/2006/main">
              <a:ext uri="{FF2B5EF4-FFF2-40B4-BE49-F238E27FC236}">
                <a16:creationId xmlns:a16="http://schemas.microsoft.com/office/drawing/2014/main" id="{1B11BE02-DA3D-4DCD-84A6-72C46E6474FC}"/>
              </a:ext>
            </a:extLst>
          </p:cNvPr>
          <p:cNvSpPr>
            <a:spLocks xmlns:a="http://schemas.openxmlformats.org/drawingml/2006/main" noGrp="1"/>
          </p:cNvSpPr>
          <p:nvPr/>
        </p:nvSpPr>
        <p:spPr>
          <a:xfrm xmlns:a="http://schemas.openxmlformats.org/drawingml/2006/main" rot="0">
            <a:off x="9972675" y="6019800"/>
            <a:ext cx="1143000" cy="828675"/>
          </a:xfrm>
          <a:prstGeom xmlns:a="http://schemas.openxmlformats.org/drawingml/2006/main" prst="rect">
            <a:avLst/>
          </a:prstGeom>
          <a:noFill xmlns:a="http://schemas.openxmlformats.org/drawingml/2006/main"/>
          <a:ln xmlns:a="http://schemas.openxmlformats.org/drawingml/2006/main" w="0">
            <a:noFill/>
          </a:ln>
        </p:spPr>
      </p:sp>
      <p:pic>
        <p:nvPicPr>
          <p:cNvPr id="204" name="">
            <a:extLst xmlns:a="http://schemas.openxmlformats.org/drawingml/2006/main">
              <a:ext uri="{FF2B5EF4-FFF2-40B4-BE49-F238E27FC236}">
                <a16:creationId xmlns:a16="http://schemas.microsoft.com/office/drawing/2014/main" id="{6007CF8A-AE64-49F8-932D-0FD3F774837E}"/>
              </a:ext>
            </a:extLst>
          </p:cNvPr>
          <p:cNvPicPr>
            <a:picLocks xmlns:a="http://schemas.openxmlformats.org/drawingml/2006/main" noChangeAspect="1"/>
          </p:cNvPicPr>
          <p:nvPr/>
        </p:nvPicPr>
        <p:blipFill>
          <a:blip xmlns:r="http://schemas.openxmlformats.org/officeDocument/2006/relationships" xmlns:a="http://schemas.openxmlformats.org/drawingml/2006/main" r:embed="Rb297475dcb3644b4"/>
          <a:srcRect xmlns:a="http://schemas.openxmlformats.org/drawingml/2006/main" l="0" t="0" r="0" b="0"/>
          <a:stretch xmlns:a="http://schemas.openxmlformats.org/drawingml/2006/main">
            <a:fillRect l="0" t="0" r="0" b="0"/>
          </a:stretch>
        </p:blipFill>
        <p:spPr>
          <a:xfrm xmlns:a="http://schemas.openxmlformats.org/drawingml/2006/main">
            <a:off x="8705850" y="6981825"/>
            <a:ext cx="1143000" cy="828675"/>
          </a:xfrm>
          <a:prstGeom xmlns:a="http://schemas.openxmlformats.org/drawingml/2006/main" prst="rect">
            <a:avLst/>
          </a:prstGeom>
        </p:spPr>
      </p:pic>
      <p:sp>
        <p:nvSpPr>
          <p:cNvPr id="205" name="task-family-3-frame-2">
            <a:extLst xmlns:a="http://schemas.openxmlformats.org/drawingml/2006/main">
              <a:ext uri="{FF2B5EF4-FFF2-40B4-BE49-F238E27FC236}">
                <a16:creationId xmlns:a16="http://schemas.microsoft.com/office/drawing/2014/main" id="{4747E3AE-9EB3-4477-8E80-19B5833FA30D}"/>
              </a:ext>
            </a:extLst>
          </p:cNvPr>
          <p:cNvSpPr>
            <a:spLocks xmlns:a="http://schemas.openxmlformats.org/drawingml/2006/main" noGrp="1"/>
          </p:cNvSpPr>
          <p:nvPr/>
        </p:nvSpPr>
        <p:spPr>
          <a:xfrm xmlns:a="http://schemas.openxmlformats.org/drawingml/2006/main" rot="0">
            <a:off x="8705850" y="6981825"/>
            <a:ext cx="1143000" cy="828675"/>
          </a:xfrm>
          <a:prstGeom xmlns:a="http://schemas.openxmlformats.org/drawingml/2006/main" prst="rect">
            <a:avLst/>
          </a:prstGeom>
          <a:noFill xmlns:a="http://schemas.openxmlformats.org/drawingml/2006/main"/>
          <a:ln xmlns:a="http://schemas.openxmlformats.org/drawingml/2006/main" w="0">
            <a:noFill/>
          </a:ln>
        </p:spPr>
      </p:sp>
      <p:pic>
        <p:nvPicPr>
          <p:cNvPr id="206" name="">
            <a:extLst xmlns:a="http://schemas.openxmlformats.org/drawingml/2006/main">
              <a:ext uri="{FF2B5EF4-FFF2-40B4-BE49-F238E27FC236}">
                <a16:creationId xmlns:a16="http://schemas.microsoft.com/office/drawing/2014/main" id="{D6A3A7A1-D773-4E70-AFDC-A3FE2054E8B2}"/>
              </a:ext>
            </a:extLst>
          </p:cNvPr>
          <p:cNvPicPr>
            <a:picLocks xmlns:a="http://schemas.openxmlformats.org/drawingml/2006/main" noChangeAspect="1"/>
          </p:cNvPicPr>
          <p:nvPr/>
        </p:nvPicPr>
        <p:blipFill>
          <a:blip xmlns:r="http://schemas.openxmlformats.org/officeDocument/2006/relationships" xmlns:a="http://schemas.openxmlformats.org/drawingml/2006/main" r:embed="R4e52e2f9be5c48fe"/>
          <a:srcRect xmlns:a="http://schemas.openxmlformats.org/drawingml/2006/main" l="0" t="0" r="0" b="0"/>
          <a:stretch xmlns:a="http://schemas.openxmlformats.org/drawingml/2006/main">
            <a:fillRect l="0" t="0" r="0" b="0"/>
          </a:stretch>
        </p:blipFill>
        <p:spPr>
          <a:xfrm xmlns:a="http://schemas.openxmlformats.org/drawingml/2006/main">
            <a:off x="9972675" y="6962775"/>
            <a:ext cx="1143000" cy="828675"/>
          </a:xfrm>
          <a:prstGeom xmlns:a="http://schemas.openxmlformats.org/drawingml/2006/main" prst="rect">
            <a:avLst/>
          </a:prstGeom>
        </p:spPr>
      </p:pic>
      <p:sp>
        <p:nvSpPr>
          <p:cNvPr id="207" name="task-family-3-frame-3">
            <a:extLst xmlns:a="http://schemas.openxmlformats.org/drawingml/2006/main">
              <a:ext uri="{FF2B5EF4-FFF2-40B4-BE49-F238E27FC236}">
                <a16:creationId xmlns:a16="http://schemas.microsoft.com/office/drawing/2014/main" id="{A969499B-F6FB-4B49-95CA-51BA6D536E6B}"/>
              </a:ext>
            </a:extLst>
          </p:cNvPr>
          <p:cNvSpPr>
            <a:spLocks xmlns:a="http://schemas.openxmlformats.org/drawingml/2006/main" noGrp="1"/>
          </p:cNvSpPr>
          <p:nvPr/>
        </p:nvSpPr>
        <p:spPr>
          <a:xfrm xmlns:a="http://schemas.openxmlformats.org/drawingml/2006/main" rot="0">
            <a:off x="9972675" y="6962775"/>
            <a:ext cx="1143000" cy="828675"/>
          </a:xfrm>
          <a:prstGeom xmlns:a="http://schemas.openxmlformats.org/drawingml/2006/main" prst="rect">
            <a:avLst/>
          </a:prstGeom>
          <a:noFill xmlns:a="http://schemas.openxmlformats.org/drawingml/2006/main"/>
          <a:ln xmlns:a="http://schemas.openxmlformats.org/drawingml/2006/main" w="0">
            <a:noFill/>
          </a:ln>
        </p:spPr>
      </p:sp>
      <p:sp>
        <p:nvSpPr>
          <p:cNvPr id="208" name="task-family-3-top-arrow">
            <a:extLst xmlns:a="http://schemas.openxmlformats.org/drawingml/2006/main">
              <a:ext uri="{FF2B5EF4-FFF2-40B4-BE49-F238E27FC236}">
                <a16:creationId xmlns:a16="http://schemas.microsoft.com/office/drawing/2014/main" id="{AECBE2AF-9F38-4900-8F5A-1FFC6D721C9D}"/>
              </a:ext>
            </a:extLst>
          </p:cNvPr>
          <p:cNvSpPr>
            <a:spLocks xmlns:a="http://schemas.openxmlformats.org/drawingml/2006/main" noGrp="1"/>
          </p:cNvSpPr>
          <p:nvPr/>
        </p:nvSpPr>
        <p:spPr>
          <a:xfrm xmlns:a="http://schemas.openxmlformats.org/drawingml/2006/main" rot="0">
            <a:off x="9858375" y="6505575"/>
            <a:ext cx="27623" cy="95"/>
          </a:xfrm>
          <a:custGeom xmlns:a="http://schemas.openxmlformats.org/drawingml/2006/main">
            <a:pathLst>
              <a:path w="27623" h="95">
                <a:moveTo>
                  <a:pt x="0" y="0"/>
                </a:moveTo>
                <a:lnTo>
                  <a:pt x="27623" y="0"/>
                </a:lnTo>
              </a:path>
            </a:pathLst>
          </a:custGeom>
          <a:noFill xmlns:a="http://schemas.openxmlformats.org/drawingml/2006/main"/>
          <a:ln xmlns:a="http://schemas.openxmlformats.org/drawingml/2006/main" w="95250">
            <a:solidFill>
              <a:srgbClr val="D5A5CC"/>
            </a:solidFill>
            <a:prstDash val="solid"/>
          </a:ln>
        </p:spPr>
      </p:sp>
      <p:sp>
        <p:nvSpPr>
          <p:cNvPr id="209" name="task-family-3-top-arrow-tip">
            <a:extLst xmlns:a="http://schemas.openxmlformats.org/drawingml/2006/main">
              <a:ext uri="{FF2B5EF4-FFF2-40B4-BE49-F238E27FC236}">
                <a16:creationId xmlns:a16="http://schemas.microsoft.com/office/drawing/2014/main" id="{10C079D5-DEB6-42B6-8D59-EAB51616C677}"/>
              </a:ext>
            </a:extLst>
          </p:cNvPr>
          <p:cNvSpPr>
            <a:spLocks xmlns:a="http://schemas.openxmlformats.org/drawingml/2006/main" noGrp="1"/>
          </p:cNvSpPr>
          <p:nvPr/>
        </p:nvSpPr>
        <p:spPr>
          <a:xfrm xmlns:a="http://schemas.openxmlformats.org/drawingml/2006/main" rot="0">
            <a:off x="9848850" y="6394133"/>
            <a:ext cx="123825" cy="222885"/>
          </a:xfrm>
          <a:custGeom xmlns:a="http://schemas.openxmlformats.org/drawingml/2006/main">
            <a:pathLst>
              <a:path w="123825" h="222885">
                <a:moveTo>
                  <a:pt x="0" y="222885"/>
                </a:moveTo>
                <a:lnTo>
                  <a:pt x="123825" y="111443"/>
                </a:lnTo>
                <a:lnTo>
                  <a:pt x="0" y="0"/>
                </a:lnTo>
                <a:close/>
              </a:path>
            </a:pathLst>
          </a:custGeom>
          <a:solidFill xmlns:a="http://schemas.openxmlformats.org/drawingml/2006/main">
            <a:srgbClr val="D5A5CC"/>
          </a:solidFill>
          <a:ln xmlns:a="http://schemas.openxmlformats.org/drawingml/2006/main" w="0">
            <a:solidFill>
              <a:srgbClr val="D5A5CC"/>
            </a:solidFill>
            <a:prstDash val="solid"/>
          </a:ln>
        </p:spPr>
      </p:sp>
      <p:sp>
        <p:nvSpPr>
          <p:cNvPr id="210" name="task-family-3-down-arrow">
            <a:extLst xmlns:a="http://schemas.openxmlformats.org/drawingml/2006/main">
              <a:ext uri="{FF2B5EF4-FFF2-40B4-BE49-F238E27FC236}">
                <a16:creationId xmlns:a16="http://schemas.microsoft.com/office/drawing/2014/main" id="{44A4DFA3-F92B-42CA-AA20-881A19A86B32}"/>
              </a:ext>
            </a:extLst>
          </p:cNvPr>
          <p:cNvSpPr>
            <a:spLocks xmlns:a="http://schemas.openxmlformats.org/drawingml/2006/main" noGrp="1"/>
          </p:cNvSpPr>
          <p:nvPr/>
        </p:nvSpPr>
        <p:spPr>
          <a:xfrm xmlns:a="http://schemas.openxmlformats.org/drawingml/2006/main" rot="0">
            <a:off x="10534650" y="6838950"/>
            <a:ext cx="95" cy="75247"/>
          </a:xfrm>
          <a:custGeom xmlns:a="http://schemas.openxmlformats.org/drawingml/2006/main">
            <a:pathLst>
              <a:path w="95" h="75247">
                <a:moveTo>
                  <a:pt x="0" y="0"/>
                </a:moveTo>
                <a:lnTo>
                  <a:pt x="0" y="75247"/>
                </a:lnTo>
              </a:path>
            </a:pathLst>
          </a:custGeom>
          <a:noFill xmlns:a="http://schemas.openxmlformats.org/drawingml/2006/main"/>
          <a:ln xmlns:a="http://schemas.openxmlformats.org/drawingml/2006/main" w="95250">
            <a:solidFill>
              <a:srgbClr val="D5A5CC"/>
            </a:solidFill>
            <a:prstDash val="solid"/>
          </a:ln>
        </p:spPr>
      </p:sp>
      <p:sp>
        <p:nvSpPr>
          <p:cNvPr id="211" name="task-family-3-down-arrow-tip">
            <a:extLst xmlns:a="http://schemas.openxmlformats.org/drawingml/2006/main">
              <a:ext uri="{FF2B5EF4-FFF2-40B4-BE49-F238E27FC236}">
                <a16:creationId xmlns:a16="http://schemas.microsoft.com/office/drawing/2014/main" id="{3456CDC7-AA67-401E-AF0C-486D8E157B01}"/>
              </a:ext>
            </a:extLst>
          </p:cNvPr>
          <p:cNvSpPr>
            <a:spLocks xmlns:a="http://schemas.openxmlformats.org/drawingml/2006/main" noGrp="1"/>
          </p:cNvSpPr>
          <p:nvPr/>
        </p:nvSpPr>
        <p:spPr>
          <a:xfrm xmlns:a="http://schemas.openxmlformats.org/drawingml/2006/main" rot="0">
            <a:off x="10423208" y="6877050"/>
            <a:ext cx="222885" cy="123825"/>
          </a:xfrm>
          <a:custGeom xmlns:a="http://schemas.openxmlformats.org/drawingml/2006/main">
            <a:pathLst>
              <a:path w="222885" h="123825">
                <a:moveTo>
                  <a:pt x="0" y="0"/>
                </a:moveTo>
                <a:lnTo>
                  <a:pt x="111443" y="123825"/>
                </a:lnTo>
                <a:lnTo>
                  <a:pt x="222885" y="0"/>
                </a:lnTo>
                <a:close/>
              </a:path>
            </a:pathLst>
          </a:custGeom>
          <a:solidFill xmlns:a="http://schemas.openxmlformats.org/drawingml/2006/main">
            <a:srgbClr val="D5A5CC"/>
          </a:solidFill>
          <a:ln xmlns:a="http://schemas.openxmlformats.org/drawingml/2006/main" w="0">
            <a:solidFill>
              <a:srgbClr val="D5A5CC"/>
            </a:solidFill>
            <a:prstDash val="solid"/>
          </a:ln>
        </p:spPr>
      </p:sp>
      <p:sp>
        <p:nvSpPr>
          <p:cNvPr id="212" name="task-family-3-bottom-arrow">
            <a:extLst xmlns:a="http://schemas.openxmlformats.org/drawingml/2006/main">
              <a:ext uri="{FF2B5EF4-FFF2-40B4-BE49-F238E27FC236}">
                <a16:creationId xmlns:a16="http://schemas.microsoft.com/office/drawing/2014/main" id="{F86894E0-F5BA-4038-AAA1-F8DE2120DD95}"/>
              </a:ext>
            </a:extLst>
          </p:cNvPr>
          <p:cNvSpPr>
            <a:spLocks xmlns:a="http://schemas.openxmlformats.org/drawingml/2006/main" noGrp="1"/>
          </p:cNvSpPr>
          <p:nvPr/>
        </p:nvSpPr>
        <p:spPr>
          <a:xfrm xmlns:a="http://schemas.openxmlformats.org/drawingml/2006/main" rot="0">
            <a:off x="9935528" y="7391400"/>
            <a:ext cx="37148" cy="95"/>
          </a:xfrm>
          <a:custGeom xmlns:a="http://schemas.openxmlformats.org/drawingml/2006/main">
            <a:pathLst>
              <a:path w="37148" h="95">
                <a:moveTo>
                  <a:pt x="37148" y="0"/>
                </a:moveTo>
                <a:lnTo>
                  <a:pt x="0" y="0"/>
                </a:lnTo>
              </a:path>
            </a:pathLst>
          </a:custGeom>
          <a:noFill xmlns:a="http://schemas.openxmlformats.org/drawingml/2006/main"/>
          <a:ln xmlns:a="http://schemas.openxmlformats.org/drawingml/2006/main" w="95250">
            <a:solidFill>
              <a:srgbClr val="D5A5CC"/>
            </a:solidFill>
            <a:prstDash val="solid"/>
          </a:ln>
        </p:spPr>
      </p:sp>
      <p:sp>
        <p:nvSpPr>
          <p:cNvPr id="213" name="task-family-3-bottom-arrow-tip">
            <a:extLst xmlns:a="http://schemas.openxmlformats.org/drawingml/2006/main">
              <a:ext uri="{FF2B5EF4-FFF2-40B4-BE49-F238E27FC236}">
                <a16:creationId xmlns:a16="http://schemas.microsoft.com/office/drawing/2014/main" id="{20E85FB2-D37F-41BB-B13F-B12266D00AC6}"/>
              </a:ext>
            </a:extLst>
          </p:cNvPr>
          <p:cNvSpPr>
            <a:spLocks xmlns:a="http://schemas.openxmlformats.org/drawingml/2006/main" noGrp="1"/>
          </p:cNvSpPr>
          <p:nvPr/>
        </p:nvSpPr>
        <p:spPr>
          <a:xfrm xmlns:a="http://schemas.openxmlformats.org/drawingml/2006/main" rot="0">
            <a:off x="9848850" y="7279958"/>
            <a:ext cx="123825" cy="222885"/>
          </a:xfrm>
          <a:custGeom xmlns:a="http://schemas.openxmlformats.org/drawingml/2006/main">
            <a:pathLst>
              <a:path w="123825" h="222885">
                <a:moveTo>
                  <a:pt x="123825" y="0"/>
                </a:moveTo>
                <a:lnTo>
                  <a:pt x="0" y="111443"/>
                </a:lnTo>
                <a:lnTo>
                  <a:pt x="123825" y="222885"/>
                </a:lnTo>
                <a:close/>
              </a:path>
            </a:pathLst>
          </a:custGeom>
          <a:solidFill xmlns:a="http://schemas.openxmlformats.org/drawingml/2006/main">
            <a:srgbClr val="D5A5CC"/>
          </a:solidFill>
          <a:ln xmlns:a="http://schemas.openxmlformats.org/drawingml/2006/main" w="0">
            <a:solidFill>
              <a:srgbClr val="D5A5CC"/>
            </a:solidFill>
            <a:prstDash val="solid"/>
          </a:ln>
        </p:spPr>
      </p:sp>
    </p:spTree>
    <p:extLst>
      <p:ext uri="{BB962C8B-B14F-4D97-AF65-F5344CB8AC3E}">
        <p14:creationId xmlns:p14="http://schemas.microsoft.com/office/powerpoint/2010/main" val="9537422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2026-10-09T21:53:30.9640000Z</dcterms:created>
  <dcterms:modified xsi:type="dcterms:W3CDTF">2026-10-09T21:53:30.9640000Z</dcterms:modified>
</coreProperties>
</file>