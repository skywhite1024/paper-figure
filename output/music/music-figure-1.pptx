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380f651d4c4c81" /><Relationship Type="http://schemas.openxmlformats.org/officeDocument/2006/relationships/extended-properties" Target="/docProps/app.xml" Id="Rf405d509112f4564" /><Relationship Type="http://schemas.openxmlformats.org/officeDocument/2006/relationships/officeDocument" Target="/ppt/presentation.xml" Id="Rad9424e293c54f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3fdf40f65248fa"/>
  </p:sldMasterIdLst>
  <p:notesMasterIdLst>
    <p:notesMasterId xmlns:r="http://schemas.openxmlformats.org/officeDocument/2006/relationships" r:id="Racf243f8e6264d97"/>
  </p:notesMasterIdLst>
  <p:sldIdLst>
    <p:sldId xmlns:r="http://schemas.openxmlformats.org/officeDocument/2006/relationships" id="256" r:id="Rafc93a342ce74270"/>
  </p:sldIdLst>
  <p:sldSz cx="11401425" cy="35718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493d2a3cae40f8" /><Relationship Type="http://schemas.openxmlformats.org/officeDocument/2006/relationships/slideMaster" Target="/ppt/slideMasters/slideMaster1.xml" Id="R1a3fdf40f65248fa" /><Relationship Type="http://schemas.openxmlformats.org/officeDocument/2006/relationships/notesMaster" Target="/ppt/notesMasters/notesMaster1.xml" Id="Racf243f8e6264d97" /><Relationship Type="http://schemas.openxmlformats.org/officeDocument/2006/relationships/presProps" Target="/ppt/presProps.xml" Id="R80641e57e4ef4e5e" /><Relationship Type="http://schemas.openxmlformats.org/officeDocument/2006/relationships/tableStyles" Target="/ppt/tableStyles.xml" Id="Rcca3ecb0ae4b40e3" /><Relationship Type="http://schemas.openxmlformats.org/officeDocument/2006/relationships/slide" Target="/ppt/slides/slide1.xml" Id="Rafc93a342ce742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3f0490147f4b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7c2257d2e740e1" /><Relationship Type="http://schemas.openxmlformats.org/officeDocument/2006/relationships/notesMaster" Target="/ppt/notesMasters/notesMaster1.xml" Id="R53e784e92db349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"Mutual Information State Intrinsic Control",</a:t>
            </a:r>
          </a:p>
          <a:p xmlns:a="http://schemas.openxmlformats.org/drawingml/2006/main">
            <a:r>
              <a:t>  "paper_url": "https://arxiv.org/abs/2103.08107v1",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"notes": "Original MUSIC algorithm composite: ordinary labels and pseudocode prose are typeable text interleaved with source mathematical glyph outlines. Left-panel formula bitmaps are traced from original alpha masks into individual editable contours. No full-figure or formula raster background remains. Native math paths are not live equations or semantic connectors.",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"fccb2c6c2463b42da75df0d35bb7f58a39be81b5a4544f2b1ab00b6e70e5fb17",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106,</a:t>
            </a:r>
          </a:p>
          <a:p xmlns:a="http://schemas.openxmlformats.org/drawingml/2006/main">
            <a:r>
              <a:t>    80,</a:t>
            </a:r>
          </a:p>
          <a:p xmlns:a="http://schemas.openxmlformats.org/drawingml/2006/main">
            <a:r>
              <a:t>    505,</a:t>
            </a:r>
          </a:p>
          <a:p xmlns:a="http://schemas.openxmlformats.org/drawingml/2006/main">
            <a:r>
              <a:t>    205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"Ordinary labels/prose use Arial or Times New Roman, with explicit source-baseline adjustment. Source mathematical fonts and raster formulas use native glyph outlines.",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"8 source clipping groups intersect crop; extracted paths require explicit clipping review",</a:t>
            </a:r>
          </a:p>
          <a:p xmlns:a="http://schemas.openxmlformats.org/drawingml/2006/main">
            <a:r>
              <a:t>    "unhandled image/shading at seq 8: [196.89224243164062, 85.2252197265625, 203.75604248046875, 90.7690658569336]; requires reviewed raster region",</a:t>
            </a:r>
          </a:p>
          <a:p xmlns:a="http://schemas.openxmlformats.org/drawingml/2006/main">
            <a:r>
              <a:t>    "unhandled image/shading at seq 11: [147.87142944335938, 96.48431396484375, 230.50108337402344, 105.98804473876953]; requires reviewed raster region",</a:t>
            </a:r>
          </a:p>
          <a:p xmlns:a="http://schemas.openxmlformats.org/drawingml/2006/main">
            <a:r>
              <a:t>    "unhandled image/shading at seq 16: [118.65917205810547, 156.86976623535156, 174.8895721435547, 165.8455047607422]; requires reviewed raster region",</a:t>
            </a:r>
          </a:p>
          <a:p xmlns:a="http://schemas.openxmlformats.org/drawingml/2006/main">
            <a:r>
              <a:t>    "unhandled image/shading at seq 24: [166.279541015625, 119.38119506835938, 173.14334106445312, 124.66104125976562]; requires reviewed raster region",</a:t>
            </a:r>
          </a:p>
          <a:p xmlns:a="http://schemas.openxmlformats.org/drawingml/2006/main">
            <a:r>
              <a:t>    "unhandled image/shading at seq 32: [210.75843811035156, 119.44290161132812, 215.24630737304688, 123.40278625488281]; requires reviewed raster region",</a:t>
            </a:r>
          </a:p>
          <a:p xmlns:a="http://schemas.openxmlformats.org/drawingml/2006/main">
            <a:r>
              <a:t>    "unhandled image/shading at seq 33: [215.7121124267578, 156.96304321289062, 269.83056640625, 166.73077392578125]; requires reviewed raster region",</a:t>
            </a:r>
          </a:p>
          <a:p xmlns:a="http://schemas.openxmlformats.org/drawingml/2006/main">
            <a:r>
              <a:t>    "unhandled image/shading at seq 34: [165.52638244628906, 186.06124877929688, 222.28477478027344, 196.09295654296875];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"raster_formula_reconstruction": "Seven original transparent formula bitmaps individually traced as native editable glyph contours; antialias transitions approximated. No formula bitmap or panel screenshot retained.",</a:t>
            </a:r>
          </a:p>
          <a:p xmlns:a="http://schemas.openxmlformats.org/drawingml/2006/main">
            <a:r>
              <a:t>  "extraction_warnings_reviewed": [</a:t>
            </a:r>
          </a:p>
          <a:p xmlns:a="http://schemas.openxmlformats.org/drawingml/2006/main">
            <a:r>
              <a:t>    "Seven source image warnings resolved by editable point-path contours of their original masks. Clipping and source geometry reviewed against the original crop."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"text_editability": "Ordinary labels and prose remain native typeable text. Mathematical expressions are editable glyph-outline paths, not live equations."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ec285687a146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6d34b0e0e43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dbfc6068f4d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d545ff87b14c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85750a81848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d3c03088347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1978A5-1874-407E-BED4-E94E8F1E5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0143" y="1349375"/>
            <a:ext cx="9121140" cy="515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162225D-2CBA-47CF-B8F9-025218B30A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0214" y="1964531"/>
            <a:ext cx="7980998" cy="3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9B1E70-5F53-47CE-9A37-03681E6D62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0143" y="1488281"/>
            <a:ext cx="9121140" cy="595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89B4C1-24C4-42B3-A6F1-549C4B7A6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1330" y="277813"/>
            <a:ext cx="10118765" cy="43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CF6AD8-993F-4A73-8C3E-F21980509C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1330" y="992188"/>
            <a:ext cx="10118765" cy="222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1pPr>
            <a:lvl2pPr marL="277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2pPr>
            <a:lvl3pPr marL="436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3pPr>
            <a:lvl4pPr marL="595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4pPr>
            <a:lvl5pPr marL="754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5pPr>
            <a:lvl6pPr marL="912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6pPr>
            <a:lvl7pPr marL="1071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7pPr>
            <a:lvl8pPr marL="1230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8pPr>
            <a:lvl9pPr marL="138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BDB859-4762-4EF9-8906-6E41DAAB6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1330" y="277813"/>
            <a:ext cx="10118765" cy="43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AF46ED-5D02-42ED-9A9D-F921299497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1330" y="992188"/>
            <a:ext cx="4703088" cy="222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1pPr>
            <a:lvl2pPr marL="277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2pPr>
            <a:lvl3pPr marL="436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3pPr>
            <a:lvl4pPr marL="595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4pPr>
            <a:lvl5pPr marL="754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5pPr>
            <a:lvl6pPr marL="912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6pPr>
            <a:lvl7pPr marL="1071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7pPr>
            <a:lvl8pPr marL="1230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8pPr>
            <a:lvl9pPr marL="138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4D60358-1CBA-4590-8954-275380F1B3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57007" y="992188"/>
            <a:ext cx="4703088" cy="222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1pPr>
            <a:lvl2pPr marL="277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2pPr>
            <a:lvl3pPr marL="436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3pPr>
            <a:lvl4pPr marL="595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4pPr>
            <a:lvl5pPr marL="754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5pPr>
            <a:lvl6pPr marL="912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6pPr>
            <a:lvl7pPr marL="1071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7pPr>
            <a:lvl8pPr marL="1230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8pPr>
            <a:lvl9pPr marL="138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7E55B8-C35D-4FAC-A2D2-6DA1F1EE3A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1330" y="277813"/>
            <a:ext cx="10118765" cy="43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E5874C-72C3-46D9-9829-9923D39E9B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1330" y="992188"/>
            <a:ext cx="4703088" cy="222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1pPr>
            <a:lvl2pPr marL="277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2pPr>
            <a:lvl3pPr marL="436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3pPr>
            <a:lvl4pPr marL="595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4pPr>
            <a:lvl5pPr marL="754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5pPr>
            <a:lvl6pPr marL="9128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6pPr>
            <a:lvl7pPr marL="10715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7pPr>
            <a:lvl8pPr marL="123031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8pPr>
            <a:lvl9pPr marL="1389063" indent="-119062">
              <a:lnSpc>
                <a:spcPct val="110000"/>
              </a:lnSpc>
              <a:spcBef>
                <a:spcPts val="0"/>
              </a:spcBef>
              <a:spcAft>
                <a:spcPts val="6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90ea8eee994aa9" /><Relationship Type="http://schemas.openxmlformats.org/officeDocument/2006/relationships/slideLayout" Target="/ppt/slideLayouts/slideLayout1.xml" Id="R96979120fc624ca5" /><Relationship Type="http://schemas.openxmlformats.org/officeDocument/2006/relationships/slideLayout" Target="/ppt/slideLayouts/slideLayout2.xml" Id="R14257d1ce6ba4c99" /><Relationship Type="http://schemas.openxmlformats.org/officeDocument/2006/relationships/slideLayout" Target="/ppt/slideLayouts/slideLayout3.xml" Id="Rd64d91cf9d284906" /><Relationship Type="http://schemas.openxmlformats.org/officeDocument/2006/relationships/slideLayout" Target="/ppt/slideLayouts/slideLayout4.xml" Id="R2cd8aefc6d6e43df" /><Relationship Type="http://schemas.openxmlformats.org/officeDocument/2006/relationships/slideLayout" Target="/ppt/slideLayouts/slideLayout5.xml" Id="R1bddbb45cbb446ae" /><Relationship Type="http://schemas.openxmlformats.org/officeDocument/2006/relationships/slideLayout" Target="/ppt/slideLayouts/slideLayout6.xml" Id="R3c10e5b9bc7147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979120fc624ca5"/>
    <p:sldLayoutId xmlns:r="http://schemas.openxmlformats.org/officeDocument/2006/relationships" id="2147483650" r:id="R14257d1ce6ba4c99"/>
    <p:sldLayoutId xmlns:r="http://schemas.openxmlformats.org/officeDocument/2006/relationships" id="2147483651" r:id="Rd64d91cf9d284906"/>
    <p:sldLayoutId xmlns:r="http://schemas.openxmlformats.org/officeDocument/2006/relationships" id="2147483652" r:id="R2cd8aefc6d6e43df"/>
    <p:sldLayoutId xmlns:r="http://schemas.openxmlformats.org/officeDocument/2006/relationships" id="2147483653" r:id="R1bddbb45cbb446ae"/>
    <p:sldLayoutId xmlns:r="http://schemas.openxmlformats.org/officeDocument/2006/relationships" id="2147483654" r:id="R3c10e5b9bc7147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a4a94deeb4a70" /><Relationship Type="http://schemas.openxmlformats.org/officeDocument/2006/relationships/notesSlide" Target="/ppt/notesSlides/notesSlide1.xml" Id="Rc0245b8af4cd47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0" name="pdf-path-2">
            <a:extLst xmlns:a="http://schemas.openxmlformats.org/drawingml/2006/main">
              <a:ext uri="{FF2B5EF4-FFF2-40B4-BE49-F238E27FC236}">
                <a16:creationId xmlns:a16="http://schemas.microsoft.com/office/drawing/2014/main" id="{4A999D39-9BFF-4EC6-96DC-761318EE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830" y="140493"/>
            <a:ext cx="760252" cy="294672"/>
          </a:xfrm>
          <a:custGeom xmlns:a="http://schemas.openxmlformats.org/drawingml/2006/main">
            <a:pathLst>
              <a:path w="760252" h="294672">
                <a:moveTo>
                  <a:pt x="0" y="0"/>
                </a:moveTo>
                <a:lnTo>
                  <a:pt x="760252" y="0"/>
                </a:lnTo>
                <a:lnTo>
                  <a:pt x="760252" y="294672"/>
                </a:lnTo>
                <a:lnTo>
                  <a:pt x="0" y="294672"/>
                </a:lnTo>
                <a:close/>
              </a:path>
            </a:pathLst>
          </a:custGeom>
          <a:solidFill xmlns:a="http://schemas.openxmlformats.org/drawingml/2006/main">
            <a:srgbClr val="A4C3F1"/>
          </a:solidFill>
          <a:ln xmlns:a="http://schemas.openxmlformats.org/drawingml/2006/main" w="22631">
            <a:solidFill>
              <a:srgbClr val="575757"/>
            </a:solidFill>
            <a:prstDash val="dash"/>
          </a:ln>
        </p:spPr>
      </p:sp>
      <p:sp>
        <p:nvSpPr>
          <p:cNvPr id="2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AC2BF810-05CD-4EBB-92D5-0D7CD8DB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263" y="166457"/>
            <a:ext cx="658203" cy="201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Learned</a:t>
            </a:r>
          </a:p>
        </p:txBody>
      </p:sp>
      <p:sp>
        <p:nvSpPr>
          <p:cNvPr id="3" name="pdf-path-5">
            <a:extLst xmlns:a="http://schemas.openxmlformats.org/drawingml/2006/main">
              <a:ext uri="{FF2B5EF4-FFF2-40B4-BE49-F238E27FC236}">
                <a16:creationId xmlns:a16="http://schemas.microsoft.com/office/drawing/2014/main" id="{F57372EC-2265-4721-9836-A70AD153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830" y="569099"/>
            <a:ext cx="760252" cy="294672"/>
          </a:xfrm>
          <a:custGeom xmlns:a="http://schemas.openxmlformats.org/drawingml/2006/main">
            <a:pathLst>
              <a:path w="760252" h="294672">
                <a:moveTo>
                  <a:pt x="0" y="0"/>
                </a:moveTo>
                <a:lnTo>
                  <a:pt x="760252" y="0"/>
                </a:lnTo>
                <a:lnTo>
                  <a:pt x="760252" y="294672"/>
                </a:lnTo>
                <a:lnTo>
                  <a:pt x="0" y="294672"/>
                </a:lnTo>
                <a:close/>
              </a:path>
            </a:pathLst>
          </a:custGeom>
          <a:solidFill xmlns:a="http://schemas.openxmlformats.org/drawingml/2006/main">
            <a:srgbClr val="B6D6A8"/>
          </a:solidFill>
          <a:ln xmlns:a="http://schemas.openxmlformats.org/drawingml/2006/main" w="22631">
            <a:solidFill>
              <a:srgbClr val="575757"/>
            </a:solidFill>
            <a:prstDash val="solid"/>
          </a:ln>
        </p:spPr>
      </p:sp>
      <p:sp>
        <p:nvSpPr>
          <p:cNvPr id="4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4E8F5A9A-5617-42BB-82F4-15B22B6C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389" y="595074"/>
            <a:ext cx="457844" cy="201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Fixed</a:t>
            </a:r>
          </a:p>
        </p:txBody>
      </p:sp>
      <p:sp>
        <p:nvSpPr>
          <p:cNvPr id="5" name="music-source-formula-0-glyph-0">
            <a:extLst xmlns:a="http://schemas.openxmlformats.org/drawingml/2006/main">
              <a:ext uri="{FF2B5EF4-FFF2-40B4-BE49-F238E27FC236}">
                <a16:creationId xmlns:a16="http://schemas.microsoft.com/office/drawing/2014/main" id="{A7B73818-59DC-4EEF-9847-76C8D187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084" y="159369"/>
            <a:ext cx="24155" cy="28240"/>
          </a:xfrm>
          <a:custGeom xmlns:a="http://schemas.openxmlformats.org/drawingml/2006/main">
            <a:pathLst>
              <a:path w="24155" h="28240">
                <a:moveTo>
                  <a:pt x="12948" y="1257"/>
                </a:moveTo>
                <a:lnTo>
                  <a:pt x="14564" y="0"/>
                </a:lnTo>
                <a:lnTo>
                  <a:pt x="22108" y="561"/>
                </a:lnTo>
                <a:lnTo>
                  <a:pt x="24155" y="1257"/>
                </a:lnTo>
                <a:lnTo>
                  <a:pt x="22108" y="2081"/>
                </a:lnTo>
                <a:lnTo>
                  <a:pt x="18689" y="8801"/>
                </a:lnTo>
                <a:lnTo>
                  <a:pt x="22108" y="15521"/>
                </a:lnTo>
                <a:lnTo>
                  <a:pt x="22631" y="16344"/>
                </a:lnTo>
                <a:lnTo>
                  <a:pt x="22108" y="17383"/>
                </a:lnTo>
                <a:lnTo>
                  <a:pt x="19707" y="23888"/>
                </a:lnTo>
                <a:lnTo>
                  <a:pt x="14564" y="28240"/>
                </a:lnTo>
                <a:lnTo>
                  <a:pt x="7020" y="27912"/>
                </a:lnTo>
                <a:lnTo>
                  <a:pt x="1396" y="23888"/>
                </a:lnTo>
                <a:lnTo>
                  <a:pt x="0" y="16344"/>
                </a:lnTo>
                <a:lnTo>
                  <a:pt x="3249" y="8801"/>
                </a:lnTo>
                <a:lnTo>
                  <a:pt x="7020" y="4698"/>
                </a:lnTo>
                <a:lnTo>
                  <a:pt x="12948" y="1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usic-source-formula-0-glyph-1">
            <a:extLst xmlns:a="http://schemas.openxmlformats.org/drawingml/2006/main">
              <a:ext uri="{FF2B5EF4-FFF2-40B4-BE49-F238E27FC236}">
                <a16:creationId xmlns:a16="http://schemas.microsoft.com/office/drawing/2014/main" id="{C64E54F8-BCF1-467F-A99A-21A228A8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541" y="156854"/>
            <a:ext cx="106344" cy="113154"/>
          </a:xfrm>
          <a:custGeom xmlns:a="http://schemas.openxmlformats.org/drawingml/2006/main">
            <a:pathLst>
              <a:path w="106344" h="113154">
                <a:moveTo>
                  <a:pt x="52978" y="3772"/>
                </a:moveTo>
                <a:lnTo>
                  <a:pt x="59826" y="0"/>
                </a:lnTo>
                <a:lnTo>
                  <a:pt x="67369" y="580"/>
                </a:lnTo>
                <a:lnTo>
                  <a:pt x="72517" y="3772"/>
                </a:lnTo>
                <a:lnTo>
                  <a:pt x="74913" y="5691"/>
                </a:lnTo>
                <a:lnTo>
                  <a:pt x="81933" y="11315"/>
                </a:lnTo>
                <a:lnTo>
                  <a:pt x="82456" y="11838"/>
                </a:lnTo>
                <a:lnTo>
                  <a:pt x="86808" y="18859"/>
                </a:lnTo>
                <a:lnTo>
                  <a:pt x="90000" y="25707"/>
                </a:lnTo>
                <a:lnTo>
                  <a:pt x="90523" y="26403"/>
                </a:lnTo>
                <a:lnTo>
                  <a:pt x="91257" y="33946"/>
                </a:lnTo>
                <a:lnTo>
                  <a:pt x="91919" y="41490"/>
                </a:lnTo>
                <a:lnTo>
                  <a:pt x="91919" y="49033"/>
                </a:lnTo>
                <a:lnTo>
                  <a:pt x="91919" y="56577"/>
                </a:lnTo>
                <a:lnTo>
                  <a:pt x="91919" y="64121"/>
                </a:lnTo>
                <a:lnTo>
                  <a:pt x="91919" y="71664"/>
                </a:lnTo>
                <a:lnTo>
                  <a:pt x="91919" y="79208"/>
                </a:lnTo>
                <a:lnTo>
                  <a:pt x="91919" y="86751"/>
                </a:lnTo>
                <a:lnTo>
                  <a:pt x="92400" y="94295"/>
                </a:lnTo>
                <a:lnTo>
                  <a:pt x="95143" y="101838"/>
                </a:lnTo>
                <a:lnTo>
                  <a:pt x="97543" y="104239"/>
                </a:lnTo>
                <a:lnTo>
                  <a:pt x="105087" y="105610"/>
                </a:lnTo>
                <a:lnTo>
                  <a:pt x="106344" y="109382"/>
                </a:lnTo>
                <a:lnTo>
                  <a:pt x="105087" y="110639"/>
                </a:lnTo>
                <a:lnTo>
                  <a:pt x="97543" y="113154"/>
                </a:lnTo>
                <a:lnTo>
                  <a:pt x="90000" y="112574"/>
                </a:lnTo>
                <a:lnTo>
                  <a:pt x="85390" y="109382"/>
                </a:lnTo>
                <a:lnTo>
                  <a:pt x="82456" y="106982"/>
                </a:lnTo>
                <a:lnTo>
                  <a:pt x="78432" y="101838"/>
                </a:lnTo>
                <a:lnTo>
                  <a:pt x="74913" y="96412"/>
                </a:lnTo>
                <a:lnTo>
                  <a:pt x="67961" y="101838"/>
                </a:lnTo>
                <a:lnTo>
                  <a:pt x="67369" y="102362"/>
                </a:lnTo>
                <a:lnTo>
                  <a:pt x="59826" y="105610"/>
                </a:lnTo>
                <a:lnTo>
                  <a:pt x="57708" y="101838"/>
                </a:lnTo>
                <a:lnTo>
                  <a:pt x="59826" y="99919"/>
                </a:lnTo>
                <a:lnTo>
                  <a:pt x="64969" y="94295"/>
                </a:lnTo>
                <a:lnTo>
                  <a:pt x="67369" y="91361"/>
                </a:lnTo>
                <a:lnTo>
                  <a:pt x="70561" y="86751"/>
                </a:lnTo>
                <a:lnTo>
                  <a:pt x="71393" y="79208"/>
                </a:lnTo>
                <a:lnTo>
                  <a:pt x="72061" y="71664"/>
                </a:lnTo>
                <a:lnTo>
                  <a:pt x="72512" y="64121"/>
                </a:lnTo>
                <a:lnTo>
                  <a:pt x="72512" y="56577"/>
                </a:lnTo>
                <a:lnTo>
                  <a:pt x="72512" y="49033"/>
                </a:lnTo>
                <a:lnTo>
                  <a:pt x="67369" y="44342"/>
                </a:lnTo>
                <a:lnTo>
                  <a:pt x="59826" y="44342"/>
                </a:lnTo>
                <a:lnTo>
                  <a:pt x="52282" y="44766"/>
                </a:lnTo>
                <a:lnTo>
                  <a:pt x="45562" y="49033"/>
                </a:lnTo>
                <a:lnTo>
                  <a:pt x="44738" y="49556"/>
                </a:lnTo>
                <a:lnTo>
                  <a:pt x="37195" y="52805"/>
                </a:lnTo>
                <a:lnTo>
                  <a:pt x="32744" y="56577"/>
                </a:lnTo>
                <a:lnTo>
                  <a:pt x="29651" y="59670"/>
                </a:lnTo>
                <a:lnTo>
                  <a:pt x="25879" y="64121"/>
                </a:lnTo>
                <a:lnTo>
                  <a:pt x="22108" y="70260"/>
                </a:lnTo>
                <a:lnTo>
                  <a:pt x="20850" y="71664"/>
                </a:lnTo>
                <a:lnTo>
                  <a:pt x="19256" y="79208"/>
                </a:lnTo>
                <a:lnTo>
                  <a:pt x="19256" y="86751"/>
                </a:lnTo>
                <a:lnTo>
                  <a:pt x="21585" y="94295"/>
                </a:lnTo>
                <a:lnTo>
                  <a:pt x="22108" y="94818"/>
                </a:lnTo>
                <a:lnTo>
                  <a:pt x="27732" y="101838"/>
                </a:lnTo>
                <a:lnTo>
                  <a:pt x="29651" y="104234"/>
                </a:lnTo>
                <a:lnTo>
                  <a:pt x="37195" y="106191"/>
                </a:lnTo>
                <a:lnTo>
                  <a:pt x="44738" y="106530"/>
                </a:lnTo>
                <a:lnTo>
                  <a:pt x="52282" y="106757"/>
                </a:lnTo>
                <a:lnTo>
                  <a:pt x="56640" y="109382"/>
                </a:lnTo>
                <a:lnTo>
                  <a:pt x="52282" y="111782"/>
                </a:lnTo>
                <a:lnTo>
                  <a:pt x="44738" y="112234"/>
                </a:lnTo>
                <a:lnTo>
                  <a:pt x="37195" y="112574"/>
                </a:lnTo>
                <a:lnTo>
                  <a:pt x="29651" y="112574"/>
                </a:lnTo>
                <a:lnTo>
                  <a:pt x="22108" y="110639"/>
                </a:lnTo>
                <a:lnTo>
                  <a:pt x="20491" y="109382"/>
                </a:lnTo>
                <a:lnTo>
                  <a:pt x="14564" y="106191"/>
                </a:lnTo>
                <a:lnTo>
                  <a:pt x="8278" y="101838"/>
                </a:lnTo>
                <a:lnTo>
                  <a:pt x="7020" y="100581"/>
                </a:lnTo>
                <a:lnTo>
                  <a:pt x="2329" y="94295"/>
                </a:lnTo>
                <a:lnTo>
                  <a:pt x="0" y="86751"/>
                </a:lnTo>
                <a:lnTo>
                  <a:pt x="0" y="79208"/>
                </a:lnTo>
                <a:lnTo>
                  <a:pt x="2329" y="71664"/>
                </a:lnTo>
                <a:lnTo>
                  <a:pt x="4620" y="64121"/>
                </a:lnTo>
                <a:lnTo>
                  <a:pt x="7020" y="61496"/>
                </a:lnTo>
                <a:lnTo>
                  <a:pt x="11471" y="56577"/>
                </a:lnTo>
                <a:lnTo>
                  <a:pt x="14564" y="53725"/>
                </a:lnTo>
                <a:lnTo>
                  <a:pt x="22108" y="49556"/>
                </a:lnTo>
                <a:lnTo>
                  <a:pt x="22631" y="49033"/>
                </a:lnTo>
                <a:lnTo>
                  <a:pt x="29651" y="45262"/>
                </a:lnTo>
                <a:lnTo>
                  <a:pt x="37195" y="43607"/>
                </a:lnTo>
                <a:lnTo>
                  <a:pt x="41951" y="41490"/>
                </a:lnTo>
                <a:lnTo>
                  <a:pt x="44738" y="40232"/>
                </a:lnTo>
                <a:lnTo>
                  <a:pt x="52282" y="39090"/>
                </a:lnTo>
                <a:lnTo>
                  <a:pt x="59826" y="38638"/>
                </a:lnTo>
                <a:lnTo>
                  <a:pt x="67369" y="38638"/>
                </a:lnTo>
                <a:lnTo>
                  <a:pt x="72512" y="33946"/>
                </a:lnTo>
                <a:lnTo>
                  <a:pt x="71721" y="26403"/>
                </a:lnTo>
                <a:lnTo>
                  <a:pt x="70888" y="18859"/>
                </a:lnTo>
                <a:lnTo>
                  <a:pt x="67369" y="13940"/>
                </a:lnTo>
                <a:lnTo>
                  <a:pt x="64969" y="11315"/>
                </a:lnTo>
                <a:lnTo>
                  <a:pt x="59826" y="6963"/>
                </a:lnTo>
                <a:lnTo>
                  <a:pt x="52978" y="3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usic-source-formula-0-glyph-2">
            <a:extLst xmlns:a="http://schemas.openxmlformats.org/drawingml/2006/main">
              <a:ext uri="{FF2B5EF4-FFF2-40B4-BE49-F238E27FC236}">
                <a16:creationId xmlns:a16="http://schemas.microsoft.com/office/drawing/2014/main" id="{D63047C3-4077-4962-8226-DFBFC6AF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858" y="187281"/>
            <a:ext cx="58646" cy="119865"/>
          </a:xfrm>
          <a:custGeom xmlns:a="http://schemas.openxmlformats.org/drawingml/2006/main">
            <a:pathLst>
              <a:path w="58646" h="119865">
                <a:moveTo>
                  <a:pt x="33167" y="3519"/>
                </a:moveTo>
                <a:lnTo>
                  <a:pt x="40118" y="0"/>
                </a:lnTo>
                <a:lnTo>
                  <a:pt x="43637" y="3519"/>
                </a:lnTo>
                <a:lnTo>
                  <a:pt x="43890" y="11063"/>
                </a:lnTo>
                <a:lnTo>
                  <a:pt x="42970" y="18606"/>
                </a:lnTo>
                <a:lnTo>
                  <a:pt x="40641" y="26150"/>
                </a:lnTo>
                <a:lnTo>
                  <a:pt x="40118" y="27189"/>
                </a:lnTo>
                <a:lnTo>
                  <a:pt x="37718" y="33694"/>
                </a:lnTo>
                <a:lnTo>
                  <a:pt x="40118" y="36318"/>
                </a:lnTo>
                <a:lnTo>
                  <a:pt x="47662" y="37718"/>
                </a:lnTo>
                <a:lnTo>
                  <a:pt x="55205" y="38046"/>
                </a:lnTo>
                <a:lnTo>
                  <a:pt x="58646" y="41237"/>
                </a:lnTo>
                <a:lnTo>
                  <a:pt x="55205" y="44429"/>
                </a:lnTo>
                <a:lnTo>
                  <a:pt x="47662" y="44757"/>
                </a:lnTo>
                <a:lnTo>
                  <a:pt x="40118" y="44757"/>
                </a:lnTo>
                <a:lnTo>
                  <a:pt x="35426" y="48781"/>
                </a:lnTo>
                <a:lnTo>
                  <a:pt x="33832" y="56324"/>
                </a:lnTo>
                <a:lnTo>
                  <a:pt x="32575" y="59112"/>
                </a:lnTo>
                <a:lnTo>
                  <a:pt x="30656" y="63868"/>
                </a:lnTo>
                <a:lnTo>
                  <a:pt x="29055" y="71412"/>
                </a:lnTo>
                <a:lnTo>
                  <a:pt x="28222" y="78955"/>
                </a:lnTo>
                <a:lnTo>
                  <a:pt x="26288" y="86499"/>
                </a:lnTo>
                <a:lnTo>
                  <a:pt x="25031" y="89287"/>
                </a:lnTo>
                <a:lnTo>
                  <a:pt x="23112" y="94042"/>
                </a:lnTo>
                <a:lnTo>
                  <a:pt x="21839" y="101586"/>
                </a:lnTo>
                <a:lnTo>
                  <a:pt x="21839" y="109130"/>
                </a:lnTo>
                <a:lnTo>
                  <a:pt x="25031" y="112901"/>
                </a:lnTo>
                <a:lnTo>
                  <a:pt x="32575" y="114273"/>
                </a:lnTo>
                <a:lnTo>
                  <a:pt x="39080" y="116673"/>
                </a:lnTo>
                <a:lnTo>
                  <a:pt x="32575" y="119073"/>
                </a:lnTo>
                <a:lnTo>
                  <a:pt x="25031" y="119865"/>
                </a:lnTo>
                <a:lnTo>
                  <a:pt x="17487" y="118592"/>
                </a:lnTo>
                <a:lnTo>
                  <a:pt x="15568" y="116673"/>
                </a:lnTo>
                <a:lnTo>
                  <a:pt x="9944" y="109653"/>
                </a:lnTo>
                <a:lnTo>
                  <a:pt x="9421" y="109130"/>
                </a:lnTo>
                <a:lnTo>
                  <a:pt x="7544" y="101586"/>
                </a:lnTo>
                <a:lnTo>
                  <a:pt x="9421" y="94042"/>
                </a:lnTo>
                <a:lnTo>
                  <a:pt x="9944" y="92690"/>
                </a:lnTo>
                <a:lnTo>
                  <a:pt x="11863" y="86499"/>
                </a:lnTo>
                <a:lnTo>
                  <a:pt x="13463" y="78955"/>
                </a:lnTo>
                <a:lnTo>
                  <a:pt x="14296" y="71412"/>
                </a:lnTo>
                <a:lnTo>
                  <a:pt x="16230" y="63868"/>
                </a:lnTo>
                <a:lnTo>
                  <a:pt x="17487" y="61080"/>
                </a:lnTo>
                <a:lnTo>
                  <a:pt x="19406" y="56324"/>
                </a:lnTo>
                <a:lnTo>
                  <a:pt x="21007" y="48781"/>
                </a:lnTo>
                <a:lnTo>
                  <a:pt x="17487" y="45009"/>
                </a:lnTo>
                <a:lnTo>
                  <a:pt x="9944" y="44757"/>
                </a:lnTo>
                <a:lnTo>
                  <a:pt x="2400" y="43637"/>
                </a:lnTo>
                <a:lnTo>
                  <a:pt x="0" y="41237"/>
                </a:lnTo>
                <a:lnTo>
                  <a:pt x="2400" y="38837"/>
                </a:lnTo>
                <a:lnTo>
                  <a:pt x="9944" y="37718"/>
                </a:lnTo>
                <a:lnTo>
                  <a:pt x="17487" y="37718"/>
                </a:lnTo>
                <a:lnTo>
                  <a:pt x="23774" y="33694"/>
                </a:lnTo>
                <a:lnTo>
                  <a:pt x="25031" y="29922"/>
                </a:lnTo>
                <a:lnTo>
                  <a:pt x="26288" y="26150"/>
                </a:lnTo>
                <a:lnTo>
                  <a:pt x="28222" y="18606"/>
                </a:lnTo>
                <a:lnTo>
                  <a:pt x="29055" y="11063"/>
                </a:lnTo>
                <a:lnTo>
                  <a:pt x="32575" y="4112"/>
                </a:lnTo>
                <a:lnTo>
                  <a:pt x="33167" y="35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usic-source-formula-0-glyph-3">
            <a:extLst xmlns:a="http://schemas.openxmlformats.org/drawingml/2006/main">
              <a:ext uri="{FF2B5EF4-FFF2-40B4-BE49-F238E27FC236}">
                <a16:creationId xmlns:a16="http://schemas.microsoft.com/office/drawing/2014/main" id="{13F24A0D-6F11-431B-83E8-2690494B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980" y="227995"/>
            <a:ext cx="6383" cy="31221"/>
          </a:xfrm>
          <a:custGeom xmlns:a="http://schemas.openxmlformats.org/drawingml/2006/main">
            <a:pathLst>
              <a:path w="6383" h="31221">
                <a:moveTo>
                  <a:pt x="2668" y="523"/>
                </a:moveTo>
                <a:lnTo>
                  <a:pt x="3192" y="0"/>
                </a:lnTo>
                <a:lnTo>
                  <a:pt x="3715" y="523"/>
                </a:lnTo>
                <a:lnTo>
                  <a:pt x="6383" y="8067"/>
                </a:lnTo>
                <a:lnTo>
                  <a:pt x="6383" y="15610"/>
                </a:lnTo>
                <a:lnTo>
                  <a:pt x="6043" y="23154"/>
                </a:lnTo>
                <a:lnTo>
                  <a:pt x="3715" y="30697"/>
                </a:lnTo>
                <a:lnTo>
                  <a:pt x="3192" y="31221"/>
                </a:lnTo>
                <a:lnTo>
                  <a:pt x="1144" y="30697"/>
                </a:lnTo>
                <a:lnTo>
                  <a:pt x="340" y="23154"/>
                </a:lnTo>
                <a:lnTo>
                  <a:pt x="0" y="15610"/>
                </a:lnTo>
                <a:lnTo>
                  <a:pt x="0" y="8067"/>
                </a:lnTo>
                <a:lnTo>
                  <a:pt x="2668" y="5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usic-source-formula-0-glyph-4">
            <a:extLst xmlns:a="http://schemas.openxmlformats.org/drawingml/2006/main">
              <a:ext uri="{FF2B5EF4-FFF2-40B4-BE49-F238E27FC236}">
                <a16:creationId xmlns:a16="http://schemas.microsoft.com/office/drawing/2014/main" id="{EC6DBAFE-7FF9-43CE-9390-9C859958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970" y="278230"/>
            <a:ext cx="5945" cy="8769"/>
          </a:xfrm>
          <a:custGeom xmlns:a="http://schemas.openxmlformats.org/drawingml/2006/main">
            <a:pathLst>
              <a:path w="5945" h="8769">
                <a:moveTo>
                  <a:pt x="0" y="3093"/>
                </a:moveTo>
                <a:lnTo>
                  <a:pt x="3093" y="0"/>
                </a:lnTo>
                <a:lnTo>
                  <a:pt x="5945" y="3093"/>
                </a:lnTo>
                <a:lnTo>
                  <a:pt x="3093" y="8769"/>
                </a:lnTo>
                <a:lnTo>
                  <a:pt x="0" y="3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usic-source-formula-0-glyph-5">
            <a:extLst xmlns:a="http://schemas.openxmlformats.org/drawingml/2006/main">
              <a:ext uri="{FF2B5EF4-FFF2-40B4-BE49-F238E27FC236}">
                <a16:creationId xmlns:a16="http://schemas.microsoft.com/office/drawing/2014/main" id="{B27D1C2A-CC63-42C1-BFB2-8D089AD7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764" y="287463"/>
            <a:ext cx="8528" cy="10867"/>
          </a:xfrm>
          <a:custGeom xmlns:a="http://schemas.openxmlformats.org/drawingml/2006/main">
            <a:pathLst>
              <a:path w="8528" h="10867">
                <a:moveTo>
                  <a:pt x="3498" y="1404"/>
                </a:moveTo>
                <a:lnTo>
                  <a:pt x="4756" y="0"/>
                </a:lnTo>
                <a:lnTo>
                  <a:pt x="8528" y="1404"/>
                </a:lnTo>
                <a:lnTo>
                  <a:pt x="6675" y="8948"/>
                </a:lnTo>
                <a:lnTo>
                  <a:pt x="4756" y="10867"/>
                </a:lnTo>
                <a:lnTo>
                  <a:pt x="0" y="8948"/>
                </a:lnTo>
                <a:lnTo>
                  <a:pt x="3498" y="1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9">
            <a:extLst xmlns:a="http://schemas.openxmlformats.org/drawingml/2006/main">
              <a:ext uri="{FF2B5EF4-FFF2-40B4-BE49-F238E27FC236}">
                <a16:creationId xmlns:a16="http://schemas.microsoft.com/office/drawing/2014/main" id="{7189FC1F-4133-4387-96C2-96365A82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62" y="161162"/>
            <a:ext cx="2443851" cy="669730"/>
          </a:xfrm>
          <a:custGeom xmlns:a="http://schemas.openxmlformats.org/drawingml/2006/main">
            <a:pathLst>
              <a:path w="2443851" h="669730">
                <a:moveTo>
                  <a:pt x="0" y="0"/>
                </a:moveTo>
                <a:lnTo>
                  <a:pt x="2443851" y="0"/>
                </a:lnTo>
                <a:lnTo>
                  <a:pt x="2443851" y="669730"/>
                </a:lnTo>
                <a:lnTo>
                  <a:pt x="0" y="669730"/>
                </a:lnTo>
                <a:close/>
              </a:path>
            </a:pathLst>
          </a:custGeom>
          <a:solidFill xmlns:a="http://schemas.openxmlformats.org/drawingml/2006/main">
            <a:srgbClr val="B6D6A8"/>
          </a:solidFill>
          <a:ln xmlns:a="http://schemas.openxmlformats.org/drawingml/2006/main" w="22631">
            <a:solidFill>
              <a:srgbClr val="575757"/>
            </a:solidFill>
            <a:prstDash val="solid"/>
          </a:ln>
        </p:spPr>
      </p:sp>
      <p:sp>
        <p:nvSpPr>
          <p:cNvPr id="12" name="music-source-formula-1-glyph-0">
            <a:extLst xmlns:a="http://schemas.openxmlformats.org/drawingml/2006/main">
              <a:ext uri="{FF2B5EF4-FFF2-40B4-BE49-F238E27FC236}">
                <a16:creationId xmlns:a16="http://schemas.microsoft.com/office/drawing/2014/main" id="{AF90BC04-7424-49E7-91EB-FC5CBB86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482" y="478583"/>
            <a:ext cx="57503" cy="261511"/>
          </a:xfrm>
          <a:custGeom xmlns:a="http://schemas.openxmlformats.org/drawingml/2006/main">
            <a:pathLst>
              <a:path w="57503" h="261511">
                <a:moveTo>
                  <a:pt x="49452" y="3772"/>
                </a:moveTo>
                <a:lnTo>
                  <a:pt x="54062" y="0"/>
                </a:lnTo>
                <a:lnTo>
                  <a:pt x="57503" y="3772"/>
                </a:lnTo>
                <a:lnTo>
                  <a:pt x="54062" y="7544"/>
                </a:lnTo>
                <a:lnTo>
                  <a:pt x="50622" y="11315"/>
                </a:lnTo>
                <a:lnTo>
                  <a:pt x="46519" y="16742"/>
                </a:lnTo>
                <a:lnTo>
                  <a:pt x="44402" y="18859"/>
                </a:lnTo>
                <a:lnTo>
                  <a:pt x="41375" y="26403"/>
                </a:lnTo>
                <a:lnTo>
                  <a:pt x="38975" y="29336"/>
                </a:lnTo>
                <a:lnTo>
                  <a:pt x="35784" y="33946"/>
                </a:lnTo>
                <a:lnTo>
                  <a:pt x="33832" y="41490"/>
                </a:lnTo>
                <a:lnTo>
                  <a:pt x="31432" y="45847"/>
                </a:lnTo>
                <a:lnTo>
                  <a:pt x="29513" y="49033"/>
                </a:lnTo>
                <a:lnTo>
                  <a:pt x="27407" y="56577"/>
                </a:lnTo>
                <a:lnTo>
                  <a:pt x="24411" y="64120"/>
                </a:lnTo>
                <a:lnTo>
                  <a:pt x="23888" y="65473"/>
                </a:lnTo>
                <a:lnTo>
                  <a:pt x="21969" y="71664"/>
                </a:lnTo>
                <a:lnTo>
                  <a:pt x="20697" y="79208"/>
                </a:lnTo>
                <a:lnTo>
                  <a:pt x="19864" y="86751"/>
                </a:lnTo>
                <a:lnTo>
                  <a:pt x="18745" y="94295"/>
                </a:lnTo>
                <a:lnTo>
                  <a:pt x="18263" y="101838"/>
                </a:lnTo>
                <a:lnTo>
                  <a:pt x="17602" y="109382"/>
                </a:lnTo>
                <a:lnTo>
                  <a:pt x="16868" y="116926"/>
                </a:lnTo>
                <a:lnTo>
                  <a:pt x="16344" y="120697"/>
                </a:lnTo>
                <a:lnTo>
                  <a:pt x="15821" y="124469"/>
                </a:lnTo>
                <a:lnTo>
                  <a:pt x="15821" y="132013"/>
                </a:lnTo>
                <a:lnTo>
                  <a:pt x="15821" y="139556"/>
                </a:lnTo>
                <a:lnTo>
                  <a:pt x="16344" y="143328"/>
                </a:lnTo>
                <a:lnTo>
                  <a:pt x="16868" y="147100"/>
                </a:lnTo>
                <a:lnTo>
                  <a:pt x="17602" y="154644"/>
                </a:lnTo>
                <a:lnTo>
                  <a:pt x="18263" y="162187"/>
                </a:lnTo>
                <a:lnTo>
                  <a:pt x="19536" y="169731"/>
                </a:lnTo>
                <a:lnTo>
                  <a:pt x="20116" y="177274"/>
                </a:lnTo>
                <a:lnTo>
                  <a:pt x="21036" y="184818"/>
                </a:lnTo>
                <a:lnTo>
                  <a:pt x="23365" y="192361"/>
                </a:lnTo>
                <a:lnTo>
                  <a:pt x="23888" y="193400"/>
                </a:lnTo>
                <a:lnTo>
                  <a:pt x="26288" y="199905"/>
                </a:lnTo>
                <a:lnTo>
                  <a:pt x="28240" y="207449"/>
                </a:lnTo>
                <a:lnTo>
                  <a:pt x="31432" y="214296"/>
                </a:lnTo>
                <a:lnTo>
                  <a:pt x="31955" y="214992"/>
                </a:lnTo>
                <a:lnTo>
                  <a:pt x="34951" y="222536"/>
                </a:lnTo>
                <a:lnTo>
                  <a:pt x="37718" y="230079"/>
                </a:lnTo>
                <a:lnTo>
                  <a:pt x="38975" y="231483"/>
                </a:lnTo>
                <a:lnTo>
                  <a:pt x="42747" y="237623"/>
                </a:lnTo>
                <a:lnTo>
                  <a:pt x="46519" y="242542"/>
                </a:lnTo>
                <a:lnTo>
                  <a:pt x="48919" y="245167"/>
                </a:lnTo>
                <a:lnTo>
                  <a:pt x="54062" y="252187"/>
                </a:lnTo>
                <a:lnTo>
                  <a:pt x="54585" y="252710"/>
                </a:lnTo>
                <a:lnTo>
                  <a:pt x="56325" y="260254"/>
                </a:lnTo>
                <a:lnTo>
                  <a:pt x="54062" y="261511"/>
                </a:lnTo>
                <a:lnTo>
                  <a:pt x="52805" y="260254"/>
                </a:lnTo>
                <a:lnTo>
                  <a:pt x="46519" y="255110"/>
                </a:lnTo>
                <a:lnTo>
                  <a:pt x="44119" y="252710"/>
                </a:lnTo>
                <a:lnTo>
                  <a:pt x="38975" y="246424"/>
                </a:lnTo>
                <a:lnTo>
                  <a:pt x="37718" y="245167"/>
                </a:lnTo>
                <a:lnTo>
                  <a:pt x="32836" y="237623"/>
                </a:lnTo>
                <a:lnTo>
                  <a:pt x="31432" y="236366"/>
                </a:lnTo>
                <a:lnTo>
                  <a:pt x="27407" y="230079"/>
                </a:lnTo>
                <a:lnTo>
                  <a:pt x="23888" y="224653"/>
                </a:lnTo>
                <a:lnTo>
                  <a:pt x="21969" y="222536"/>
                </a:lnTo>
                <a:lnTo>
                  <a:pt x="19196" y="214992"/>
                </a:lnTo>
                <a:lnTo>
                  <a:pt x="16344" y="209316"/>
                </a:lnTo>
                <a:lnTo>
                  <a:pt x="15087" y="207449"/>
                </a:lnTo>
                <a:lnTo>
                  <a:pt x="12573" y="199905"/>
                </a:lnTo>
                <a:lnTo>
                  <a:pt x="10058" y="192361"/>
                </a:lnTo>
                <a:lnTo>
                  <a:pt x="8801" y="189574"/>
                </a:lnTo>
                <a:lnTo>
                  <a:pt x="6882" y="184818"/>
                </a:lnTo>
                <a:lnTo>
                  <a:pt x="5282" y="177274"/>
                </a:lnTo>
                <a:lnTo>
                  <a:pt x="4777" y="169731"/>
                </a:lnTo>
                <a:lnTo>
                  <a:pt x="3657" y="162187"/>
                </a:lnTo>
                <a:lnTo>
                  <a:pt x="2515" y="154644"/>
                </a:lnTo>
                <a:lnTo>
                  <a:pt x="1780" y="147100"/>
                </a:lnTo>
                <a:lnTo>
                  <a:pt x="1257" y="143328"/>
                </a:lnTo>
                <a:lnTo>
                  <a:pt x="734" y="139556"/>
                </a:lnTo>
                <a:lnTo>
                  <a:pt x="0" y="132013"/>
                </a:lnTo>
                <a:lnTo>
                  <a:pt x="734" y="124469"/>
                </a:lnTo>
                <a:lnTo>
                  <a:pt x="1257" y="122422"/>
                </a:lnTo>
                <a:lnTo>
                  <a:pt x="2515" y="116926"/>
                </a:lnTo>
                <a:lnTo>
                  <a:pt x="3176" y="109382"/>
                </a:lnTo>
                <a:lnTo>
                  <a:pt x="3657" y="101838"/>
                </a:lnTo>
                <a:lnTo>
                  <a:pt x="4449" y="94295"/>
                </a:lnTo>
                <a:lnTo>
                  <a:pt x="5029" y="86751"/>
                </a:lnTo>
                <a:lnTo>
                  <a:pt x="5949" y="79208"/>
                </a:lnTo>
                <a:lnTo>
                  <a:pt x="8278" y="71664"/>
                </a:lnTo>
                <a:lnTo>
                  <a:pt x="8801" y="70968"/>
                </a:lnTo>
                <a:lnTo>
                  <a:pt x="11992" y="64120"/>
                </a:lnTo>
                <a:lnTo>
                  <a:pt x="13153" y="56577"/>
                </a:lnTo>
                <a:lnTo>
                  <a:pt x="16344" y="50650"/>
                </a:lnTo>
                <a:lnTo>
                  <a:pt x="17602" y="49033"/>
                </a:lnTo>
                <a:lnTo>
                  <a:pt x="20697" y="41490"/>
                </a:lnTo>
                <a:lnTo>
                  <a:pt x="23888" y="36341"/>
                </a:lnTo>
                <a:lnTo>
                  <a:pt x="25807" y="33946"/>
                </a:lnTo>
                <a:lnTo>
                  <a:pt x="28580" y="26403"/>
                </a:lnTo>
                <a:lnTo>
                  <a:pt x="31432" y="23309"/>
                </a:lnTo>
                <a:lnTo>
                  <a:pt x="35203" y="18859"/>
                </a:lnTo>
                <a:lnTo>
                  <a:pt x="38975" y="14409"/>
                </a:lnTo>
                <a:lnTo>
                  <a:pt x="42068" y="11315"/>
                </a:lnTo>
                <a:lnTo>
                  <a:pt x="46519" y="6397"/>
                </a:lnTo>
                <a:lnTo>
                  <a:pt x="49452" y="3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usic-source-formula-1-glyph-1">
            <a:extLst xmlns:a="http://schemas.openxmlformats.org/drawingml/2006/main">
              <a:ext uri="{FF2B5EF4-FFF2-40B4-BE49-F238E27FC236}">
                <a16:creationId xmlns:a16="http://schemas.microsoft.com/office/drawing/2014/main" id="{3C309C76-8D97-434A-81F4-CFF0A671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518" y="481097"/>
            <a:ext cx="57100" cy="254299"/>
          </a:xfrm>
          <a:custGeom xmlns:a="http://schemas.openxmlformats.org/drawingml/2006/main">
            <a:pathLst>
              <a:path w="57100" h="254299">
                <a:moveTo>
                  <a:pt x="0" y="1257"/>
                </a:moveTo>
                <a:lnTo>
                  <a:pt x="523" y="219"/>
                </a:lnTo>
                <a:lnTo>
                  <a:pt x="8067" y="0"/>
                </a:lnTo>
                <a:lnTo>
                  <a:pt x="9324" y="1257"/>
                </a:lnTo>
                <a:lnTo>
                  <a:pt x="15610" y="7544"/>
                </a:lnTo>
                <a:lnTo>
                  <a:pt x="16868" y="8801"/>
                </a:lnTo>
                <a:lnTo>
                  <a:pt x="21750" y="16344"/>
                </a:lnTo>
                <a:lnTo>
                  <a:pt x="23154" y="17602"/>
                </a:lnTo>
                <a:lnTo>
                  <a:pt x="27506" y="23888"/>
                </a:lnTo>
                <a:lnTo>
                  <a:pt x="30697" y="28498"/>
                </a:lnTo>
                <a:lnTo>
                  <a:pt x="33098" y="31432"/>
                </a:lnTo>
                <a:lnTo>
                  <a:pt x="36322" y="38975"/>
                </a:lnTo>
                <a:lnTo>
                  <a:pt x="38241" y="41370"/>
                </a:lnTo>
                <a:lnTo>
                  <a:pt x="41433" y="46519"/>
                </a:lnTo>
                <a:lnTo>
                  <a:pt x="42933" y="54062"/>
                </a:lnTo>
                <a:lnTo>
                  <a:pt x="45785" y="59738"/>
                </a:lnTo>
                <a:lnTo>
                  <a:pt x="47042" y="61606"/>
                </a:lnTo>
                <a:lnTo>
                  <a:pt x="49304" y="69150"/>
                </a:lnTo>
                <a:lnTo>
                  <a:pt x="50137" y="76693"/>
                </a:lnTo>
                <a:lnTo>
                  <a:pt x="52071" y="84237"/>
                </a:lnTo>
                <a:lnTo>
                  <a:pt x="53328" y="88009"/>
                </a:lnTo>
                <a:lnTo>
                  <a:pt x="54585" y="91780"/>
                </a:lnTo>
                <a:lnTo>
                  <a:pt x="55728" y="99324"/>
                </a:lnTo>
                <a:lnTo>
                  <a:pt x="56520" y="106867"/>
                </a:lnTo>
                <a:lnTo>
                  <a:pt x="56847" y="114411"/>
                </a:lnTo>
                <a:lnTo>
                  <a:pt x="57100" y="121955"/>
                </a:lnTo>
                <a:lnTo>
                  <a:pt x="57100" y="129498"/>
                </a:lnTo>
                <a:lnTo>
                  <a:pt x="56847" y="137042"/>
                </a:lnTo>
                <a:lnTo>
                  <a:pt x="56180" y="144585"/>
                </a:lnTo>
                <a:lnTo>
                  <a:pt x="55728" y="152129"/>
                </a:lnTo>
                <a:lnTo>
                  <a:pt x="55247" y="159673"/>
                </a:lnTo>
                <a:lnTo>
                  <a:pt x="53851" y="167216"/>
                </a:lnTo>
                <a:lnTo>
                  <a:pt x="53328" y="168255"/>
                </a:lnTo>
                <a:lnTo>
                  <a:pt x="50928" y="174760"/>
                </a:lnTo>
                <a:lnTo>
                  <a:pt x="49809" y="182303"/>
                </a:lnTo>
                <a:lnTo>
                  <a:pt x="48636" y="189847"/>
                </a:lnTo>
                <a:lnTo>
                  <a:pt x="45785" y="195523"/>
                </a:lnTo>
                <a:lnTo>
                  <a:pt x="44527" y="197391"/>
                </a:lnTo>
                <a:lnTo>
                  <a:pt x="42265" y="204934"/>
                </a:lnTo>
                <a:lnTo>
                  <a:pt x="39498" y="212478"/>
                </a:lnTo>
                <a:lnTo>
                  <a:pt x="38241" y="213882"/>
                </a:lnTo>
                <a:lnTo>
                  <a:pt x="34722" y="220021"/>
                </a:lnTo>
                <a:lnTo>
                  <a:pt x="30697" y="227042"/>
                </a:lnTo>
                <a:lnTo>
                  <a:pt x="30105" y="227565"/>
                </a:lnTo>
                <a:lnTo>
                  <a:pt x="26006" y="235108"/>
                </a:lnTo>
                <a:lnTo>
                  <a:pt x="23154" y="238202"/>
                </a:lnTo>
                <a:lnTo>
                  <a:pt x="19382" y="242652"/>
                </a:lnTo>
                <a:lnTo>
                  <a:pt x="15610" y="247102"/>
                </a:lnTo>
                <a:lnTo>
                  <a:pt x="12517" y="250196"/>
                </a:lnTo>
                <a:lnTo>
                  <a:pt x="8067" y="254299"/>
                </a:lnTo>
                <a:lnTo>
                  <a:pt x="3964" y="250196"/>
                </a:lnTo>
                <a:lnTo>
                  <a:pt x="8067" y="245277"/>
                </a:lnTo>
                <a:lnTo>
                  <a:pt x="10691" y="242652"/>
                </a:lnTo>
                <a:lnTo>
                  <a:pt x="14353" y="235108"/>
                </a:lnTo>
                <a:lnTo>
                  <a:pt x="15610" y="233704"/>
                </a:lnTo>
                <a:lnTo>
                  <a:pt x="19382" y="227565"/>
                </a:lnTo>
                <a:lnTo>
                  <a:pt x="22631" y="220021"/>
                </a:lnTo>
                <a:lnTo>
                  <a:pt x="23154" y="219325"/>
                </a:lnTo>
                <a:lnTo>
                  <a:pt x="26345" y="212478"/>
                </a:lnTo>
                <a:lnTo>
                  <a:pt x="28297" y="204934"/>
                </a:lnTo>
                <a:lnTo>
                  <a:pt x="30697" y="201162"/>
                </a:lnTo>
                <a:lnTo>
                  <a:pt x="33098" y="197391"/>
                </a:lnTo>
                <a:lnTo>
                  <a:pt x="34469" y="189847"/>
                </a:lnTo>
                <a:lnTo>
                  <a:pt x="35050" y="182303"/>
                </a:lnTo>
                <a:lnTo>
                  <a:pt x="36322" y="174760"/>
                </a:lnTo>
                <a:lnTo>
                  <a:pt x="38241" y="170004"/>
                </a:lnTo>
                <a:lnTo>
                  <a:pt x="39498" y="167216"/>
                </a:lnTo>
                <a:lnTo>
                  <a:pt x="40641" y="159673"/>
                </a:lnTo>
                <a:lnTo>
                  <a:pt x="41093" y="152129"/>
                </a:lnTo>
                <a:lnTo>
                  <a:pt x="41433" y="144585"/>
                </a:lnTo>
                <a:lnTo>
                  <a:pt x="41760" y="137042"/>
                </a:lnTo>
                <a:lnTo>
                  <a:pt x="42013" y="129498"/>
                </a:lnTo>
                <a:lnTo>
                  <a:pt x="41760" y="121955"/>
                </a:lnTo>
                <a:lnTo>
                  <a:pt x="41433" y="114411"/>
                </a:lnTo>
                <a:lnTo>
                  <a:pt x="41093" y="106867"/>
                </a:lnTo>
                <a:lnTo>
                  <a:pt x="40641" y="99324"/>
                </a:lnTo>
                <a:lnTo>
                  <a:pt x="40160" y="91780"/>
                </a:lnTo>
                <a:lnTo>
                  <a:pt x="38241" y="85589"/>
                </a:lnTo>
                <a:lnTo>
                  <a:pt x="37718" y="84237"/>
                </a:lnTo>
                <a:lnTo>
                  <a:pt x="35841" y="76693"/>
                </a:lnTo>
                <a:lnTo>
                  <a:pt x="34469" y="69150"/>
                </a:lnTo>
                <a:lnTo>
                  <a:pt x="33549" y="61606"/>
                </a:lnTo>
                <a:lnTo>
                  <a:pt x="31221" y="54062"/>
                </a:lnTo>
                <a:lnTo>
                  <a:pt x="30697" y="53367"/>
                </a:lnTo>
                <a:lnTo>
                  <a:pt x="27506" y="46519"/>
                </a:lnTo>
                <a:lnTo>
                  <a:pt x="25073" y="38975"/>
                </a:lnTo>
                <a:lnTo>
                  <a:pt x="23154" y="36263"/>
                </a:lnTo>
                <a:lnTo>
                  <a:pt x="20302" y="31432"/>
                </a:lnTo>
                <a:lnTo>
                  <a:pt x="18010" y="23888"/>
                </a:lnTo>
                <a:lnTo>
                  <a:pt x="15610" y="21263"/>
                </a:lnTo>
                <a:lnTo>
                  <a:pt x="11838" y="16344"/>
                </a:lnTo>
                <a:lnTo>
                  <a:pt x="8067" y="11894"/>
                </a:lnTo>
                <a:lnTo>
                  <a:pt x="5215" y="8801"/>
                </a:lnTo>
                <a:lnTo>
                  <a:pt x="523" y="1780"/>
                </a:lnTo>
                <a:lnTo>
                  <a:pt x="0" y="1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usic-source-formula-1-glyph-2">
            <a:extLst xmlns:a="http://schemas.openxmlformats.org/drawingml/2006/main">
              <a:ext uri="{FF2B5EF4-FFF2-40B4-BE49-F238E27FC236}">
                <a16:creationId xmlns:a16="http://schemas.microsoft.com/office/drawing/2014/main" id="{A073D2DB-D834-4013-BB7C-280374AB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056" y="484750"/>
            <a:ext cx="11586" cy="256939"/>
          </a:xfrm>
          <a:custGeom xmlns:a="http://schemas.openxmlformats.org/drawingml/2006/main">
            <a:pathLst>
              <a:path w="11586" h="256939">
                <a:moveTo>
                  <a:pt x="328" y="5148"/>
                </a:moveTo>
                <a:lnTo>
                  <a:pt x="3519" y="0"/>
                </a:lnTo>
                <a:lnTo>
                  <a:pt x="10367" y="5148"/>
                </a:lnTo>
                <a:lnTo>
                  <a:pt x="11063" y="8920"/>
                </a:lnTo>
                <a:lnTo>
                  <a:pt x="11586" y="12692"/>
                </a:lnTo>
                <a:lnTo>
                  <a:pt x="11586" y="20236"/>
                </a:lnTo>
                <a:lnTo>
                  <a:pt x="11586" y="27779"/>
                </a:lnTo>
                <a:lnTo>
                  <a:pt x="11586" y="35323"/>
                </a:lnTo>
                <a:lnTo>
                  <a:pt x="11586" y="42866"/>
                </a:lnTo>
                <a:lnTo>
                  <a:pt x="11586" y="50410"/>
                </a:lnTo>
                <a:lnTo>
                  <a:pt x="11586" y="57953"/>
                </a:lnTo>
                <a:lnTo>
                  <a:pt x="11586" y="65497"/>
                </a:lnTo>
                <a:lnTo>
                  <a:pt x="11586" y="73041"/>
                </a:lnTo>
                <a:lnTo>
                  <a:pt x="11586" y="80584"/>
                </a:lnTo>
                <a:lnTo>
                  <a:pt x="11586" y="88128"/>
                </a:lnTo>
                <a:lnTo>
                  <a:pt x="11586" y="95671"/>
                </a:lnTo>
                <a:lnTo>
                  <a:pt x="11586" y="103215"/>
                </a:lnTo>
                <a:lnTo>
                  <a:pt x="11586" y="110759"/>
                </a:lnTo>
                <a:lnTo>
                  <a:pt x="11586" y="118302"/>
                </a:lnTo>
                <a:lnTo>
                  <a:pt x="11586" y="125846"/>
                </a:lnTo>
                <a:lnTo>
                  <a:pt x="11586" y="133389"/>
                </a:lnTo>
                <a:lnTo>
                  <a:pt x="11586" y="140933"/>
                </a:lnTo>
                <a:lnTo>
                  <a:pt x="11586" y="148476"/>
                </a:lnTo>
                <a:lnTo>
                  <a:pt x="11586" y="156020"/>
                </a:lnTo>
                <a:lnTo>
                  <a:pt x="11586" y="163564"/>
                </a:lnTo>
                <a:lnTo>
                  <a:pt x="11586" y="171107"/>
                </a:lnTo>
                <a:lnTo>
                  <a:pt x="11586" y="178651"/>
                </a:lnTo>
                <a:lnTo>
                  <a:pt x="11586" y="186194"/>
                </a:lnTo>
                <a:lnTo>
                  <a:pt x="11586" y="193738"/>
                </a:lnTo>
                <a:lnTo>
                  <a:pt x="11586" y="201282"/>
                </a:lnTo>
                <a:lnTo>
                  <a:pt x="11586" y="208825"/>
                </a:lnTo>
                <a:lnTo>
                  <a:pt x="11586" y="216369"/>
                </a:lnTo>
                <a:lnTo>
                  <a:pt x="11586" y="223912"/>
                </a:lnTo>
                <a:lnTo>
                  <a:pt x="11586" y="231456"/>
                </a:lnTo>
                <a:lnTo>
                  <a:pt x="11586" y="239000"/>
                </a:lnTo>
                <a:lnTo>
                  <a:pt x="11586" y="246543"/>
                </a:lnTo>
                <a:lnTo>
                  <a:pt x="11063" y="247895"/>
                </a:lnTo>
                <a:lnTo>
                  <a:pt x="8351" y="254087"/>
                </a:lnTo>
                <a:lnTo>
                  <a:pt x="3519" y="256939"/>
                </a:lnTo>
                <a:lnTo>
                  <a:pt x="667" y="254087"/>
                </a:lnTo>
                <a:lnTo>
                  <a:pt x="0" y="246543"/>
                </a:lnTo>
                <a:lnTo>
                  <a:pt x="0" y="239000"/>
                </a:lnTo>
                <a:lnTo>
                  <a:pt x="0" y="231456"/>
                </a:lnTo>
                <a:lnTo>
                  <a:pt x="0" y="223912"/>
                </a:lnTo>
                <a:lnTo>
                  <a:pt x="0" y="216369"/>
                </a:lnTo>
                <a:lnTo>
                  <a:pt x="0" y="208825"/>
                </a:lnTo>
                <a:lnTo>
                  <a:pt x="0" y="201282"/>
                </a:lnTo>
                <a:lnTo>
                  <a:pt x="0" y="193738"/>
                </a:lnTo>
                <a:lnTo>
                  <a:pt x="0" y="186194"/>
                </a:lnTo>
                <a:lnTo>
                  <a:pt x="0" y="178651"/>
                </a:lnTo>
                <a:lnTo>
                  <a:pt x="0" y="171107"/>
                </a:lnTo>
                <a:lnTo>
                  <a:pt x="0" y="163564"/>
                </a:lnTo>
                <a:lnTo>
                  <a:pt x="0" y="156020"/>
                </a:lnTo>
                <a:lnTo>
                  <a:pt x="0" y="148476"/>
                </a:lnTo>
                <a:lnTo>
                  <a:pt x="0" y="140933"/>
                </a:lnTo>
                <a:lnTo>
                  <a:pt x="0" y="133389"/>
                </a:lnTo>
                <a:lnTo>
                  <a:pt x="0" y="125846"/>
                </a:lnTo>
                <a:lnTo>
                  <a:pt x="0" y="118302"/>
                </a:lnTo>
                <a:lnTo>
                  <a:pt x="0" y="110759"/>
                </a:lnTo>
                <a:lnTo>
                  <a:pt x="0" y="103215"/>
                </a:lnTo>
                <a:lnTo>
                  <a:pt x="0" y="95671"/>
                </a:lnTo>
                <a:lnTo>
                  <a:pt x="0" y="88128"/>
                </a:lnTo>
                <a:lnTo>
                  <a:pt x="0" y="80584"/>
                </a:lnTo>
                <a:lnTo>
                  <a:pt x="0" y="73041"/>
                </a:lnTo>
                <a:lnTo>
                  <a:pt x="0" y="65497"/>
                </a:lnTo>
                <a:lnTo>
                  <a:pt x="0" y="57953"/>
                </a:lnTo>
                <a:lnTo>
                  <a:pt x="0" y="50410"/>
                </a:lnTo>
                <a:lnTo>
                  <a:pt x="0" y="42866"/>
                </a:lnTo>
                <a:lnTo>
                  <a:pt x="0" y="35323"/>
                </a:lnTo>
                <a:lnTo>
                  <a:pt x="0" y="27779"/>
                </a:lnTo>
                <a:lnTo>
                  <a:pt x="0" y="20236"/>
                </a:lnTo>
                <a:lnTo>
                  <a:pt x="0" y="12692"/>
                </a:lnTo>
                <a:lnTo>
                  <a:pt x="328" y="51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usic-source-formula-1-glyph-3">
            <a:extLst xmlns:a="http://schemas.openxmlformats.org/drawingml/2006/main">
              <a:ext uri="{FF2B5EF4-FFF2-40B4-BE49-F238E27FC236}">
                <a16:creationId xmlns:a16="http://schemas.microsoft.com/office/drawing/2014/main" id="{A56E86A7-96C5-48B8-BCA0-02142823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396" y="562482"/>
            <a:ext cx="84574" cy="111654"/>
          </a:xfrm>
          <a:custGeom xmlns:a="http://schemas.openxmlformats.org/drawingml/2006/main">
            <a:pathLst>
              <a:path w="84574" h="111654">
                <a:moveTo>
                  <a:pt x="14167" y="2852"/>
                </a:moveTo>
                <a:lnTo>
                  <a:pt x="17939" y="0"/>
                </a:lnTo>
                <a:lnTo>
                  <a:pt x="25483" y="984"/>
                </a:lnTo>
                <a:lnTo>
                  <a:pt x="28270" y="2852"/>
                </a:lnTo>
                <a:lnTo>
                  <a:pt x="25483" y="4109"/>
                </a:lnTo>
                <a:lnTo>
                  <a:pt x="17939" y="7119"/>
                </a:lnTo>
                <a:lnTo>
                  <a:pt x="15539" y="10395"/>
                </a:lnTo>
                <a:lnTo>
                  <a:pt x="13587" y="17939"/>
                </a:lnTo>
                <a:lnTo>
                  <a:pt x="14420" y="25483"/>
                </a:lnTo>
                <a:lnTo>
                  <a:pt x="17939" y="29933"/>
                </a:lnTo>
                <a:lnTo>
                  <a:pt x="21711" y="33026"/>
                </a:lnTo>
                <a:lnTo>
                  <a:pt x="25483" y="35878"/>
                </a:lnTo>
                <a:lnTo>
                  <a:pt x="33026" y="37050"/>
                </a:lnTo>
                <a:lnTo>
                  <a:pt x="40570" y="38651"/>
                </a:lnTo>
                <a:lnTo>
                  <a:pt x="45326" y="40570"/>
                </a:lnTo>
                <a:lnTo>
                  <a:pt x="48113" y="41827"/>
                </a:lnTo>
                <a:lnTo>
                  <a:pt x="55657" y="43761"/>
                </a:lnTo>
                <a:lnTo>
                  <a:pt x="63201" y="45262"/>
                </a:lnTo>
                <a:lnTo>
                  <a:pt x="66972" y="48113"/>
                </a:lnTo>
                <a:lnTo>
                  <a:pt x="70744" y="50965"/>
                </a:lnTo>
                <a:lnTo>
                  <a:pt x="75887" y="55657"/>
                </a:lnTo>
                <a:lnTo>
                  <a:pt x="78288" y="58057"/>
                </a:lnTo>
                <a:lnTo>
                  <a:pt x="82059" y="63201"/>
                </a:lnTo>
                <a:lnTo>
                  <a:pt x="83912" y="70744"/>
                </a:lnTo>
                <a:lnTo>
                  <a:pt x="84574" y="78288"/>
                </a:lnTo>
                <a:lnTo>
                  <a:pt x="82979" y="85831"/>
                </a:lnTo>
                <a:lnTo>
                  <a:pt x="81479" y="93375"/>
                </a:lnTo>
                <a:lnTo>
                  <a:pt x="78288" y="97500"/>
                </a:lnTo>
                <a:lnTo>
                  <a:pt x="75194" y="100918"/>
                </a:lnTo>
                <a:lnTo>
                  <a:pt x="70744" y="104438"/>
                </a:lnTo>
                <a:lnTo>
                  <a:pt x="63724" y="108462"/>
                </a:lnTo>
                <a:lnTo>
                  <a:pt x="63201" y="108985"/>
                </a:lnTo>
                <a:lnTo>
                  <a:pt x="55657" y="110862"/>
                </a:lnTo>
                <a:lnTo>
                  <a:pt x="48113" y="111314"/>
                </a:lnTo>
                <a:lnTo>
                  <a:pt x="40570" y="111314"/>
                </a:lnTo>
                <a:lnTo>
                  <a:pt x="33026" y="111654"/>
                </a:lnTo>
                <a:lnTo>
                  <a:pt x="26178" y="108462"/>
                </a:lnTo>
                <a:lnTo>
                  <a:pt x="33026" y="105271"/>
                </a:lnTo>
                <a:lnTo>
                  <a:pt x="40570" y="105610"/>
                </a:lnTo>
                <a:lnTo>
                  <a:pt x="48113" y="105610"/>
                </a:lnTo>
                <a:lnTo>
                  <a:pt x="55657" y="106062"/>
                </a:lnTo>
                <a:lnTo>
                  <a:pt x="62677" y="100918"/>
                </a:lnTo>
                <a:lnTo>
                  <a:pt x="63201" y="100395"/>
                </a:lnTo>
                <a:lnTo>
                  <a:pt x="69487" y="93375"/>
                </a:lnTo>
                <a:lnTo>
                  <a:pt x="70744" y="91112"/>
                </a:lnTo>
                <a:lnTo>
                  <a:pt x="73144" y="85831"/>
                </a:lnTo>
                <a:lnTo>
                  <a:pt x="72663" y="78288"/>
                </a:lnTo>
                <a:lnTo>
                  <a:pt x="70744" y="75892"/>
                </a:lnTo>
                <a:lnTo>
                  <a:pt x="67304" y="70744"/>
                </a:lnTo>
                <a:lnTo>
                  <a:pt x="63201" y="66972"/>
                </a:lnTo>
                <a:lnTo>
                  <a:pt x="57061" y="63201"/>
                </a:lnTo>
                <a:lnTo>
                  <a:pt x="55657" y="61943"/>
                </a:lnTo>
                <a:lnTo>
                  <a:pt x="48113" y="60009"/>
                </a:lnTo>
                <a:lnTo>
                  <a:pt x="40570" y="59176"/>
                </a:lnTo>
                <a:lnTo>
                  <a:pt x="33026" y="58057"/>
                </a:lnTo>
                <a:lnTo>
                  <a:pt x="26521" y="55657"/>
                </a:lnTo>
                <a:lnTo>
                  <a:pt x="25483" y="55134"/>
                </a:lnTo>
                <a:lnTo>
                  <a:pt x="17939" y="51633"/>
                </a:lnTo>
                <a:lnTo>
                  <a:pt x="12513" y="48113"/>
                </a:lnTo>
                <a:lnTo>
                  <a:pt x="10395" y="46194"/>
                </a:lnTo>
                <a:lnTo>
                  <a:pt x="5704" y="40570"/>
                </a:lnTo>
                <a:lnTo>
                  <a:pt x="2852" y="35738"/>
                </a:lnTo>
                <a:lnTo>
                  <a:pt x="933" y="33026"/>
                </a:lnTo>
                <a:lnTo>
                  <a:pt x="0" y="25483"/>
                </a:lnTo>
                <a:lnTo>
                  <a:pt x="933" y="17939"/>
                </a:lnTo>
                <a:lnTo>
                  <a:pt x="2852" y="15544"/>
                </a:lnTo>
                <a:lnTo>
                  <a:pt x="6043" y="10395"/>
                </a:lnTo>
                <a:lnTo>
                  <a:pt x="10395" y="5704"/>
                </a:lnTo>
                <a:lnTo>
                  <a:pt x="14167" y="2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usic-source-formula-1-glyph-4">
            <a:extLst xmlns:a="http://schemas.openxmlformats.org/drawingml/2006/main">
              <a:ext uri="{FF2B5EF4-FFF2-40B4-BE49-F238E27FC236}">
                <a16:creationId xmlns:a16="http://schemas.microsoft.com/office/drawing/2014/main" id="{B307F94D-3BAE-4034-B121-07AA26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14" y="561562"/>
            <a:ext cx="24927" cy="28666"/>
          </a:xfrm>
          <a:custGeom xmlns:a="http://schemas.openxmlformats.org/drawingml/2006/main">
            <a:pathLst>
              <a:path w="24927" h="28666">
                <a:moveTo>
                  <a:pt x="0" y="3772"/>
                </a:moveTo>
                <a:lnTo>
                  <a:pt x="1039" y="2948"/>
                </a:lnTo>
                <a:lnTo>
                  <a:pt x="8582" y="1372"/>
                </a:lnTo>
                <a:lnTo>
                  <a:pt x="16126" y="0"/>
                </a:lnTo>
                <a:lnTo>
                  <a:pt x="23669" y="1904"/>
                </a:lnTo>
                <a:lnTo>
                  <a:pt x="24927" y="3772"/>
                </a:lnTo>
                <a:lnTo>
                  <a:pt x="24927" y="11315"/>
                </a:lnTo>
                <a:lnTo>
                  <a:pt x="24927" y="18859"/>
                </a:lnTo>
                <a:lnTo>
                  <a:pt x="24927" y="26403"/>
                </a:lnTo>
                <a:lnTo>
                  <a:pt x="23669" y="28666"/>
                </a:lnTo>
                <a:lnTo>
                  <a:pt x="19898" y="26403"/>
                </a:lnTo>
                <a:lnTo>
                  <a:pt x="16126" y="23615"/>
                </a:lnTo>
                <a:lnTo>
                  <a:pt x="14207" y="18859"/>
                </a:lnTo>
                <a:lnTo>
                  <a:pt x="11434" y="11315"/>
                </a:lnTo>
                <a:lnTo>
                  <a:pt x="8582" y="7048"/>
                </a:lnTo>
                <a:lnTo>
                  <a:pt x="1039" y="4295"/>
                </a:lnTo>
                <a:lnTo>
                  <a:pt x="0" y="3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usic-source-formula-1-glyph-5">
            <a:extLst xmlns:a="http://schemas.openxmlformats.org/drawingml/2006/main">
              <a:ext uri="{FF2B5EF4-FFF2-40B4-BE49-F238E27FC236}">
                <a16:creationId xmlns:a16="http://schemas.microsoft.com/office/drawing/2014/main" id="{4196441E-C4EA-47BF-BC1D-30895C00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553" y="562143"/>
            <a:ext cx="74757" cy="165379"/>
          </a:xfrm>
          <a:custGeom xmlns:a="http://schemas.openxmlformats.org/drawingml/2006/main">
            <a:pathLst>
              <a:path w="74757" h="165379">
                <a:moveTo>
                  <a:pt x="32027" y="3192"/>
                </a:moveTo>
                <a:lnTo>
                  <a:pt x="33946" y="1273"/>
                </a:lnTo>
                <a:lnTo>
                  <a:pt x="41490" y="340"/>
                </a:lnTo>
                <a:lnTo>
                  <a:pt x="49033" y="0"/>
                </a:lnTo>
                <a:lnTo>
                  <a:pt x="54960" y="3192"/>
                </a:lnTo>
                <a:lnTo>
                  <a:pt x="56577" y="4449"/>
                </a:lnTo>
                <a:lnTo>
                  <a:pt x="62863" y="10735"/>
                </a:lnTo>
                <a:lnTo>
                  <a:pt x="64120" y="12352"/>
                </a:lnTo>
                <a:lnTo>
                  <a:pt x="71664" y="14860"/>
                </a:lnTo>
                <a:lnTo>
                  <a:pt x="74757" y="18279"/>
                </a:lnTo>
                <a:lnTo>
                  <a:pt x="71664" y="21698"/>
                </a:lnTo>
                <a:lnTo>
                  <a:pt x="68473" y="25822"/>
                </a:lnTo>
                <a:lnTo>
                  <a:pt x="65378" y="33366"/>
                </a:lnTo>
                <a:lnTo>
                  <a:pt x="64120" y="36154"/>
                </a:lnTo>
                <a:lnTo>
                  <a:pt x="62201" y="40909"/>
                </a:lnTo>
                <a:lnTo>
                  <a:pt x="60601" y="48453"/>
                </a:lnTo>
                <a:lnTo>
                  <a:pt x="59429" y="55997"/>
                </a:lnTo>
                <a:lnTo>
                  <a:pt x="57100" y="63540"/>
                </a:lnTo>
                <a:lnTo>
                  <a:pt x="56577" y="64579"/>
                </a:lnTo>
                <a:lnTo>
                  <a:pt x="54177" y="71084"/>
                </a:lnTo>
                <a:lnTo>
                  <a:pt x="52805" y="78627"/>
                </a:lnTo>
                <a:lnTo>
                  <a:pt x="52553" y="86171"/>
                </a:lnTo>
                <a:lnTo>
                  <a:pt x="53725" y="93715"/>
                </a:lnTo>
                <a:lnTo>
                  <a:pt x="56577" y="97486"/>
                </a:lnTo>
                <a:lnTo>
                  <a:pt x="59670" y="101258"/>
                </a:lnTo>
                <a:lnTo>
                  <a:pt x="56577" y="105030"/>
                </a:lnTo>
                <a:lnTo>
                  <a:pt x="50901" y="101258"/>
                </a:lnTo>
                <a:lnTo>
                  <a:pt x="49033" y="100001"/>
                </a:lnTo>
                <a:lnTo>
                  <a:pt x="47776" y="101258"/>
                </a:lnTo>
                <a:lnTo>
                  <a:pt x="45514" y="108802"/>
                </a:lnTo>
                <a:lnTo>
                  <a:pt x="44681" y="116345"/>
                </a:lnTo>
                <a:lnTo>
                  <a:pt x="42747" y="123889"/>
                </a:lnTo>
                <a:lnTo>
                  <a:pt x="41490" y="127661"/>
                </a:lnTo>
                <a:lnTo>
                  <a:pt x="40232" y="131432"/>
                </a:lnTo>
                <a:lnTo>
                  <a:pt x="38298" y="138976"/>
                </a:lnTo>
                <a:lnTo>
                  <a:pt x="37465" y="146520"/>
                </a:lnTo>
                <a:lnTo>
                  <a:pt x="37718" y="154063"/>
                </a:lnTo>
                <a:lnTo>
                  <a:pt x="41490" y="157255"/>
                </a:lnTo>
                <a:lnTo>
                  <a:pt x="49033" y="157835"/>
                </a:lnTo>
                <a:lnTo>
                  <a:pt x="53385" y="161607"/>
                </a:lnTo>
                <a:lnTo>
                  <a:pt x="49033" y="165379"/>
                </a:lnTo>
                <a:lnTo>
                  <a:pt x="41490" y="165379"/>
                </a:lnTo>
                <a:lnTo>
                  <a:pt x="33946" y="165379"/>
                </a:lnTo>
                <a:lnTo>
                  <a:pt x="26403" y="165379"/>
                </a:lnTo>
                <a:lnTo>
                  <a:pt x="18859" y="165379"/>
                </a:lnTo>
                <a:lnTo>
                  <a:pt x="11315" y="165379"/>
                </a:lnTo>
                <a:lnTo>
                  <a:pt x="3772" y="165379"/>
                </a:lnTo>
                <a:lnTo>
                  <a:pt x="0" y="161607"/>
                </a:lnTo>
                <a:lnTo>
                  <a:pt x="3772" y="157835"/>
                </a:lnTo>
                <a:lnTo>
                  <a:pt x="11315" y="156915"/>
                </a:lnTo>
                <a:lnTo>
                  <a:pt x="14734" y="154063"/>
                </a:lnTo>
                <a:lnTo>
                  <a:pt x="18859" y="147215"/>
                </a:lnTo>
                <a:lnTo>
                  <a:pt x="19382" y="146520"/>
                </a:lnTo>
                <a:lnTo>
                  <a:pt x="22050" y="138976"/>
                </a:lnTo>
                <a:lnTo>
                  <a:pt x="22883" y="131432"/>
                </a:lnTo>
                <a:lnTo>
                  <a:pt x="24484" y="123889"/>
                </a:lnTo>
                <a:lnTo>
                  <a:pt x="26403" y="119133"/>
                </a:lnTo>
                <a:lnTo>
                  <a:pt x="27660" y="116345"/>
                </a:lnTo>
                <a:lnTo>
                  <a:pt x="29594" y="108802"/>
                </a:lnTo>
                <a:lnTo>
                  <a:pt x="30427" y="101258"/>
                </a:lnTo>
                <a:lnTo>
                  <a:pt x="32027" y="93715"/>
                </a:lnTo>
                <a:lnTo>
                  <a:pt x="33946" y="88959"/>
                </a:lnTo>
                <a:lnTo>
                  <a:pt x="35203" y="86171"/>
                </a:lnTo>
                <a:lnTo>
                  <a:pt x="37138" y="78627"/>
                </a:lnTo>
                <a:lnTo>
                  <a:pt x="37970" y="71084"/>
                </a:lnTo>
                <a:lnTo>
                  <a:pt x="39571" y="63540"/>
                </a:lnTo>
                <a:lnTo>
                  <a:pt x="41490" y="58784"/>
                </a:lnTo>
                <a:lnTo>
                  <a:pt x="42747" y="55997"/>
                </a:lnTo>
                <a:lnTo>
                  <a:pt x="44681" y="48453"/>
                </a:lnTo>
                <a:lnTo>
                  <a:pt x="45514" y="40909"/>
                </a:lnTo>
                <a:lnTo>
                  <a:pt x="47114" y="33366"/>
                </a:lnTo>
                <a:lnTo>
                  <a:pt x="49033" y="27174"/>
                </a:lnTo>
                <a:lnTo>
                  <a:pt x="49556" y="25822"/>
                </a:lnTo>
                <a:lnTo>
                  <a:pt x="50291" y="18279"/>
                </a:lnTo>
                <a:lnTo>
                  <a:pt x="49033" y="12783"/>
                </a:lnTo>
                <a:lnTo>
                  <a:pt x="48510" y="10735"/>
                </a:lnTo>
                <a:lnTo>
                  <a:pt x="41490" y="6043"/>
                </a:lnTo>
                <a:lnTo>
                  <a:pt x="33946" y="7947"/>
                </a:lnTo>
                <a:lnTo>
                  <a:pt x="32027" y="3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usic-source-formula-1-glyph-6">
            <a:extLst xmlns:a="http://schemas.openxmlformats.org/drawingml/2006/main">
              <a:ext uri="{FF2B5EF4-FFF2-40B4-BE49-F238E27FC236}">
                <a16:creationId xmlns:a16="http://schemas.microsoft.com/office/drawing/2014/main" id="{C75A83A6-07FE-4B0B-9F9E-9F4EB695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901" y="562482"/>
            <a:ext cx="75183" cy="111654"/>
          </a:xfrm>
          <a:custGeom xmlns:a="http://schemas.openxmlformats.org/drawingml/2006/main">
            <a:pathLst>
              <a:path w="75183" h="111654">
                <a:moveTo>
                  <a:pt x="25810" y="2852"/>
                </a:moveTo>
                <a:lnTo>
                  <a:pt x="26403" y="2329"/>
                </a:lnTo>
                <a:lnTo>
                  <a:pt x="33946" y="0"/>
                </a:lnTo>
                <a:lnTo>
                  <a:pt x="41490" y="0"/>
                </a:lnTo>
                <a:lnTo>
                  <a:pt x="49033" y="452"/>
                </a:lnTo>
                <a:lnTo>
                  <a:pt x="53391" y="2852"/>
                </a:lnTo>
                <a:lnTo>
                  <a:pt x="56577" y="4771"/>
                </a:lnTo>
                <a:lnTo>
                  <a:pt x="64120" y="9872"/>
                </a:lnTo>
                <a:lnTo>
                  <a:pt x="64644" y="10395"/>
                </a:lnTo>
                <a:lnTo>
                  <a:pt x="68812" y="17939"/>
                </a:lnTo>
                <a:lnTo>
                  <a:pt x="71664" y="22771"/>
                </a:lnTo>
                <a:lnTo>
                  <a:pt x="73583" y="25483"/>
                </a:lnTo>
                <a:lnTo>
                  <a:pt x="74516" y="33026"/>
                </a:lnTo>
                <a:lnTo>
                  <a:pt x="75183" y="40570"/>
                </a:lnTo>
                <a:lnTo>
                  <a:pt x="74516" y="48113"/>
                </a:lnTo>
                <a:lnTo>
                  <a:pt x="72921" y="55657"/>
                </a:lnTo>
                <a:lnTo>
                  <a:pt x="71664" y="58445"/>
                </a:lnTo>
                <a:lnTo>
                  <a:pt x="69745" y="63201"/>
                </a:lnTo>
                <a:lnTo>
                  <a:pt x="67312" y="70744"/>
                </a:lnTo>
                <a:lnTo>
                  <a:pt x="64120" y="75892"/>
                </a:lnTo>
                <a:lnTo>
                  <a:pt x="62201" y="78288"/>
                </a:lnTo>
                <a:lnTo>
                  <a:pt x="58496" y="85831"/>
                </a:lnTo>
                <a:lnTo>
                  <a:pt x="56577" y="87750"/>
                </a:lnTo>
                <a:lnTo>
                  <a:pt x="51434" y="93375"/>
                </a:lnTo>
                <a:lnTo>
                  <a:pt x="49033" y="95775"/>
                </a:lnTo>
                <a:lnTo>
                  <a:pt x="42747" y="100918"/>
                </a:lnTo>
                <a:lnTo>
                  <a:pt x="41490" y="102176"/>
                </a:lnTo>
                <a:lnTo>
                  <a:pt x="33946" y="105610"/>
                </a:lnTo>
                <a:lnTo>
                  <a:pt x="29115" y="108462"/>
                </a:lnTo>
                <a:lnTo>
                  <a:pt x="26403" y="110381"/>
                </a:lnTo>
                <a:lnTo>
                  <a:pt x="18859" y="111654"/>
                </a:lnTo>
                <a:lnTo>
                  <a:pt x="11315" y="111314"/>
                </a:lnTo>
                <a:lnTo>
                  <a:pt x="3772" y="111314"/>
                </a:lnTo>
                <a:lnTo>
                  <a:pt x="0" y="108462"/>
                </a:lnTo>
                <a:lnTo>
                  <a:pt x="3772" y="105369"/>
                </a:lnTo>
                <a:lnTo>
                  <a:pt x="11315" y="105610"/>
                </a:lnTo>
                <a:lnTo>
                  <a:pt x="18859" y="105271"/>
                </a:lnTo>
                <a:lnTo>
                  <a:pt x="25879" y="100918"/>
                </a:lnTo>
                <a:lnTo>
                  <a:pt x="26403" y="100395"/>
                </a:lnTo>
                <a:lnTo>
                  <a:pt x="33946" y="93898"/>
                </a:lnTo>
                <a:lnTo>
                  <a:pt x="34469" y="93375"/>
                </a:lnTo>
                <a:lnTo>
                  <a:pt x="39089" y="85831"/>
                </a:lnTo>
                <a:lnTo>
                  <a:pt x="41490" y="82555"/>
                </a:lnTo>
                <a:lnTo>
                  <a:pt x="44342" y="78288"/>
                </a:lnTo>
                <a:lnTo>
                  <a:pt x="45842" y="70744"/>
                </a:lnTo>
                <a:lnTo>
                  <a:pt x="48510" y="63201"/>
                </a:lnTo>
                <a:lnTo>
                  <a:pt x="49033" y="62377"/>
                </a:lnTo>
                <a:lnTo>
                  <a:pt x="51885" y="55657"/>
                </a:lnTo>
                <a:lnTo>
                  <a:pt x="52805" y="48113"/>
                </a:lnTo>
                <a:lnTo>
                  <a:pt x="53385" y="40570"/>
                </a:lnTo>
                <a:lnTo>
                  <a:pt x="54658" y="33026"/>
                </a:lnTo>
                <a:lnTo>
                  <a:pt x="55320" y="25483"/>
                </a:lnTo>
                <a:lnTo>
                  <a:pt x="53725" y="17939"/>
                </a:lnTo>
                <a:lnTo>
                  <a:pt x="51434" y="10395"/>
                </a:lnTo>
                <a:lnTo>
                  <a:pt x="49033" y="6624"/>
                </a:lnTo>
                <a:lnTo>
                  <a:pt x="41490" y="5704"/>
                </a:lnTo>
                <a:lnTo>
                  <a:pt x="33946" y="5704"/>
                </a:lnTo>
                <a:lnTo>
                  <a:pt x="26403" y="4204"/>
                </a:lnTo>
                <a:lnTo>
                  <a:pt x="25810" y="2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usic-source-formula-1-glyph-7">
            <a:extLst xmlns:a="http://schemas.openxmlformats.org/drawingml/2006/main">
              <a:ext uri="{FF2B5EF4-FFF2-40B4-BE49-F238E27FC236}">
                <a16:creationId xmlns:a16="http://schemas.microsoft.com/office/drawing/2014/main" id="{FFE05502-13B2-4F64-AAF3-1A4EF554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269" y="562143"/>
            <a:ext cx="67892" cy="105361"/>
          </a:xfrm>
          <a:custGeom xmlns:a="http://schemas.openxmlformats.org/drawingml/2006/main">
            <a:pathLst>
              <a:path w="67892" h="105361">
                <a:moveTo>
                  <a:pt x="22975" y="3192"/>
                </a:moveTo>
                <a:lnTo>
                  <a:pt x="28255" y="791"/>
                </a:lnTo>
                <a:lnTo>
                  <a:pt x="35799" y="0"/>
                </a:lnTo>
                <a:lnTo>
                  <a:pt x="43343" y="340"/>
                </a:lnTo>
                <a:lnTo>
                  <a:pt x="50886" y="340"/>
                </a:lnTo>
                <a:lnTo>
                  <a:pt x="58430" y="1934"/>
                </a:lnTo>
                <a:lnTo>
                  <a:pt x="60046" y="3192"/>
                </a:lnTo>
                <a:lnTo>
                  <a:pt x="58430" y="4808"/>
                </a:lnTo>
                <a:lnTo>
                  <a:pt x="50886" y="6043"/>
                </a:lnTo>
                <a:lnTo>
                  <a:pt x="43343" y="6043"/>
                </a:lnTo>
                <a:lnTo>
                  <a:pt x="35799" y="6383"/>
                </a:lnTo>
                <a:lnTo>
                  <a:pt x="28255" y="6125"/>
                </a:lnTo>
                <a:lnTo>
                  <a:pt x="24131" y="10735"/>
                </a:lnTo>
                <a:lnTo>
                  <a:pt x="20712" y="13587"/>
                </a:lnTo>
                <a:lnTo>
                  <a:pt x="16687" y="18279"/>
                </a:lnTo>
                <a:lnTo>
                  <a:pt x="14425" y="25822"/>
                </a:lnTo>
                <a:lnTo>
                  <a:pt x="16020" y="33366"/>
                </a:lnTo>
                <a:lnTo>
                  <a:pt x="20712" y="37718"/>
                </a:lnTo>
                <a:lnTo>
                  <a:pt x="27560" y="40909"/>
                </a:lnTo>
                <a:lnTo>
                  <a:pt x="28255" y="41433"/>
                </a:lnTo>
                <a:lnTo>
                  <a:pt x="35799" y="43761"/>
                </a:lnTo>
                <a:lnTo>
                  <a:pt x="43343" y="44681"/>
                </a:lnTo>
                <a:lnTo>
                  <a:pt x="50886" y="47196"/>
                </a:lnTo>
                <a:lnTo>
                  <a:pt x="52290" y="48453"/>
                </a:lnTo>
                <a:lnTo>
                  <a:pt x="58430" y="52556"/>
                </a:lnTo>
                <a:lnTo>
                  <a:pt x="61870" y="55997"/>
                </a:lnTo>
                <a:lnTo>
                  <a:pt x="64716" y="63540"/>
                </a:lnTo>
                <a:lnTo>
                  <a:pt x="65973" y="66328"/>
                </a:lnTo>
                <a:lnTo>
                  <a:pt x="67892" y="71084"/>
                </a:lnTo>
                <a:lnTo>
                  <a:pt x="65973" y="77275"/>
                </a:lnTo>
                <a:lnTo>
                  <a:pt x="65450" y="78627"/>
                </a:lnTo>
                <a:lnTo>
                  <a:pt x="62782" y="86171"/>
                </a:lnTo>
                <a:lnTo>
                  <a:pt x="58430" y="93191"/>
                </a:lnTo>
                <a:lnTo>
                  <a:pt x="57907" y="93715"/>
                </a:lnTo>
                <a:lnTo>
                  <a:pt x="51409" y="101258"/>
                </a:lnTo>
                <a:lnTo>
                  <a:pt x="50886" y="101781"/>
                </a:lnTo>
                <a:lnTo>
                  <a:pt x="43343" y="105361"/>
                </a:lnTo>
                <a:lnTo>
                  <a:pt x="37916" y="101258"/>
                </a:lnTo>
                <a:lnTo>
                  <a:pt x="43343" y="97155"/>
                </a:lnTo>
                <a:lnTo>
                  <a:pt x="46534" y="93715"/>
                </a:lnTo>
                <a:lnTo>
                  <a:pt x="50363" y="86171"/>
                </a:lnTo>
                <a:lnTo>
                  <a:pt x="50886" y="84819"/>
                </a:lnTo>
                <a:lnTo>
                  <a:pt x="52805" y="78627"/>
                </a:lnTo>
                <a:lnTo>
                  <a:pt x="50886" y="75441"/>
                </a:lnTo>
                <a:lnTo>
                  <a:pt x="48486" y="71084"/>
                </a:lnTo>
                <a:lnTo>
                  <a:pt x="43343" y="66732"/>
                </a:lnTo>
                <a:lnTo>
                  <a:pt x="36495" y="63540"/>
                </a:lnTo>
                <a:lnTo>
                  <a:pt x="35799" y="63017"/>
                </a:lnTo>
                <a:lnTo>
                  <a:pt x="28255" y="60688"/>
                </a:lnTo>
                <a:lnTo>
                  <a:pt x="20712" y="59768"/>
                </a:lnTo>
                <a:lnTo>
                  <a:pt x="13168" y="57254"/>
                </a:lnTo>
                <a:lnTo>
                  <a:pt x="11764" y="55997"/>
                </a:lnTo>
                <a:lnTo>
                  <a:pt x="5625" y="51894"/>
                </a:lnTo>
                <a:lnTo>
                  <a:pt x="2433" y="48453"/>
                </a:lnTo>
                <a:lnTo>
                  <a:pt x="481" y="40909"/>
                </a:lnTo>
                <a:lnTo>
                  <a:pt x="0" y="33366"/>
                </a:lnTo>
                <a:lnTo>
                  <a:pt x="1273" y="25822"/>
                </a:lnTo>
                <a:lnTo>
                  <a:pt x="4367" y="18279"/>
                </a:lnTo>
                <a:lnTo>
                  <a:pt x="5625" y="17021"/>
                </a:lnTo>
                <a:lnTo>
                  <a:pt x="10316" y="10735"/>
                </a:lnTo>
                <a:lnTo>
                  <a:pt x="13168" y="7883"/>
                </a:lnTo>
                <a:lnTo>
                  <a:pt x="20712" y="5059"/>
                </a:lnTo>
                <a:lnTo>
                  <a:pt x="22975" y="3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usic-source-formula-1-glyph-8">
            <a:extLst xmlns:a="http://schemas.openxmlformats.org/drawingml/2006/main">
              <a:ext uri="{FF2B5EF4-FFF2-40B4-BE49-F238E27FC236}">
                <a16:creationId xmlns:a16="http://schemas.microsoft.com/office/drawing/2014/main" id="{F7175D55-7446-4D5B-B31F-2DE27C9C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22" y="562143"/>
            <a:ext cx="67892" cy="105361"/>
          </a:xfrm>
          <a:custGeom xmlns:a="http://schemas.openxmlformats.org/drawingml/2006/main">
            <a:pathLst>
              <a:path w="67892" h="105361">
                <a:moveTo>
                  <a:pt x="22975" y="3192"/>
                </a:moveTo>
                <a:lnTo>
                  <a:pt x="28255" y="791"/>
                </a:lnTo>
                <a:lnTo>
                  <a:pt x="35799" y="0"/>
                </a:lnTo>
                <a:lnTo>
                  <a:pt x="43343" y="340"/>
                </a:lnTo>
                <a:lnTo>
                  <a:pt x="50886" y="340"/>
                </a:lnTo>
                <a:lnTo>
                  <a:pt x="58430" y="1934"/>
                </a:lnTo>
                <a:lnTo>
                  <a:pt x="60046" y="3192"/>
                </a:lnTo>
                <a:lnTo>
                  <a:pt x="58430" y="4808"/>
                </a:lnTo>
                <a:lnTo>
                  <a:pt x="50886" y="6043"/>
                </a:lnTo>
                <a:lnTo>
                  <a:pt x="43343" y="6043"/>
                </a:lnTo>
                <a:lnTo>
                  <a:pt x="35799" y="6383"/>
                </a:lnTo>
                <a:lnTo>
                  <a:pt x="28255" y="6125"/>
                </a:lnTo>
                <a:lnTo>
                  <a:pt x="24131" y="10735"/>
                </a:lnTo>
                <a:lnTo>
                  <a:pt x="20712" y="13587"/>
                </a:lnTo>
                <a:lnTo>
                  <a:pt x="16687" y="18279"/>
                </a:lnTo>
                <a:lnTo>
                  <a:pt x="14425" y="25822"/>
                </a:lnTo>
                <a:lnTo>
                  <a:pt x="16020" y="33366"/>
                </a:lnTo>
                <a:lnTo>
                  <a:pt x="20712" y="37718"/>
                </a:lnTo>
                <a:lnTo>
                  <a:pt x="27560" y="40909"/>
                </a:lnTo>
                <a:lnTo>
                  <a:pt x="28255" y="41433"/>
                </a:lnTo>
                <a:lnTo>
                  <a:pt x="35799" y="43761"/>
                </a:lnTo>
                <a:lnTo>
                  <a:pt x="43343" y="44681"/>
                </a:lnTo>
                <a:lnTo>
                  <a:pt x="50886" y="47196"/>
                </a:lnTo>
                <a:lnTo>
                  <a:pt x="52290" y="48453"/>
                </a:lnTo>
                <a:lnTo>
                  <a:pt x="58430" y="52556"/>
                </a:lnTo>
                <a:lnTo>
                  <a:pt x="61870" y="55997"/>
                </a:lnTo>
                <a:lnTo>
                  <a:pt x="64716" y="63540"/>
                </a:lnTo>
                <a:lnTo>
                  <a:pt x="65973" y="66328"/>
                </a:lnTo>
                <a:lnTo>
                  <a:pt x="67892" y="71084"/>
                </a:lnTo>
                <a:lnTo>
                  <a:pt x="65973" y="77275"/>
                </a:lnTo>
                <a:lnTo>
                  <a:pt x="65450" y="78627"/>
                </a:lnTo>
                <a:lnTo>
                  <a:pt x="62782" y="86171"/>
                </a:lnTo>
                <a:lnTo>
                  <a:pt x="58430" y="93191"/>
                </a:lnTo>
                <a:lnTo>
                  <a:pt x="57907" y="93715"/>
                </a:lnTo>
                <a:lnTo>
                  <a:pt x="51409" y="101258"/>
                </a:lnTo>
                <a:lnTo>
                  <a:pt x="50886" y="101781"/>
                </a:lnTo>
                <a:lnTo>
                  <a:pt x="43343" y="105361"/>
                </a:lnTo>
                <a:lnTo>
                  <a:pt x="37916" y="101258"/>
                </a:lnTo>
                <a:lnTo>
                  <a:pt x="43343" y="97155"/>
                </a:lnTo>
                <a:lnTo>
                  <a:pt x="46534" y="93715"/>
                </a:lnTo>
                <a:lnTo>
                  <a:pt x="50363" y="86171"/>
                </a:lnTo>
                <a:lnTo>
                  <a:pt x="50886" y="84819"/>
                </a:lnTo>
                <a:lnTo>
                  <a:pt x="52805" y="78627"/>
                </a:lnTo>
                <a:lnTo>
                  <a:pt x="50886" y="75441"/>
                </a:lnTo>
                <a:lnTo>
                  <a:pt x="48486" y="71084"/>
                </a:lnTo>
                <a:lnTo>
                  <a:pt x="43343" y="66732"/>
                </a:lnTo>
                <a:lnTo>
                  <a:pt x="36495" y="63540"/>
                </a:lnTo>
                <a:lnTo>
                  <a:pt x="35799" y="63017"/>
                </a:lnTo>
                <a:lnTo>
                  <a:pt x="28255" y="60688"/>
                </a:lnTo>
                <a:lnTo>
                  <a:pt x="20712" y="59768"/>
                </a:lnTo>
                <a:lnTo>
                  <a:pt x="13168" y="57254"/>
                </a:lnTo>
                <a:lnTo>
                  <a:pt x="11764" y="55997"/>
                </a:lnTo>
                <a:lnTo>
                  <a:pt x="5625" y="51894"/>
                </a:lnTo>
                <a:lnTo>
                  <a:pt x="2433" y="48453"/>
                </a:lnTo>
                <a:lnTo>
                  <a:pt x="481" y="40909"/>
                </a:lnTo>
                <a:lnTo>
                  <a:pt x="0" y="33366"/>
                </a:lnTo>
                <a:lnTo>
                  <a:pt x="1273" y="25822"/>
                </a:lnTo>
                <a:lnTo>
                  <a:pt x="4367" y="18279"/>
                </a:lnTo>
                <a:lnTo>
                  <a:pt x="5625" y="17021"/>
                </a:lnTo>
                <a:lnTo>
                  <a:pt x="10316" y="10735"/>
                </a:lnTo>
                <a:lnTo>
                  <a:pt x="13168" y="7883"/>
                </a:lnTo>
                <a:lnTo>
                  <a:pt x="20712" y="5059"/>
                </a:lnTo>
                <a:lnTo>
                  <a:pt x="22975" y="3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usic-source-formula-1-glyph-9">
            <a:extLst xmlns:a="http://schemas.openxmlformats.org/drawingml/2006/main">
              <a:ext uri="{FF2B5EF4-FFF2-40B4-BE49-F238E27FC236}">
                <a16:creationId xmlns:a16="http://schemas.microsoft.com/office/drawing/2014/main" id="{D597E0ED-7998-4086-B801-E3F5C2DC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933" y="562143"/>
            <a:ext cx="75077" cy="111654"/>
          </a:xfrm>
          <a:custGeom xmlns:a="http://schemas.openxmlformats.org/drawingml/2006/main">
            <a:pathLst>
              <a:path w="75077" h="111654">
                <a:moveTo>
                  <a:pt x="47343" y="3192"/>
                </a:moveTo>
                <a:lnTo>
                  <a:pt x="54062" y="340"/>
                </a:lnTo>
                <a:lnTo>
                  <a:pt x="61606" y="340"/>
                </a:lnTo>
                <a:lnTo>
                  <a:pt x="69150" y="0"/>
                </a:lnTo>
                <a:lnTo>
                  <a:pt x="75077" y="3192"/>
                </a:lnTo>
                <a:lnTo>
                  <a:pt x="69150" y="6383"/>
                </a:lnTo>
                <a:lnTo>
                  <a:pt x="61606" y="6043"/>
                </a:lnTo>
                <a:lnTo>
                  <a:pt x="54062" y="6610"/>
                </a:lnTo>
                <a:lnTo>
                  <a:pt x="49452" y="10735"/>
                </a:lnTo>
                <a:lnTo>
                  <a:pt x="46519" y="13135"/>
                </a:lnTo>
                <a:lnTo>
                  <a:pt x="41375" y="18279"/>
                </a:lnTo>
                <a:lnTo>
                  <a:pt x="38975" y="20904"/>
                </a:lnTo>
                <a:lnTo>
                  <a:pt x="35203" y="25822"/>
                </a:lnTo>
                <a:lnTo>
                  <a:pt x="31955" y="33366"/>
                </a:lnTo>
                <a:lnTo>
                  <a:pt x="31432" y="34062"/>
                </a:lnTo>
                <a:lnTo>
                  <a:pt x="28240" y="40909"/>
                </a:lnTo>
                <a:lnTo>
                  <a:pt x="27080" y="48453"/>
                </a:lnTo>
                <a:lnTo>
                  <a:pt x="24411" y="55997"/>
                </a:lnTo>
                <a:lnTo>
                  <a:pt x="23888" y="57035"/>
                </a:lnTo>
                <a:lnTo>
                  <a:pt x="21488" y="63540"/>
                </a:lnTo>
                <a:lnTo>
                  <a:pt x="20697" y="71084"/>
                </a:lnTo>
                <a:lnTo>
                  <a:pt x="20116" y="78627"/>
                </a:lnTo>
                <a:lnTo>
                  <a:pt x="19864" y="86171"/>
                </a:lnTo>
                <a:lnTo>
                  <a:pt x="20369" y="93715"/>
                </a:lnTo>
                <a:lnTo>
                  <a:pt x="23888" y="99854"/>
                </a:lnTo>
                <a:lnTo>
                  <a:pt x="25145" y="101258"/>
                </a:lnTo>
                <a:lnTo>
                  <a:pt x="31432" y="105950"/>
                </a:lnTo>
                <a:lnTo>
                  <a:pt x="38975" y="105950"/>
                </a:lnTo>
                <a:lnTo>
                  <a:pt x="46519" y="106406"/>
                </a:lnTo>
                <a:lnTo>
                  <a:pt x="49231" y="108802"/>
                </a:lnTo>
                <a:lnTo>
                  <a:pt x="46519" y="110721"/>
                </a:lnTo>
                <a:lnTo>
                  <a:pt x="38975" y="111654"/>
                </a:lnTo>
                <a:lnTo>
                  <a:pt x="31432" y="111654"/>
                </a:lnTo>
                <a:lnTo>
                  <a:pt x="23888" y="111202"/>
                </a:lnTo>
                <a:lnTo>
                  <a:pt x="20954" y="108802"/>
                </a:lnTo>
                <a:lnTo>
                  <a:pt x="16344" y="105610"/>
                </a:lnTo>
                <a:lnTo>
                  <a:pt x="11201" y="101258"/>
                </a:lnTo>
                <a:lnTo>
                  <a:pt x="8801" y="98633"/>
                </a:lnTo>
                <a:lnTo>
                  <a:pt x="5282" y="93715"/>
                </a:lnTo>
                <a:lnTo>
                  <a:pt x="3176" y="86171"/>
                </a:lnTo>
                <a:lnTo>
                  <a:pt x="1257" y="79980"/>
                </a:lnTo>
                <a:lnTo>
                  <a:pt x="734" y="78627"/>
                </a:lnTo>
                <a:lnTo>
                  <a:pt x="0" y="71084"/>
                </a:lnTo>
                <a:lnTo>
                  <a:pt x="734" y="63540"/>
                </a:lnTo>
                <a:lnTo>
                  <a:pt x="1257" y="62188"/>
                </a:lnTo>
                <a:lnTo>
                  <a:pt x="3176" y="55997"/>
                </a:lnTo>
                <a:lnTo>
                  <a:pt x="5029" y="48453"/>
                </a:lnTo>
                <a:lnTo>
                  <a:pt x="7544" y="40909"/>
                </a:lnTo>
                <a:lnTo>
                  <a:pt x="8801" y="39505"/>
                </a:lnTo>
                <a:lnTo>
                  <a:pt x="12573" y="33366"/>
                </a:lnTo>
                <a:lnTo>
                  <a:pt x="16344" y="27939"/>
                </a:lnTo>
                <a:lnTo>
                  <a:pt x="18263" y="25822"/>
                </a:lnTo>
                <a:lnTo>
                  <a:pt x="23888" y="19536"/>
                </a:lnTo>
                <a:lnTo>
                  <a:pt x="25145" y="18279"/>
                </a:lnTo>
                <a:lnTo>
                  <a:pt x="31432" y="12654"/>
                </a:lnTo>
                <a:lnTo>
                  <a:pt x="33549" y="10735"/>
                </a:lnTo>
                <a:lnTo>
                  <a:pt x="38975" y="6963"/>
                </a:lnTo>
                <a:lnTo>
                  <a:pt x="46519" y="4230"/>
                </a:lnTo>
                <a:lnTo>
                  <a:pt x="47343" y="3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usic-source-formula-1-glyph-10">
            <a:extLst xmlns:a="http://schemas.openxmlformats.org/drawingml/2006/main">
              <a:ext uri="{FF2B5EF4-FFF2-40B4-BE49-F238E27FC236}">
                <a16:creationId xmlns:a16="http://schemas.microsoft.com/office/drawing/2014/main" id="{C0B6D8B6-1461-424B-8DF8-C48317A4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515" y="571620"/>
            <a:ext cx="7212" cy="15649"/>
          </a:xfrm>
          <a:custGeom xmlns:a="http://schemas.openxmlformats.org/drawingml/2006/main">
            <a:pathLst>
              <a:path w="7212" h="15649">
                <a:moveTo>
                  <a:pt x="2183" y="1257"/>
                </a:moveTo>
                <a:lnTo>
                  <a:pt x="3441" y="0"/>
                </a:lnTo>
                <a:lnTo>
                  <a:pt x="7212" y="1257"/>
                </a:lnTo>
                <a:lnTo>
                  <a:pt x="6632" y="8801"/>
                </a:lnTo>
                <a:lnTo>
                  <a:pt x="3441" y="15649"/>
                </a:lnTo>
                <a:lnTo>
                  <a:pt x="0" y="8801"/>
                </a:lnTo>
                <a:lnTo>
                  <a:pt x="2183" y="1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usic-source-formula-1-glyph-11">
            <a:extLst xmlns:a="http://schemas.openxmlformats.org/drawingml/2006/main">
              <a:ext uri="{FF2B5EF4-FFF2-40B4-BE49-F238E27FC236}">
                <a16:creationId xmlns:a16="http://schemas.microsoft.com/office/drawing/2014/main" id="{E19285B3-5860-4562-BCE9-187842E9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341" y="569784"/>
            <a:ext cx="8251" cy="6187"/>
          </a:xfrm>
          <a:custGeom xmlns:a="http://schemas.openxmlformats.org/drawingml/2006/main">
            <a:pathLst>
              <a:path w="8251" h="6187">
                <a:moveTo>
                  <a:pt x="0" y="3093"/>
                </a:moveTo>
                <a:lnTo>
                  <a:pt x="3419" y="0"/>
                </a:lnTo>
                <a:lnTo>
                  <a:pt x="8251" y="3093"/>
                </a:lnTo>
                <a:lnTo>
                  <a:pt x="3419" y="6187"/>
                </a:lnTo>
                <a:lnTo>
                  <a:pt x="0" y="3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usic-source-formula-1-glyph-12">
            <a:extLst xmlns:a="http://schemas.openxmlformats.org/drawingml/2006/main">
              <a:ext uri="{FF2B5EF4-FFF2-40B4-BE49-F238E27FC236}">
                <a16:creationId xmlns:a16="http://schemas.microsoft.com/office/drawing/2014/main" id="{7D70964A-48E7-4E46-9BB2-4F44436A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927" y="569459"/>
            <a:ext cx="18336" cy="23649"/>
          </a:xfrm>
          <a:custGeom xmlns:a="http://schemas.openxmlformats.org/drawingml/2006/main">
            <a:pathLst>
              <a:path w="18336" h="23649">
                <a:moveTo>
                  <a:pt x="7897" y="3419"/>
                </a:moveTo>
                <a:lnTo>
                  <a:pt x="11315" y="0"/>
                </a:lnTo>
                <a:lnTo>
                  <a:pt x="14409" y="3419"/>
                </a:lnTo>
                <a:lnTo>
                  <a:pt x="18336" y="10962"/>
                </a:lnTo>
                <a:lnTo>
                  <a:pt x="16940" y="18506"/>
                </a:lnTo>
                <a:lnTo>
                  <a:pt x="11315" y="23649"/>
                </a:lnTo>
                <a:lnTo>
                  <a:pt x="3772" y="23649"/>
                </a:lnTo>
                <a:lnTo>
                  <a:pt x="0" y="18506"/>
                </a:lnTo>
                <a:lnTo>
                  <a:pt x="2515" y="10962"/>
                </a:lnTo>
                <a:lnTo>
                  <a:pt x="3772" y="9346"/>
                </a:lnTo>
                <a:lnTo>
                  <a:pt x="7897" y="34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usic-source-formula-1-glyph-13">
            <a:extLst xmlns:a="http://schemas.openxmlformats.org/drawingml/2006/main">
              <a:ext uri="{FF2B5EF4-FFF2-40B4-BE49-F238E27FC236}">
                <a16:creationId xmlns:a16="http://schemas.microsoft.com/office/drawing/2014/main" id="{C646602D-FEE1-4028-AD9B-7CE53FBF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480" y="569459"/>
            <a:ext cx="18336" cy="23649"/>
          </a:xfrm>
          <a:custGeom xmlns:a="http://schemas.openxmlformats.org/drawingml/2006/main">
            <a:pathLst>
              <a:path w="18336" h="23649">
                <a:moveTo>
                  <a:pt x="7897" y="3419"/>
                </a:moveTo>
                <a:lnTo>
                  <a:pt x="11315" y="0"/>
                </a:lnTo>
                <a:lnTo>
                  <a:pt x="14409" y="3419"/>
                </a:lnTo>
                <a:lnTo>
                  <a:pt x="18336" y="10962"/>
                </a:lnTo>
                <a:lnTo>
                  <a:pt x="16940" y="18506"/>
                </a:lnTo>
                <a:lnTo>
                  <a:pt x="11315" y="23649"/>
                </a:lnTo>
                <a:lnTo>
                  <a:pt x="3772" y="23649"/>
                </a:lnTo>
                <a:lnTo>
                  <a:pt x="0" y="18506"/>
                </a:lnTo>
                <a:lnTo>
                  <a:pt x="2515" y="10962"/>
                </a:lnTo>
                <a:lnTo>
                  <a:pt x="3772" y="9346"/>
                </a:lnTo>
                <a:lnTo>
                  <a:pt x="7897" y="34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usic-source-formula-1-glyph-14">
            <a:extLst xmlns:a="http://schemas.openxmlformats.org/drawingml/2006/main">
              <a:ext uri="{FF2B5EF4-FFF2-40B4-BE49-F238E27FC236}">
                <a16:creationId xmlns:a16="http://schemas.microsoft.com/office/drawing/2014/main" id="{CD6FB806-DCFB-443C-9E2C-85AC642E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369" y="569106"/>
            <a:ext cx="6753" cy="5029"/>
          </a:xfrm>
          <a:custGeom xmlns:a="http://schemas.openxmlformats.org/drawingml/2006/main">
            <a:pathLst>
              <a:path w="6753" h="5029">
                <a:moveTo>
                  <a:pt x="0" y="3772"/>
                </a:moveTo>
                <a:lnTo>
                  <a:pt x="1257" y="0"/>
                </a:lnTo>
                <a:lnTo>
                  <a:pt x="6753" y="3772"/>
                </a:lnTo>
                <a:lnTo>
                  <a:pt x="1257" y="5029"/>
                </a:lnTo>
                <a:lnTo>
                  <a:pt x="0" y="3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usic-source-formula-1-glyph-15">
            <a:extLst xmlns:a="http://schemas.openxmlformats.org/drawingml/2006/main">
              <a:ext uri="{FF2B5EF4-FFF2-40B4-BE49-F238E27FC236}">
                <a16:creationId xmlns:a16="http://schemas.microsoft.com/office/drawing/2014/main" id="{FB04178C-CA32-4C1E-9355-0A27DFE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620" y="568186"/>
            <a:ext cx="44780" cy="105610"/>
          </a:xfrm>
          <a:custGeom xmlns:a="http://schemas.openxmlformats.org/drawingml/2006/main">
            <a:pathLst>
              <a:path w="44780" h="105610">
                <a:moveTo>
                  <a:pt x="25373" y="4692"/>
                </a:moveTo>
                <a:lnTo>
                  <a:pt x="32093" y="1840"/>
                </a:lnTo>
                <a:lnTo>
                  <a:pt x="39637" y="0"/>
                </a:lnTo>
                <a:lnTo>
                  <a:pt x="44780" y="4692"/>
                </a:lnTo>
                <a:lnTo>
                  <a:pt x="43989" y="12235"/>
                </a:lnTo>
                <a:lnTo>
                  <a:pt x="43156" y="19779"/>
                </a:lnTo>
                <a:lnTo>
                  <a:pt x="40894" y="27323"/>
                </a:lnTo>
                <a:lnTo>
                  <a:pt x="39637" y="30110"/>
                </a:lnTo>
                <a:lnTo>
                  <a:pt x="37718" y="34866"/>
                </a:lnTo>
                <a:lnTo>
                  <a:pt x="36118" y="42410"/>
                </a:lnTo>
                <a:lnTo>
                  <a:pt x="35285" y="49953"/>
                </a:lnTo>
                <a:lnTo>
                  <a:pt x="32616" y="57497"/>
                </a:lnTo>
                <a:lnTo>
                  <a:pt x="32093" y="58535"/>
                </a:lnTo>
                <a:lnTo>
                  <a:pt x="29693" y="65040"/>
                </a:lnTo>
                <a:lnTo>
                  <a:pt x="28574" y="72584"/>
                </a:lnTo>
                <a:lnTo>
                  <a:pt x="28069" y="80128"/>
                </a:lnTo>
                <a:lnTo>
                  <a:pt x="26950" y="87671"/>
                </a:lnTo>
                <a:lnTo>
                  <a:pt x="27402" y="95215"/>
                </a:lnTo>
                <a:lnTo>
                  <a:pt x="32093" y="99907"/>
                </a:lnTo>
                <a:lnTo>
                  <a:pt x="39637" y="99339"/>
                </a:lnTo>
                <a:lnTo>
                  <a:pt x="43056" y="102758"/>
                </a:lnTo>
                <a:lnTo>
                  <a:pt x="39637" y="105610"/>
                </a:lnTo>
                <a:lnTo>
                  <a:pt x="32093" y="105610"/>
                </a:lnTo>
                <a:lnTo>
                  <a:pt x="24550" y="105610"/>
                </a:lnTo>
                <a:lnTo>
                  <a:pt x="20778" y="102758"/>
                </a:lnTo>
                <a:lnTo>
                  <a:pt x="17006" y="99907"/>
                </a:lnTo>
                <a:lnTo>
                  <a:pt x="12654" y="95215"/>
                </a:lnTo>
                <a:lnTo>
                  <a:pt x="9463" y="91443"/>
                </a:lnTo>
                <a:lnTo>
                  <a:pt x="1919" y="92427"/>
                </a:lnTo>
                <a:lnTo>
                  <a:pt x="0" y="87671"/>
                </a:lnTo>
                <a:lnTo>
                  <a:pt x="1919" y="85752"/>
                </a:lnTo>
                <a:lnTo>
                  <a:pt x="6271" y="80128"/>
                </a:lnTo>
                <a:lnTo>
                  <a:pt x="9463" y="74979"/>
                </a:lnTo>
                <a:lnTo>
                  <a:pt x="11382" y="72584"/>
                </a:lnTo>
                <a:lnTo>
                  <a:pt x="13234" y="65040"/>
                </a:lnTo>
                <a:lnTo>
                  <a:pt x="14154" y="57497"/>
                </a:lnTo>
                <a:lnTo>
                  <a:pt x="16483" y="49953"/>
                </a:lnTo>
                <a:lnTo>
                  <a:pt x="17006" y="49130"/>
                </a:lnTo>
                <a:lnTo>
                  <a:pt x="19858" y="42410"/>
                </a:lnTo>
                <a:lnTo>
                  <a:pt x="20778" y="34866"/>
                </a:lnTo>
                <a:lnTo>
                  <a:pt x="22150" y="27323"/>
                </a:lnTo>
                <a:lnTo>
                  <a:pt x="23292" y="19779"/>
                </a:lnTo>
                <a:lnTo>
                  <a:pt x="21030" y="12235"/>
                </a:lnTo>
                <a:lnTo>
                  <a:pt x="24550" y="5284"/>
                </a:lnTo>
                <a:lnTo>
                  <a:pt x="25373" y="4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usic-source-formula-1-glyph-16">
            <a:extLst xmlns:a="http://schemas.openxmlformats.org/drawingml/2006/main">
              <a:ext uri="{FF2B5EF4-FFF2-40B4-BE49-F238E27FC236}">
                <a16:creationId xmlns:a16="http://schemas.microsoft.com/office/drawing/2014/main" id="{B7E92917-4EC5-4502-9926-5EF0F7D7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071" y="577569"/>
            <a:ext cx="173250" cy="60009"/>
          </a:xfrm>
          <a:custGeom xmlns:a="http://schemas.openxmlformats.org/drawingml/2006/main">
            <a:pathLst>
              <a:path w="173250" h="60009">
                <a:moveTo>
                  <a:pt x="30760" y="2852"/>
                </a:moveTo>
                <a:lnTo>
                  <a:pt x="33946" y="933"/>
                </a:lnTo>
                <a:lnTo>
                  <a:pt x="41490" y="0"/>
                </a:lnTo>
                <a:lnTo>
                  <a:pt x="49033" y="933"/>
                </a:lnTo>
                <a:lnTo>
                  <a:pt x="55225" y="2852"/>
                </a:lnTo>
                <a:lnTo>
                  <a:pt x="56577" y="3375"/>
                </a:lnTo>
                <a:lnTo>
                  <a:pt x="64120" y="6624"/>
                </a:lnTo>
                <a:lnTo>
                  <a:pt x="69745" y="10395"/>
                </a:lnTo>
                <a:lnTo>
                  <a:pt x="71664" y="12314"/>
                </a:lnTo>
                <a:lnTo>
                  <a:pt x="79208" y="17416"/>
                </a:lnTo>
                <a:lnTo>
                  <a:pt x="79731" y="17939"/>
                </a:lnTo>
                <a:lnTo>
                  <a:pt x="86751" y="22631"/>
                </a:lnTo>
                <a:lnTo>
                  <a:pt x="89845" y="25483"/>
                </a:lnTo>
                <a:lnTo>
                  <a:pt x="94295" y="29254"/>
                </a:lnTo>
                <a:lnTo>
                  <a:pt x="98745" y="33026"/>
                </a:lnTo>
                <a:lnTo>
                  <a:pt x="101838" y="35878"/>
                </a:lnTo>
                <a:lnTo>
                  <a:pt x="109382" y="40047"/>
                </a:lnTo>
                <a:lnTo>
                  <a:pt x="109974" y="40570"/>
                </a:lnTo>
                <a:lnTo>
                  <a:pt x="116926" y="44089"/>
                </a:lnTo>
                <a:lnTo>
                  <a:pt x="124469" y="44922"/>
                </a:lnTo>
                <a:lnTo>
                  <a:pt x="132013" y="44922"/>
                </a:lnTo>
                <a:lnTo>
                  <a:pt x="139556" y="44342"/>
                </a:lnTo>
                <a:lnTo>
                  <a:pt x="147100" y="41093"/>
                </a:lnTo>
                <a:lnTo>
                  <a:pt x="147623" y="40570"/>
                </a:lnTo>
                <a:lnTo>
                  <a:pt x="154644" y="34945"/>
                </a:lnTo>
                <a:lnTo>
                  <a:pt x="156562" y="33026"/>
                </a:lnTo>
                <a:lnTo>
                  <a:pt x="160268" y="25483"/>
                </a:lnTo>
                <a:lnTo>
                  <a:pt x="162187" y="21711"/>
                </a:lnTo>
                <a:lnTo>
                  <a:pt x="164899" y="17939"/>
                </a:lnTo>
                <a:lnTo>
                  <a:pt x="165959" y="10395"/>
                </a:lnTo>
                <a:lnTo>
                  <a:pt x="169731" y="3444"/>
                </a:lnTo>
                <a:lnTo>
                  <a:pt x="173250" y="10395"/>
                </a:lnTo>
                <a:lnTo>
                  <a:pt x="172583" y="17939"/>
                </a:lnTo>
                <a:lnTo>
                  <a:pt x="170988" y="25483"/>
                </a:lnTo>
                <a:lnTo>
                  <a:pt x="169731" y="27099"/>
                </a:lnTo>
                <a:lnTo>
                  <a:pt x="166539" y="33026"/>
                </a:lnTo>
                <a:lnTo>
                  <a:pt x="164106" y="40570"/>
                </a:lnTo>
                <a:lnTo>
                  <a:pt x="162187" y="42687"/>
                </a:lnTo>
                <a:lnTo>
                  <a:pt x="158084" y="48113"/>
                </a:lnTo>
                <a:lnTo>
                  <a:pt x="154644" y="51554"/>
                </a:lnTo>
                <a:lnTo>
                  <a:pt x="148504" y="55657"/>
                </a:lnTo>
                <a:lnTo>
                  <a:pt x="147100" y="56914"/>
                </a:lnTo>
                <a:lnTo>
                  <a:pt x="139556" y="59429"/>
                </a:lnTo>
                <a:lnTo>
                  <a:pt x="132013" y="60009"/>
                </a:lnTo>
                <a:lnTo>
                  <a:pt x="124469" y="59681"/>
                </a:lnTo>
                <a:lnTo>
                  <a:pt x="116926" y="59176"/>
                </a:lnTo>
                <a:lnTo>
                  <a:pt x="109974" y="55657"/>
                </a:lnTo>
                <a:lnTo>
                  <a:pt x="109382" y="55134"/>
                </a:lnTo>
                <a:lnTo>
                  <a:pt x="101838" y="51305"/>
                </a:lnTo>
                <a:lnTo>
                  <a:pt x="98067" y="48113"/>
                </a:lnTo>
                <a:lnTo>
                  <a:pt x="94295" y="44673"/>
                </a:lnTo>
                <a:lnTo>
                  <a:pt x="89376" y="40570"/>
                </a:lnTo>
                <a:lnTo>
                  <a:pt x="86751" y="38170"/>
                </a:lnTo>
                <a:lnTo>
                  <a:pt x="79731" y="33026"/>
                </a:lnTo>
                <a:lnTo>
                  <a:pt x="79208" y="32503"/>
                </a:lnTo>
                <a:lnTo>
                  <a:pt x="71664" y="27883"/>
                </a:lnTo>
                <a:lnTo>
                  <a:pt x="69039" y="25483"/>
                </a:lnTo>
                <a:lnTo>
                  <a:pt x="64120" y="21711"/>
                </a:lnTo>
                <a:lnTo>
                  <a:pt x="56577" y="18462"/>
                </a:lnTo>
                <a:lnTo>
                  <a:pt x="55538" y="17939"/>
                </a:lnTo>
                <a:lnTo>
                  <a:pt x="49033" y="15539"/>
                </a:lnTo>
                <a:lnTo>
                  <a:pt x="41490" y="15087"/>
                </a:lnTo>
                <a:lnTo>
                  <a:pt x="33946" y="16020"/>
                </a:lnTo>
                <a:lnTo>
                  <a:pt x="31234" y="17939"/>
                </a:lnTo>
                <a:lnTo>
                  <a:pt x="26403" y="20791"/>
                </a:lnTo>
                <a:lnTo>
                  <a:pt x="18859" y="24960"/>
                </a:lnTo>
                <a:lnTo>
                  <a:pt x="18336" y="25483"/>
                </a:lnTo>
                <a:lnTo>
                  <a:pt x="13716" y="33026"/>
                </a:lnTo>
                <a:lnTo>
                  <a:pt x="11315" y="36798"/>
                </a:lnTo>
                <a:lnTo>
                  <a:pt x="8382" y="40570"/>
                </a:lnTo>
                <a:lnTo>
                  <a:pt x="7796" y="48113"/>
                </a:lnTo>
                <a:lnTo>
                  <a:pt x="6624" y="55657"/>
                </a:lnTo>
                <a:lnTo>
                  <a:pt x="3772" y="58509"/>
                </a:lnTo>
                <a:lnTo>
                  <a:pt x="920" y="55657"/>
                </a:lnTo>
                <a:lnTo>
                  <a:pt x="0" y="48113"/>
                </a:lnTo>
                <a:lnTo>
                  <a:pt x="580" y="40570"/>
                </a:lnTo>
                <a:lnTo>
                  <a:pt x="2515" y="33026"/>
                </a:lnTo>
                <a:lnTo>
                  <a:pt x="3772" y="31410"/>
                </a:lnTo>
                <a:lnTo>
                  <a:pt x="6963" y="25483"/>
                </a:lnTo>
                <a:lnTo>
                  <a:pt x="10058" y="17939"/>
                </a:lnTo>
                <a:lnTo>
                  <a:pt x="11315" y="16682"/>
                </a:lnTo>
                <a:lnTo>
                  <a:pt x="16940" y="10395"/>
                </a:lnTo>
                <a:lnTo>
                  <a:pt x="18859" y="8476"/>
                </a:lnTo>
                <a:lnTo>
                  <a:pt x="26403" y="5252"/>
                </a:lnTo>
                <a:lnTo>
                  <a:pt x="30760" y="2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usic-source-formula-1-glyph-17">
            <a:extLst xmlns:a="http://schemas.openxmlformats.org/drawingml/2006/main">
              <a:ext uri="{FF2B5EF4-FFF2-40B4-BE49-F238E27FC236}">
                <a16:creationId xmlns:a16="http://schemas.microsoft.com/office/drawing/2014/main" id="{B445159E-BBE9-4623-B399-6A426EB9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458" y="591989"/>
            <a:ext cx="58646" cy="119865"/>
          </a:xfrm>
          <a:custGeom xmlns:a="http://schemas.openxmlformats.org/drawingml/2006/main">
            <a:pathLst>
              <a:path w="58646" h="119865">
                <a:moveTo>
                  <a:pt x="33167" y="3519"/>
                </a:moveTo>
                <a:lnTo>
                  <a:pt x="40118" y="0"/>
                </a:lnTo>
                <a:lnTo>
                  <a:pt x="43637" y="3519"/>
                </a:lnTo>
                <a:lnTo>
                  <a:pt x="43890" y="11063"/>
                </a:lnTo>
                <a:lnTo>
                  <a:pt x="42970" y="18606"/>
                </a:lnTo>
                <a:lnTo>
                  <a:pt x="40641" y="26150"/>
                </a:lnTo>
                <a:lnTo>
                  <a:pt x="40118" y="27189"/>
                </a:lnTo>
                <a:lnTo>
                  <a:pt x="37718" y="33694"/>
                </a:lnTo>
                <a:lnTo>
                  <a:pt x="40118" y="36318"/>
                </a:lnTo>
                <a:lnTo>
                  <a:pt x="47662" y="37718"/>
                </a:lnTo>
                <a:lnTo>
                  <a:pt x="55205" y="38046"/>
                </a:lnTo>
                <a:lnTo>
                  <a:pt x="58646" y="41237"/>
                </a:lnTo>
                <a:lnTo>
                  <a:pt x="55205" y="44429"/>
                </a:lnTo>
                <a:lnTo>
                  <a:pt x="47662" y="44757"/>
                </a:lnTo>
                <a:lnTo>
                  <a:pt x="40118" y="44757"/>
                </a:lnTo>
                <a:lnTo>
                  <a:pt x="35426" y="48781"/>
                </a:lnTo>
                <a:lnTo>
                  <a:pt x="33832" y="56324"/>
                </a:lnTo>
                <a:lnTo>
                  <a:pt x="32575" y="59112"/>
                </a:lnTo>
                <a:lnTo>
                  <a:pt x="30656" y="63868"/>
                </a:lnTo>
                <a:lnTo>
                  <a:pt x="29055" y="71412"/>
                </a:lnTo>
                <a:lnTo>
                  <a:pt x="28223" y="78955"/>
                </a:lnTo>
                <a:lnTo>
                  <a:pt x="26288" y="86499"/>
                </a:lnTo>
                <a:lnTo>
                  <a:pt x="25031" y="89287"/>
                </a:lnTo>
                <a:lnTo>
                  <a:pt x="23112" y="94042"/>
                </a:lnTo>
                <a:lnTo>
                  <a:pt x="21839" y="101586"/>
                </a:lnTo>
                <a:lnTo>
                  <a:pt x="21839" y="109129"/>
                </a:lnTo>
                <a:lnTo>
                  <a:pt x="25031" y="112901"/>
                </a:lnTo>
                <a:lnTo>
                  <a:pt x="32575" y="114273"/>
                </a:lnTo>
                <a:lnTo>
                  <a:pt x="39080" y="116673"/>
                </a:lnTo>
                <a:lnTo>
                  <a:pt x="32575" y="119073"/>
                </a:lnTo>
                <a:lnTo>
                  <a:pt x="25031" y="119865"/>
                </a:lnTo>
                <a:lnTo>
                  <a:pt x="17487" y="118592"/>
                </a:lnTo>
                <a:lnTo>
                  <a:pt x="15568" y="116673"/>
                </a:lnTo>
                <a:lnTo>
                  <a:pt x="9944" y="109653"/>
                </a:lnTo>
                <a:lnTo>
                  <a:pt x="9421" y="109129"/>
                </a:lnTo>
                <a:lnTo>
                  <a:pt x="7544" y="101586"/>
                </a:lnTo>
                <a:lnTo>
                  <a:pt x="9421" y="94042"/>
                </a:lnTo>
                <a:lnTo>
                  <a:pt x="9944" y="92690"/>
                </a:lnTo>
                <a:lnTo>
                  <a:pt x="11863" y="86499"/>
                </a:lnTo>
                <a:lnTo>
                  <a:pt x="13463" y="78955"/>
                </a:lnTo>
                <a:lnTo>
                  <a:pt x="14296" y="71412"/>
                </a:lnTo>
                <a:lnTo>
                  <a:pt x="16230" y="63868"/>
                </a:lnTo>
                <a:lnTo>
                  <a:pt x="17487" y="61080"/>
                </a:lnTo>
                <a:lnTo>
                  <a:pt x="19406" y="56324"/>
                </a:lnTo>
                <a:lnTo>
                  <a:pt x="21007" y="48781"/>
                </a:lnTo>
                <a:lnTo>
                  <a:pt x="17487" y="45009"/>
                </a:lnTo>
                <a:lnTo>
                  <a:pt x="9944" y="44757"/>
                </a:lnTo>
                <a:lnTo>
                  <a:pt x="2400" y="43637"/>
                </a:lnTo>
                <a:lnTo>
                  <a:pt x="0" y="41237"/>
                </a:lnTo>
                <a:lnTo>
                  <a:pt x="2400" y="38837"/>
                </a:lnTo>
                <a:lnTo>
                  <a:pt x="9944" y="37718"/>
                </a:lnTo>
                <a:lnTo>
                  <a:pt x="17487" y="37718"/>
                </a:lnTo>
                <a:lnTo>
                  <a:pt x="23774" y="33694"/>
                </a:lnTo>
                <a:lnTo>
                  <a:pt x="25031" y="29922"/>
                </a:lnTo>
                <a:lnTo>
                  <a:pt x="26288" y="26150"/>
                </a:lnTo>
                <a:lnTo>
                  <a:pt x="28223" y="18606"/>
                </a:lnTo>
                <a:lnTo>
                  <a:pt x="29055" y="11063"/>
                </a:lnTo>
                <a:lnTo>
                  <a:pt x="32575" y="4112"/>
                </a:lnTo>
                <a:lnTo>
                  <a:pt x="33167" y="35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usic-source-formula-1-glyph-18">
            <a:extLst xmlns:a="http://schemas.openxmlformats.org/drawingml/2006/main">
              <a:ext uri="{FF2B5EF4-FFF2-40B4-BE49-F238E27FC236}">
                <a16:creationId xmlns:a16="http://schemas.microsoft.com/office/drawing/2014/main" id="{8E5FE032-4FE6-444B-8A81-5AFEAB0F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025" y="589222"/>
            <a:ext cx="62504" cy="123212"/>
          </a:xfrm>
          <a:custGeom xmlns:a="http://schemas.openxmlformats.org/drawingml/2006/main">
            <a:pathLst>
              <a:path w="62504" h="123212">
                <a:moveTo>
                  <a:pt x="20475" y="6286"/>
                </a:moveTo>
                <a:lnTo>
                  <a:pt x="26403" y="3095"/>
                </a:lnTo>
                <a:lnTo>
                  <a:pt x="33946" y="0"/>
                </a:lnTo>
                <a:lnTo>
                  <a:pt x="37970" y="6286"/>
                </a:lnTo>
                <a:lnTo>
                  <a:pt x="37970" y="13830"/>
                </a:lnTo>
                <a:lnTo>
                  <a:pt x="37970" y="21373"/>
                </a:lnTo>
                <a:lnTo>
                  <a:pt x="37970" y="28917"/>
                </a:lnTo>
                <a:lnTo>
                  <a:pt x="37970" y="36461"/>
                </a:lnTo>
                <a:lnTo>
                  <a:pt x="37970" y="44004"/>
                </a:lnTo>
                <a:lnTo>
                  <a:pt x="37970" y="51548"/>
                </a:lnTo>
                <a:lnTo>
                  <a:pt x="37970" y="59091"/>
                </a:lnTo>
                <a:lnTo>
                  <a:pt x="37970" y="66635"/>
                </a:lnTo>
                <a:lnTo>
                  <a:pt x="37970" y="74179"/>
                </a:lnTo>
                <a:lnTo>
                  <a:pt x="37970" y="81722"/>
                </a:lnTo>
                <a:lnTo>
                  <a:pt x="37970" y="89266"/>
                </a:lnTo>
                <a:lnTo>
                  <a:pt x="37970" y="96809"/>
                </a:lnTo>
                <a:lnTo>
                  <a:pt x="37970" y="104353"/>
                </a:lnTo>
                <a:lnTo>
                  <a:pt x="39089" y="111897"/>
                </a:lnTo>
                <a:lnTo>
                  <a:pt x="41490" y="114297"/>
                </a:lnTo>
                <a:lnTo>
                  <a:pt x="49033" y="115668"/>
                </a:lnTo>
                <a:lnTo>
                  <a:pt x="56577" y="116249"/>
                </a:lnTo>
                <a:lnTo>
                  <a:pt x="62504" y="119440"/>
                </a:lnTo>
                <a:lnTo>
                  <a:pt x="56577" y="122632"/>
                </a:lnTo>
                <a:lnTo>
                  <a:pt x="49033" y="123212"/>
                </a:lnTo>
                <a:lnTo>
                  <a:pt x="41490" y="123212"/>
                </a:lnTo>
                <a:lnTo>
                  <a:pt x="33946" y="123212"/>
                </a:lnTo>
                <a:lnTo>
                  <a:pt x="26403" y="123212"/>
                </a:lnTo>
                <a:lnTo>
                  <a:pt x="18859" y="123212"/>
                </a:lnTo>
                <a:lnTo>
                  <a:pt x="11315" y="123212"/>
                </a:lnTo>
                <a:lnTo>
                  <a:pt x="3772" y="122632"/>
                </a:lnTo>
                <a:lnTo>
                  <a:pt x="0" y="119440"/>
                </a:lnTo>
                <a:lnTo>
                  <a:pt x="3772" y="116249"/>
                </a:lnTo>
                <a:lnTo>
                  <a:pt x="11315" y="115668"/>
                </a:lnTo>
                <a:lnTo>
                  <a:pt x="18859" y="115416"/>
                </a:lnTo>
                <a:lnTo>
                  <a:pt x="22631" y="111897"/>
                </a:lnTo>
                <a:lnTo>
                  <a:pt x="23211" y="104353"/>
                </a:lnTo>
                <a:lnTo>
                  <a:pt x="23211" y="96809"/>
                </a:lnTo>
                <a:lnTo>
                  <a:pt x="23211" y="89266"/>
                </a:lnTo>
                <a:lnTo>
                  <a:pt x="23211" y="81722"/>
                </a:lnTo>
                <a:lnTo>
                  <a:pt x="23211" y="74179"/>
                </a:lnTo>
                <a:lnTo>
                  <a:pt x="23211" y="66635"/>
                </a:lnTo>
                <a:lnTo>
                  <a:pt x="23211" y="59091"/>
                </a:lnTo>
                <a:lnTo>
                  <a:pt x="23211" y="51548"/>
                </a:lnTo>
                <a:lnTo>
                  <a:pt x="23211" y="44004"/>
                </a:lnTo>
                <a:lnTo>
                  <a:pt x="23211" y="36461"/>
                </a:lnTo>
                <a:lnTo>
                  <a:pt x="23211" y="28917"/>
                </a:lnTo>
                <a:lnTo>
                  <a:pt x="23211" y="21373"/>
                </a:lnTo>
                <a:lnTo>
                  <a:pt x="19451" y="13830"/>
                </a:lnTo>
                <a:lnTo>
                  <a:pt x="20475" y="62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usic-source-formula-1-glyph-19">
            <a:extLst xmlns:a="http://schemas.openxmlformats.org/drawingml/2006/main">
              <a:ext uri="{FF2B5EF4-FFF2-40B4-BE49-F238E27FC236}">
                <a16:creationId xmlns:a16="http://schemas.microsoft.com/office/drawing/2014/main" id="{DD930B5D-456F-48AC-9E6B-E505C405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60" y="588789"/>
            <a:ext cx="6271" cy="10987"/>
          </a:xfrm>
          <a:custGeom xmlns:a="http://schemas.openxmlformats.org/drawingml/2006/main">
            <a:pathLst>
              <a:path w="6271" h="10987">
                <a:moveTo>
                  <a:pt x="0" y="6720"/>
                </a:moveTo>
                <a:lnTo>
                  <a:pt x="2852" y="0"/>
                </a:lnTo>
                <a:lnTo>
                  <a:pt x="6271" y="6720"/>
                </a:lnTo>
                <a:lnTo>
                  <a:pt x="2852" y="10987"/>
                </a:lnTo>
                <a:lnTo>
                  <a:pt x="0" y="6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usic-source-formula-1-glyph-20">
            <a:extLst xmlns:a="http://schemas.openxmlformats.org/drawingml/2006/main">
              <a:ext uri="{FF2B5EF4-FFF2-40B4-BE49-F238E27FC236}">
                <a16:creationId xmlns:a16="http://schemas.microsoft.com/office/drawing/2014/main" id="{747AEB8E-2FD9-48B8-A899-E5CF200B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016" y="591989"/>
            <a:ext cx="58646" cy="119865"/>
          </a:xfrm>
          <a:custGeom xmlns:a="http://schemas.openxmlformats.org/drawingml/2006/main">
            <a:pathLst>
              <a:path w="58646" h="119865">
                <a:moveTo>
                  <a:pt x="33167" y="3519"/>
                </a:moveTo>
                <a:lnTo>
                  <a:pt x="40118" y="0"/>
                </a:lnTo>
                <a:lnTo>
                  <a:pt x="43637" y="3519"/>
                </a:lnTo>
                <a:lnTo>
                  <a:pt x="43890" y="11063"/>
                </a:lnTo>
                <a:lnTo>
                  <a:pt x="42970" y="18606"/>
                </a:lnTo>
                <a:lnTo>
                  <a:pt x="40641" y="26150"/>
                </a:lnTo>
                <a:lnTo>
                  <a:pt x="40118" y="27189"/>
                </a:lnTo>
                <a:lnTo>
                  <a:pt x="37718" y="33694"/>
                </a:lnTo>
                <a:lnTo>
                  <a:pt x="40118" y="36318"/>
                </a:lnTo>
                <a:lnTo>
                  <a:pt x="47662" y="37718"/>
                </a:lnTo>
                <a:lnTo>
                  <a:pt x="55205" y="38046"/>
                </a:lnTo>
                <a:lnTo>
                  <a:pt x="58646" y="41237"/>
                </a:lnTo>
                <a:lnTo>
                  <a:pt x="55205" y="44429"/>
                </a:lnTo>
                <a:lnTo>
                  <a:pt x="47662" y="44757"/>
                </a:lnTo>
                <a:lnTo>
                  <a:pt x="40118" y="44757"/>
                </a:lnTo>
                <a:lnTo>
                  <a:pt x="35426" y="48781"/>
                </a:lnTo>
                <a:lnTo>
                  <a:pt x="33832" y="56324"/>
                </a:lnTo>
                <a:lnTo>
                  <a:pt x="32575" y="59112"/>
                </a:lnTo>
                <a:lnTo>
                  <a:pt x="30656" y="63868"/>
                </a:lnTo>
                <a:lnTo>
                  <a:pt x="29055" y="71412"/>
                </a:lnTo>
                <a:lnTo>
                  <a:pt x="28223" y="78955"/>
                </a:lnTo>
                <a:lnTo>
                  <a:pt x="26288" y="86499"/>
                </a:lnTo>
                <a:lnTo>
                  <a:pt x="25031" y="89287"/>
                </a:lnTo>
                <a:lnTo>
                  <a:pt x="23112" y="94042"/>
                </a:lnTo>
                <a:lnTo>
                  <a:pt x="21839" y="101586"/>
                </a:lnTo>
                <a:lnTo>
                  <a:pt x="21839" y="109129"/>
                </a:lnTo>
                <a:lnTo>
                  <a:pt x="25031" y="112901"/>
                </a:lnTo>
                <a:lnTo>
                  <a:pt x="32575" y="114273"/>
                </a:lnTo>
                <a:lnTo>
                  <a:pt x="39080" y="116673"/>
                </a:lnTo>
                <a:lnTo>
                  <a:pt x="32575" y="119073"/>
                </a:lnTo>
                <a:lnTo>
                  <a:pt x="25031" y="119865"/>
                </a:lnTo>
                <a:lnTo>
                  <a:pt x="17487" y="118592"/>
                </a:lnTo>
                <a:lnTo>
                  <a:pt x="15568" y="116673"/>
                </a:lnTo>
                <a:lnTo>
                  <a:pt x="9944" y="109653"/>
                </a:lnTo>
                <a:lnTo>
                  <a:pt x="9421" y="109129"/>
                </a:lnTo>
                <a:lnTo>
                  <a:pt x="7544" y="101586"/>
                </a:lnTo>
                <a:lnTo>
                  <a:pt x="9421" y="94042"/>
                </a:lnTo>
                <a:lnTo>
                  <a:pt x="9944" y="92690"/>
                </a:lnTo>
                <a:lnTo>
                  <a:pt x="11863" y="86499"/>
                </a:lnTo>
                <a:lnTo>
                  <a:pt x="13463" y="78955"/>
                </a:lnTo>
                <a:lnTo>
                  <a:pt x="14296" y="71412"/>
                </a:lnTo>
                <a:lnTo>
                  <a:pt x="16230" y="63868"/>
                </a:lnTo>
                <a:lnTo>
                  <a:pt x="17487" y="61080"/>
                </a:lnTo>
                <a:lnTo>
                  <a:pt x="19406" y="56324"/>
                </a:lnTo>
                <a:lnTo>
                  <a:pt x="21007" y="48781"/>
                </a:lnTo>
                <a:lnTo>
                  <a:pt x="17487" y="45009"/>
                </a:lnTo>
                <a:lnTo>
                  <a:pt x="9944" y="44757"/>
                </a:lnTo>
                <a:lnTo>
                  <a:pt x="2400" y="43637"/>
                </a:lnTo>
                <a:lnTo>
                  <a:pt x="0" y="41237"/>
                </a:lnTo>
                <a:lnTo>
                  <a:pt x="2400" y="38837"/>
                </a:lnTo>
                <a:lnTo>
                  <a:pt x="9944" y="37718"/>
                </a:lnTo>
                <a:lnTo>
                  <a:pt x="17487" y="37718"/>
                </a:lnTo>
                <a:lnTo>
                  <a:pt x="23774" y="33694"/>
                </a:lnTo>
                <a:lnTo>
                  <a:pt x="25031" y="29922"/>
                </a:lnTo>
                <a:lnTo>
                  <a:pt x="26288" y="26150"/>
                </a:lnTo>
                <a:lnTo>
                  <a:pt x="28223" y="18606"/>
                </a:lnTo>
                <a:lnTo>
                  <a:pt x="29055" y="11063"/>
                </a:lnTo>
                <a:lnTo>
                  <a:pt x="32575" y="4112"/>
                </a:lnTo>
                <a:lnTo>
                  <a:pt x="33167" y="35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usic-source-formula-1-glyph-21">
            <a:extLst xmlns:a="http://schemas.openxmlformats.org/drawingml/2006/main">
              <a:ext uri="{FF2B5EF4-FFF2-40B4-BE49-F238E27FC236}">
                <a16:creationId xmlns:a16="http://schemas.microsoft.com/office/drawing/2014/main" id="{BB1FE0C1-153B-4F8E-9B78-34D57475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127" y="589222"/>
            <a:ext cx="62504" cy="123212"/>
          </a:xfrm>
          <a:custGeom xmlns:a="http://schemas.openxmlformats.org/drawingml/2006/main">
            <a:pathLst>
              <a:path w="62504" h="123212">
                <a:moveTo>
                  <a:pt x="20475" y="6286"/>
                </a:moveTo>
                <a:lnTo>
                  <a:pt x="26403" y="3095"/>
                </a:lnTo>
                <a:lnTo>
                  <a:pt x="33946" y="0"/>
                </a:lnTo>
                <a:lnTo>
                  <a:pt x="37970" y="6286"/>
                </a:lnTo>
                <a:lnTo>
                  <a:pt x="37970" y="13830"/>
                </a:lnTo>
                <a:lnTo>
                  <a:pt x="37970" y="21373"/>
                </a:lnTo>
                <a:lnTo>
                  <a:pt x="37970" y="28917"/>
                </a:lnTo>
                <a:lnTo>
                  <a:pt x="37970" y="36461"/>
                </a:lnTo>
                <a:lnTo>
                  <a:pt x="37970" y="44004"/>
                </a:lnTo>
                <a:lnTo>
                  <a:pt x="37970" y="51548"/>
                </a:lnTo>
                <a:lnTo>
                  <a:pt x="37970" y="59091"/>
                </a:lnTo>
                <a:lnTo>
                  <a:pt x="37970" y="66635"/>
                </a:lnTo>
                <a:lnTo>
                  <a:pt x="37970" y="74179"/>
                </a:lnTo>
                <a:lnTo>
                  <a:pt x="37970" y="81722"/>
                </a:lnTo>
                <a:lnTo>
                  <a:pt x="37970" y="89266"/>
                </a:lnTo>
                <a:lnTo>
                  <a:pt x="37970" y="96809"/>
                </a:lnTo>
                <a:lnTo>
                  <a:pt x="37970" y="104353"/>
                </a:lnTo>
                <a:lnTo>
                  <a:pt x="39089" y="111897"/>
                </a:lnTo>
                <a:lnTo>
                  <a:pt x="41490" y="114297"/>
                </a:lnTo>
                <a:lnTo>
                  <a:pt x="49033" y="115668"/>
                </a:lnTo>
                <a:lnTo>
                  <a:pt x="56577" y="116249"/>
                </a:lnTo>
                <a:lnTo>
                  <a:pt x="62504" y="119440"/>
                </a:lnTo>
                <a:lnTo>
                  <a:pt x="56577" y="122632"/>
                </a:lnTo>
                <a:lnTo>
                  <a:pt x="49033" y="123212"/>
                </a:lnTo>
                <a:lnTo>
                  <a:pt x="41490" y="123212"/>
                </a:lnTo>
                <a:lnTo>
                  <a:pt x="33946" y="123212"/>
                </a:lnTo>
                <a:lnTo>
                  <a:pt x="26403" y="123212"/>
                </a:lnTo>
                <a:lnTo>
                  <a:pt x="18859" y="123212"/>
                </a:lnTo>
                <a:lnTo>
                  <a:pt x="11315" y="123212"/>
                </a:lnTo>
                <a:lnTo>
                  <a:pt x="3772" y="122632"/>
                </a:lnTo>
                <a:lnTo>
                  <a:pt x="0" y="119440"/>
                </a:lnTo>
                <a:lnTo>
                  <a:pt x="3772" y="116249"/>
                </a:lnTo>
                <a:lnTo>
                  <a:pt x="11315" y="115668"/>
                </a:lnTo>
                <a:lnTo>
                  <a:pt x="18859" y="115416"/>
                </a:lnTo>
                <a:lnTo>
                  <a:pt x="22631" y="111897"/>
                </a:lnTo>
                <a:lnTo>
                  <a:pt x="23211" y="104353"/>
                </a:lnTo>
                <a:lnTo>
                  <a:pt x="23211" y="96809"/>
                </a:lnTo>
                <a:lnTo>
                  <a:pt x="23211" y="89266"/>
                </a:lnTo>
                <a:lnTo>
                  <a:pt x="23211" y="81722"/>
                </a:lnTo>
                <a:lnTo>
                  <a:pt x="23211" y="74179"/>
                </a:lnTo>
                <a:lnTo>
                  <a:pt x="23211" y="66635"/>
                </a:lnTo>
                <a:lnTo>
                  <a:pt x="23211" y="59091"/>
                </a:lnTo>
                <a:lnTo>
                  <a:pt x="23211" y="51548"/>
                </a:lnTo>
                <a:lnTo>
                  <a:pt x="23211" y="44004"/>
                </a:lnTo>
                <a:lnTo>
                  <a:pt x="23211" y="36461"/>
                </a:lnTo>
                <a:lnTo>
                  <a:pt x="23211" y="28917"/>
                </a:lnTo>
                <a:lnTo>
                  <a:pt x="23211" y="21373"/>
                </a:lnTo>
                <a:lnTo>
                  <a:pt x="19451" y="13830"/>
                </a:lnTo>
                <a:lnTo>
                  <a:pt x="20475" y="62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music-source-formula-1-glyph-22">
            <a:extLst xmlns:a="http://schemas.openxmlformats.org/drawingml/2006/main">
              <a:ext uri="{FF2B5EF4-FFF2-40B4-BE49-F238E27FC236}">
                <a16:creationId xmlns:a16="http://schemas.microsoft.com/office/drawing/2014/main" id="{1926B521-15EC-4FD2-936F-FE809A0C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570" y="591989"/>
            <a:ext cx="58646" cy="119865"/>
          </a:xfrm>
          <a:custGeom xmlns:a="http://schemas.openxmlformats.org/drawingml/2006/main">
            <a:pathLst>
              <a:path w="58646" h="119865">
                <a:moveTo>
                  <a:pt x="33167" y="3519"/>
                </a:moveTo>
                <a:lnTo>
                  <a:pt x="40118" y="0"/>
                </a:lnTo>
                <a:lnTo>
                  <a:pt x="43637" y="3519"/>
                </a:lnTo>
                <a:lnTo>
                  <a:pt x="43890" y="11063"/>
                </a:lnTo>
                <a:lnTo>
                  <a:pt x="42970" y="18606"/>
                </a:lnTo>
                <a:lnTo>
                  <a:pt x="40641" y="26150"/>
                </a:lnTo>
                <a:lnTo>
                  <a:pt x="40118" y="27189"/>
                </a:lnTo>
                <a:lnTo>
                  <a:pt x="37718" y="33694"/>
                </a:lnTo>
                <a:lnTo>
                  <a:pt x="40118" y="36318"/>
                </a:lnTo>
                <a:lnTo>
                  <a:pt x="47662" y="37718"/>
                </a:lnTo>
                <a:lnTo>
                  <a:pt x="55205" y="38046"/>
                </a:lnTo>
                <a:lnTo>
                  <a:pt x="58646" y="41237"/>
                </a:lnTo>
                <a:lnTo>
                  <a:pt x="55205" y="44429"/>
                </a:lnTo>
                <a:lnTo>
                  <a:pt x="47662" y="44757"/>
                </a:lnTo>
                <a:lnTo>
                  <a:pt x="40118" y="44757"/>
                </a:lnTo>
                <a:lnTo>
                  <a:pt x="35426" y="48781"/>
                </a:lnTo>
                <a:lnTo>
                  <a:pt x="33832" y="56324"/>
                </a:lnTo>
                <a:lnTo>
                  <a:pt x="32575" y="59112"/>
                </a:lnTo>
                <a:lnTo>
                  <a:pt x="30656" y="63868"/>
                </a:lnTo>
                <a:lnTo>
                  <a:pt x="29055" y="71412"/>
                </a:lnTo>
                <a:lnTo>
                  <a:pt x="28223" y="78955"/>
                </a:lnTo>
                <a:lnTo>
                  <a:pt x="26288" y="86499"/>
                </a:lnTo>
                <a:lnTo>
                  <a:pt x="25031" y="89287"/>
                </a:lnTo>
                <a:lnTo>
                  <a:pt x="23112" y="94042"/>
                </a:lnTo>
                <a:lnTo>
                  <a:pt x="21839" y="101586"/>
                </a:lnTo>
                <a:lnTo>
                  <a:pt x="21839" y="109129"/>
                </a:lnTo>
                <a:lnTo>
                  <a:pt x="25031" y="112901"/>
                </a:lnTo>
                <a:lnTo>
                  <a:pt x="32575" y="114273"/>
                </a:lnTo>
                <a:lnTo>
                  <a:pt x="39080" y="116673"/>
                </a:lnTo>
                <a:lnTo>
                  <a:pt x="32575" y="119073"/>
                </a:lnTo>
                <a:lnTo>
                  <a:pt x="25031" y="119865"/>
                </a:lnTo>
                <a:lnTo>
                  <a:pt x="17487" y="118592"/>
                </a:lnTo>
                <a:lnTo>
                  <a:pt x="15568" y="116673"/>
                </a:lnTo>
                <a:lnTo>
                  <a:pt x="9944" y="109653"/>
                </a:lnTo>
                <a:lnTo>
                  <a:pt x="9421" y="109129"/>
                </a:lnTo>
                <a:lnTo>
                  <a:pt x="7544" y="101586"/>
                </a:lnTo>
                <a:lnTo>
                  <a:pt x="9421" y="94042"/>
                </a:lnTo>
                <a:lnTo>
                  <a:pt x="9944" y="92690"/>
                </a:lnTo>
                <a:lnTo>
                  <a:pt x="11863" y="86499"/>
                </a:lnTo>
                <a:lnTo>
                  <a:pt x="13463" y="78955"/>
                </a:lnTo>
                <a:lnTo>
                  <a:pt x="14296" y="71412"/>
                </a:lnTo>
                <a:lnTo>
                  <a:pt x="16230" y="63868"/>
                </a:lnTo>
                <a:lnTo>
                  <a:pt x="17487" y="61080"/>
                </a:lnTo>
                <a:lnTo>
                  <a:pt x="19406" y="56324"/>
                </a:lnTo>
                <a:lnTo>
                  <a:pt x="21007" y="48781"/>
                </a:lnTo>
                <a:lnTo>
                  <a:pt x="17487" y="45009"/>
                </a:lnTo>
                <a:lnTo>
                  <a:pt x="9944" y="44757"/>
                </a:lnTo>
                <a:lnTo>
                  <a:pt x="2400" y="43637"/>
                </a:lnTo>
                <a:lnTo>
                  <a:pt x="0" y="41237"/>
                </a:lnTo>
                <a:lnTo>
                  <a:pt x="2400" y="38837"/>
                </a:lnTo>
                <a:lnTo>
                  <a:pt x="9944" y="37718"/>
                </a:lnTo>
                <a:lnTo>
                  <a:pt x="17487" y="37718"/>
                </a:lnTo>
                <a:lnTo>
                  <a:pt x="23774" y="33694"/>
                </a:lnTo>
                <a:lnTo>
                  <a:pt x="25031" y="29922"/>
                </a:lnTo>
                <a:lnTo>
                  <a:pt x="26288" y="26150"/>
                </a:lnTo>
                <a:lnTo>
                  <a:pt x="28223" y="18606"/>
                </a:lnTo>
                <a:lnTo>
                  <a:pt x="29055" y="11063"/>
                </a:lnTo>
                <a:lnTo>
                  <a:pt x="32575" y="4112"/>
                </a:lnTo>
                <a:lnTo>
                  <a:pt x="33167" y="35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usic-source-formula-1-glyph-23">
            <a:extLst xmlns:a="http://schemas.openxmlformats.org/drawingml/2006/main">
              <a:ext uri="{FF2B5EF4-FFF2-40B4-BE49-F238E27FC236}">
                <a16:creationId xmlns:a16="http://schemas.microsoft.com/office/drawing/2014/main" id="{EF258700-90C5-4DCA-8962-39E2699A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575" y="591989"/>
            <a:ext cx="58646" cy="119865"/>
          </a:xfrm>
          <a:custGeom xmlns:a="http://schemas.openxmlformats.org/drawingml/2006/main">
            <a:pathLst>
              <a:path w="58646" h="119865">
                <a:moveTo>
                  <a:pt x="33167" y="3519"/>
                </a:moveTo>
                <a:lnTo>
                  <a:pt x="40118" y="0"/>
                </a:lnTo>
                <a:lnTo>
                  <a:pt x="43637" y="3519"/>
                </a:lnTo>
                <a:lnTo>
                  <a:pt x="43890" y="11063"/>
                </a:lnTo>
                <a:lnTo>
                  <a:pt x="42970" y="18606"/>
                </a:lnTo>
                <a:lnTo>
                  <a:pt x="40641" y="26150"/>
                </a:lnTo>
                <a:lnTo>
                  <a:pt x="40118" y="27189"/>
                </a:lnTo>
                <a:lnTo>
                  <a:pt x="37718" y="33694"/>
                </a:lnTo>
                <a:lnTo>
                  <a:pt x="40118" y="36318"/>
                </a:lnTo>
                <a:lnTo>
                  <a:pt x="47662" y="37718"/>
                </a:lnTo>
                <a:lnTo>
                  <a:pt x="55205" y="38046"/>
                </a:lnTo>
                <a:lnTo>
                  <a:pt x="58646" y="41237"/>
                </a:lnTo>
                <a:lnTo>
                  <a:pt x="55205" y="44429"/>
                </a:lnTo>
                <a:lnTo>
                  <a:pt x="47662" y="44757"/>
                </a:lnTo>
                <a:lnTo>
                  <a:pt x="40118" y="44757"/>
                </a:lnTo>
                <a:lnTo>
                  <a:pt x="35426" y="48781"/>
                </a:lnTo>
                <a:lnTo>
                  <a:pt x="33832" y="56324"/>
                </a:lnTo>
                <a:lnTo>
                  <a:pt x="32575" y="59112"/>
                </a:lnTo>
                <a:lnTo>
                  <a:pt x="30656" y="63868"/>
                </a:lnTo>
                <a:lnTo>
                  <a:pt x="29055" y="71412"/>
                </a:lnTo>
                <a:lnTo>
                  <a:pt x="28223" y="78955"/>
                </a:lnTo>
                <a:lnTo>
                  <a:pt x="26288" y="86499"/>
                </a:lnTo>
                <a:lnTo>
                  <a:pt x="25031" y="89287"/>
                </a:lnTo>
                <a:lnTo>
                  <a:pt x="23112" y="94042"/>
                </a:lnTo>
                <a:lnTo>
                  <a:pt x="21839" y="101586"/>
                </a:lnTo>
                <a:lnTo>
                  <a:pt x="21839" y="109129"/>
                </a:lnTo>
                <a:lnTo>
                  <a:pt x="25031" y="112901"/>
                </a:lnTo>
                <a:lnTo>
                  <a:pt x="32575" y="114273"/>
                </a:lnTo>
                <a:lnTo>
                  <a:pt x="39080" y="116673"/>
                </a:lnTo>
                <a:lnTo>
                  <a:pt x="32575" y="119073"/>
                </a:lnTo>
                <a:lnTo>
                  <a:pt x="25031" y="119865"/>
                </a:lnTo>
                <a:lnTo>
                  <a:pt x="17487" y="118592"/>
                </a:lnTo>
                <a:lnTo>
                  <a:pt x="15568" y="116673"/>
                </a:lnTo>
                <a:lnTo>
                  <a:pt x="9944" y="109653"/>
                </a:lnTo>
                <a:lnTo>
                  <a:pt x="9421" y="109129"/>
                </a:lnTo>
                <a:lnTo>
                  <a:pt x="7544" y="101586"/>
                </a:lnTo>
                <a:lnTo>
                  <a:pt x="9421" y="94042"/>
                </a:lnTo>
                <a:lnTo>
                  <a:pt x="9944" y="92690"/>
                </a:lnTo>
                <a:lnTo>
                  <a:pt x="11863" y="86499"/>
                </a:lnTo>
                <a:lnTo>
                  <a:pt x="13463" y="78955"/>
                </a:lnTo>
                <a:lnTo>
                  <a:pt x="14296" y="71412"/>
                </a:lnTo>
                <a:lnTo>
                  <a:pt x="16230" y="63868"/>
                </a:lnTo>
                <a:lnTo>
                  <a:pt x="17487" y="61080"/>
                </a:lnTo>
                <a:lnTo>
                  <a:pt x="19406" y="56324"/>
                </a:lnTo>
                <a:lnTo>
                  <a:pt x="21007" y="48781"/>
                </a:lnTo>
                <a:lnTo>
                  <a:pt x="17487" y="45009"/>
                </a:lnTo>
                <a:lnTo>
                  <a:pt x="9944" y="44757"/>
                </a:lnTo>
                <a:lnTo>
                  <a:pt x="2400" y="43637"/>
                </a:lnTo>
                <a:lnTo>
                  <a:pt x="0" y="41237"/>
                </a:lnTo>
                <a:lnTo>
                  <a:pt x="2400" y="38837"/>
                </a:lnTo>
                <a:lnTo>
                  <a:pt x="9944" y="37718"/>
                </a:lnTo>
                <a:lnTo>
                  <a:pt x="17487" y="37718"/>
                </a:lnTo>
                <a:lnTo>
                  <a:pt x="23774" y="33694"/>
                </a:lnTo>
                <a:lnTo>
                  <a:pt x="25031" y="29922"/>
                </a:lnTo>
                <a:lnTo>
                  <a:pt x="26288" y="26150"/>
                </a:lnTo>
                <a:lnTo>
                  <a:pt x="28223" y="18606"/>
                </a:lnTo>
                <a:lnTo>
                  <a:pt x="29055" y="11063"/>
                </a:lnTo>
                <a:lnTo>
                  <a:pt x="32575" y="4112"/>
                </a:lnTo>
                <a:lnTo>
                  <a:pt x="33167" y="35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music-source-formula-1-glyph-24">
            <a:extLst xmlns:a="http://schemas.openxmlformats.org/drawingml/2006/main">
              <a:ext uri="{FF2B5EF4-FFF2-40B4-BE49-F238E27FC236}">
                <a16:creationId xmlns:a16="http://schemas.microsoft.com/office/drawing/2014/main" id="{3BDF3EDB-74F5-49A2-99FC-A75B2895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485" y="598700"/>
            <a:ext cx="130674" cy="133116"/>
          </a:xfrm>
          <a:custGeom xmlns:a="http://schemas.openxmlformats.org/drawingml/2006/main">
            <a:pathLst>
              <a:path w="130674" h="133116">
                <a:moveTo>
                  <a:pt x="60929" y="4352"/>
                </a:moveTo>
                <a:lnTo>
                  <a:pt x="64701" y="0"/>
                </a:lnTo>
                <a:lnTo>
                  <a:pt x="69053" y="4352"/>
                </a:lnTo>
                <a:lnTo>
                  <a:pt x="69392" y="11896"/>
                </a:lnTo>
                <a:lnTo>
                  <a:pt x="69392" y="19439"/>
                </a:lnTo>
                <a:lnTo>
                  <a:pt x="69392" y="26983"/>
                </a:lnTo>
                <a:lnTo>
                  <a:pt x="69392" y="34526"/>
                </a:lnTo>
                <a:lnTo>
                  <a:pt x="69392" y="42070"/>
                </a:lnTo>
                <a:lnTo>
                  <a:pt x="69392" y="49614"/>
                </a:lnTo>
                <a:lnTo>
                  <a:pt x="69392" y="57157"/>
                </a:lnTo>
                <a:lnTo>
                  <a:pt x="72244" y="60009"/>
                </a:lnTo>
                <a:lnTo>
                  <a:pt x="79788" y="60929"/>
                </a:lnTo>
                <a:lnTo>
                  <a:pt x="87332" y="60929"/>
                </a:lnTo>
                <a:lnTo>
                  <a:pt x="94875" y="60929"/>
                </a:lnTo>
                <a:lnTo>
                  <a:pt x="102419" y="60929"/>
                </a:lnTo>
                <a:lnTo>
                  <a:pt x="109962" y="60929"/>
                </a:lnTo>
                <a:lnTo>
                  <a:pt x="117506" y="60929"/>
                </a:lnTo>
                <a:lnTo>
                  <a:pt x="125049" y="60929"/>
                </a:lnTo>
                <a:lnTo>
                  <a:pt x="130674" y="64701"/>
                </a:lnTo>
                <a:lnTo>
                  <a:pt x="125049" y="69053"/>
                </a:lnTo>
                <a:lnTo>
                  <a:pt x="117506" y="69393"/>
                </a:lnTo>
                <a:lnTo>
                  <a:pt x="109962" y="69393"/>
                </a:lnTo>
                <a:lnTo>
                  <a:pt x="102419" y="69393"/>
                </a:lnTo>
                <a:lnTo>
                  <a:pt x="94875" y="69393"/>
                </a:lnTo>
                <a:lnTo>
                  <a:pt x="87332" y="69393"/>
                </a:lnTo>
                <a:lnTo>
                  <a:pt x="79788" y="69393"/>
                </a:lnTo>
                <a:lnTo>
                  <a:pt x="72244" y="70325"/>
                </a:lnTo>
                <a:lnTo>
                  <a:pt x="70325" y="72244"/>
                </a:lnTo>
                <a:lnTo>
                  <a:pt x="69392" y="79788"/>
                </a:lnTo>
                <a:lnTo>
                  <a:pt x="69392" y="87332"/>
                </a:lnTo>
                <a:lnTo>
                  <a:pt x="69392" y="94875"/>
                </a:lnTo>
                <a:lnTo>
                  <a:pt x="69392" y="102419"/>
                </a:lnTo>
                <a:lnTo>
                  <a:pt x="69392" y="109962"/>
                </a:lnTo>
                <a:lnTo>
                  <a:pt x="69392" y="117506"/>
                </a:lnTo>
                <a:lnTo>
                  <a:pt x="69392" y="125049"/>
                </a:lnTo>
                <a:lnTo>
                  <a:pt x="65293" y="132593"/>
                </a:lnTo>
                <a:lnTo>
                  <a:pt x="64701" y="133116"/>
                </a:lnTo>
                <a:lnTo>
                  <a:pt x="64178" y="132593"/>
                </a:lnTo>
                <a:lnTo>
                  <a:pt x="60929" y="125049"/>
                </a:lnTo>
                <a:lnTo>
                  <a:pt x="60929" y="117506"/>
                </a:lnTo>
                <a:lnTo>
                  <a:pt x="60929" y="109962"/>
                </a:lnTo>
                <a:lnTo>
                  <a:pt x="60929" y="102419"/>
                </a:lnTo>
                <a:lnTo>
                  <a:pt x="60929" y="94875"/>
                </a:lnTo>
                <a:lnTo>
                  <a:pt x="60929" y="87332"/>
                </a:lnTo>
                <a:lnTo>
                  <a:pt x="60929" y="79788"/>
                </a:lnTo>
                <a:lnTo>
                  <a:pt x="60009" y="72244"/>
                </a:lnTo>
                <a:lnTo>
                  <a:pt x="57157" y="69393"/>
                </a:lnTo>
                <a:lnTo>
                  <a:pt x="49614" y="69393"/>
                </a:lnTo>
                <a:lnTo>
                  <a:pt x="42070" y="69393"/>
                </a:lnTo>
                <a:lnTo>
                  <a:pt x="34526" y="69393"/>
                </a:lnTo>
                <a:lnTo>
                  <a:pt x="26983" y="69393"/>
                </a:lnTo>
                <a:lnTo>
                  <a:pt x="19439" y="69393"/>
                </a:lnTo>
                <a:lnTo>
                  <a:pt x="11896" y="69393"/>
                </a:lnTo>
                <a:lnTo>
                  <a:pt x="4352" y="69053"/>
                </a:lnTo>
                <a:lnTo>
                  <a:pt x="0" y="64701"/>
                </a:lnTo>
                <a:lnTo>
                  <a:pt x="4352" y="60929"/>
                </a:lnTo>
                <a:lnTo>
                  <a:pt x="11896" y="60929"/>
                </a:lnTo>
                <a:lnTo>
                  <a:pt x="19439" y="60929"/>
                </a:lnTo>
                <a:lnTo>
                  <a:pt x="26983" y="60929"/>
                </a:lnTo>
                <a:lnTo>
                  <a:pt x="34526" y="60929"/>
                </a:lnTo>
                <a:lnTo>
                  <a:pt x="42070" y="60929"/>
                </a:lnTo>
                <a:lnTo>
                  <a:pt x="49614" y="60929"/>
                </a:lnTo>
                <a:lnTo>
                  <a:pt x="57157" y="60929"/>
                </a:lnTo>
                <a:lnTo>
                  <a:pt x="60929" y="57157"/>
                </a:lnTo>
                <a:lnTo>
                  <a:pt x="60929" y="49614"/>
                </a:lnTo>
                <a:lnTo>
                  <a:pt x="60929" y="42070"/>
                </a:lnTo>
                <a:lnTo>
                  <a:pt x="60929" y="34526"/>
                </a:lnTo>
                <a:lnTo>
                  <a:pt x="60929" y="26983"/>
                </a:lnTo>
                <a:lnTo>
                  <a:pt x="60929" y="19439"/>
                </a:lnTo>
                <a:lnTo>
                  <a:pt x="60929" y="11896"/>
                </a:lnTo>
                <a:lnTo>
                  <a:pt x="60929" y="43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music-source-formula-1-glyph-25">
            <a:extLst xmlns:a="http://schemas.openxmlformats.org/drawingml/2006/main">
              <a:ext uri="{FF2B5EF4-FFF2-40B4-BE49-F238E27FC236}">
                <a16:creationId xmlns:a16="http://schemas.microsoft.com/office/drawing/2014/main" id="{312D9017-CA38-4C51-904D-91DA66B8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370" y="599533"/>
            <a:ext cx="19475" cy="7039"/>
          </a:xfrm>
          <a:custGeom xmlns:a="http://schemas.openxmlformats.org/drawingml/2006/main">
            <a:pathLst>
              <a:path w="19475" h="7039">
                <a:moveTo>
                  <a:pt x="0" y="3519"/>
                </a:moveTo>
                <a:lnTo>
                  <a:pt x="5427" y="0"/>
                </a:lnTo>
                <a:lnTo>
                  <a:pt x="12970" y="894"/>
                </a:lnTo>
                <a:lnTo>
                  <a:pt x="19475" y="3519"/>
                </a:lnTo>
                <a:lnTo>
                  <a:pt x="12970" y="5920"/>
                </a:lnTo>
                <a:lnTo>
                  <a:pt x="5427" y="7039"/>
                </a:lnTo>
                <a:lnTo>
                  <a:pt x="0" y="35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usic-source-formula-1-glyph-26">
            <a:extLst xmlns:a="http://schemas.openxmlformats.org/drawingml/2006/main">
              <a:ext uri="{FF2B5EF4-FFF2-40B4-BE49-F238E27FC236}">
                <a16:creationId xmlns:a16="http://schemas.microsoft.com/office/drawing/2014/main" id="{4A9BD9E3-2E96-4DCE-AB34-34C0295E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044" y="598700"/>
            <a:ext cx="130674" cy="133116"/>
          </a:xfrm>
          <a:custGeom xmlns:a="http://schemas.openxmlformats.org/drawingml/2006/main">
            <a:pathLst>
              <a:path w="130674" h="133116">
                <a:moveTo>
                  <a:pt x="60929" y="4352"/>
                </a:moveTo>
                <a:lnTo>
                  <a:pt x="64701" y="0"/>
                </a:lnTo>
                <a:lnTo>
                  <a:pt x="69053" y="4352"/>
                </a:lnTo>
                <a:lnTo>
                  <a:pt x="69392" y="11896"/>
                </a:lnTo>
                <a:lnTo>
                  <a:pt x="69392" y="19439"/>
                </a:lnTo>
                <a:lnTo>
                  <a:pt x="69392" y="26983"/>
                </a:lnTo>
                <a:lnTo>
                  <a:pt x="69392" y="34526"/>
                </a:lnTo>
                <a:lnTo>
                  <a:pt x="69392" y="42070"/>
                </a:lnTo>
                <a:lnTo>
                  <a:pt x="69392" y="49614"/>
                </a:lnTo>
                <a:lnTo>
                  <a:pt x="69392" y="57157"/>
                </a:lnTo>
                <a:lnTo>
                  <a:pt x="72244" y="60009"/>
                </a:lnTo>
                <a:lnTo>
                  <a:pt x="79788" y="60929"/>
                </a:lnTo>
                <a:lnTo>
                  <a:pt x="87332" y="60929"/>
                </a:lnTo>
                <a:lnTo>
                  <a:pt x="94875" y="60929"/>
                </a:lnTo>
                <a:lnTo>
                  <a:pt x="102419" y="60929"/>
                </a:lnTo>
                <a:lnTo>
                  <a:pt x="109962" y="60929"/>
                </a:lnTo>
                <a:lnTo>
                  <a:pt x="117506" y="60929"/>
                </a:lnTo>
                <a:lnTo>
                  <a:pt x="125049" y="60929"/>
                </a:lnTo>
                <a:lnTo>
                  <a:pt x="130674" y="64701"/>
                </a:lnTo>
                <a:lnTo>
                  <a:pt x="125049" y="69053"/>
                </a:lnTo>
                <a:lnTo>
                  <a:pt x="117506" y="69393"/>
                </a:lnTo>
                <a:lnTo>
                  <a:pt x="109962" y="69393"/>
                </a:lnTo>
                <a:lnTo>
                  <a:pt x="102419" y="69393"/>
                </a:lnTo>
                <a:lnTo>
                  <a:pt x="94875" y="69393"/>
                </a:lnTo>
                <a:lnTo>
                  <a:pt x="87332" y="69393"/>
                </a:lnTo>
                <a:lnTo>
                  <a:pt x="79788" y="69393"/>
                </a:lnTo>
                <a:lnTo>
                  <a:pt x="72244" y="70325"/>
                </a:lnTo>
                <a:lnTo>
                  <a:pt x="70325" y="72244"/>
                </a:lnTo>
                <a:lnTo>
                  <a:pt x="69392" y="79788"/>
                </a:lnTo>
                <a:lnTo>
                  <a:pt x="69392" y="87332"/>
                </a:lnTo>
                <a:lnTo>
                  <a:pt x="69392" y="94875"/>
                </a:lnTo>
                <a:lnTo>
                  <a:pt x="69392" y="102419"/>
                </a:lnTo>
                <a:lnTo>
                  <a:pt x="69392" y="109962"/>
                </a:lnTo>
                <a:lnTo>
                  <a:pt x="69392" y="117506"/>
                </a:lnTo>
                <a:lnTo>
                  <a:pt x="69392" y="125049"/>
                </a:lnTo>
                <a:lnTo>
                  <a:pt x="65293" y="132593"/>
                </a:lnTo>
                <a:lnTo>
                  <a:pt x="64701" y="133116"/>
                </a:lnTo>
                <a:lnTo>
                  <a:pt x="64178" y="132593"/>
                </a:lnTo>
                <a:lnTo>
                  <a:pt x="60929" y="125049"/>
                </a:lnTo>
                <a:lnTo>
                  <a:pt x="60929" y="117506"/>
                </a:lnTo>
                <a:lnTo>
                  <a:pt x="60929" y="109962"/>
                </a:lnTo>
                <a:lnTo>
                  <a:pt x="60929" y="102419"/>
                </a:lnTo>
                <a:lnTo>
                  <a:pt x="60929" y="94875"/>
                </a:lnTo>
                <a:lnTo>
                  <a:pt x="60929" y="87332"/>
                </a:lnTo>
                <a:lnTo>
                  <a:pt x="60929" y="79788"/>
                </a:lnTo>
                <a:lnTo>
                  <a:pt x="60009" y="72244"/>
                </a:lnTo>
                <a:lnTo>
                  <a:pt x="57157" y="69393"/>
                </a:lnTo>
                <a:lnTo>
                  <a:pt x="49614" y="69393"/>
                </a:lnTo>
                <a:lnTo>
                  <a:pt x="42070" y="69393"/>
                </a:lnTo>
                <a:lnTo>
                  <a:pt x="34526" y="69393"/>
                </a:lnTo>
                <a:lnTo>
                  <a:pt x="26983" y="69393"/>
                </a:lnTo>
                <a:lnTo>
                  <a:pt x="19439" y="69393"/>
                </a:lnTo>
                <a:lnTo>
                  <a:pt x="11896" y="69393"/>
                </a:lnTo>
                <a:lnTo>
                  <a:pt x="4352" y="69053"/>
                </a:lnTo>
                <a:lnTo>
                  <a:pt x="0" y="64701"/>
                </a:lnTo>
                <a:lnTo>
                  <a:pt x="4352" y="60929"/>
                </a:lnTo>
                <a:lnTo>
                  <a:pt x="11896" y="60929"/>
                </a:lnTo>
                <a:lnTo>
                  <a:pt x="19439" y="60929"/>
                </a:lnTo>
                <a:lnTo>
                  <a:pt x="26983" y="60929"/>
                </a:lnTo>
                <a:lnTo>
                  <a:pt x="34526" y="60929"/>
                </a:lnTo>
                <a:lnTo>
                  <a:pt x="42070" y="60929"/>
                </a:lnTo>
                <a:lnTo>
                  <a:pt x="49614" y="60929"/>
                </a:lnTo>
                <a:lnTo>
                  <a:pt x="57157" y="60929"/>
                </a:lnTo>
                <a:lnTo>
                  <a:pt x="60929" y="57157"/>
                </a:lnTo>
                <a:lnTo>
                  <a:pt x="60929" y="49614"/>
                </a:lnTo>
                <a:lnTo>
                  <a:pt x="60929" y="42070"/>
                </a:lnTo>
                <a:lnTo>
                  <a:pt x="60929" y="34526"/>
                </a:lnTo>
                <a:lnTo>
                  <a:pt x="60929" y="26983"/>
                </a:lnTo>
                <a:lnTo>
                  <a:pt x="60929" y="19439"/>
                </a:lnTo>
                <a:lnTo>
                  <a:pt x="60929" y="11896"/>
                </a:lnTo>
                <a:lnTo>
                  <a:pt x="60929" y="43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usic-source-formula-1-glyph-27">
            <a:extLst xmlns:a="http://schemas.openxmlformats.org/drawingml/2006/main">
              <a:ext uri="{FF2B5EF4-FFF2-40B4-BE49-F238E27FC236}">
                <a16:creationId xmlns:a16="http://schemas.microsoft.com/office/drawing/2014/main" id="{CDE92DF3-507E-434F-ACFC-2633660B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472" y="599533"/>
            <a:ext cx="19475" cy="7039"/>
          </a:xfrm>
          <a:custGeom xmlns:a="http://schemas.openxmlformats.org/drawingml/2006/main">
            <a:pathLst>
              <a:path w="19475" h="7039">
                <a:moveTo>
                  <a:pt x="0" y="3519"/>
                </a:moveTo>
                <a:lnTo>
                  <a:pt x="5427" y="0"/>
                </a:lnTo>
                <a:lnTo>
                  <a:pt x="12970" y="894"/>
                </a:lnTo>
                <a:lnTo>
                  <a:pt x="19475" y="3519"/>
                </a:lnTo>
                <a:lnTo>
                  <a:pt x="12970" y="5920"/>
                </a:lnTo>
                <a:lnTo>
                  <a:pt x="5427" y="7039"/>
                </a:lnTo>
                <a:lnTo>
                  <a:pt x="0" y="35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usic-source-formula-1-glyph-28">
            <a:extLst xmlns:a="http://schemas.openxmlformats.org/drawingml/2006/main">
              <a:ext uri="{FF2B5EF4-FFF2-40B4-BE49-F238E27FC236}">
                <a16:creationId xmlns:a16="http://schemas.microsoft.com/office/drawing/2014/main" id="{4053575E-4738-4544-B86F-FB8686A7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056" y="630035"/>
            <a:ext cx="24999" cy="43310"/>
          </a:xfrm>
          <a:custGeom xmlns:a="http://schemas.openxmlformats.org/drawingml/2006/main">
            <a:pathLst>
              <a:path w="24999" h="43310">
                <a:moveTo>
                  <a:pt x="0" y="3192"/>
                </a:moveTo>
                <a:lnTo>
                  <a:pt x="3192" y="0"/>
                </a:lnTo>
                <a:lnTo>
                  <a:pt x="6632" y="3192"/>
                </a:lnTo>
                <a:lnTo>
                  <a:pt x="9119" y="10735"/>
                </a:lnTo>
                <a:lnTo>
                  <a:pt x="10735" y="12603"/>
                </a:lnTo>
                <a:lnTo>
                  <a:pt x="13587" y="18279"/>
                </a:lnTo>
                <a:lnTo>
                  <a:pt x="17021" y="25822"/>
                </a:lnTo>
                <a:lnTo>
                  <a:pt x="18279" y="27690"/>
                </a:lnTo>
                <a:lnTo>
                  <a:pt x="24999" y="33366"/>
                </a:lnTo>
                <a:lnTo>
                  <a:pt x="18279" y="36218"/>
                </a:lnTo>
                <a:lnTo>
                  <a:pt x="10735" y="37816"/>
                </a:lnTo>
                <a:lnTo>
                  <a:pt x="6468" y="40909"/>
                </a:lnTo>
                <a:lnTo>
                  <a:pt x="3192" y="43310"/>
                </a:lnTo>
                <a:lnTo>
                  <a:pt x="791" y="40909"/>
                </a:lnTo>
                <a:lnTo>
                  <a:pt x="0" y="33366"/>
                </a:lnTo>
                <a:lnTo>
                  <a:pt x="0" y="25822"/>
                </a:lnTo>
                <a:lnTo>
                  <a:pt x="0" y="18279"/>
                </a:lnTo>
                <a:lnTo>
                  <a:pt x="0" y="10735"/>
                </a:lnTo>
                <a:lnTo>
                  <a:pt x="0" y="3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music-source-formula-1-glyph-29">
            <a:extLst xmlns:a="http://schemas.openxmlformats.org/drawingml/2006/main">
              <a:ext uri="{FF2B5EF4-FFF2-40B4-BE49-F238E27FC236}">
                <a16:creationId xmlns:a16="http://schemas.microsoft.com/office/drawing/2014/main" id="{C229C644-666A-48C6-BFFB-6D33B4A3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911" y="633749"/>
            <a:ext cx="22959" cy="32927"/>
          </a:xfrm>
          <a:custGeom xmlns:a="http://schemas.openxmlformats.org/drawingml/2006/main">
            <a:pathLst>
              <a:path w="22959" h="32927">
                <a:moveTo>
                  <a:pt x="1161" y="7020"/>
                </a:moveTo>
                <a:lnTo>
                  <a:pt x="4352" y="3580"/>
                </a:lnTo>
                <a:lnTo>
                  <a:pt x="11896" y="0"/>
                </a:lnTo>
                <a:lnTo>
                  <a:pt x="19439" y="2570"/>
                </a:lnTo>
                <a:lnTo>
                  <a:pt x="22959" y="7020"/>
                </a:lnTo>
                <a:lnTo>
                  <a:pt x="21839" y="14564"/>
                </a:lnTo>
                <a:lnTo>
                  <a:pt x="19439" y="16964"/>
                </a:lnTo>
                <a:lnTo>
                  <a:pt x="11896" y="20850"/>
                </a:lnTo>
                <a:lnTo>
                  <a:pt x="10638" y="22108"/>
                </a:lnTo>
                <a:lnTo>
                  <a:pt x="11896" y="24371"/>
                </a:lnTo>
                <a:lnTo>
                  <a:pt x="14829" y="29651"/>
                </a:lnTo>
                <a:lnTo>
                  <a:pt x="11896" y="32927"/>
                </a:lnTo>
                <a:lnTo>
                  <a:pt x="6615" y="29651"/>
                </a:lnTo>
                <a:lnTo>
                  <a:pt x="4352" y="28394"/>
                </a:lnTo>
                <a:lnTo>
                  <a:pt x="580" y="22108"/>
                </a:lnTo>
                <a:lnTo>
                  <a:pt x="0" y="14564"/>
                </a:lnTo>
                <a:lnTo>
                  <a:pt x="1161" y="70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music-source-formula-1-glyph-30">
            <a:extLst xmlns:a="http://schemas.openxmlformats.org/drawingml/2006/main">
              <a:ext uri="{FF2B5EF4-FFF2-40B4-BE49-F238E27FC236}">
                <a16:creationId xmlns:a16="http://schemas.microsoft.com/office/drawing/2014/main" id="{F355707C-30DF-42BF-BC63-53BB47E3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64" y="633749"/>
            <a:ext cx="22959" cy="32927"/>
          </a:xfrm>
          <a:custGeom xmlns:a="http://schemas.openxmlformats.org/drawingml/2006/main">
            <a:pathLst>
              <a:path w="22959" h="32927">
                <a:moveTo>
                  <a:pt x="1161" y="7020"/>
                </a:moveTo>
                <a:lnTo>
                  <a:pt x="4352" y="3580"/>
                </a:lnTo>
                <a:lnTo>
                  <a:pt x="11896" y="0"/>
                </a:lnTo>
                <a:lnTo>
                  <a:pt x="19439" y="2570"/>
                </a:lnTo>
                <a:lnTo>
                  <a:pt x="22959" y="7020"/>
                </a:lnTo>
                <a:lnTo>
                  <a:pt x="21839" y="14564"/>
                </a:lnTo>
                <a:lnTo>
                  <a:pt x="19439" y="16964"/>
                </a:lnTo>
                <a:lnTo>
                  <a:pt x="11896" y="20850"/>
                </a:lnTo>
                <a:lnTo>
                  <a:pt x="10638" y="22108"/>
                </a:lnTo>
                <a:lnTo>
                  <a:pt x="11896" y="24371"/>
                </a:lnTo>
                <a:lnTo>
                  <a:pt x="14829" y="29651"/>
                </a:lnTo>
                <a:lnTo>
                  <a:pt x="11896" y="32927"/>
                </a:lnTo>
                <a:lnTo>
                  <a:pt x="6615" y="29651"/>
                </a:lnTo>
                <a:lnTo>
                  <a:pt x="4352" y="28394"/>
                </a:lnTo>
                <a:lnTo>
                  <a:pt x="580" y="22108"/>
                </a:lnTo>
                <a:lnTo>
                  <a:pt x="0" y="14564"/>
                </a:lnTo>
                <a:lnTo>
                  <a:pt x="1161" y="70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music-source-formula-1-glyph-31">
            <a:extLst xmlns:a="http://schemas.openxmlformats.org/drawingml/2006/main">
              <a:ext uri="{FF2B5EF4-FFF2-40B4-BE49-F238E27FC236}">
                <a16:creationId xmlns:a16="http://schemas.microsoft.com/office/drawing/2014/main" id="{63E31A97-B3B7-4836-A30C-3CC8D78E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925" y="636998"/>
            <a:ext cx="6512" cy="16991"/>
          </a:xfrm>
          <a:custGeom xmlns:a="http://schemas.openxmlformats.org/drawingml/2006/main">
            <a:pathLst>
              <a:path w="6512" h="16991">
                <a:moveTo>
                  <a:pt x="567" y="3772"/>
                </a:moveTo>
                <a:lnTo>
                  <a:pt x="3419" y="0"/>
                </a:lnTo>
                <a:lnTo>
                  <a:pt x="6512" y="3772"/>
                </a:lnTo>
                <a:lnTo>
                  <a:pt x="6271" y="11315"/>
                </a:lnTo>
                <a:lnTo>
                  <a:pt x="3419" y="16991"/>
                </a:lnTo>
                <a:lnTo>
                  <a:pt x="0" y="11315"/>
                </a:lnTo>
                <a:lnTo>
                  <a:pt x="567" y="3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music-source-formula-1-glyph-32">
            <a:extLst xmlns:a="http://schemas.openxmlformats.org/drawingml/2006/main">
              <a:ext uri="{FF2B5EF4-FFF2-40B4-BE49-F238E27FC236}">
                <a16:creationId xmlns:a16="http://schemas.microsoft.com/office/drawing/2014/main" id="{EC690CD2-2823-489E-83C1-E575CB86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061" y="647790"/>
            <a:ext cx="29342" cy="49556"/>
          </a:xfrm>
          <a:custGeom xmlns:a="http://schemas.openxmlformats.org/drawingml/2006/main">
            <a:pathLst>
              <a:path w="29342" h="49556">
                <a:moveTo>
                  <a:pt x="10367" y="523"/>
                </a:moveTo>
                <a:lnTo>
                  <a:pt x="11063" y="0"/>
                </a:lnTo>
                <a:lnTo>
                  <a:pt x="12415" y="523"/>
                </a:lnTo>
                <a:lnTo>
                  <a:pt x="18606" y="2442"/>
                </a:lnTo>
                <a:lnTo>
                  <a:pt x="24893" y="8067"/>
                </a:lnTo>
                <a:lnTo>
                  <a:pt x="26150" y="9934"/>
                </a:lnTo>
                <a:lnTo>
                  <a:pt x="29002" y="15610"/>
                </a:lnTo>
                <a:lnTo>
                  <a:pt x="29342" y="23154"/>
                </a:lnTo>
                <a:lnTo>
                  <a:pt x="29002" y="30697"/>
                </a:lnTo>
                <a:lnTo>
                  <a:pt x="28550" y="38241"/>
                </a:lnTo>
                <a:lnTo>
                  <a:pt x="28069" y="45785"/>
                </a:lnTo>
                <a:lnTo>
                  <a:pt x="26150" y="49556"/>
                </a:lnTo>
                <a:lnTo>
                  <a:pt x="23755" y="45785"/>
                </a:lnTo>
                <a:lnTo>
                  <a:pt x="23750" y="38241"/>
                </a:lnTo>
                <a:lnTo>
                  <a:pt x="23298" y="30697"/>
                </a:lnTo>
                <a:lnTo>
                  <a:pt x="18606" y="26006"/>
                </a:lnTo>
                <a:lnTo>
                  <a:pt x="11063" y="26673"/>
                </a:lnTo>
                <a:lnTo>
                  <a:pt x="4923" y="23154"/>
                </a:lnTo>
                <a:lnTo>
                  <a:pt x="3519" y="21750"/>
                </a:lnTo>
                <a:lnTo>
                  <a:pt x="0" y="15610"/>
                </a:lnTo>
                <a:lnTo>
                  <a:pt x="667" y="8067"/>
                </a:lnTo>
                <a:lnTo>
                  <a:pt x="3519" y="4648"/>
                </a:lnTo>
                <a:lnTo>
                  <a:pt x="10367" y="5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music-source-formula-1-glyph-33">
            <a:extLst xmlns:a="http://schemas.openxmlformats.org/drawingml/2006/main">
              <a:ext uri="{FF2B5EF4-FFF2-40B4-BE49-F238E27FC236}">
                <a16:creationId xmlns:a16="http://schemas.microsoft.com/office/drawing/2014/main" id="{FB9893FA-27A8-4021-85D6-E6A4A9B9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382" y="655161"/>
            <a:ext cx="6271" cy="11658"/>
          </a:xfrm>
          <a:custGeom xmlns:a="http://schemas.openxmlformats.org/drawingml/2006/main">
            <a:pathLst>
              <a:path w="6271" h="11658">
                <a:moveTo>
                  <a:pt x="2896" y="696"/>
                </a:moveTo>
                <a:lnTo>
                  <a:pt x="3419" y="0"/>
                </a:lnTo>
                <a:lnTo>
                  <a:pt x="5466" y="696"/>
                </a:lnTo>
                <a:lnTo>
                  <a:pt x="6271" y="8239"/>
                </a:lnTo>
                <a:lnTo>
                  <a:pt x="3419" y="11658"/>
                </a:lnTo>
                <a:lnTo>
                  <a:pt x="0" y="8239"/>
                </a:lnTo>
                <a:lnTo>
                  <a:pt x="2896" y="6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music-source-formula-1-glyph-34">
            <a:extLst xmlns:a="http://schemas.openxmlformats.org/drawingml/2006/main">
              <a:ext uri="{FF2B5EF4-FFF2-40B4-BE49-F238E27FC236}">
                <a16:creationId xmlns:a16="http://schemas.microsoft.com/office/drawing/2014/main" id="{ABCE553B-3CD6-433E-8BDE-561D27AE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062" y="661000"/>
            <a:ext cx="8214" cy="5676"/>
          </a:xfrm>
          <a:custGeom xmlns:a="http://schemas.openxmlformats.org/drawingml/2006/main">
            <a:pathLst>
              <a:path w="8214" h="5676">
                <a:moveTo>
                  <a:pt x="0" y="2400"/>
                </a:moveTo>
                <a:lnTo>
                  <a:pt x="2934" y="0"/>
                </a:lnTo>
                <a:lnTo>
                  <a:pt x="8214" y="2400"/>
                </a:lnTo>
                <a:lnTo>
                  <a:pt x="2934" y="5676"/>
                </a:lnTo>
                <a:lnTo>
                  <a:pt x="0" y="24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music-source-formula-1-glyph-35">
            <a:extLst xmlns:a="http://schemas.openxmlformats.org/drawingml/2006/main">
              <a:ext uri="{FF2B5EF4-FFF2-40B4-BE49-F238E27FC236}">
                <a16:creationId xmlns:a16="http://schemas.microsoft.com/office/drawing/2014/main" id="{F7D83CCC-E81D-45C3-9749-0D1482A2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638" y="668092"/>
            <a:ext cx="42046" cy="5704"/>
          </a:xfrm>
          <a:custGeom xmlns:a="http://schemas.openxmlformats.org/drawingml/2006/main">
            <a:pathLst>
              <a:path w="42046" h="5704">
                <a:moveTo>
                  <a:pt x="0" y="2852"/>
                </a:moveTo>
                <a:lnTo>
                  <a:pt x="2712" y="457"/>
                </a:lnTo>
                <a:lnTo>
                  <a:pt x="10256" y="0"/>
                </a:lnTo>
                <a:lnTo>
                  <a:pt x="17799" y="0"/>
                </a:lnTo>
                <a:lnTo>
                  <a:pt x="25343" y="452"/>
                </a:lnTo>
                <a:lnTo>
                  <a:pt x="32886" y="0"/>
                </a:lnTo>
                <a:lnTo>
                  <a:pt x="40430" y="64"/>
                </a:lnTo>
                <a:lnTo>
                  <a:pt x="42046" y="2852"/>
                </a:lnTo>
                <a:lnTo>
                  <a:pt x="40430" y="4109"/>
                </a:lnTo>
                <a:lnTo>
                  <a:pt x="32886" y="5704"/>
                </a:lnTo>
                <a:lnTo>
                  <a:pt x="25343" y="5252"/>
                </a:lnTo>
                <a:lnTo>
                  <a:pt x="17799" y="5704"/>
                </a:lnTo>
                <a:lnTo>
                  <a:pt x="10256" y="5704"/>
                </a:lnTo>
                <a:lnTo>
                  <a:pt x="2712" y="4771"/>
                </a:lnTo>
                <a:lnTo>
                  <a:pt x="0" y="2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music-source-formula-1-glyph-36">
            <a:extLst xmlns:a="http://schemas.openxmlformats.org/drawingml/2006/main">
              <a:ext uri="{FF2B5EF4-FFF2-40B4-BE49-F238E27FC236}">
                <a16:creationId xmlns:a16="http://schemas.microsoft.com/office/drawing/2014/main" id="{9D70F11F-8C12-4C57-91AD-5FEF1869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191" y="668092"/>
            <a:ext cx="42046" cy="5704"/>
          </a:xfrm>
          <a:custGeom xmlns:a="http://schemas.openxmlformats.org/drawingml/2006/main">
            <a:pathLst>
              <a:path w="42046" h="5704">
                <a:moveTo>
                  <a:pt x="0" y="2852"/>
                </a:moveTo>
                <a:lnTo>
                  <a:pt x="2712" y="457"/>
                </a:lnTo>
                <a:lnTo>
                  <a:pt x="10256" y="0"/>
                </a:lnTo>
                <a:lnTo>
                  <a:pt x="17799" y="0"/>
                </a:lnTo>
                <a:lnTo>
                  <a:pt x="25343" y="452"/>
                </a:lnTo>
                <a:lnTo>
                  <a:pt x="32886" y="0"/>
                </a:lnTo>
                <a:lnTo>
                  <a:pt x="40430" y="64"/>
                </a:lnTo>
                <a:lnTo>
                  <a:pt x="42046" y="2852"/>
                </a:lnTo>
                <a:lnTo>
                  <a:pt x="40430" y="4109"/>
                </a:lnTo>
                <a:lnTo>
                  <a:pt x="32886" y="5704"/>
                </a:lnTo>
                <a:lnTo>
                  <a:pt x="25343" y="5252"/>
                </a:lnTo>
                <a:lnTo>
                  <a:pt x="17799" y="5704"/>
                </a:lnTo>
                <a:lnTo>
                  <a:pt x="10256" y="5704"/>
                </a:lnTo>
                <a:lnTo>
                  <a:pt x="2712" y="4771"/>
                </a:lnTo>
                <a:lnTo>
                  <a:pt x="0" y="2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music-source-formula-1-glyph-37">
            <a:extLst xmlns:a="http://schemas.openxmlformats.org/drawingml/2006/main">
              <a:ext uri="{FF2B5EF4-FFF2-40B4-BE49-F238E27FC236}">
                <a16:creationId xmlns:a16="http://schemas.microsoft.com/office/drawing/2014/main" id="{D9D14840-7D83-483C-A24C-EBCD198E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570" y="682938"/>
            <a:ext cx="5945" cy="8769"/>
          </a:xfrm>
          <a:custGeom xmlns:a="http://schemas.openxmlformats.org/drawingml/2006/main">
            <a:pathLst>
              <a:path w="5945" h="8769">
                <a:moveTo>
                  <a:pt x="0" y="3093"/>
                </a:moveTo>
                <a:lnTo>
                  <a:pt x="3093" y="0"/>
                </a:lnTo>
                <a:lnTo>
                  <a:pt x="5945" y="3093"/>
                </a:lnTo>
                <a:lnTo>
                  <a:pt x="3093" y="8769"/>
                </a:lnTo>
                <a:lnTo>
                  <a:pt x="0" y="3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music-source-formula-1-glyph-38">
            <a:extLst xmlns:a="http://schemas.openxmlformats.org/drawingml/2006/main">
              <a:ext uri="{FF2B5EF4-FFF2-40B4-BE49-F238E27FC236}">
                <a16:creationId xmlns:a16="http://schemas.microsoft.com/office/drawing/2014/main" id="{EACDC3B7-513A-42E5-B6FD-9F8E358C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28" y="682938"/>
            <a:ext cx="5945" cy="8769"/>
          </a:xfrm>
          <a:custGeom xmlns:a="http://schemas.openxmlformats.org/drawingml/2006/main">
            <a:pathLst>
              <a:path w="5945" h="8769">
                <a:moveTo>
                  <a:pt x="0" y="3093"/>
                </a:moveTo>
                <a:lnTo>
                  <a:pt x="3093" y="0"/>
                </a:lnTo>
                <a:lnTo>
                  <a:pt x="5945" y="3093"/>
                </a:lnTo>
                <a:lnTo>
                  <a:pt x="3093" y="8769"/>
                </a:lnTo>
                <a:lnTo>
                  <a:pt x="0" y="3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music-source-formula-1-glyph-39">
            <a:extLst xmlns:a="http://schemas.openxmlformats.org/drawingml/2006/main">
              <a:ext uri="{FF2B5EF4-FFF2-40B4-BE49-F238E27FC236}">
                <a16:creationId xmlns:a16="http://schemas.microsoft.com/office/drawing/2014/main" id="{C6C5AAF5-A2D8-46B5-8605-2198C190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682" y="682938"/>
            <a:ext cx="5945" cy="8769"/>
          </a:xfrm>
          <a:custGeom xmlns:a="http://schemas.openxmlformats.org/drawingml/2006/main">
            <a:pathLst>
              <a:path w="5945" h="8769">
                <a:moveTo>
                  <a:pt x="0" y="3093"/>
                </a:moveTo>
                <a:lnTo>
                  <a:pt x="3093" y="0"/>
                </a:lnTo>
                <a:lnTo>
                  <a:pt x="5945" y="3093"/>
                </a:lnTo>
                <a:lnTo>
                  <a:pt x="3093" y="8769"/>
                </a:lnTo>
                <a:lnTo>
                  <a:pt x="0" y="3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music-source-formula-1-glyph-40">
            <a:extLst xmlns:a="http://schemas.openxmlformats.org/drawingml/2006/main">
              <a:ext uri="{FF2B5EF4-FFF2-40B4-BE49-F238E27FC236}">
                <a16:creationId xmlns:a16="http://schemas.microsoft.com/office/drawing/2014/main" id="{7A2DAB05-E64B-4E49-9182-438AC8FF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687" y="682938"/>
            <a:ext cx="5945" cy="8769"/>
          </a:xfrm>
          <a:custGeom xmlns:a="http://schemas.openxmlformats.org/drawingml/2006/main">
            <a:pathLst>
              <a:path w="5945" h="8769">
                <a:moveTo>
                  <a:pt x="0" y="3093"/>
                </a:moveTo>
                <a:lnTo>
                  <a:pt x="3093" y="0"/>
                </a:lnTo>
                <a:lnTo>
                  <a:pt x="5945" y="3093"/>
                </a:lnTo>
                <a:lnTo>
                  <a:pt x="3093" y="8769"/>
                </a:lnTo>
                <a:lnTo>
                  <a:pt x="0" y="30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music-source-formula-1-glyph-41">
            <a:extLst xmlns:a="http://schemas.openxmlformats.org/drawingml/2006/main">
              <a:ext uri="{FF2B5EF4-FFF2-40B4-BE49-F238E27FC236}">
                <a16:creationId xmlns:a16="http://schemas.microsoft.com/office/drawing/2014/main" id="{B8B64F70-DDA8-42CA-899A-814E9AA2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364" y="692171"/>
            <a:ext cx="8528" cy="10867"/>
          </a:xfrm>
          <a:custGeom xmlns:a="http://schemas.openxmlformats.org/drawingml/2006/main">
            <a:pathLst>
              <a:path w="8528" h="10867">
                <a:moveTo>
                  <a:pt x="3498" y="1404"/>
                </a:moveTo>
                <a:lnTo>
                  <a:pt x="4756" y="0"/>
                </a:lnTo>
                <a:lnTo>
                  <a:pt x="8528" y="1404"/>
                </a:lnTo>
                <a:lnTo>
                  <a:pt x="6675" y="8948"/>
                </a:lnTo>
                <a:lnTo>
                  <a:pt x="4756" y="10867"/>
                </a:lnTo>
                <a:lnTo>
                  <a:pt x="0" y="8948"/>
                </a:lnTo>
                <a:lnTo>
                  <a:pt x="3498" y="1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music-source-formula-1-glyph-42">
            <a:extLst xmlns:a="http://schemas.openxmlformats.org/drawingml/2006/main">
              <a:ext uri="{FF2B5EF4-FFF2-40B4-BE49-F238E27FC236}">
                <a16:creationId xmlns:a16="http://schemas.microsoft.com/office/drawing/2014/main" id="{761BF1E7-C649-4EA4-BED8-8456179B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922" y="692171"/>
            <a:ext cx="8528" cy="10867"/>
          </a:xfrm>
          <a:custGeom xmlns:a="http://schemas.openxmlformats.org/drawingml/2006/main">
            <a:pathLst>
              <a:path w="8528" h="10867">
                <a:moveTo>
                  <a:pt x="3498" y="1404"/>
                </a:moveTo>
                <a:lnTo>
                  <a:pt x="4756" y="0"/>
                </a:lnTo>
                <a:lnTo>
                  <a:pt x="8528" y="1404"/>
                </a:lnTo>
                <a:lnTo>
                  <a:pt x="6675" y="8948"/>
                </a:lnTo>
                <a:lnTo>
                  <a:pt x="4756" y="10867"/>
                </a:lnTo>
                <a:lnTo>
                  <a:pt x="0" y="8948"/>
                </a:lnTo>
                <a:lnTo>
                  <a:pt x="3498" y="1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music-source-formula-1-glyph-43">
            <a:extLst xmlns:a="http://schemas.openxmlformats.org/drawingml/2006/main">
              <a:ext uri="{FF2B5EF4-FFF2-40B4-BE49-F238E27FC236}">
                <a16:creationId xmlns:a16="http://schemas.microsoft.com/office/drawing/2014/main" id="{7A0C1E07-D924-48B1-B223-0AC3755B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476" y="692171"/>
            <a:ext cx="8528" cy="10867"/>
          </a:xfrm>
          <a:custGeom xmlns:a="http://schemas.openxmlformats.org/drawingml/2006/main">
            <a:pathLst>
              <a:path w="8528" h="10867">
                <a:moveTo>
                  <a:pt x="3498" y="1404"/>
                </a:moveTo>
                <a:lnTo>
                  <a:pt x="4756" y="0"/>
                </a:lnTo>
                <a:lnTo>
                  <a:pt x="8528" y="1404"/>
                </a:lnTo>
                <a:lnTo>
                  <a:pt x="6675" y="8948"/>
                </a:lnTo>
                <a:lnTo>
                  <a:pt x="4756" y="10867"/>
                </a:lnTo>
                <a:lnTo>
                  <a:pt x="0" y="8948"/>
                </a:lnTo>
                <a:lnTo>
                  <a:pt x="3498" y="1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music-source-formula-1-glyph-44">
            <a:extLst xmlns:a="http://schemas.openxmlformats.org/drawingml/2006/main">
              <a:ext uri="{FF2B5EF4-FFF2-40B4-BE49-F238E27FC236}">
                <a16:creationId xmlns:a16="http://schemas.microsoft.com/office/drawing/2014/main" id="{C43A7493-F8E2-44A1-BCF9-56B4213A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481" y="692171"/>
            <a:ext cx="8528" cy="10867"/>
          </a:xfrm>
          <a:custGeom xmlns:a="http://schemas.openxmlformats.org/drawingml/2006/main">
            <a:pathLst>
              <a:path w="8528" h="10867">
                <a:moveTo>
                  <a:pt x="3498" y="1404"/>
                </a:moveTo>
                <a:lnTo>
                  <a:pt x="4756" y="0"/>
                </a:lnTo>
                <a:lnTo>
                  <a:pt x="8528" y="1404"/>
                </a:lnTo>
                <a:lnTo>
                  <a:pt x="6675" y="8948"/>
                </a:lnTo>
                <a:lnTo>
                  <a:pt x="4756" y="10867"/>
                </a:lnTo>
                <a:lnTo>
                  <a:pt x="0" y="8948"/>
                </a:lnTo>
                <a:lnTo>
                  <a:pt x="3498" y="1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music-source-formula-1-glyph-45">
            <a:extLst xmlns:a="http://schemas.openxmlformats.org/drawingml/2006/main">
              <a:ext uri="{FF2B5EF4-FFF2-40B4-BE49-F238E27FC236}">
                <a16:creationId xmlns:a16="http://schemas.microsoft.com/office/drawing/2014/main" id="{2C397F82-B82B-48B4-A533-3888F027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574" y="700423"/>
            <a:ext cx="5945" cy="12507"/>
          </a:xfrm>
          <a:custGeom xmlns:a="http://schemas.openxmlformats.org/drawingml/2006/main">
            <a:pathLst>
              <a:path w="5945" h="12507">
                <a:moveTo>
                  <a:pt x="2570" y="696"/>
                </a:moveTo>
                <a:lnTo>
                  <a:pt x="3093" y="0"/>
                </a:lnTo>
                <a:lnTo>
                  <a:pt x="4445" y="696"/>
                </a:lnTo>
                <a:lnTo>
                  <a:pt x="5945" y="8239"/>
                </a:lnTo>
                <a:lnTo>
                  <a:pt x="3093" y="12507"/>
                </a:lnTo>
                <a:lnTo>
                  <a:pt x="0" y="8239"/>
                </a:lnTo>
                <a:lnTo>
                  <a:pt x="2570" y="6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music-source-formula-1-glyph-46">
            <a:extLst xmlns:a="http://schemas.openxmlformats.org/drawingml/2006/main">
              <a:ext uri="{FF2B5EF4-FFF2-40B4-BE49-F238E27FC236}">
                <a16:creationId xmlns:a16="http://schemas.microsoft.com/office/drawing/2014/main" id="{79A4E834-B130-4AD5-801F-EB34E703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205" y="714089"/>
            <a:ext cx="5105" cy="8309"/>
          </a:xfrm>
          <a:custGeom xmlns:a="http://schemas.openxmlformats.org/drawingml/2006/main">
            <a:pathLst>
              <a:path w="5105" h="8309">
                <a:moveTo>
                  <a:pt x="0" y="2117"/>
                </a:moveTo>
                <a:lnTo>
                  <a:pt x="1919" y="0"/>
                </a:lnTo>
                <a:lnTo>
                  <a:pt x="5105" y="2117"/>
                </a:lnTo>
                <a:lnTo>
                  <a:pt x="1919" y="8309"/>
                </a:lnTo>
                <a:lnTo>
                  <a:pt x="0" y="21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music-source-formula-1-glyph-47">
            <a:extLst xmlns:a="http://schemas.openxmlformats.org/drawingml/2006/main">
              <a:ext uri="{FF2B5EF4-FFF2-40B4-BE49-F238E27FC236}">
                <a16:creationId xmlns:a16="http://schemas.microsoft.com/office/drawing/2014/main" id="{1BC568E4-0545-4C86-815C-1EADF741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123" y="736441"/>
            <a:ext cx="4314" cy="4314"/>
          </a:xfrm>
          <a:custGeom xmlns:a="http://schemas.openxmlformats.org/drawingml/2006/main">
            <a:pathLst>
              <a:path w="4314" h="4314">
                <a:moveTo>
                  <a:pt x="0" y="2395"/>
                </a:moveTo>
                <a:lnTo>
                  <a:pt x="1919" y="0"/>
                </a:lnTo>
                <a:lnTo>
                  <a:pt x="4314" y="2395"/>
                </a:lnTo>
                <a:lnTo>
                  <a:pt x="1919" y="4314"/>
                </a:lnTo>
                <a:lnTo>
                  <a:pt x="0" y="23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668421D8-1BED-4061-896F-D3662E59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139" y="186252"/>
            <a:ext cx="1474890" cy="201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ENVIRONMENT</a:t>
            </a:r>
          </a:p>
        </p:txBody>
      </p:sp>
      <p:sp>
        <p:nvSpPr>
          <p:cNvPr id="61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A3A804B4-2C68-492E-A820-638D0F48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7" y="1025439"/>
            <a:ext cx="1435333" cy="181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trajectories </a:t>
            </a:r>
          </a:p>
        </p:txBody>
      </p:sp>
      <p:sp>
        <p:nvSpPr>
          <p:cNvPr id="62" name="pdf-text-4-1">
            <a:extLst xmlns:a="http://schemas.openxmlformats.org/drawingml/2006/main">
              <a:ext uri="{FF2B5EF4-FFF2-40B4-BE49-F238E27FC236}">
                <a16:creationId xmlns:a16="http://schemas.microsoft.com/office/drawing/2014/main" id="{6022E328-C02C-4C3B-B0F3-422FFBEC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7" y="1251747"/>
            <a:ext cx="1381773" cy="181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 environments</a:t>
            </a:r>
          </a:p>
        </p:txBody>
      </p:sp>
      <p:sp>
        <p:nvSpPr>
          <p:cNvPr id="63" name="pdf-text-4-2">
            <a:extLst xmlns:a="http://schemas.openxmlformats.org/drawingml/2006/main">
              <a:ext uri="{FF2B5EF4-FFF2-40B4-BE49-F238E27FC236}">
                <a16:creationId xmlns:a16="http://schemas.microsoft.com/office/drawing/2014/main" id="{F64B2465-17DE-45E4-9E99-94B2BB87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71" y="2577386"/>
            <a:ext cx="2007800" cy="181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 policy to maximize </a:t>
            </a:r>
          </a:p>
        </p:txBody>
      </p:sp>
      <p:sp>
        <p:nvSpPr>
          <p:cNvPr id="64" name="pdf-text-4-3">
            <a:extLst xmlns:a="http://schemas.openxmlformats.org/drawingml/2006/main">
              <a:ext uri="{FF2B5EF4-FFF2-40B4-BE49-F238E27FC236}">
                <a16:creationId xmlns:a16="http://schemas.microsoft.com/office/drawing/2014/main" id="{A508EA11-B55D-466A-83BF-4D6A3D90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71" y="2803693"/>
            <a:ext cx="2214555" cy="181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mutual information reward</a:t>
            </a:r>
          </a:p>
        </p:txBody>
      </p:sp>
      <p:sp>
        <p:nvSpPr>
          <p:cNvPr id="65" name="pdf-path-13">
            <a:extLst xmlns:a="http://schemas.openxmlformats.org/drawingml/2006/main">
              <a:ext uri="{FF2B5EF4-FFF2-40B4-BE49-F238E27FC236}">
                <a16:creationId xmlns:a16="http://schemas.microsoft.com/office/drawing/2014/main" id="{FB7E8726-4B67-4F11-BA69-D9FBBA33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" y="1819252"/>
            <a:ext cx="2143676" cy="745910"/>
          </a:xfrm>
          <a:custGeom xmlns:a="http://schemas.openxmlformats.org/drawingml/2006/main">
            <a:pathLst>
              <a:path w="2143676" h="745910">
                <a:moveTo>
                  <a:pt x="0" y="0"/>
                </a:moveTo>
                <a:lnTo>
                  <a:pt x="2143676" y="0"/>
                </a:lnTo>
                <a:lnTo>
                  <a:pt x="2143676" y="745910"/>
                </a:lnTo>
                <a:lnTo>
                  <a:pt x="0" y="745910"/>
                </a:lnTo>
                <a:close/>
              </a:path>
            </a:pathLst>
          </a:custGeom>
          <a:solidFill xmlns:a="http://schemas.openxmlformats.org/drawingml/2006/main">
            <a:srgbClr val="A4C3F1"/>
          </a:solidFill>
          <a:ln xmlns:a="http://schemas.openxmlformats.org/drawingml/2006/main" w="22631">
            <a:solidFill>
              <a:srgbClr val="575757"/>
            </a:solidFill>
            <a:prstDash val="dash"/>
          </a:ln>
        </p:spPr>
      </p:sp>
      <p:sp>
        <p:nvSpPr>
          <p:cNvPr id="66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6E4729CF-9948-4162-A754-40CC7A76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51" y="1840406"/>
            <a:ext cx="681305" cy="201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AGENT</a:t>
            </a:r>
          </a:p>
        </p:txBody>
      </p:sp>
      <p:sp>
        <p:nvSpPr>
          <p:cNvPr id="67" name="music-source-formula-2-glyph-0">
            <a:extLst xmlns:a="http://schemas.openxmlformats.org/drawingml/2006/main">
              <a:ext uri="{FF2B5EF4-FFF2-40B4-BE49-F238E27FC236}">
                <a16:creationId xmlns:a16="http://schemas.microsoft.com/office/drawing/2014/main" id="{7936F6E2-A68F-4C81-9A7B-72C9AB99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86" y="2205950"/>
            <a:ext cx="53945" cy="239875"/>
          </a:xfrm>
          <a:custGeom xmlns:a="http://schemas.openxmlformats.org/drawingml/2006/main">
            <a:pathLst>
              <a:path w="53945" h="239875">
                <a:moveTo>
                  <a:pt x="45704" y="1919"/>
                </a:moveTo>
                <a:lnTo>
                  <a:pt x="47634" y="0"/>
                </a:lnTo>
                <a:lnTo>
                  <a:pt x="53945" y="1919"/>
                </a:lnTo>
                <a:lnTo>
                  <a:pt x="48900" y="9463"/>
                </a:lnTo>
                <a:lnTo>
                  <a:pt x="47634" y="10728"/>
                </a:lnTo>
                <a:lnTo>
                  <a:pt x="43297" y="17006"/>
                </a:lnTo>
                <a:lnTo>
                  <a:pt x="40091" y="21155"/>
                </a:lnTo>
                <a:lnTo>
                  <a:pt x="37262" y="24550"/>
                </a:lnTo>
                <a:lnTo>
                  <a:pt x="34919" y="32093"/>
                </a:lnTo>
                <a:lnTo>
                  <a:pt x="32547" y="35833"/>
                </a:lnTo>
                <a:lnTo>
                  <a:pt x="30134" y="39637"/>
                </a:lnTo>
                <a:lnTo>
                  <a:pt x="28209" y="47180"/>
                </a:lnTo>
                <a:lnTo>
                  <a:pt x="25003" y="53158"/>
                </a:lnTo>
                <a:lnTo>
                  <a:pt x="23787" y="54724"/>
                </a:lnTo>
                <a:lnTo>
                  <a:pt x="21832" y="62268"/>
                </a:lnTo>
                <a:lnTo>
                  <a:pt x="21246" y="69811"/>
                </a:lnTo>
                <a:lnTo>
                  <a:pt x="20289" y="77355"/>
                </a:lnTo>
                <a:lnTo>
                  <a:pt x="17931" y="84898"/>
                </a:lnTo>
                <a:lnTo>
                  <a:pt x="17460" y="86841"/>
                </a:lnTo>
                <a:lnTo>
                  <a:pt x="16244" y="92442"/>
                </a:lnTo>
                <a:lnTo>
                  <a:pt x="15574" y="99986"/>
                </a:lnTo>
                <a:lnTo>
                  <a:pt x="15047" y="107529"/>
                </a:lnTo>
                <a:lnTo>
                  <a:pt x="14594" y="115073"/>
                </a:lnTo>
                <a:lnTo>
                  <a:pt x="14631" y="122616"/>
                </a:lnTo>
                <a:lnTo>
                  <a:pt x="15087" y="130160"/>
                </a:lnTo>
                <a:lnTo>
                  <a:pt x="15574" y="137703"/>
                </a:lnTo>
                <a:lnTo>
                  <a:pt x="16194" y="145247"/>
                </a:lnTo>
                <a:lnTo>
                  <a:pt x="16933" y="152791"/>
                </a:lnTo>
                <a:lnTo>
                  <a:pt x="17460" y="154169"/>
                </a:lnTo>
                <a:lnTo>
                  <a:pt x="19346" y="160334"/>
                </a:lnTo>
                <a:lnTo>
                  <a:pt x="20631" y="167878"/>
                </a:lnTo>
                <a:lnTo>
                  <a:pt x="21469" y="175421"/>
                </a:lnTo>
                <a:lnTo>
                  <a:pt x="22590" y="182965"/>
                </a:lnTo>
                <a:lnTo>
                  <a:pt x="25003" y="187323"/>
                </a:lnTo>
                <a:lnTo>
                  <a:pt x="26934" y="190508"/>
                </a:lnTo>
                <a:lnTo>
                  <a:pt x="29045" y="198052"/>
                </a:lnTo>
                <a:lnTo>
                  <a:pt x="32020" y="205596"/>
                </a:lnTo>
                <a:lnTo>
                  <a:pt x="32547" y="206193"/>
                </a:lnTo>
                <a:lnTo>
                  <a:pt x="36049" y="213139"/>
                </a:lnTo>
                <a:lnTo>
                  <a:pt x="40091" y="220160"/>
                </a:lnTo>
                <a:lnTo>
                  <a:pt x="40617" y="220683"/>
                </a:lnTo>
                <a:lnTo>
                  <a:pt x="44564" y="228226"/>
                </a:lnTo>
                <a:lnTo>
                  <a:pt x="47634" y="231641"/>
                </a:lnTo>
                <a:lnTo>
                  <a:pt x="51386" y="235770"/>
                </a:lnTo>
                <a:lnTo>
                  <a:pt x="47634" y="239875"/>
                </a:lnTo>
                <a:lnTo>
                  <a:pt x="43529" y="235770"/>
                </a:lnTo>
                <a:lnTo>
                  <a:pt x="40091" y="232677"/>
                </a:lnTo>
                <a:lnTo>
                  <a:pt x="35967" y="228226"/>
                </a:lnTo>
                <a:lnTo>
                  <a:pt x="32547" y="224475"/>
                </a:lnTo>
                <a:lnTo>
                  <a:pt x="29341" y="220683"/>
                </a:lnTo>
                <a:lnTo>
                  <a:pt x="25601" y="213139"/>
                </a:lnTo>
                <a:lnTo>
                  <a:pt x="25003" y="212612"/>
                </a:lnTo>
                <a:lnTo>
                  <a:pt x="20994" y="205596"/>
                </a:lnTo>
                <a:lnTo>
                  <a:pt x="17460" y="199456"/>
                </a:lnTo>
                <a:lnTo>
                  <a:pt x="16194" y="198052"/>
                </a:lnTo>
                <a:lnTo>
                  <a:pt x="13673" y="190508"/>
                </a:lnTo>
                <a:lnTo>
                  <a:pt x="11182" y="182965"/>
                </a:lnTo>
                <a:lnTo>
                  <a:pt x="9916" y="180675"/>
                </a:lnTo>
                <a:lnTo>
                  <a:pt x="7531" y="175421"/>
                </a:lnTo>
                <a:lnTo>
                  <a:pt x="6159" y="167878"/>
                </a:lnTo>
                <a:lnTo>
                  <a:pt x="5238" y="160334"/>
                </a:lnTo>
                <a:lnTo>
                  <a:pt x="4303" y="152791"/>
                </a:lnTo>
                <a:lnTo>
                  <a:pt x="3638" y="145247"/>
                </a:lnTo>
                <a:lnTo>
                  <a:pt x="2373" y="139751"/>
                </a:lnTo>
                <a:lnTo>
                  <a:pt x="1846" y="137703"/>
                </a:lnTo>
                <a:lnTo>
                  <a:pt x="1107" y="130160"/>
                </a:lnTo>
                <a:lnTo>
                  <a:pt x="0" y="122616"/>
                </a:lnTo>
                <a:lnTo>
                  <a:pt x="442" y="115073"/>
                </a:lnTo>
                <a:lnTo>
                  <a:pt x="1107" y="107529"/>
                </a:lnTo>
                <a:lnTo>
                  <a:pt x="2373" y="102033"/>
                </a:lnTo>
                <a:lnTo>
                  <a:pt x="2896" y="99986"/>
                </a:lnTo>
                <a:lnTo>
                  <a:pt x="3630" y="92442"/>
                </a:lnTo>
                <a:lnTo>
                  <a:pt x="4758" y="84898"/>
                </a:lnTo>
                <a:lnTo>
                  <a:pt x="5890" y="77355"/>
                </a:lnTo>
                <a:lnTo>
                  <a:pt x="6725" y="69811"/>
                </a:lnTo>
                <a:lnTo>
                  <a:pt x="9393" y="62268"/>
                </a:lnTo>
                <a:lnTo>
                  <a:pt x="9916" y="61565"/>
                </a:lnTo>
                <a:lnTo>
                  <a:pt x="13088" y="54724"/>
                </a:lnTo>
                <a:lnTo>
                  <a:pt x="14594" y="47180"/>
                </a:lnTo>
                <a:lnTo>
                  <a:pt x="17460" y="42349"/>
                </a:lnTo>
                <a:lnTo>
                  <a:pt x="19390" y="39637"/>
                </a:lnTo>
                <a:lnTo>
                  <a:pt x="22174" y="32093"/>
                </a:lnTo>
                <a:lnTo>
                  <a:pt x="25003" y="28322"/>
                </a:lnTo>
                <a:lnTo>
                  <a:pt x="27832" y="24550"/>
                </a:lnTo>
                <a:lnTo>
                  <a:pt x="32547" y="17478"/>
                </a:lnTo>
                <a:lnTo>
                  <a:pt x="33176" y="17006"/>
                </a:lnTo>
                <a:lnTo>
                  <a:pt x="38160" y="9463"/>
                </a:lnTo>
                <a:lnTo>
                  <a:pt x="40091" y="7532"/>
                </a:lnTo>
                <a:lnTo>
                  <a:pt x="45704" y="1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music-source-formula-2-glyph-1">
            <a:extLst xmlns:a="http://schemas.openxmlformats.org/drawingml/2006/main">
              <a:ext uri="{FF2B5EF4-FFF2-40B4-BE49-F238E27FC236}">
                <a16:creationId xmlns:a16="http://schemas.microsoft.com/office/drawing/2014/main" id="{9A64ADBD-2EA2-42B0-AFB6-8C6BDBB5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782" y="2204335"/>
            <a:ext cx="8958" cy="248448"/>
          </a:xfrm>
          <a:custGeom xmlns:a="http://schemas.openxmlformats.org/drawingml/2006/main">
            <a:pathLst>
              <a:path w="8958" h="248448">
                <a:moveTo>
                  <a:pt x="253" y="3534"/>
                </a:moveTo>
                <a:lnTo>
                  <a:pt x="3787" y="0"/>
                </a:lnTo>
                <a:lnTo>
                  <a:pt x="7910" y="3534"/>
                </a:lnTo>
                <a:lnTo>
                  <a:pt x="8958" y="11078"/>
                </a:lnTo>
                <a:lnTo>
                  <a:pt x="8958" y="18621"/>
                </a:lnTo>
                <a:lnTo>
                  <a:pt x="8958" y="26165"/>
                </a:lnTo>
                <a:lnTo>
                  <a:pt x="8958" y="33708"/>
                </a:lnTo>
                <a:lnTo>
                  <a:pt x="8958" y="41252"/>
                </a:lnTo>
                <a:lnTo>
                  <a:pt x="8917" y="48796"/>
                </a:lnTo>
                <a:lnTo>
                  <a:pt x="8917" y="56339"/>
                </a:lnTo>
                <a:lnTo>
                  <a:pt x="8917" y="63883"/>
                </a:lnTo>
                <a:lnTo>
                  <a:pt x="8917" y="71426"/>
                </a:lnTo>
                <a:lnTo>
                  <a:pt x="8917" y="78970"/>
                </a:lnTo>
                <a:lnTo>
                  <a:pt x="8917" y="86513"/>
                </a:lnTo>
                <a:lnTo>
                  <a:pt x="8958" y="94057"/>
                </a:lnTo>
                <a:lnTo>
                  <a:pt x="8958" y="101601"/>
                </a:lnTo>
                <a:lnTo>
                  <a:pt x="8958" y="109144"/>
                </a:lnTo>
                <a:lnTo>
                  <a:pt x="8958" y="116688"/>
                </a:lnTo>
                <a:lnTo>
                  <a:pt x="8917" y="124231"/>
                </a:lnTo>
                <a:lnTo>
                  <a:pt x="8958" y="131775"/>
                </a:lnTo>
                <a:lnTo>
                  <a:pt x="8958" y="139319"/>
                </a:lnTo>
                <a:lnTo>
                  <a:pt x="8917" y="146862"/>
                </a:lnTo>
                <a:lnTo>
                  <a:pt x="8917" y="154406"/>
                </a:lnTo>
                <a:lnTo>
                  <a:pt x="8917" y="161949"/>
                </a:lnTo>
                <a:lnTo>
                  <a:pt x="8917" y="169493"/>
                </a:lnTo>
                <a:lnTo>
                  <a:pt x="8958" y="177036"/>
                </a:lnTo>
                <a:lnTo>
                  <a:pt x="8958" y="184580"/>
                </a:lnTo>
                <a:lnTo>
                  <a:pt x="8917" y="192124"/>
                </a:lnTo>
                <a:lnTo>
                  <a:pt x="8917" y="199667"/>
                </a:lnTo>
                <a:lnTo>
                  <a:pt x="8917" y="207211"/>
                </a:lnTo>
                <a:lnTo>
                  <a:pt x="8917" y="214754"/>
                </a:lnTo>
                <a:lnTo>
                  <a:pt x="8958" y="222298"/>
                </a:lnTo>
                <a:lnTo>
                  <a:pt x="8958" y="229841"/>
                </a:lnTo>
                <a:lnTo>
                  <a:pt x="8958" y="237385"/>
                </a:lnTo>
                <a:lnTo>
                  <a:pt x="7910" y="244929"/>
                </a:lnTo>
                <a:lnTo>
                  <a:pt x="3787" y="248448"/>
                </a:lnTo>
                <a:lnTo>
                  <a:pt x="253" y="244929"/>
                </a:lnTo>
                <a:lnTo>
                  <a:pt x="0" y="237385"/>
                </a:lnTo>
                <a:lnTo>
                  <a:pt x="0" y="229841"/>
                </a:lnTo>
                <a:lnTo>
                  <a:pt x="0" y="222298"/>
                </a:lnTo>
                <a:lnTo>
                  <a:pt x="30" y="214754"/>
                </a:lnTo>
                <a:lnTo>
                  <a:pt x="30" y="207211"/>
                </a:lnTo>
                <a:lnTo>
                  <a:pt x="30" y="199667"/>
                </a:lnTo>
                <a:lnTo>
                  <a:pt x="30" y="192124"/>
                </a:lnTo>
                <a:lnTo>
                  <a:pt x="0" y="184580"/>
                </a:lnTo>
                <a:lnTo>
                  <a:pt x="0" y="177036"/>
                </a:lnTo>
                <a:lnTo>
                  <a:pt x="30" y="169493"/>
                </a:lnTo>
                <a:lnTo>
                  <a:pt x="30" y="161949"/>
                </a:lnTo>
                <a:lnTo>
                  <a:pt x="30" y="154406"/>
                </a:lnTo>
                <a:lnTo>
                  <a:pt x="30" y="146862"/>
                </a:lnTo>
                <a:lnTo>
                  <a:pt x="0" y="139319"/>
                </a:lnTo>
                <a:lnTo>
                  <a:pt x="0" y="131775"/>
                </a:lnTo>
                <a:lnTo>
                  <a:pt x="30" y="124231"/>
                </a:lnTo>
                <a:lnTo>
                  <a:pt x="0" y="116688"/>
                </a:lnTo>
                <a:lnTo>
                  <a:pt x="0" y="109144"/>
                </a:lnTo>
                <a:lnTo>
                  <a:pt x="0" y="101601"/>
                </a:lnTo>
                <a:lnTo>
                  <a:pt x="0" y="94057"/>
                </a:lnTo>
                <a:lnTo>
                  <a:pt x="30" y="86513"/>
                </a:lnTo>
                <a:lnTo>
                  <a:pt x="30" y="78970"/>
                </a:lnTo>
                <a:lnTo>
                  <a:pt x="30" y="71426"/>
                </a:lnTo>
                <a:lnTo>
                  <a:pt x="30" y="63883"/>
                </a:lnTo>
                <a:lnTo>
                  <a:pt x="30" y="56339"/>
                </a:lnTo>
                <a:lnTo>
                  <a:pt x="30" y="48796"/>
                </a:lnTo>
                <a:lnTo>
                  <a:pt x="0" y="41252"/>
                </a:lnTo>
                <a:lnTo>
                  <a:pt x="0" y="33708"/>
                </a:lnTo>
                <a:lnTo>
                  <a:pt x="0" y="26165"/>
                </a:lnTo>
                <a:lnTo>
                  <a:pt x="0" y="18621"/>
                </a:lnTo>
                <a:lnTo>
                  <a:pt x="0" y="11078"/>
                </a:lnTo>
                <a:lnTo>
                  <a:pt x="253" y="3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music-source-formula-2-glyph-2">
            <a:extLst xmlns:a="http://schemas.openxmlformats.org/drawingml/2006/main">
              <a:ext uri="{FF2B5EF4-FFF2-40B4-BE49-F238E27FC236}">
                <a16:creationId xmlns:a16="http://schemas.microsoft.com/office/drawing/2014/main" id="{EB6D0108-050A-4DF2-B287-719E7965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685" y="2205606"/>
            <a:ext cx="55278" cy="239866"/>
          </a:xfrm>
          <a:custGeom xmlns:a="http://schemas.openxmlformats.org/drawingml/2006/main">
            <a:pathLst>
              <a:path w="55278" h="239866">
                <a:moveTo>
                  <a:pt x="0" y="2263"/>
                </a:moveTo>
                <a:lnTo>
                  <a:pt x="1257" y="0"/>
                </a:lnTo>
                <a:lnTo>
                  <a:pt x="8801" y="1740"/>
                </a:lnTo>
                <a:lnTo>
                  <a:pt x="9328" y="2263"/>
                </a:lnTo>
                <a:lnTo>
                  <a:pt x="16344" y="9280"/>
                </a:lnTo>
                <a:lnTo>
                  <a:pt x="16871" y="9807"/>
                </a:lnTo>
                <a:lnTo>
                  <a:pt x="21806" y="17350"/>
                </a:lnTo>
                <a:lnTo>
                  <a:pt x="23888" y="19236"/>
                </a:lnTo>
                <a:lnTo>
                  <a:pt x="27929" y="24894"/>
                </a:lnTo>
                <a:lnTo>
                  <a:pt x="31432" y="31068"/>
                </a:lnTo>
                <a:lnTo>
                  <a:pt x="32648" y="32437"/>
                </a:lnTo>
                <a:lnTo>
                  <a:pt x="36109" y="39981"/>
                </a:lnTo>
                <a:lnTo>
                  <a:pt x="38975" y="44853"/>
                </a:lnTo>
                <a:lnTo>
                  <a:pt x="40861" y="47525"/>
                </a:lnTo>
                <a:lnTo>
                  <a:pt x="42985" y="55068"/>
                </a:lnTo>
                <a:lnTo>
                  <a:pt x="45253" y="62612"/>
                </a:lnTo>
                <a:lnTo>
                  <a:pt x="46519" y="64902"/>
                </a:lnTo>
                <a:lnTo>
                  <a:pt x="48891" y="70155"/>
                </a:lnTo>
                <a:lnTo>
                  <a:pt x="50053" y="77699"/>
                </a:lnTo>
                <a:lnTo>
                  <a:pt x="50891" y="85242"/>
                </a:lnTo>
                <a:lnTo>
                  <a:pt x="51649" y="92786"/>
                </a:lnTo>
                <a:lnTo>
                  <a:pt x="52132" y="100330"/>
                </a:lnTo>
                <a:lnTo>
                  <a:pt x="53535" y="107873"/>
                </a:lnTo>
                <a:lnTo>
                  <a:pt x="54062" y="111855"/>
                </a:lnTo>
                <a:lnTo>
                  <a:pt x="54534" y="115417"/>
                </a:lnTo>
                <a:lnTo>
                  <a:pt x="55278" y="122960"/>
                </a:lnTo>
                <a:lnTo>
                  <a:pt x="54062" y="128561"/>
                </a:lnTo>
                <a:lnTo>
                  <a:pt x="53591" y="130504"/>
                </a:lnTo>
                <a:lnTo>
                  <a:pt x="52846" y="138048"/>
                </a:lnTo>
                <a:lnTo>
                  <a:pt x="51649" y="145591"/>
                </a:lnTo>
                <a:lnTo>
                  <a:pt x="51197" y="153135"/>
                </a:lnTo>
                <a:lnTo>
                  <a:pt x="50528" y="160678"/>
                </a:lnTo>
                <a:lnTo>
                  <a:pt x="49691" y="168222"/>
                </a:lnTo>
                <a:lnTo>
                  <a:pt x="47784" y="175765"/>
                </a:lnTo>
                <a:lnTo>
                  <a:pt x="46519" y="177651"/>
                </a:lnTo>
                <a:lnTo>
                  <a:pt x="43690" y="183309"/>
                </a:lnTo>
                <a:lnTo>
                  <a:pt x="42147" y="190853"/>
                </a:lnTo>
                <a:lnTo>
                  <a:pt x="38975" y="197694"/>
                </a:lnTo>
                <a:lnTo>
                  <a:pt x="38448" y="198396"/>
                </a:lnTo>
                <a:lnTo>
                  <a:pt x="34934" y="205940"/>
                </a:lnTo>
                <a:lnTo>
                  <a:pt x="31432" y="211353"/>
                </a:lnTo>
                <a:lnTo>
                  <a:pt x="29501" y="213483"/>
                </a:lnTo>
                <a:lnTo>
                  <a:pt x="26261" y="221027"/>
                </a:lnTo>
                <a:lnTo>
                  <a:pt x="23888" y="223623"/>
                </a:lnTo>
                <a:lnTo>
                  <a:pt x="19765" y="228570"/>
                </a:lnTo>
                <a:lnTo>
                  <a:pt x="16344" y="232322"/>
                </a:lnTo>
                <a:lnTo>
                  <a:pt x="12552" y="236114"/>
                </a:lnTo>
                <a:lnTo>
                  <a:pt x="8801" y="239866"/>
                </a:lnTo>
                <a:lnTo>
                  <a:pt x="4696" y="236114"/>
                </a:lnTo>
                <a:lnTo>
                  <a:pt x="8801" y="230983"/>
                </a:lnTo>
                <a:lnTo>
                  <a:pt x="11214" y="228570"/>
                </a:lnTo>
                <a:lnTo>
                  <a:pt x="14459" y="221027"/>
                </a:lnTo>
                <a:lnTo>
                  <a:pt x="16344" y="218945"/>
                </a:lnTo>
                <a:lnTo>
                  <a:pt x="19879" y="213483"/>
                </a:lnTo>
                <a:lnTo>
                  <a:pt x="22002" y="205940"/>
                </a:lnTo>
                <a:lnTo>
                  <a:pt x="23888" y="203268"/>
                </a:lnTo>
                <a:lnTo>
                  <a:pt x="26754" y="198396"/>
                </a:lnTo>
                <a:lnTo>
                  <a:pt x="28603" y="190853"/>
                </a:lnTo>
                <a:lnTo>
                  <a:pt x="31432" y="185139"/>
                </a:lnTo>
                <a:lnTo>
                  <a:pt x="32648" y="183309"/>
                </a:lnTo>
                <a:lnTo>
                  <a:pt x="34260" y="175765"/>
                </a:lnTo>
                <a:lnTo>
                  <a:pt x="35218" y="168222"/>
                </a:lnTo>
                <a:lnTo>
                  <a:pt x="36146" y="160678"/>
                </a:lnTo>
                <a:lnTo>
                  <a:pt x="37759" y="153135"/>
                </a:lnTo>
                <a:lnTo>
                  <a:pt x="38504" y="145591"/>
                </a:lnTo>
                <a:lnTo>
                  <a:pt x="38975" y="141819"/>
                </a:lnTo>
                <a:lnTo>
                  <a:pt x="39447" y="138048"/>
                </a:lnTo>
                <a:lnTo>
                  <a:pt x="40191" y="130504"/>
                </a:lnTo>
                <a:lnTo>
                  <a:pt x="40905" y="122960"/>
                </a:lnTo>
                <a:lnTo>
                  <a:pt x="40241" y="115417"/>
                </a:lnTo>
                <a:lnTo>
                  <a:pt x="39502" y="107873"/>
                </a:lnTo>
                <a:lnTo>
                  <a:pt x="38975" y="103892"/>
                </a:lnTo>
                <a:lnTo>
                  <a:pt x="38504" y="100330"/>
                </a:lnTo>
                <a:lnTo>
                  <a:pt x="37759" y="92786"/>
                </a:lnTo>
                <a:lnTo>
                  <a:pt x="36562" y="85242"/>
                </a:lnTo>
                <a:lnTo>
                  <a:pt x="35441" y="77699"/>
                </a:lnTo>
                <a:lnTo>
                  <a:pt x="34966" y="70155"/>
                </a:lnTo>
                <a:lnTo>
                  <a:pt x="33362" y="62612"/>
                </a:lnTo>
                <a:lnTo>
                  <a:pt x="31432" y="57786"/>
                </a:lnTo>
                <a:lnTo>
                  <a:pt x="30216" y="55068"/>
                </a:lnTo>
                <a:lnTo>
                  <a:pt x="27929" y="47525"/>
                </a:lnTo>
                <a:lnTo>
                  <a:pt x="25154" y="39981"/>
                </a:lnTo>
                <a:lnTo>
                  <a:pt x="23888" y="38351"/>
                </a:lnTo>
                <a:lnTo>
                  <a:pt x="20716" y="32437"/>
                </a:lnTo>
                <a:lnTo>
                  <a:pt x="18230" y="24894"/>
                </a:lnTo>
                <a:lnTo>
                  <a:pt x="16344" y="22812"/>
                </a:lnTo>
                <a:lnTo>
                  <a:pt x="12556" y="17350"/>
                </a:lnTo>
                <a:lnTo>
                  <a:pt x="8801" y="12916"/>
                </a:lnTo>
                <a:lnTo>
                  <a:pt x="5935" y="9807"/>
                </a:lnTo>
                <a:lnTo>
                  <a:pt x="1257" y="3529"/>
                </a:lnTo>
                <a:lnTo>
                  <a:pt x="0" y="22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music-source-formula-2-glyph-3">
            <a:extLst xmlns:a="http://schemas.openxmlformats.org/drawingml/2006/main">
              <a:ext uri="{FF2B5EF4-FFF2-40B4-BE49-F238E27FC236}">
                <a16:creationId xmlns:a16="http://schemas.microsoft.com/office/drawing/2014/main" id="{F4EC27DB-CC38-4A8A-8B4B-AA46C619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89" y="2280453"/>
            <a:ext cx="72764" cy="111328"/>
          </a:xfrm>
          <a:custGeom xmlns:a="http://schemas.openxmlformats.org/drawingml/2006/main">
            <a:pathLst>
              <a:path w="72764" h="111328">
                <a:moveTo>
                  <a:pt x="45550" y="2852"/>
                </a:moveTo>
                <a:lnTo>
                  <a:pt x="47180" y="1586"/>
                </a:lnTo>
                <a:lnTo>
                  <a:pt x="54724" y="0"/>
                </a:lnTo>
                <a:lnTo>
                  <a:pt x="62268" y="0"/>
                </a:lnTo>
                <a:lnTo>
                  <a:pt x="69811" y="452"/>
                </a:lnTo>
                <a:lnTo>
                  <a:pt x="72764" y="2852"/>
                </a:lnTo>
                <a:lnTo>
                  <a:pt x="69811" y="5805"/>
                </a:lnTo>
                <a:lnTo>
                  <a:pt x="62268" y="5718"/>
                </a:lnTo>
                <a:lnTo>
                  <a:pt x="54724" y="5718"/>
                </a:lnTo>
                <a:lnTo>
                  <a:pt x="47707" y="10395"/>
                </a:lnTo>
                <a:lnTo>
                  <a:pt x="47180" y="10919"/>
                </a:lnTo>
                <a:lnTo>
                  <a:pt x="39637" y="17416"/>
                </a:lnTo>
                <a:lnTo>
                  <a:pt x="39110" y="17939"/>
                </a:lnTo>
                <a:lnTo>
                  <a:pt x="34922" y="25483"/>
                </a:lnTo>
                <a:lnTo>
                  <a:pt x="32093" y="29757"/>
                </a:lnTo>
                <a:lnTo>
                  <a:pt x="29721" y="33026"/>
                </a:lnTo>
                <a:lnTo>
                  <a:pt x="28336" y="40570"/>
                </a:lnTo>
                <a:lnTo>
                  <a:pt x="26436" y="48113"/>
                </a:lnTo>
                <a:lnTo>
                  <a:pt x="24550" y="51841"/>
                </a:lnTo>
                <a:lnTo>
                  <a:pt x="22619" y="55657"/>
                </a:lnTo>
                <a:lnTo>
                  <a:pt x="21344" y="63200"/>
                </a:lnTo>
                <a:lnTo>
                  <a:pt x="20793" y="70744"/>
                </a:lnTo>
                <a:lnTo>
                  <a:pt x="19872" y="78288"/>
                </a:lnTo>
                <a:lnTo>
                  <a:pt x="19379" y="85831"/>
                </a:lnTo>
                <a:lnTo>
                  <a:pt x="20509" y="93375"/>
                </a:lnTo>
                <a:lnTo>
                  <a:pt x="23334" y="100918"/>
                </a:lnTo>
                <a:lnTo>
                  <a:pt x="24550" y="103119"/>
                </a:lnTo>
                <a:lnTo>
                  <a:pt x="32093" y="105596"/>
                </a:lnTo>
                <a:lnTo>
                  <a:pt x="39637" y="105596"/>
                </a:lnTo>
                <a:lnTo>
                  <a:pt x="47180" y="107408"/>
                </a:lnTo>
                <a:lnTo>
                  <a:pt x="47704" y="108462"/>
                </a:lnTo>
                <a:lnTo>
                  <a:pt x="47180" y="108989"/>
                </a:lnTo>
                <a:lnTo>
                  <a:pt x="39637" y="111328"/>
                </a:lnTo>
                <a:lnTo>
                  <a:pt x="32093" y="111328"/>
                </a:lnTo>
                <a:lnTo>
                  <a:pt x="24550" y="110875"/>
                </a:lnTo>
                <a:lnTo>
                  <a:pt x="20746" y="108462"/>
                </a:lnTo>
                <a:lnTo>
                  <a:pt x="17006" y="106089"/>
                </a:lnTo>
                <a:lnTo>
                  <a:pt x="11348" y="100918"/>
                </a:lnTo>
                <a:lnTo>
                  <a:pt x="9463" y="98823"/>
                </a:lnTo>
                <a:lnTo>
                  <a:pt x="5708" y="93375"/>
                </a:lnTo>
                <a:lnTo>
                  <a:pt x="3185" y="85831"/>
                </a:lnTo>
                <a:lnTo>
                  <a:pt x="1919" y="80335"/>
                </a:lnTo>
                <a:lnTo>
                  <a:pt x="1396" y="78288"/>
                </a:lnTo>
                <a:lnTo>
                  <a:pt x="0" y="70744"/>
                </a:lnTo>
                <a:lnTo>
                  <a:pt x="1448" y="63200"/>
                </a:lnTo>
                <a:lnTo>
                  <a:pt x="1919" y="61315"/>
                </a:lnTo>
                <a:lnTo>
                  <a:pt x="3185" y="55657"/>
                </a:lnTo>
                <a:lnTo>
                  <a:pt x="5453" y="48113"/>
                </a:lnTo>
                <a:lnTo>
                  <a:pt x="7532" y="40570"/>
                </a:lnTo>
                <a:lnTo>
                  <a:pt x="9463" y="38157"/>
                </a:lnTo>
                <a:lnTo>
                  <a:pt x="12634" y="33026"/>
                </a:lnTo>
                <a:lnTo>
                  <a:pt x="17006" y="26006"/>
                </a:lnTo>
                <a:lnTo>
                  <a:pt x="17533" y="25483"/>
                </a:lnTo>
                <a:lnTo>
                  <a:pt x="23334" y="17939"/>
                </a:lnTo>
                <a:lnTo>
                  <a:pt x="24550" y="16715"/>
                </a:lnTo>
                <a:lnTo>
                  <a:pt x="32093" y="10870"/>
                </a:lnTo>
                <a:lnTo>
                  <a:pt x="32565" y="10395"/>
                </a:lnTo>
                <a:lnTo>
                  <a:pt x="39637" y="6024"/>
                </a:lnTo>
                <a:lnTo>
                  <a:pt x="45550" y="2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music-source-formula-2-glyph-4">
            <a:extLst xmlns:a="http://schemas.openxmlformats.org/drawingml/2006/main">
              <a:ext uri="{FF2B5EF4-FFF2-40B4-BE49-F238E27FC236}">
                <a16:creationId xmlns:a16="http://schemas.microsoft.com/office/drawing/2014/main" id="{5FA1086D-9D5D-462A-A6E9-BE580B3E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32" y="2279518"/>
            <a:ext cx="129228" cy="112914"/>
          </a:xfrm>
          <a:custGeom xmlns:a="http://schemas.openxmlformats.org/drawingml/2006/main">
            <a:pathLst>
              <a:path w="129228" h="112914">
                <a:moveTo>
                  <a:pt x="20273" y="3787"/>
                </a:moveTo>
                <a:lnTo>
                  <a:pt x="21688" y="2521"/>
                </a:lnTo>
                <a:lnTo>
                  <a:pt x="29231" y="253"/>
                </a:lnTo>
                <a:lnTo>
                  <a:pt x="36775" y="30"/>
                </a:lnTo>
                <a:lnTo>
                  <a:pt x="44319" y="30"/>
                </a:lnTo>
                <a:lnTo>
                  <a:pt x="51862" y="30"/>
                </a:lnTo>
                <a:lnTo>
                  <a:pt x="59406" y="30"/>
                </a:lnTo>
                <a:lnTo>
                  <a:pt x="66949" y="30"/>
                </a:lnTo>
                <a:lnTo>
                  <a:pt x="74493" y="30"/>
                </a:lnTo>
                <a:lnTo>
                  <a:pt x="82036" y="30"/>
                </a:lnTo>
                <a:lnTo>
                  <a:pt x="89580" y="30"/>
                </a:lnTo>
                <a:lnTo>
                  <a:pt x="97124" y="0"/>
                </a:lnTo>
                <a:lnTo>
                  <a:pt x="104667" y="0"/>
                </a:lnTo>
                <a:lnTo>
                  <a:pt x="112211" y="0"/>
                </a:lnTo>
                <a:lnTo>
                  <a:pt x="119754" y="0"/>
                </a:lnTo>
                <a:lnTo>
                  <a:pt x="127298" y="1856"/>
                </a:lnTo>
                <a:lnTo>
                  <a:pt x="129228" y="3787"/>
                </a:lnTo>
                <a:lnTo>
                  <a:pt x="127298" y="10097"/>
                </a:lnTo>
                <a:lnTo>
                  <a:pt x="126764" y="11330"/>
                </a:lnTo>
                <a:lnTo>
                  <a:pt x="119754" y="14864"/>
                </a:lnTo>
                <a:lnTo>
                  <a:pt x="112211" y="15117"/>
                </a:lnTo>
                <a:lnTo>
                  <a:pt x="104667" y="15117"/>
                </a:lnTo>
                <a:lnTo>
                  <a:pt x="97124" y="15117"/>
                </a:lnTo>
                <a:lnTo>
                  <a:pt x="89580" y="16944"/>
                </a:lnTo>
                <a:lnTo>
                  <a:pt x="84754" y="18874"/>
                </a:lnTo>
                <a:lnTo>
                  <a:pt x="85431" y="26417"/>
                </a:lnTo>
                <a:lnTo>
                  <a:pt x="85793" y="33961"/>
                </a:lnTo>
                <a:lnTo>
                  <a:pt x="85539" y="41505"/>
                </a:lnTo>
                <a:lnTo>
                  <a:pt x="85208" y="49048"/>
                </a:lnTo>
                <a:lnTo>
                  <a:pt x="84902" y="56592"/>
                </a:lnTo>
                <a:lnTo>
                  <a:pt x="85243" y="64135"/>
                </a:lnTo>
                <a:lnTo>
                  <a:pt x="85539" y="71679"/>
                </a:lnTo>
                <a:lnTo>
                  <a:pt x="86374" y="79222"/>
                </a:lnTo>
                <a:lnTo>
                  <a:pt x="88315" y="86766"/>
                </a:lnTo>
                <a:lnTo>
                  <a:pt x="89580" y="89595"/>
                </a:lnTo>
                <a:lnTo>
                  <a:pt x="91477" y="94310"/>
                </a:lnTo>
                <a:lnTo>
                  <a:pt x="93082" y="101853"/>
                </a:lnTo>
                <a:lnTo>
                  <a:pt x="89580" y="108800"/>
                </a:lnTo>
                <a:lnTo>
                  <a:pt x="88983" y="109397"/>
                </a:lnTo>
                <a:lnTo>
                  <a:pt x="82036" y="112914"/>
                </a:lnTo>
                <a:lnTo>
                  <a:pt x="77950" y="109397"/>
                </a:lnTo>
                <a:lnTo>
                  <a:pt x="74493" y="102482"/>
                </a:lnTo>
                <a:lnTo>
                  <a:pt x="74021" y="101853"/>
                </a:lnTo>
                <a:lnTo>
                  <a:pt x="72607" y="94310"/>
                </a:lnTo>
                <a:lnTo>
                  <a:pt x="71664" y="86766"/>
                </a:lnTo>
                <a:lnTo>
                  <a:pt x="71321" y="79222"/>
                </a:lnTo>
                <a:lnTo>
                  <a:pt x="71664" y="71679"/>
                </a:lnTo>
                <a:lnTo>
                  <a:pt x="72563" y="64135"/>
                </a:lnTo>
                <a:lnTo>
                  <a:pt x="73227" y="56592"/>
                </a:lnTo>
                <a:lnTo>
                  <a:pt x="74493" y="52820"/>
                </a:lnTo>
                <a:lnTo>
                  <a:pt x="76123" y="49048"/>
                </a:lnTo>
                <a:lnTo>
                  <a:pt x="77603" y="41505"/>
                </a:lnTo>
                <a:lnTo>
                  <a:pt x="78280" y="33961"/>
                </a:lnTo>
                <a:lnTo>
                  <a:pt x="79208" y="26417"/>
                </a:lnTo>
                <a:lnTo>
                  <a:pt x="80821" y="18874"/>
                </a:lnTo>
                <a:lnTo>
                  <a:pt x="74493" y="15087"/>
                </a:lnTo>
                <a:lnTo>
                  <a:pt x="66949" y="15087"/>
                </a:lnTo>
                <a:lnTo>
                  <a:pt x="59406" y="15087"/>
                </a:lnTo>
                <a:lnTo>
                  <a:pt x="53748" y="18874"/>
                </a:lnTo>
                <a:lnTo>
                  <a:pt x="51862" y="23589"/>
                </a:lnTo>
                <a:lnTo>
                  <a:pt x="48719" y="18874"/>
                </a:lnTo>
                <a:lnTo>
                  <a:pt x="44319" y="16461"/>
                </a:lnTo>
                <a:lnTo>
                  <a:pt x="36775" y="15087"/>
                </a:lnTo>
                <a:lnTo>
                  <a:pt x="29231" y="15117"/>
                </a:lnTo>
                <a:lnTo>
                  <a:pt x="21688" y="16501"/>
                </a:lnTo>
                <a:lnTo>
                  <a:pt x="18443" y="18874"/>
                </a:lnTo>
                <a:lnTo>
                  <a:pt x="14144" y="21740"/>
                </a:lnTo>
                <a:lnTo>
                  <a:pt x="9014" y="26417"/>
                </a:lnTo>
                <a:lnTo>
                  <a:pt x="6601" y="28818"/>
                </a:lnTo>
                <a:lnTo>
                  <a:pt x="0" y="26417"/>
                </a:lnTo>
                <a:lnTo>
                  <a:pt x="4188" y="18874"/>
                </a:lnTo>
                <a:lnTo>
                  <a:pt x="6601" y="16234"/>
                </a:lnTo>
                <a:lnTo>
                  <a:pt x="10687" y="11330"/>
                </a:lnTo>
                <a:lnTo>
                  <a:pt x="14144" y="7873"/>
                </a:lnTo>
                <a:lnTo>
                  <a:pt x="20273" y="37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music-source-formula-2-glyph-5">
            <a:extLst xmlns:a="http://schemas.openxmlformats.org/drawingml/2006/main">
              <a:ext uri="{FF2B5EF4-FFF2-40B4-BE49-F238E27FC236}">
                <a16:creationId xmlns:a16="http://schemas.microsoft.com/office/drawing/2014/main" id="{2564CF67-479B-4FCB-8BFB-6C7C5C15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808" y="2280453"/>
            <a:ext cx="72775" cy="111305"/>
          </a:xfrm>
          <a:custGeom xmlns:a="http://schemas.openxmlformats.org/drawingml/2006/main">
            <a:pathLst>
              <a:path w="72775" h="111305">
                <a:moveTo>
                  <a:pt x="45575" y="2852"/>
                </a:moveTo>
                <a:lnTo>
                  <a:pt x="47192" y="1595"/>
                </a:lnTo>
                <a:lnTo>
                  <a:pt x="54735" y="0"/>
                </a:lnTo>
                <a:lnTo>
                  <a:pt x="62279" y="0"/>
                </a:lnTo>
                <a:lnTo>
                  <a:pt x="69823" y="452"/>
                </a:lnTo>
                <a:lnTo>
                  <a:pt x="72775" y="2852"/>
                </a:lnTo>
                <a:lnTo>
                  <a:pt x="69823" y="5805"/>
                </a:lnTo>
                <a:lnTo>
                  <a:pt x="62279" y="5718"/>
                </a:lnTo>
                <a:lnTo>
                  <a:pt x="54735" y="5718"/>
                </a:lnTo>
                <a:lnTo>
                  <a:pt x="47719" y="10395"/>
                </a:lnTo>
                <a:lnTo>
                  <a:pt x="47192" y="10922"/>
                </a:lnTo>
                <a:lnTo>
                  <a:pt x="39648" y="17464"/>
                </a:lnTo>
                <a:lnTo>
                  <a:pt x="39177" y="17939"/>
                </a:lnTo>
                <a:lnTo>
                  <a:pt x="34970" y="25483"/>
                </a:lnTo>
                <a:lnTo>
                  <a:pt x="32105" y="29750"/>
                </a:lnTo>
                <a:lnTo>
                  <a:pt x="29691" y="33026"/>
                </a:lnTo>
                <a:lnTo>
                  <a:pt x="28318" y="40570"/>
                </a:lnTo>
                <a:lnTo>
                  <a:pt x="26447" y="48113"/>
                </a:lnTo>
                <a:lnTo>
                  <a:pt x="24561" y="51885"/>
                </a:lnTo>
                <a:lnTo>
                  <a:pt x="22675" y="55657"/>
                </a:lnTo>
                <a:lnTo>
                  <a:pt x="21389" y="63200"/>
                </a:lnTo>
                <a:lnTo>
                  <a:pt x="20804" y="70744"/>
                </a:lnTo>
                <a:lnTo>
                  <a:pt x="19883" y="78288"/>
                </a:lnTo>
                <a:lnTo>
                  <a:pt x="19390" y="85831"/>
                </a:lnTo>
                <a:lnTo>
                  <a:pt x="20520" y="93375"/>
                </a:lnTo>
                <a:lnTo>
                  <a:pt x="23295" y="100918"/>
                </a:lnTo>
                <a:lnTo>
                  <a:pt x="24561" y="103208"/>
                </a:lnTo>
                <a:lnTo>
                  <a:pt x="32105" y="105633"/>
                </a:lnTo>
                <a:lnTo>
                  <a:pt x="39648" y="105633"/>
                </a:lnTo>
                <a:lnTo>
                  <a:pt x="47192" y="107408"/>
                </a:lnTo>
                <a:lnTo>
                  <a:pt x="47719" y="108462"/>
                </a:lnTo>
                <a:lnTo>
                  <a:pt x="47192" y="108985"/>
                </a:lnTo>
                <a:lnTo>
                  <a:pt x="39648" y="111305"/>
                </a:lnTo>
                <a:lnTo>
                  <a:pt x="32105" y="111305"/>
                </a:lnTo>
                <a:lnTo>
                  <a:pt x="24561" y="110847"/>
                </a:lnTo>
                <a:lnTo>
                  <a:pt x="20821" y="108462"/>
                </a:lnTo>
                <a:lnTo>
                  <a:pt x="17017" y="106049"/>
                </a:lnTo>
                <a:lnTo>
                  <a:pt x="11404" y="100918"/>
                </a:lnTo>
                <a:lnTo>
                  <a:pt x="9474" y="98788"/>
                </a:lnTo>
                <a:lnTo>
                  <a:pt x="5719" y="93375"/>
                </a:lnTo>
                <a:lnTo>
                  <a:pt x="3196" y="85831"/>
                </a:lnTo>
                <a:lnTo>
                  <a:pt x="1930" y="80335"/>
                </a:lnTo>
                <a:lnTo>
                  <a:pt x="1403" y="78288"/>
                </a:lnTo>
                <a:lnTo>
                  <a:pt x="0" y="70744"/>
                </a:lnTo>
                <a:lnTo>
                  <a:pt x="1403" y="63200"/>
                </a:lnTo>
                <a:lnTo>
                  <a:pt x="1930" y="61093"/>
                </a:lnTo>
                <a:lnTo>
                  <a:pt x="3146" y="55657"/>
                </a:lnTo>
                <a:lnTo>
                  <a:pt x="5464" y="48113"/>
                </a:lnTo>
                <a:lnTo>
                  <a:pt x="7588" y="40570"/>
                </a:lnTo>
                <a:lnTo>
                  <a:pt x="9474" y="38212"/>
                </a:lnTo>
                <a:lnTo>
                  <a:pt x="12680" y="33026"/>
                </a:lnTo>
                <a:lnTo>
                  <a:pt x="17017" y="25958"/>
                </a:lnTo>
                <a:lnTo>
                  <a:pt x="17489" y="25483"/>
                </a:lnTo>
                <a:lnTo>
                  <a:pt x="23295" y="17939"/>
                </a:lnTo>
                <a:lnTo>
                  <a:pt x="24561" y="16682"/>
                </a:lnTo>
                <a:lnTo>
                  <a:pt x="32105" y="10919"/>
                </a:lnTo>
                <a:lnTo>
                  <a:pt x="32632" y="10395"/>
                </a:lnTo>
                <a:lnTo>
                  <a:pt x="39648" y="6058"/>
                </a:lnTo>
                <a:lnTo>
                  <a:pt x="45575" y="2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music-source-formula-2-glyph-6">
            <a:extLst xmlns:a="http://schemas.openxmlformats.org/drawingml/2006/main">
              <a:ext uri="{FF2B5EF4-FFF2-40B4-BE49-F238E27FC236}">
                <a16:creationId xmlns:a16="http://schemas.microsoft.com/office/drawing/2014/main" id="{6586C98F-63ED-4842-94CF-5090C1D1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882" y="2280476"/>
            <a:ext cx="64861" cy="104592"/>
          </a:xfrm>
          <a:custGeom xmlns:a="http://schemas.openxmlformats.org/drawingml/2006/main">
            <a:pathLst>
              <a:path w="64861" h="104592">
                <a:moveTo>
                  <a:pt x="22568" y="2829"/>
                </a:moveTo>
                <a:lnTo>
                  <a:pt x="23102" y="2357"/>
                </a:lnTo>
                <a:lnTo>
                  <a:pt x="30646" y="0"/>
                </a:lnTo>
                <a:lnTo>
                  <a:pt x="38189" y="0"/>
                </a:lnTo>
                <a:lnTo>
                  <a:pt x="45733" y="456"/>
                </a:lnTo>
                <a:lnTo>
                  <a:pt x="53277" y="456"/>
                </a:lnTo>
                <a:lnTo>
                  <a:pt x="57603" y="2829"/>
                </a:lnTo>
                <a:lnTo>
                  <a:pt x="53277" y="5201"/>
                </a:lnTo>
                <a:lnTo>
                  <a:pt x="45733" y="5201"/>
                </a:lnTo>
                <a:lnTo>
                  <a:pt x="38189" y="5658"/>
                </a:lnTo>
                <a:lnTo>
                  <a:pt x="30646" y="5658"/>
                </a:lnTo>
                <a:lnTo>
                  <a:pt x="23574" y="10372"/>
                </a:lnTo>
                <a:lnTo>
                  <a:pt x="23102" y="10847"/>
                </a:lnTo>
                <a:lnTo>
                  <a:pt x="17489" y="17916"/>
                </a:lnTo>
                <a:lnTo>
                  <a:pt x="15559" y="21732"/>
                </a:lnTo>
                <a:lnTo>
                  <a:pt x="13673" y="25460"/>
                </a:lnTo>
                <a:lnTo>
                  <a:pt x="15559" y="31625"/>
                </a:lnTo>
                <a:lnTo>
                  <a:pt x="16086" y="33003"/>
                </a:lnTo>
                <a:lnTo>
                  <a:pt x="23102" y="38134"/>
                </a:lnTo>
                <a:lnTo>
                  <a:pt x="28446" y="40547"/>
                </a:lnTo>
                <a:lnTo>
                  <a:pt x="30646" y="41771"/>
                </a:lnTo>
                <a:lnTo>
                  <a:pt x="38189" y="44064"/>
                </a:lnTo>
                <a:lnTo>
                  <a:pt x="45733" y="44904"/>
                </a:lnTo>
                <a:lnTo>
                  <a:pt x="50324" y="48090"/>
                </a:lnTo>
                <a:lnTo>
                  <a:pt x="53277" y="50491"/>
                </a:lnTo>
                <a:lnTo>
                  <a:pt x="59604" y="55634"/>
                </a:lnTo>
                <a:lnTo>
                  <a:pt x="60820" y="56993"/>
                </a:lnTo>
                <a:lnTo>
                  <a:pt x="64339" y="63177"/>
                </a:lnTo>
                <a:lnTo>
                  <a:pt x="64861" y="70721"/>
                </a:lnTo>
                <a:lnTo>
                  <a:pt x="64607" y="78265"/>
                </a:lnTo>
                <a:lnTo>
                  <a:pt x="61292" y="85808"/>
                </a:lnTo>
                <a:lnTo>
                  <a:pt x="60820" y="86343"/>
                </a:lnTo>
                <a:lnTo>
                  <a:pt x="57031" y="93352"/>
                </a:lnTo>
                <a:lnTo>
                  <a:pt x="53277" y="97438"/>
                </a:lnTo>
                <a:lnTo>
                  <a:pt x="49819" y="100895"/>
                </a:lnTo>
                <a:lnTo>
                  <a:pt x="45733" y="104398"/>
                </a:lnTo>
                <a:lnTo>
                  <a:pt x="38189" y="104592"/>
                </a:lnTo>
                <a:lnTo>
                  <a:pt x="36830" y="100895"/>
                </a:lnTo>
                <a:lnTo>
                  <a:pt x="38189" y="99679"/>
                </a:lnTo>
                <a:lnTo>
                  <a:pt x="45262" y="93352"/>
                </a:lnTo>
                <a:lnTo>
                  <a:pt x="45733" y="92880"/>
                </a:lnTo>
                <a:lnTo>
                  <a:pt x="49774" y="85808"/>
                </a:lnTo>
                <a:lnTo>
                  <a:pt x="50071" y="78265"/>
                </a:lnTo>
                <a:lnTo>
                  <a:pt x="48905" y="70721"/>
                </a:lnTo>
                <a:lnTo>
                  <a:pt x="45733" y="67549"/>
                </a:lnTo>
                <a:lnTo>
                  <a:pt x="38189" y="64443"/>
                </a:lnTo>
                <a:lnTo>
                  <a:pt x="35899" y="63177"/>
                </a:lnTo>
                <a:lnTo>
                  <a:pt x="30646" y="60805"/>
                </a:lnTo>
                <a:lnTo>
                  <a:pt x="23102" y="59421"/>
                </a:lnTo>
                <a:lnTo>
                  <a:pt x="15559" y="58047"/>
                </a:lnTo>
                <a:lnTo>
                  <a:pt x="12606" y="55634"/>
                </a:lnTo>
                <a:lnTo>
                  <a:pt x="8015" y="52197"/>
                </a:lnTo>
                <a:lnTo>
                  <a:pt x="3929" y="48090"/>
                </a:lnTo>
                <a:lnTo>
                  <a:pt x="995" y="40547"/>
                </a:lnTo>
                <a:lnTo>
                  <a:pt x="471" y="36565"/>
                </a:lnTo>
                <a:lnTo>
                  <a:pt x="0" y="33003"/>
                </a:lnTo>
                <a:lnTo>
                  <a:pt x="471" y="31770"/>
                </a:lnTo>
                <a:lnTo>
                  <a:pt x="2390" y="25460"/>
                </a:lnTo>
                <a:lnTo>
                  <a:pt x="4824" y="17916"/>
                </a:lnTo>
                <a:lnTo>
                  <a:pt x="8015" y="14144"/>
                </a:lnTo>
                <a:lnTo>
                  <a:pt x="11473" y="10372"/>
                </a:lnTo>
                <a:lnTo>
                  <a:pt x="15559" y="6618"/>
                </a:lnTo>
                <a:lnTo>
                  <a:pt x="22568" y="2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music-source-formula-2-glyph-7">
            <a:extLst xmlns:a="http://schemas.openxmlformats.org/drawingml/2006/main">
              <a:ext uri="{FF2B5EF4-FFF2-40B4-BE49-F238E27FC236}">
                <a16:creationId xmlns:a16="http://schemas.microsoft.com/office/drawing/2014/main" id="{134FF778-FF0F-4AB2-B466-14A5EF61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47" y="2286134"/>
            <a:ext cx="42758" cy="105953"/>
          </a:xfrm>
          <a:custGeom xmlns:a="http://schemas.openxmlformats.org/drawingml/2006/main">
            <a:pathLst>
              <a:path w="42758" h="105953">
                <a:moveTo>
                  <a:pt x="14758" y="4715"/>
                </a:moveTo>
                <a:lnTo>
                  <a:pt x="18197" y="1276"/>
                </a:lnTo>
                <a:lnTo>
                  <a:pt x="23929" y="4715"/>
                </a:lnTo>
                <a:lnTo>
                  <a:pt x="25740" y="5939"/>
                </a:lnTo>
                <a:lnTo>
                  <a:pt x="26956" y="4715"/>
                </a:lnTo>
                <a:lnTo>
                  <a:pt x="33284" y="0"/>
                </a:lnTo>
                <a:lnTo>
                  <a:pt x="40828" y="2584"/>
                </a:lnTo>
                <a:lnTo>
                  <a:pt x="42758" y="4715"/>
                </a:lnTo>
                <a:lnTo>
                  <a:pt x="41299" y="12258"/>
                </a:lnTo>
                <a:lnTo>
                  <a:pt x="40828" y="13201"/>
                </a:lnTo>
                <a:lnTo>
                  <a:pt x="38415" y="19802"/>
                </a:lnTo>
                <a:lnTo>
                  <a:pt x="37041" y="27345"/>
                </a:lnTo>
                <a:lnTo>
                  <a:pt x="36113" y="34889"/>
                </a:lnTo>
                <a:lnTo>
                  <a:pt x="33756" y="42433"/>
                </a:lnTo>
                <a:lnTo>
                  <a:pt x="33284" y="43376"/>
                </a:lnTo>
                <a:lnTo>
                  <a:pt x="30871" y="49976"/>
                </a:lnTo>
                <a:lnTo>
                  <a:pt x="29497" y="57520"/>
                </a:lnTo>
                <a:lnTo>
                  <a:pt x="28606" y="65063"/>
                </a:lnTo>
                <a:lnTo>
                  <a:pt x="26267" y="72607"/>
                </a:lnTo>
                <a:lnTo>
                  <a:pt x="25740" y="73985"/>
                </a:lnTo>
                <a:lnTo>
                  <a:pt x="23855" y="80151"/>
                </a:lnTo>
                <a:lnTo>
                  <a:pt x="22912" y="87694"/>
                </a:lnTo>
                <a:lnTo>
                  <a:pt x="23327" y="95238"/>
                </a:lnTo>
                <a:lnTo>
                  <a:pt x="25740" y="98191"/>
                </a:lnTo>
                <a:lnTo>
                  <a:pt x="33284" y="99952"/>
                </a:lnTo>
                <a:lnTo>
                  <a:pt x="38942" y="102781"/>
                </a:lnTo>
                <a:lnTo>
                  <a:pt x="33284" y="105610"/>
                </a:lnTo>
                <a:lnTo>
                  <a:pt x="25740" y="105953"/>
                </a:lnTo>
                <a:lnTo>
                  <a:pt x="18197" y="103253"/>
                </a:lnTo>
                <a:lnTo>
                  <a:pt x="17725" y="102781"/>
                </a:lnTo>
                <a:lnTo>
                  <a:pt x="10653" y="95709"/>
                </a:lnTo>
                <a:lnTo>
                  <a:pt x="10025" y="95238"/>
                </a:lnTo>
                <a:lnTo>
                  <a:pt x="3110" y="91113"/>
                </a:lnTo>
                <a:lnTo>
                  <a:pt x="0" y="87694"/>
                </a:lnTo>
                <a:lnTo>
                  <a:pt x="3110" y="83898"/>
                </a:lnTo>
                <a:lnTo>
                  <a:pt x="5939" y="80151"/>
                </a:lnTo>
                <a:lnTo>
                  <a:pt x="7787" y="72607"/>
                </a:lnTo>
                <a:lnTo>
                  <a:pt x="10653" y="65809"/>
                </a:lnTo>
                <a:lnTo>
                  <a:pt x="11125" y="65063"/>
                </a:lnTo>
                <a:lnTo>
                  <a:pt x="13519" y="57520"/>
                </a:lnTo>
                <a:lnTo>
                  <a:pt x="14440" y="49976"/>
                </a:lnTo>
                <a:lnTo>
                  <a:pt x="15824" y="42433"/>
                </a:lnTo>
                <a:lnTo>
                  <a:pt x="18197" y="35943"/>
                </a:lnTo>
                <a:lnTo>
                  <a:pt x="18724" y="34889"/>
                </a:lnTo>
                <a:lnTo>
                  <a:pt x="21063" y="27345"/>
                </a:lnTo>
                <a:lnTo>
                  <a:pt x="21731" y="19802"/>
                </a:lnTo>
                <a:lnTo>
                  <a:pt x="19462" y="12258"/>
                </a:lnTo>
                <a:lnTo>
                  <a:pt x="18197" y="10391"/>
                </a:lnTo>
                <a:lnTo>
                  <a:pt x="14758" y="4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music-source-formula-2-glyph-8">
            <a:extLst xmlns:a="http://schemas.openxmlformats.org/drawingml/2006/main">
              <a:ext uri="{FF2B5EF4-FFF2-40B4-BE49-F238E27FC236}">
                <a16:creationId xmlns:a16="http://schemas.microsoft.com/office/drawing/2014/main" id="{01090F30-19A3-4592-8053-6159C0F5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977" y="2286134"/>
            <a:ext cx="42747" cy="105973"/>
          </a:xfrm>
          <a:custGeom xmlns:a="http://schemas.openxmlformats.org/drawingml/2006/main">
            <a:pathLst>
              <a:path w="42747" h="105973">
                <a:moveTo>
                  <a:pt x="14758" y="4715"/>
                </a:moveTo>
                <a:lnTo>
                  <a:pt x="18197" y="1276"/>
                </a:lnTo>
                <a:lnTo>
                  <a:pt x="23929" y="4715"/>
                </a:lnTo>
                <a:lnTo>
                  <a:pt x="25740" y="5931"/>
                </a:lnTo>
                <a:lnTo>
                  <a:pt x="26956" y="4715"/>
                </a:lnTo>
                <a:lnTo>
                  <a:pt x="33284" y="0"/>
                </a:lnTo>
                <a:lnTo>
                  <a:pt x="40828" y="2584"/>
                </a:lnTo>
                <a:lnTo>
                  <a:pt x="42747" y="4715"/>
                </a:lnTo>
                <a:lnTo>
                  <a:pt x="41355" y="12258"/>
                </a:lnTo>
                <a:lnTo>
                  <a:pt x="40828" y="13312"/>
                </a:lnTo>
                <a:lnTo>
                  <a:pt x="38455" y="19802"/>
                </a:lnTo>
                <a:lnTo>
                  <a:pt x="37071" y="27345"/>
                </a:lnTo>
                <a:lnTo>
                  <a:pt x="36150" y="34889"/>
                </a:lnTo>
                <a:lnTo>
                  <a:pt x="33756" y="42433"/>
                </a:lnTo>
                <a:lnTo>
                  <a:pt x="33284" y="43376"/>
                </a:lnTo>
                <a:lnTo>
                  <a:pt x="30871" y="49976"/>
                </a:lnTo>
                <a:lnTo>
                  <a:pt x="29497" y="57520"/>
                </a:lnTo>
                <a:lnTo>
                  <a:pt x="28606" y="65063"/>
                </a:lnTo>
                <a:lnTo>
                  <a:pt x="26267" y="72607"/>
                </a:lnTo>
                <a:lnTo>
                  <a:pt x="25740" y="73985"/>
                </a:lnTo>
                <a:lnTo>
                  <a:pt x="23855" y="80151"/>
                </a:lnTo>
                <a:lnTo>
                  <a:pt x="22912" y="87694"/>
                </a:lnTo>
                <a:lnTo>
                  <a:pt x="23368" y="95238"/>
                </a:lnTo>
                <a:lnTo>
                  <a:pt x="25740" y="98141"/>
                </a:lnTo>
                <a:lnTo>
                  <a:pt x="33284" y="99915"/>
                </a:lnTo>
                <a:lnTo>
                  <a:pt x="39016" y="102781"/>
                </a:lnTo>
                <a:lnTo>
                  <a:pt x="33284" y="105633"/>
                </a:lnTo>
                <a:lnTo>
                  <a:pt x="25740" y="105973"/>
                </a:lnTo>
                <a:lnTo>
                  <a:pt x="18197" y="103304"/>
                </a:lnTo>
                <a:lnTo>
                  <a:pt x="17670" y="102781"/>
                </a:lnTo>
                <a:lnTo>
                  <a:pt x="10653" y="95765"/>
                </a:lnTo>
                <a:lnTo>
                  <a:pt x="9951" y="95238"/>
                </a:lnTo>
                <a:lnTo>
                  <a:pt x="3110" y="91133"/>
                </a:lnTo>
                <a:lnTo>
                  <a:pt x="0" y="87694"/>
                </a:lnTo>
                <a:lnTo>
                  <a:pt x="3110" y="83898"/>
                </a:lnTo>
                <a:lnTo>
                  <a:pt x="5939" y="80151"/>
                </a:lnTo>
                <a:lnTo>
                  <a:pt x="7787" y="72607"/>
                </a:lnTo>
                <a:lnTo>
                  <a:pt x="10653" y="65809"/>
                </a:lnTo>
                <a:lnTo>
                  <a:pt x="11125" y="65063"/>
                </a:lnTo>
                <a:lnTo>
                  <a:pt x="13519" y="57520"/>
                </a:lnTo>
                <a:lnTo>
                  <a:pt x="14440" y="49976"/>
                </a:lnTo>
                <a:lnTo>
                  <a:pt x="15824" y="42433"/>
                </a:lnTo>
                <a:lnTo>
                  <a:pt x="18197" y="35846"/>
                </a:lnTo>
                <a:lnTo>
                  <a:pt x="18668" y="34889"/>
                </a:lnTo>
                <a:lnTo>
                  <a:pt x="21026" y="27345"/>
                </a:lnTo>
                <a:lnTo>
                  <a:pt x="21699" y="19802"/>
                </a:lnTo>
                <a:lnTo>
                  <a:pt x="19413" y="12258"/>
                </a:lnTo>
                <a:lnTo>
                  <a:pt x="18197" y="10446"/>
                </a:lnTo>
                <a:lnTo>
                  <a:pt x="14758" y="4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music-source-formula-2-glyph-9">
            <a:extLst xmlns:a="http://schemas.openxmlformats.org/drawingml/2006/main">
              <a:ext uri="{FF2B5EF4-FFF2-40B4-BE49-F238E27FC236}">
                <a16:creationId xmlns:a16="http://schemas.microsoft.com/office/drawing/2014/main" id="{F2F3B8CA-E55C-435B-9B15-48EF789E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631" y="2289615"/>
            <a:ext cx="18820" cy="21978"/>
          </a:xfrm>
          <a:custGeom xmlns:a="http://schemas.openxmlformats.org/drawingml/2006/main">
            <a:pathLst>
              <a:path w="18820" h="21978">
                <a:moveTo>
                  <a:pt x="7599" y="1233"/>
                </a:moveTo>
                <a:lnTo>
                  <a:pt x="8071" y="0"/>
                </a:lnTo>
                <a:lnTo>
                  <a:pt x="11842" y="1233"/>
                </a:lnTo>
                <a:lnTo>
                  <a:pt x="15614" y="1862"/>
                </a:lnTo>
                <a:lnTo>
                  <a:pt x="18820" y="8777"/>
                </a:lnTo>
                <a:lnTo>
                  <a:pt x="18027" y="16320"/>
                </a:lnTo>
                <a:lnTo>
                  <a:pt x="15614" y="18945"/>
                </a:lnTo>
                <a:lnTo>
                  <a:pt x="8071" y="21978"/>
                </a:lnTo>
                <a:lnTo>
                  <a:pt x="527" y="16917"/>
                </a:lnTo>
                <a:lnTo>
                  <a:pt x="0" y="16320"/>
                </a:lnTo>
                <a:lnTo>
                  <a:pt x="527" y="15618"/>
                </a:lnTo>
                <a:lnTo>
                  <a:pt x="4632" y="8777"/>
                </a:lnTo>
                <a:lnTo>
                  <a:pt x="7599" y="12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music-source-formula-2-glyph-10">
            <a:extLst xmlns:a="http://schemas.openxmlformats.org/drawingml/2006/main">
              <a:ext uri="{FF2B5EF4-FFF2-40B4-BE49-F238E27FC236}">
                <a16:creationId xmlns:a16="http://schemas.microsoft.com/office/drawing/2014/main" id="{18A48309-4225-47D1-B4A3-02DDA54E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21" y="2301598"/>
            <a:ext cx="165374" cy="59073"/>
          </a:xfrm>
          <a:custGeom xmlns:a="http://schemas.openxmlformats.org/drawingml/2006/main">
            <a:pathLst>
              <a:path w="165374" h="59073">
                <a:moveTo>
                  <a:pt x="23173" y="4338"/>
                </a:moveTo>
                <a:lnTo>
                  <a:pt x="26417" y="1965"/>
                </a:lnTo>
                <a:lnTo>
                  <a:pt x="33961" y="581"/>
                </a:lnTo>
                <a:lnTo>
                  <a:pt x="41505" y="0"/>
                </a:lnTo>
                <a:lnTo>
                  <a:pt x="49048" y="581"/>
                </a:lnTo>
                <a:lnTo>
                  <a:pt x="56592" y="2452"/>
                </a:lnTo>
                <a:lnTo>
                  <a:pt x="58967" y="4338"/>
                </a:lnTo>
                <a:lnTo>
                  <a:pt x="64135" y="7509"/>
                </a:lnTo>
                <a:lnTo>
                  <a:pt x="69793" y="11881"/>
                </a:lnTo>
                <a:lnTo>
                  <a:pt x="71679" y="13767"/>
                </a:lnTo>
                <a:lnTo>
                  <a:pt x="79222" y="18898"/>
                </a:lnTo>
                <a:lnTo>
                  <a:pt x="79749" y="19425"/>
                </a:lnTo>
                <a:lnTo>
                  <a:pt x="86766" y="24583"/>
                </a:lnTo>
                <a:lnTo>
                  <a:pt x="89139" y="26968"/>
                </a:lnTo>
                <a:lnTo>
                  <a:pt x="94310" y="31320"/>
                </a:lnTo>
                <a:lnTo>
                  <a:pt x="98102" y="34512"/>
                </a:lnTo>
                <a:lnTo>
                  <a:pt x="101853" y="37684"/>
                </a:lnTo>
                <a:lnTo>
                  <a:pt x="109397" y="40790"/>
                </a:lnTo>
                <a:lnTo>
                  <a:pt x="111687" y="42055"/>
                </a:lnTo>
                <a:lnTo>
                  <a:pt x="116940" y="44441"/>
                </a:lnTo>
                <a:lnTo>
                  <a:pt x="124484" y="44907"/>
                </a:lnTo>
                <a:lnTo>
                  <a:pt x="132028" y="43974"/>
                </a:lnTo>
                <a:lnTo>
                  <a:pt x="134762" y="42055"/>
                </a:lnTo>
                <a:lnTo>
                  <a:pt x="139571" y="39227"/>
                </a:lnTo>
                <a:lnTo>
                  <a:pt x="146643" y="34512"/>
                </a:lnTo>
                <a:lnTo>
                  <a:pt x="147115" y="34040"/>
                </a:lnTo>
                <a:lnTo>
                  <a:pt x="151830" y="26968"/>
                </a:lnTo>
                <a:lnTo>
                  <a:pt x="154658" y="22159"/>
                </a:lnTo>
                <a:lnTo>
                  <a:pt x="157875" y="19425"/>
                </a:lnTo>
                <a:lnTo>
                  <a:pt x="158450" y="11881"/>
                </a:lnTo>
                <a:lnTo>
                  <a:pt x="159336" y="4338"/>
                </a:lnTo>
                <a:lnTo>
                  <a:pt x="162202" y="1472"/>
                </a:lnTo>
                <a:lnTo>
                  <a:pt x="165068" y="4338"/>
                </a:lnTo>
                <a:lnTo>
                  <a:pt x="165374" y="11881"/>
                </a:lnTo>
                <a:lnTo>
                  <a:pt x="164575" y="19425"/>
                </a:lnTo>
                <a:lnTo>
                  <a:pt x="162202" y="25914"/>
                </a:lnTo>
                <a:lnTo>
                  <a:pt x="161369" y="26968"/>
                </a:lnTo>
                <a:lnTo>
                  <a:pt x="158415" y="34512"/>
                </a:lnTo>
                <a:lnTo>
                  <a:pt x="154658" y="41529"/>
                </a:lnTo>
                <a:lnTo>
                  <a:pt x="154131" y="42055"/>
                </a:lnTo>
                <a:lnTo>
                  <a:pt x="147642" y="49599"/>
                </a:lnTo>
                <a:lnTo>
                  <a:pt x="147115" y="50126"/>
                </a:lnTo>
                <a:lnTo>
                  <a:pt x="139571" y="54314"/>
                </a:lnTo>
                <a:lnTo>
                  <a:pt x="132861" y="57143"/>
                </a:lnTo>
                <a:lnTo>
                  <a:pt x="132028" y="57670"/>
                </a:lnTo>
                <a:lnTo>
                  <a:pt x="124484" y="59073"/>
                </a:lnTo>
                <a:lnTo>
                  <a:pt x="116940" y="58359"/>
                </a:lnTo>
                <a:lnTo>
                  <a:pt x="114740" y="57143"/>
                </a:lnTo>
                <a:lnTo>
                  <a:pt x="109397" y="54729"/>
                </a:lnTo>
                <a:lnTo>
                  <a:pt x="101853" y="52428"/>
                </a:lnTo>
                <a:lnTo>
                  <a:pt x="98459" y="49599"/>
                </a:lnTo>
                <a:lnTo>
                  <a:pt x="94310" y="46158"/>
                </a:lnTo>
                <a:lnTo>
                  <a:pt x="89362" y="42055"/>
                </a:lnTo>
                <a:lnTo>
                  <a:pt x="86766" y="39683"/>
                </a:lnTo>
                <a:lnTo>
                  <a:pt x="80438" y="34512"/>
                </a:lnTo>
                <a:lnTo>
                  <a:pt x="79222" y="33288"/>
                </a:lnTo>
                <a:lnTo>
                  <a:pt x="71679" y="28865"/>
                </a:lnTo>
                <a:lnTo>
                  <a:pt x="69793" y="26968"/>
                </a:lnTo>
                <a:lnTo>
                  <a:pt x="64135" y="22277"/>
                </a:lnTo>
                <a:lnTo>
                  <a:pt x="60339" y="19425"/>
                </a:lnTo>
                <a:lnTo>
                  <a:pt x="56592" y="16596"/>
                </a:lnTo>
                <a:lnTo>
                  <a:pt x="49048" y="15415"/>
                </a:lnTo>
                <a:lnTo>
                  <a:pt x="41505" y="14294"/>
                </a:lnTo>
                <a:lnTo>
                  <a:pt x="33961" y="15087"/>
                </a:lnTo>
                <a:lnTo>
                  <a:pt x="26417" y="16596"/>
                </a:lnTo>
                <a:lnTo>
                  <a:pt x="22670" y="19425"/>
                </a:lnTo>
                <a:lnTo>
                  <a:pt x="18874" y="22534"/>
                </a:lnTo>
                <a:lnTo>
                  <a:pt x="15119" y="26968"/>
                </a:lnTo>
                <a:lnTo>
                  <a:pt x="11330" y="32430"/>
                </a:lnTo>
                <a:lnTo>
                  <a:pt x="8973" y="34512"/>
                </a:lnTo>
                <a:lnTo>
                  <a:pt x="7573" y="42055"/>
                </a:lnTo>
                <a:lnTo>
                  <a:pt x="6958" y="49599"/>
                </a:lnTo>
                <a:lnTo>
                  <a:pt x="3787" y="54730"/>
                </a:lnTo>
                <a:lnTo>
                  <a:pt x="15" y="49599"/>
                </a:lnTo>
                <a:lnTo>
                  <a:pt x="0" y="42055"/>
                </a:lnTo>
                <a:lnTo>
                  <a:pt x="581" y="34512"/>
                </a:lnTo>
                <a:lnTo>
                  <a:pt x="3787" y="27597"/>
                </a:lnTo>
                <a:lnTo>
                  <a:pt x="4321" y="26968"/>
                </a:lnTo>
                <a:lnTo>
                  <a:pt x="7796" y="19425"/>
                </a:lnTo>
                <a:lnTo>
                  <a:pt x="11330" y="14477"/>
                </a:lnTo>
                <a:lnTo>
                  <a:pt x="13703" y="11881"/>
                </a:lnTo>
                <a:lnTo>
                  <a:pt x="18874" y="7189"/>
                </a:lnTo>
                <a:lnTo>
                  <a:pt x="23173" y="43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music-source-formula-2-glyph-11">
            <a:extLst xmlns:a="http://schemas.openxmlformats.org/drawingml/2006/main">
              <a:ext uri="{FF2B5EF4-FFF2-40B4-BE49-F238E27FC236}">
                <a16:creationId xmlns:a16="http://schemas.microsoft.com/office/drawing/2014/main" id="{F4D59F41-C679-4FC6-A7B7-E5FFA934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2" y="2303735"/>
            <a:ext cx="33045" cy="88714"/>
          </a:xfrm>
          <a:custGeom xmlns:a="http://schemas.openxmlformats.org/drawingml/2006/main">
            <a:pathLst>
              <a:path w="33045" h="88714">
                <a:moveTo>
                  <a:pt x="27743" y="2200"/>
                </a:moveTo>
                <a:lnTo>
                  <a:pt x="28958" y="0"/>
                </a:lnTo>
                <a:lnTo>
                  <a:pt x="32655" y="2200"/>
                </a:lnTo>
                <a:lnTo>
                  <a:pt x="33045" y="9744"/>
                </a:lnTo>
                <a:lnTo>
                  <a:pt x="32461" y="17287"/>
                </a:lnTo>
                <a:lnTo>
                  <a:pt x="30844" y="24831"/>
                </a:lnTo>
                <a:lnTo>
                  <a:pt x="28958" y="29616"/>
                </a:lnTo>
                <a:lnTo>
                  <a:pt x="27599" y="32375"/>
                </a:lnTo>
                <a:lnTo>
                  <a:pt x="25787" y="39918"/>
                </a:lnTo>
                <a:lnTo>
                  <a:pt x="24917" y="47462"/>
                </a:lnTo>
                <a:lnTo>
                  <a:pt x="23301" y="55005"/>
                </a:lnTo>
                <a:lnTo>
                  <a:pt x="21415" y="59720"/>
                </a:lnTo>
                <a:lnTo>
                  <a:pt x="20149" y="62549"/>
                </a:lnTo>
                <a:lnTo>
                  <a:pt x="17881" y="70092"/>
                </a:lnTo>
                <a:lnTo>
                  <a:pt x="16723" y="77636"/>
                </a:lnTo>
                <a:lnTo>
                  <a:pt x="13871" y="81935"/>
                </a:lnTo>
                <a:lnTo>
                  <a:pt x="11275" y="85180"/>
                </a:lnTo>
                <a:lnTo>
                  <a:pt x="6328" y="88714"/>
                </a:lnTo>
                <a:lnTo>
                  <a:pt x="866" y="85180"/>
                </a:lnTo>
                <a:lnTo>
                  <a:pt x="0" y="77636"/>
                </a:lnTo>
                <a:lnTo>
                  <a:pt x="2571" y="70092"/>
                </a:lnTo>
                <a:lnTo>
                  <a:pt x="5112" y="62549"/>
                </a:lnTo>
                <a:lnTo>
                  <a:pt x="6328" y="60969"/>
                </a:lnTo>
                <a:lnTo>
                  <a:pt x="9499" y="55005"/>
                </a:lnTo>
                <a:lnTo>
                  <a:pt x="11458" y="47462"/>
                </a:lnTo>
                <a:lnTo>
                  <a:pt x="13871" y="43658"/>
                </a:lnTo>
                <a:lnTo>
                  <a:pt x="16244" y="39918"/>
                </a:lnTo>
                <a:lnTo>
                  <a:pt x="17881" y="32375"/>
                </a:lnTo>
                <a:lnTo>
                  <a:pt x="20191" y="24831"/>
                </a:lnTo>
                <a:lnTo>
                  <a:pt x="21415" y="23019"/>
                </a:lnTo>
                <a:lnTo>
                  <a:pt x="24525" y="17287"/>
                </a:lnTo>
                <a:lnTo>
                  <a:pt x="25456" y="9744"/>
                </a:lnTo>
                <a:lnTo>
                  <a:pt x="27743" y="2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music-source-formula-2-glyph-12">
            <a:extLst xmlns:a="http://schemas.openxmlformats.org/drawingml/2006/main">
              <a:ext uri="{FF2B5EF4-FFF2-40B4-BE49-F238E27FC236}">
                <a16:creationId xmlns:a16="http://schemas.microsoft.com/office/drawing/2014/main" id="{7D8B738B-B4C1-44D8-8DDE-3319BE29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817" y="2306893"/>
            <a:ext cx="4745" cy="8959"/>
          </a:xfrm>
          <a:custGeom xmlns:a="http://schemas.openxmlformats.org/drawingml/2006/main">
            <a:pathLst>
              <a:path w="4745" h="8959">
                <a:moveTo>
                  <a:pt x="0" y="6587"/>
                </a:moveTo>
                <a:lnTo>
                  <a:pt x="2373" y="0"/>
                </a:lnTo>
                <a:lnTo>
                  <a:pt x="4745" y="6587"/>
                </a:lnTo>
                <a:lnTo>
                  <a:pt x="2373" y="8959"/>
                </a:lnTo>
                <a:lnTo>
                  <a:pt x="0" y="65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music-source-formula-2-glyph-13">
            <a:extLst xmlns:a="http://schemas.openxmlformats.org/drawingml/2006/main">
              <a:ext uri="{FF2B5EF4-FFF2-40B4-BE49-F238E27FC236}">
                <a16:creationId xmlns:a16="http://schemas.microsoft.com/office/drawing/2014/main" id="{7C03067D-BBEB-430D-887F-9832BB6E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89" y="2311079"/>
            <a:ext cx="78170" cy="117967"/>
          </a:xfrm>
          <a:custGeom xmlns:a="http://schemas.openxmlformats.org/drawingml/2006/main">
            <a:pathLst>
              <a:path w="78170" h="117967">
                <a:moveTo>
                  <a:pt x="41490" y="2400"/>
                </a:moveTo>
                <a:lnTo>
                  <a:pt x="44790" y="0"/>
                </a:lnTo>
                <a:lnTo>
                  <a:pt x="52334" y="481"/>
                </a:lnTo>
                <a:lnTo>
                  <a:pt x="59877" y="0"/>
                </a:lnTo>
                <a:lnTo>
                  <a:pt x="63178" y="2400"/>
                </a:lnTo>
                <a:lnTo>
                  <a:pt x="67421" y="5470"/>
                </a:lnTo>
                <a:lnTo>
                  <a:pt x="71210" y="9944"/>
                </a:lnTo>
                <a:lnTo>
                  <a:pt x="74437" y="17487"/>
                </a:lnTo>
                <a:lnTo>
                  <a:pt x="74964" y="18526"/>
                </a:lnTo>
                <a:lnTo>
                  <a:pt x="77378" y="25031"/>
                </a:lnTo>
                <a:lnTo>
                  <a:pt x="78170" y="32575"/>
                </a:lnTo>
                <a:lnTo>
                  <a:pt x="78136" y="40118"/>
                </a:lnTo>
                <a:lnTo>
                  <a:pt x="77337" y="47662"/>
                </a:lnTo>
                <a:lnTo>
                  <a:pt x="75436" y="55205"/>
                </a:lnTo>
                <a:lnTo>
                  <a:pt x="74964" y="56148"/>
                </a:lnTo>
                <a:lnTo>
                  <a:pt x="72551" y="62749"/>
                </a:lnTo>
                <a:lnTo>
                  <a:pt x="70607" y="70292"/>
                </a:lnTo>
                <a:lnTo>
                  <a:pt x="67421" y="76206"/>
                </a:lnTo>
                <a:lnTo>
                  <a:pt x="66155" y="77836"/>
                </a:lnTo>
                <a:lnTo>
                  <a:pt x="63411" y="85380"/>
                </a:lnTo>
                <a:lnTo>
                  <a:pt x="59877" y="92389"/>
                </a:lnTo>
                <a:lnTo>
                  <a:pt x="59406" y="92923"/>
                </a:lnTo>
                <a:lnTo>
                  <a:pt x="54747" y="100467"/>
                </a:lnTo>
                <a:lnTo>
                  <a:pt x="52334" y="102880"/>
                </a:lnTo>
                <a:lnTo>
                  <a:pt x="47203" y="108010"/>
                </a:lnTo>
                <a:lnTo>
                  <a:pt x="44790" y="110423"/>
                </a:lnTo>
                <a:lnTo>
                  <a:pt x="37246" y="113742"/>
                </a:lnTo>
                <a:lnTo>
                  <a:pt x="34381" y="108010"/>
                </a:lnTo>
                <a:lnTo>
                  <a:pt x="37246" y="104901"/>
                </a:lnTo>
                <a:lnTo>
                  <a:pt x="41001" y="100467"/>
                </a:lnTo>
                <a:lnTo>
                  <a:pt x="44790" y="94282"/>
                </a:lnTo>
                <a:lnTo>
                  <a:pt x="46006" y="92923"/>
                </a:lnTo>
                <a:lnTo>
                  <a:pt x="48800" y="85380"/>
                </a:lnTo>
                <a:lnTo>
                  <a:pt x="51862" y="77836"/>
                </a:lnTo>
                <a:lnTo>
                  <a:pt x="52334" y="77090"/>
                </a:lnTo>
                <a:lnTo>
                  <a:pt x="55199" y="70292"/>
                </a:lnTo>
                <a:lnTo>
                  <a:pt x="56375" y="62749"/>
                </a:lnTo>
                <a:lnTo>
                  <a:pt x="52334" y="58034"/>
                </a:lnTo>
                <a:lnTo>
                  <a:pt x="44790" y="58034"/>
                </a:lnTo>
                <a:lnTo>
                  <a:pt x="37246" y="58034"/>
                </a:lnTo>
                <a:lnTo>
                  <a:pt x="29703" y="58034"/>
                </a:lnTo>
                <a:lnTo>
                  <a:pt x="22159" y="58377"/>
                </a:lnTo>
                <a:lnTo>
                  <a:pt x="16988" y="62749"/>
                </a:lnTo>
                <a:lnTo>
                  <a:pt x="15087" y="70292"/>
                </a:lnTo>
                <a:lnTo>
                  <a:pt x="14616" y="72178"/>
                </a:lnTo>
                <a:lnTo>
                  <a:pt x="13350" y="77836"/>
                </a:lnTo>
                <a:lnTo>
                  <a:pt x="12243" y="85380"/>
                </a:lnTo>
                <a:lnTo>
                  <a:pt x="11787" y="92923"/>
                </a:lnTo>
                <a:lnTo>
                  <a:pt x="12730" y="100467"/>
                </a:lnTo>
                <a:lnTo>
                  <a:pt x="14616" y="105182"/>
                </a:lnTo>
                <a:lnTo>
                  <a:pt x="15881" y="108010"/>
                </a:lnTo>
                <a:lnTo>
                  <a:pt x="22159" y="113624"/>
                </a:lnTo>
                <a:lnTo>
                  <a:pt x="29703" y="113141"/>
                </a:lnTo>
                <a:lnTo>
                  <a:pt x="35046" y="115554"/>
                </a:lnTo>
                <a:lnTo>
                  <a:pt x="29703" y="117967"/>
                </a:lnTo>
                <a:lnTo>
                  <a:pt x="22159" y="117484"/>
                </a:lnTo>
                <a:lnTo>
                  <a:pt x="14616" y="117484"/>
                </a:lnTo>
                <a:lnTo>
                  <a:pt x="12685" y="115554"/>
                </a:lnTo>
                <a:lnTo>
                  <a:pt x="7072" y="110423"/>
                </a:lnTo>
                <a:lnTo>
                  <a:pt x="4659" y="108010"/>
                </a:lnTo>
                <a:lnTo>
                  <a:pt x="2700" y="100467"/>
                </a:lnTo>
                <a:lnTo>
                  <a:pt x="744" y="92923"/>
                </a:lnTo>
                <a:lnTo>
                  <a:pt x="0" y="85380"/>
                </a:lnTo>
                <a:lnTo>
                  <a:pt x="55" y="77836"/>
                </a:lnTo>
                <a:lnTo>
                  <a:pt x="794" y="70292"/>
                </a:lnTo>
                <a:lnTo>
                  <a:pt x="2357" y="62749"/>
                </a:lnTo>
                <a:lnTo>
                  <a:pt x="3285" y="55205"/>
                </a:lnTo>
                <a:lnTo>
                  <a:pt x="6601" y="47662"/>
                </a:lnTo>
                <a:lnTo>
                  <a:pt x="7072" y="47127"/>
                </a:lnTo>
                <a:lnTo>
                  <a:pt x="10591" y="40118"/>
                </a:lnTo>
                <a:lnTo>
                  <a:pt x="12730" y="32575"/>
                </a:lnTo>
                <a:lnTo>
                  <a:pt x="14616" y="30217"/>
                </a:lnTo>
                <a:lnTo>
                  <a:pt x="17822" y="25031"/>
                </a:lnTo>
                <a:lnTo>
                  <a:pt x="22159" y="18753"/>
                </a:lnTo>
                <a:lnTo>
                  <a:pt x="23425" y="17487"/>
                </a:lnTo>
                <a:lnTo>
                  <a:pt x="29703" y="11168"/>
                </a:lnTo>
                <a:lnTo>
                  <a:pt x="31269" y="9944"/>
                </a:lnTo>
                <a:lnTo>
                  <a:pt x="37246" y="5795"/>
                </a:lnTo>
                <a:lnTo>
                  <a:pt x="41039" y="9944"/>
                </a:lnTo>
                <a:lnTo>
                  <a:pt x="37246" y="13716"/>
                </a:lnTo>
                <a:lnTo>
                  <a:pt x="34040" y="17487"/>
                </a:lnTo>
                <a:lnTo>
                  <a:pt x="30174" y="25031"/>
                </a:lnTo>
                <a:lnTo>
                  <a:pt x="29703" y="25502"/>
                </a:lnTo>
                <a:lnTo>
                  <a:pt x="25916" y="32575"/>
                </a:lnTo>
                <a:lnTo>
                  <a:pt x="24090" y="40118"/>
                </a:lnTo>
                <a:lnTo>
                  <a:pt x="22159" y="43335"/>
                </a:lnTo>
                <a:lnTo>
                  <a:pt x="19787" y="47662"/>
                </a:lnTo>
                <a:lnTo>
                  <a:pt x="22159" y="50584"/>
                </a:lnTo>
                <a:lnTo>
                  <a:pt x="29703" y="52363"/>
                </a:lnTo>
                <a:lnTo>
                  <a:pt x="37246" y="52363"/>
                </a:lnTo>
                <a:lnTo>
                  <a:pt x="44790" y="52363"/>
                </a:lnTo>
                <a:lnTo>
                  <a:pt x="52334" y="52363"/>
                </a:lnTo>
                <a:lnTo>
                  <a:pt x="59877" y="48201"/>
                </a:lnTo>
                <a:lnTo>
                  <a:pt x="60349" y="47662"/>
                </a:lnTo>
                <a:lnTo>
                  <a:pt x="62250" y="40118"/>
                </a:lnTo>
                <a:lnTo>
                  <a:pt x="63411" y="32575"/>
                </a:lnTo>
                <a:lnTo>
                  <a:pt x="63918" y="25031"/>
                </a:lnTo>
                <a:lnTo>
                  <a:pt x="63664" y="17487"/>
                </a:lnTo>
                <a:lnTo>
                  <a:pt x="62947" y="9944"/>
                </a:lnTo>
                <a:lnTo>
                  <a:pt x="59877" y="5701"/>
                </a:lnTo>
                <a:lnTo>
                  <a:pt x="52334" y="4330"/>
                </a:lnTo>
                <a:lnTo>
                  <a:pt x="44790" y="5353"/>
                </a:lnTo>
                <a:lnTo>
                  <a:pt x="41490" y="24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music-source-formula-2-glyph-14">
            <a:extLst xmlns:a="http://schemas.openxmlformats.org/drawingml/2006/main">
              <a:ext uri="{FF2B5EF4-FFF2-40B4-BE49-F238E27FC236}">
                <a16:creationId xmlns:a16="http://schemas.microsoft.com/office/drawing/2014/main" id="{98C3DC2D-246C-49B4-84E0-A3EB6AE1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79" y="2323865"/>
            <a:ext cx="55690" cy="105180"/>
          </a:xfrm>
          <a:custGeom xmlns:a="http://schemas.openxmlformats.org/drawingml/2006/main">
            <a:pathLst>
              <a:path w="55690" h="105180">
                <a:moveTo>
                  <a:pt x="28831" y="4701"/>
                </a:moveTo>
                <a:lnTo>
                  <a:pt x="32587" y="0"/>
                </a:lnTo>
                <a:lnTo>
                  <a:pt x="40131" y="426"/>
                </a:lnTo>
                <a:lnTo>
                  <a:pt x="42960" y="4701"/>
                </a:lnTo>
                <a:lnTo>
                  <a:pt x="40603" y="12244"/>
                </a:lnTo>
                <a:lnTo>
                  <a:pt x="40131" y="13187"/>
                </a:lnTo>
                <a:lnTo>
                  <a:pt x="37731" y="19788"/>
                </a:lnTo>
                <a:lnTo>
                  <a:pt x="36359" y="27332"/>
                </a:lnTo>
                <a:lnTo>
                  <a:pt x="40131" y="32046"/>
                </a:lnTo>
                <a:lnTo>
                  <a:pt x="47675" y="32046"/>
                </a:lnTo>
                <a:lnTo>
                  <a:pt x="55218" y="34404"/>
                </a:lnTo>
                <a:lnTo>
                  <a:pt x="55690" y="34875"/>
                </a:lnTo>
                <a:lnTo>
                  <a:pt x="55218" y="35347"/>
                </a:lnTo>
                <a:lnTo>
                  <a:pt x="47675" y="37704"/>
                </a:lnTo>
                <a:lnTo>
                  <a:pt x="40131" y="37704"/>
                </a:lnTo>
                <a:lnTo>
                  <a:pt x="33111" y="42419"/>
                </a:lnTo>
                <a:lnTo>
                  <a:pt x="32587" y="43473"/>
                </a:lnTo>
                <a:lnTo>
                  <a:pt x="30215" y="49962"/>
                </a:lnTo>
                <a:lnTo>
                  <a:pt x="28831" y="57506"/>
                </a:lnTo>
                <a:lnTo>
                  <a:pt x="27910" y="65049"/>
                </a:lnTo>
                <a:lnTo>
                  <a:pt x="25515" y="72593"/>
                </a:lnTo>
                <a:lnTo>
                  <a:pt x="25044" y="73536"/>
                </a:lnTo>
                <a:lnTo>
                  <a:pt x="22631" y="80137"/>
                </a:lnTo>
                <a:lnTo>
                  <a:pt x="21287" y="87680"/>
                </a:lnTo>
                <a:lnTo>
                  <a:pt x="21287" y="95224"/>
                </a:lnTo>
                <a:lnTo>
                  <a:pt x="25044" y="100354"/>
                </a:lnTo>
                <a:lnTo>
                  <a:pt x="32587" y="100354"/>
                </a:lnTo>
                <a:lnTo>
                  <a:pt x="36988" y="102767"/>
                </a:lnTo>
                <a:lnTo>
                  <a:pt x="32587" y="105180"/>
                </a:lnTo>
                <a:lnTo>
                  <a:pt x="25044" y="105180"/>
                </a:lnTo>
                <a:lnTo>
                  <a:pt x="17500" y="105180"/>
                </a:lnTo>
                <a:lnTo>
                  <a:pt x="14860" y="102767"/>
                </a:lnTo>
                <a:lnTo>
                  <a:pt x="9957" y="97355"/>
                </a:lnTo>
                <a:lnTo>
                  <a:pt x="8026" y="95224"/>
                </a:lnTo>
                <a:lnTo>
                  <a:pt x="7091" y="87680"/>
                </a:lnTo>
                <a:lnTo>
                  <a:pt x="9485" y="80137"/>
                </a:lnTo>
                <a:lnTo>
                  <a:pt x="9957" y="78904"/>
                </a:lnTo>
                <a:lnTo>
                  <a:pt x="11887" y="72593"/>
                </a:lnTo>
                <a:lnTo>
                  <a:pt x="13459" y="65049"/>
                </a:lnTo>
                <a:lnTo>
                  <a:pt x="14634" y="57506"/>
                </a:lnTo>
                <a:lnTo>
                  <a:pt x="16973" y="49962"/>
                </a:lnTo>
                <a:lnTo>
                  <a:pt x="17500" y="48908"/>
                </a:lnTo>
                <a:lnTo>
                  <a:pt x="19873" y="42419"/>
                </a:lnTo>
                <a:lnTo>
                  <a:pt x="17500" y="39515"/>
                </a:lnTo>
                <a:lnTo>
                  <a:pt x="9957" y="37741"/>
                </a:lnTo>
                <a:lnTo>
                  <a:pt x="2413" y="37288"/>
                </a:lnTo>
                <a:lnTo>
                  <a:pt x="0" y="34875"/>
                </a:lnTo>
                <a:lnTo>
                  <a:pt x="2413" y="32462"/>
                </a:lnTo>
                <a:lnTo>
                  <a:pt x="9957" y="32009"/>
                </a:lnTo>
                <a:lnTo>
                  <a:pt x="17500" y="31669"/>
                </a:lnTo>
                <a:lnTo>
                  <a:pt x="22178" y="27332"/>
                </a:lnTo>
                <a:lnTo>
                  <a:pt x="24517" y="19788"/>
                </a:lnTo>
                <a:lnTo>
                  <a:pt x="25044" y="18734"/>
                </a:lnTo>
                <a:lnTo>
                  <a:pt x="27416" y="12244"/>
                </a:lnTo>
                <a:lnTo>
                  <a:pt x="28831" y="47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music-source-formula-2-glyph-15">
            <a:extLst xmlns:a="http://schemas.openxmlformats.org/drawingml/2006/main">
              <a:ext uri="{FF2B5EF4-FFF2-40B4-BE49-F238E27FC236}">
                <a16:creationId xmlns:a16="http://schemas.microsoft.com/office/drawing/2014/main" id="{7944F98B-A3C7-400F-9029-8EEAAD25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09" y="2323851"/>
            <a:ext cx="55690" cy="105194"/>
          </a:xfrm>
          <a:custGeom xmlns:a="http://schemas.openxmlformats.org/drawingml/2006/main">
            <a:pathLst>
              <a:path w="55690" h="105194">
                <a:moveTo>
                  <a:pt x="28801" y="4715"/>
                </a:moveTo>
                <a:lnTo>
                  <a:pt x="32587" y="0"/>
                </a:lnTo>
                <a:lnTo>
                  <a:pt x="40131" y="416"/>
                </a:lnTo>
                <a:lnTo>
                  <a:pt x="42997" y="4715"/>
                </a:lnTo>
                <a:lnTo>
                  <a:pt x="40658" y="12258"/>
                </a:lnTo>
                <a:lnTo>
                  <a:pt x="40131" y="13312"/>
                </a:lnTo>
                <a:lnTo>
                  <a:pt x="37758" y="19802"/>
                </a:lnTo>
                <a:lnTo>
                  <a:pt x="36344" y="27345"/>
                </a:lnTo>
                <a:lnTo>
                  <a:pt x="40131" y="32060"/>
                </a:lnTo>
                <a:lnTo>
                  <a:pt x="47675" y="32060"/>
                </a:lnTo>
                <a:lnTo>
                  <a:pt x="55218" y="34418"/>
                </a:lnTo>
                <a:lnTo>
                  <a:pt x="55690" y="34889"/>
                </a:lnTo>
                <a:lnTo>
                  <a:pt x="55218" y="35364"/>
                </a:lnTo>
                <a:lnTo>
                  <a:pt x="47675" y="37732"/>
                </a:lnTo>
                <a:lnTo>
                  <a:pt x="40131" y="37732"/>
                </a:lnTo>
                <a:lnTo>
                  <a:pt x="33114" y="42433"/>
                </a:lnTo>
                <a:lnTo>
                  <a:pt x="32587" y="43487"/>
                </a:lnTo>
                <a:lnTo>
                  <a:pt x="30215" y="49976"/>
                </a:lnTo>
                <a:lnTo>
                  <a:pt x="28816" y="57520"/>
                </a:lnTo>
                <a:lnTo>
                  <a:pt x="27887" y="65063"/>
                </a:lnTo>
                <a:lnTo>
                  <a:pt x="25567" y="72607"/>
                </a:lnTo>
                <a:lnTo>
                  <a:pt x="25044" y="73661"/>
                </a:lnTo>
                <a:lnTo>
                  <a:pt x="22671" y="80151"/>
                </a:lnTo>
                <a:lnTo>
                  <a:pt x="21287" y="87694"/>
                </a:lnTo>
                <a:lnTo>
                  <a:pt x="21287" y="95238"/>
                </a:lnTo>
                <a:lnTo>
                  <a:pt x="25044" y="100368"/>
                </a:lnTo>
                <a:lnTo>
                  <a:pt x="32587" y="100409"/>
                </a:lnTo>
                <a:lnTo>
                  <a:pt x="36914" y="102781"/>
                </a:lnTo>
                <a:lnTo>
                  <a:pt x="32587" y="105154"/>
                </a:lnTo>
                <a:lnTo>
                  <a:pt x="25044" y="105194"/>
                </a:lnTo>
                <a:lnTo>
                  <a:pt x="17500" y="105194"/>
                </a:lnTo>
                <a:lnTo>
                  <a:pt x="14860" y="102781"/>
                </a:lnTo>
                <a:lnTo>
                  <a:pt x="9957" y="97369"/>
                </a:lnTo>
                <a:lnTo>
                  <a:pt x="8026" y="95238"/>
                </a:lnTo>
                <a:lnTo>
                  <a:pt x="7091" y="87694"/>
                </a:lnTo>
                <a:lnTo>
                  <a:pt x="9430" y="80151"/>
                </a:lnTo>
                <a:lnTo>
                  <a:pt x="9957" y="78772"/>
                </a:lnTo>
                <a:lnTo>
                  <a:pt x="11843" y="72607"/>
                </a:lnTo>
                <a:lnTo>
                  <a:pt x="13491" y="65063"/>
                </a:lnTo>
                <a:lnTo>
                  <a:pt x="14671" y="57520"/>
                </a:lnTo>
                <a:lnTo>
                  <a:pt x="16973" y="49976"/>
                </a:lnTo>
                <a:lnTo>
                  <a:pt x="17500" y="48922"/>
                </a:lnTo>
                <a:lnTo>
                  <a:pt x="19873" y="42433"/>
                </a:lnTo>
                <a:lnTo>
                  <a:pt x="17500" y="39529"/>
                </a:lnTo>
                <a:lnTo>
                  <a:pt x="9957" y="37755"/>
                </a:lnTo>
                <a:lnTo>
                  <a:pt x="2413" y="37302"/>
                </a:lnTo>
                <a:lnTo>
                  <a:pt x="0" y="34889"/>
                </a:lnTo>
                <a:lnTo>
                  <a:pt x="2413" y="32476"/>
                </a:lnTo>
                <a:lnTo>
                  <a:pt x="9957" y="32023"/>
                </a:lnTo>
                <a:lnTo>
                  <a:pt x="17500" y="31683"/>
                </a:lnTo>
                <a:lnTo>
                  <a:pt x="22178" y="27345"/>
                </a:lnTo>
                <a:lnTo>
                  <a:pt x="24572" y="19802"/>
                </a:lnTo>
                <a:lnTo>
                  <a:pt x="25044" y="18859"/>
                </a:lnTo>
                <a:lnTo>
                  <a:pt x="27444" y="12258"/>
                </a:lnTo>
                <a:lnTo>
                  <a:pt x="28801" y="4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music-source-formula-2-glyph-16">
            <a:extLst xmlns:a="http://schemas.openxmlformats.org/drawingml/2006/main">
              <a:ext uri="{FF2B5EF4-FFF2-40B4-BE49-F238E27FC236}">
                <a16:creationId xmlns:a16="http://schemas.microsoft.com/office/drawing/2014/main" id="{6C0BC9B2-E58D-42DC-8C38-B57F0BFE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006" y="2323851"/>
            <a:ext cx="55690" cy="105154"/>
          </a:xfrm>
          <a:custGeom xmlns:a="http://schemas.openxmlformats.org/drawingml/2006/main">
            <a:pathLst>
              <a:path w="55690" h="105154">
                <a:moveTo>
                  <a:pt x="28816" y="4715"/>
                </a:moveTo>
                <a:lnTo>
                  <a:pt x="32587" y="0"/>
                </a:lnTo>
                <a:lnTo>
                  <a:pt x="40131" y="416"/>
                </a:lnTo>
                <a:lnTo>
                  <a:pt x="42997" y="4715"/>
                </a:lnTo>
                <a:lnTo>
                  <a:pt x="40658" y="12258"/>
                </a:lnTo>
                <a:lnTo>
                  <a:pt x="40131" y="13312"/>
                </a:lnTo>
                <a:lnTo>
                  <a:pt x="37758" y="19802"/>
                </a:lnTo>
                <a:lnTo>
                  <a:pt x="36344" y="27345"/>
                </a:lnTo>
                <a:lnTo>
                  <a:pt x="40131" y="32060"/>
                </a:lnTo>
                <a:lnTo>
                  <a:pt x="47675" y="32060"/>
                </a:lnTo>
                <a:lnTo>
                  <a:pt x="55218" y="34418"/>
                </a:lnTo>
                <a:lnTo>
                  <a:pt x="55690" y="34889"/>
                </a:lnTo>
                <a:lnTo>
                  <a:pt x="55218" y="35361"/>
                </a:lnTo>
                <a:lnTo>
                  <a:pt x="47675" y="37718"/>
                </a:lnTo>
                <a:lnTo>
                  <a:pt x="40131" y="37718"/>
                </a:lnTo>
                <a:lnTo>
                  <a:pt x="33059" y="42433"/>
                </a:lnTo>
                <a:lnTo>
                  <a:pt x="32587" y="43376"/>
                </a:lnTo>
                <a:lnTo>
                  <a:pt x="30174" y="49976"/>
                </a:lnTo>
                <a:lnTo>
                  <a:pt x="28831" y="57520"/>
                </a:lnTo>
                <a:lnTo>
                  <a:pt x="27910" y="65063"/>
                </a:lnTo>
                <a:lnTo>
                  <a:pt x="25567" y="72607"/>
                </a:lnTo>
                <a:lnTo>
                  <a:pt x="25044" y="73661"/>
                </a:lnTo>
                <a:lnTo>
                  <a:pt x="22671" y="80151"/>
                </a:lnTo>
                <a:lnTo>
                  <a:pt x="21287" y="87694"/>
                </a:lnTo>
                <a:lnTo>
                  <a:pt x="21287" y="95238"/>
                </a:lnTo>
                <a:lnTo>
                  <a:pt x="25044" y="100396"/>
                </a:lnTo>
                <a:lnTo>
                  <a:pt x="32587" y="100396"/>
                </a:lnTo>
                <a:lnTo>
                  <a:pt x="36914" y="102781"/>
                </a:lnTo>
                <a:lnTo>
                  <a:pt x="32587" y="105154"/>
                </a:lnTo>
                <a:lnTo>
                  <a:pt x="25044" y="105154"/>
                </a:lnTo>
                <a:lnTo>
                  <a:pt x="17500" y="105154"/>
                </a:lnTo>
                <a:lnTo>
                  <a:pt x="14904" y="102781"/>
                </a:lnTo>
                <a:lnTo>
                  <a:pt x="9957" y="97355"/>
                </a:lnTo>
                <a:lnTo>
                  <a:pt x="8026" y="95238"/>
                </a:lnTo>
                <a:lnTo>
                  <a:pt x="7091" y="87694"/>
                </a:lnTo>
                <a:lnTo>
                  <a:pt x="9430" y="80151"/>
                </a:lnTo>
                <a:lnTo>
                  <a:pt x="9957" y="78772"/>
                </a:lnTo>
                <a:lnTo>
                  <a:pt x="11843" y="72607"/>
                </a:lnTo>
                <a:lnTo>
                  <a:pt x="13459" y="65063"/>
                </a:lnTo>
                <a:lnTo>
                  <a:pt x="14634" y="57520"/>
                </a:lnTo>
                <a:lnTo>
                  <a:pt x="17029" y="49976"/>
                </a:lnTo>
                <a:lnTo>
                  <a:pt x="17500" y="49033"/>
                </a:lnTo>
                <a:lnTo>
                  <a:pt x="19913" y="42433"/>
                </a:lnTo>
                <a:lnTo>
                  <a:pt x="17500" y="39499"/>
                </a:lnTo>
                <a:lnTo>
                  <a:pt x="9957" y="37741"/>
                </a:lnTo>
                <a:lnTo>
                  <a:pt x="2413" y="37289"/>
                </a:lnTo>
                <a:lnTo>
                  <a:pt x="0" y="34889"/>
                </a:lnTo>
                <a:lnTo>
                  <a:pt x="2413" y="32476"/>
                </a:lnTo>
                <a:lnTo>
                  <a:pt x="9957" y="32023"/>
                </a:lnTo>
                <a:lnTo>
                  <a:pt x="17500" y="31683"/>
                </a:lnTo>
                <a:lnTo>
                  <a:pt x="22178" y="27345"/>
                </a:lnTo>
                <a:lnTo>
                  <a:pt x="24572" y="19802"/>
                </a:lnTo>
                <a:lnTo>
                  <a:pt x="25044" y="18859"/>
                </a:lnTo>
                <a:lnTo>
                  <a:pt x="27444" y="12258"/>
                </a:lnTo>
                <a:lnTo>
                  <a:pt x="28816" y="4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music-source-formula-2-glyph-17">
            <a:extLst xmlns:a="http://schemas.openxmlformats.org/drawingml/2006/main">
              <a:ext uri="{FF2B5EF4-FFF2-40B4-BE49-F238E27FC236}">
                <a16:creationId xmlns:a16="http://schemas.microsoft.com/office/drawing/2014/main" id="{54FD3063-D563-4513-91FA-7AED2FCD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588" y="2351724"/>
            <a:ext cx="22150" cy="32864"/>
          </a:xfrm>
          <a:custGeom xmlns:a="http://schemas.openxmlformats.org/drawingml/2006/main">
            <a:pathLst>
              <a:path w="22150" h="32864">
                <a:moveTo>
                  <a:pt x="1175" y="7017"/>
                </a:moveTo>
                <a:lnTo>
                  <a:pt x="4678" y="2931"/>
                </a:lnTo>
                <a:lnTo>
                  <a:pt x="12221" y="0"/>
                </a:lnTo>
                <a:lnTo>
                  <a:pt x="19765" y="4113"/>
                </a:lnTo>
                <a:lnTo>
                  <a:pt x="22150" y="7017"/>
                </a:lnTo>
                <a:lnTo>
                  <a:pt x="20236" y="14560"/>
                </a:lnTo>
                <a:lnTo>
                  <a:pt x="19765" y="15032"/>
                </a:lnTo>
                <a:lnTo>
                  <a:pt x="12221" y="20174"/>
                </a:lnTo>
                <a:lnTo>
                  <a:pt x="10291" y="22104"/>
                </a:lnTo>
                <a:lnTo>
                  <a:pt x="12221" y="25876"/>
                </a:lnTo>
                <a:lnTo>
                  <a:pt x="14352" y="29647"/>
                </a:lnTo>
                <a:lnTo>
                  <a:pt x="12221" y="32864"/>
                </a:lnTo>
                <a:lnTo>
                  <a:pt x="4678" y="30174"/>
                </a:lnTo>
                <a:lnTo>
                  <a:pt x="4151" y="29647"/>
                </a:lnTo>
                <a:lnTo>
                  <a:pt x="668" y="22104"/>
                </a:lnTo>
                <a:lnTo>
                  <a:pt x="0" y="14560"/>
                </a:lnTo>
                <a:lnTo>
                  <a:pt x="1175" y="70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music-source-formula-2-glyph-18">
            <a:extLst xmlns:a="http://schemas.openxmlformats.org/drawingml/2006/main">
              <a:ext uri="{FF2B5EF4-FFF2-40B4-BE49-F238E27FC236}">
                <a16:creationId xmlns:a16="http://schemas.microsoft.com/office/drawing/2014/main" id="{9AF4A403-5DAC-4695-9ACB-0D8294AD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9" y="2359486"/>
            <a:ext cx="6549" cy="18609"/>
          </a:xfrm>
          <a:custGeom xmlns:a="http://schemas.openxmlformats.org/drawingml/2006/main">
            <a:pathLst>
              <a:path w="6549" h="18609">
                <a:moveTo>
                  <a:pt x="573" y="6798"/>
                </a:moveTo>
                <a:lnTo>
                  <a:pt x="3439" y="0"/>
                </a:lnTo>
                <a:lnTo>
                  <a:pt x="6549" y="6798"/>
                </a:lnTo>
                <a:lnTo>
                  <a:pt x="6305" y="14342"/>
                </a:lnTo>
                <a:lnTo>
                  <a:pt x="3439" y="18609"/>
                </a:lnTo>
                <a:lnTo>
                  <a:pt x="0" y="14342"/>
                </a:lnTo>
                <a:lnTo>
                  <a:pt x="573" y="6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music-source-formula-2-glyph-19">
            <a:extLst xmlns:a="http://schemas.openxmlformats.org/drawingml/2006/main">
              <a:ext uri="{FF2B5EF4-FFF2-40B4-BE49-F238E27FC236}">
                <a16:creationId xmlns:a16="http://schemas.microsoft.com/office/drawing/2014/main" id="{E1A8BF59-EFAF-46E7-A98A-6D2CDD80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909" y="2359486"/>
            <a:ext cx="6549" cy="18609"/>
          </a:xfrm>
          <a:custGeom xmlns:a="http://schemas.openxmlformats.org/drawingml/2006/main">
            <a:pathLst>
              <a:path w="6549" h="18609">
                <a:moveTo>
                  <a:pt x="573" y="6798"/>
                </a:moveTo>
                <a:lnTo>
                  <a:pt x="3439" y="0"/>
                </a:lnTo>
                <a:lnTo>
                  <a:pt x="6549" y="6798"/>
                </a:lnTo>
                <a:lnTo>
                  <a:pt x="6305" y="14342"/>
                </a:lnTo>
                <a:lnTo>
                  <a:pt x="3439" y="18609"/>
                </a:lnTo>
                <a:lnTo>
                  <a:pt x="0" y="14342"/>
                </a:lnTo>
                <a:lnTo>
                  <a:pt x="573" y="6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music-source-formula-2-glyph-20">
            <a:extLst xmlns:a="http://schemas.openxmlformats.org/drawingml/2006/main">
              <a:ext uri="{FF2B5EF4-FFF2-40B4-BE49-F238E27FC236}">
                <a16:creationId xmlns:a16="http://schemas.microsoft.com/office/drawing/2014/main" id="{9F44D1C8-3DC0-4D59-8615-417E0C8B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38" y="2378285"/>
            <a:ext cx="7669" cy="5915"/>
          </a:xfrm>
          <a:custGeom xmlns:a="http://schemas.openxmlformats.org/drawingml/2006/main">
            <a:pathLst>
              <a:path w="7669" h="5915">
                <a:moveTo>
                  <a:pt x="0" y="3086"/>
                </a:moveTo>
                <a:lnTo>
                  <a:pt x="4275" y="0"/>
                </a:lnTo>
                <a:lnTo>
                  <a:pt x="7669" y="3086"/>
                </a:lnTo>
                <a:lnTo>
                  <a:pt x="4275" y="5915"/>
                </a:lnTo>
                <a:lnTo>
                  <a:pt x="0" y="30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music-source-formula-2-glyph-21">
            <a:extLst xmlns:a="http://schemas.openxmlformats.org/drawingml/2006/main">
              <a:ext uri="{FF2B5EF4-FFF2-40B4-BE49-F238E27FC236}">
                <a16:creationId xmlns:a16="http://schemas.microsoft.com/office/drawing/2014/main" id="{BEF52667-0F4B-4335-9C1F-05BD8AA1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88" y="2378996"/>
            <a:ext cx="5029" cy="7090"/>
          </a:xfrm>
          <a:custGeom xmlns:a="http://schemas.openxmlformats.org/drawingml/2006/main">
            <a:pathLst>
              <a:path w="5029" h="7090">
                <a:moveTo>
                  <a:pt x="0" y="2375"/>
                </a:moveTo>
                <a:lnTo>
                  <a:pt x="1886" y="0"/>
                </a:lnTo>
                <a:lnTo>
                  <a:pt x="5029" y="2375"/>
                </a:lnTo>
                <a:lnTo>
                  <a:pt x="1886" y="7090"/>
                </a:lnTo>
                <a:lnTo>
                  <a:pt x="0" y="23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music-source-formula-2-glyph-22">
            <a:extLst xmlns:a="http://schemas.openxmlformats.org/drawingml/2006/main">
              <a:ext uri="{FF2B5EF4-FFF2-40B4-BE49-F238E27FC236}">
                <a16:creationId xmlns:a16="http://schemas.microsoft.com/office/drawing/2014/main" id="{39485CD5-F3B2-4A37-A874-EAABDE28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44" y="2378262"/>
            <a:ext cx="7738" cy="5976"/>
          </a:xfrm>
          <a:custGeom xmlns:a="http://schemas.openxmlformats.org/drawingml/2006/main">
            <a:pathLst>
              <a:path w="7738" h="5976">
                <a:moveTo>
                  <a:pt x="0" y="3110"/>
                </a:moveTo>
                <a:lnTo>
                  <a:pt x="4299" y="0"/>
                </a:lnTo>
                <a:lnTo>
                  <a:pt x="7738" y="3110"/>
                </a:lnTo>
                <a:lnTo>
                  <a:pt x="4299" y="5976"/>
                </a:lnTo>
                <a:lnTo>
                  <a:pt x="0" y="31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music-source-formula-2-glyph-23">
            <a:extLst xmlns:a="http://schemas.openxmlformats.org/drawingml/2006/main">
              <a:ext uri="{FF2B5EF4-FFF2-40B4-BE49-F238E27FC236}">
                <a16:creationId xmlns:a16="http://schemas.microsoft.com/office/drawing/2014/main" id="{CEC46E32-3CC5-46A9-B05E-849092EA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74" y="2378958"/>
            <a:ext cx="5116" cy="7239"/>
          </a:xfrm>
          <a:custGeom xmlns:a="http://schemas.openxmlformats.org/drawingml/2006/main">
            <a:pathLst>
              <a:path w="5116" h="7239">
                <a:moveTo>
                  <a:pt x="0" y="2413"/>
                </a:moveTo>
                <a:lnTo>
                  <a:pt x="1930" y="0"/>
                </a:lnTo>
                <a:lnTo>
                  <a:pt x="5116" y="2413"/>
                </a:lnTo>
                <a:lnTo>
                  <a:pt x="1930" y="7239"/>
                </a:lnTo>
                <a:lnTo>
                  <a:pt x="0" y="2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music-source-formula-2-glyph-24">
            <a:extLst xmlns:a="http://schemas.openxmlformats.org/drawingml/2006/main">
              <a:ext uri="{FF2B5EF4-FFF2-40B4-BE49-F238E27FC236}">
                <a16:creationId xmlns:a16="http://schemas.microsoft.com/office/drawing/2014/main" id="{91016863-7728-4418-80BB-BBA40B95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549" y="2386086"/>
            <a:ext cx="39232" cy="5672"/>
          </a:xfrm>
          <a:custGeom xmlns:a="http://schemas.openxmlformats.org/drawingml/2006/main">
            <a:pathLst>
              <a:path w="39232" h="5672">
                <a:moveTo>
                  <a:pt x="0" y="2829"/>
                </a:moveTo>
                <a:lnTo>
                  <a:pt x="3804" y="189"/>
                </a:lnTo>
                <a:lnTo>
                  <a:pt x="11347" y="0"/>
                </a:lnTo>
                <a:lnTo>
                  <a:pt x="18891" y="0"/>
                </a:lnTo>
                <a:lnTo>
                  <a:pt x="26435" y="456"/>
                </a:lnTo>
                <a:lnTo>
                  <a:pt x="33978" y="233"/>
                </a:lnTo>
                <a:lnTo>
                  <a:pt x="39232" y="2829"/>
                </a:lnTo>
                <a:lnTo>
                  <a:pt x="33978" y="5214"/>
                </a:lnTo>
                <a:lnTo>
                  <a:pt x="26435" y="5214"/>
                </a:lnTo>
                <a:lnTo>
                  <a:pt x="18891" y="5672"/>
                </a:lnTo>
                <a:lnTo>
                  <a:pt x="11347" y="5672"/>
                </a:lnTo>
                <a:lnTo>
                  <a:pt x="3804" y="5242"/>
                </a:lnTo>
                <a:lnTo>
                  <a:pt x="0" y="2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music-source-formula-2-glyph-25">
            <a:extLst xmlns:a="http://schemas.openxmlformats.org/drawingml/2006/main">
              <a:ext uri="{FF2B5EF4-FFF2-40B4-BE49-F238E27FC236}">
                <a16:creationId xmlns:a16="http://schemas.microsoft.com/office/drawing/2014/main" id="{D44C0BBA-752A-46F8-98A4-71F4BFB3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41" y="2408593"/>
            <a:ext cx="5713" cy="9554"/>
          </a:xfrm>
          <a:custGeom xmlns:a="http://schemas.openxmlformats.org/drawingml/2006/main">
            <a:pathLst>
              <a:path w="5713" h="9554">
                <a:moveTo>
                  <a:pt x="0" y="2953"/>
                </a:moveTo>
                <a:lnTo>
                  <a:pt x="2413" y="0"/>
                </a:lnTo>
                <a:lnTo>
                  <a:pt x="5713" y="2953"/>
                </a:lnTo>
                <a:lnTo>
                  <a:pt x="2413" y="9554"/>
                </a:lnTo>
                <a:lnTo>
                  <a:pt x="0" y="29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music-source-formula-2-glyph-26">
            <a:extLst xmlns:a="http://schemas.openxmlformats.org/drawingml/2006/main">
              <a:ext uri="{FF2B5EF4-FFF2-40B4-BE49-F238E27FC236}">
                <a16:creationId xmlns:a16="http://schemas.microsoft.com/office/drawing/2014/main" id="{500C0685-76E8-4E98-B5C1-64D4AFED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411" y="2408642"/>
            <a:ext cx="5617" cy="9393"/>
          </a:xfrm>
          <a:custGeom xmlns:a="http://schemas.openxmlformats.org/drawingml/2006/main">
            <a:pathLst>
              <a:path w="5617" h="9393">
                <a:moveTo>
                  <a:pt x="0" y="2903"/>
                </a:moveTo>
                <a:lnTo>
                  <a:pt x="2373" y="0"/>
                </a:lnTo>
                <a:lnTo>
                  <a:pt x="5617" y="2903"/>
                </a:lnTo>
                <a:lnTo>
                  <a:pt x="2373" y="9393"/>
                </a:lnTo>
                <a:lnTo>
                  <a:pt x="0" y="29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music-source-formula-2-glyph-27">
            <a:extLst xmlns:a="http://schemas.openxmlformats.org/drawingml/2006/main">
              <a:ext uri="{FF2B5EF4-FFF2-40B4-BE49-F238E27FC236}">
                <a16:creationId xmlns:a16="http://schemas.microsoft.com/office/drawing/2014/main" id="{01BC9465-4EAB-414D-B1BF-A19522D4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268" y="2408612"/>
            <a:ext cx="5713" cy="9534"/>
          </a:xfrm>
          <a:custGeom xmlns:a="http://schemas.openxmlformats.org/drawingml/2006/main">
            <a:pathLst>
              <a:path w="5713" h="9534">
                <a:moveTo>
                  <a:pt x="0" y="2934"/>
                </a:moveTo>
                <a:lnTo>
                  <a:pt x="2413" y="0"/>
                </a:lnTo>
                <a:lnTo>
                  <a:pt x="5713" y="2934"/>
                </a:lnTo>
                <a:lnTo>
                  <a:pt x="2413" y="9534"/>
                </a:lnTo>
                <a:lnTo>
                  <a:pt x="0" y="29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music-source-formula-2-glyph-28">
            <a:extLst xmlns:a="http://schemas.openxmlformats.org/drawingml/2006/main">
              <a:ext uri="{FF2B5EF4-FFF2-40B4-BE49-F238E27FC236}">
                <a16:creationId xmlns:a16="http://schemas.microsoft.com/office/drawing/2014/main" id="{225CCBAA-3944-4F5B-8519-4B69AE3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3" y="2418562"/>
            <a:ext cx="4508" cy="1905"/>
          </a:xfrm>
          <a:custGeom xmlns:a="http://schemas.openxmlformats.org/drawingml/2006/main">
            <a:pathLst>
              <a:path w="4508" h="1905">
                <a:moveTo>
                  <a:pt x="0" y="527"/>
                </a:moveTo>
                <a:lnTo>
                  <a:pt x="527" y="0"/>
                </a:lnTo>
                <a:lnTo>
                  <a:pt x="4508" y="527"/>
                </a:lnTo>
                <a:lnTo>
                  <a:pt x="527" y="1905"/>
                </a:lnTo>
                <a:lnTo>
                  <a:pt x="0" y="5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music-source-formula-2-glyph-29">
            <a:extLst xmlns:a="http://schemas.openxmlformats.org/drawingml/2006/main">
              <a:ext uri="{FF2B5EF4-FFF2-40B4-BE49-F238E27FC236}">
                <a16:creationId xmlns:a16="http://schemas.microsoft.com/office/drawing/2014/main" id="{9FAABED5-4A10-4315-8D14-0EF4121C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769" y="2418618"/>
            <a:ext cx="4034" cy="1705"/>
          </a:xfrm>
          <a:custGeom xmlns:a="http://schemas.openxmlformats.org/drawingml/2006/main">
            <a:pathLst>
              <a:path w="4034" h="1705">
                <a:moveTo>
                  <a:pt x="0" y="471"/>
                </a:moveTo>
                <a:lnTo>
                  <a:pt x="471" y="0"/>
                </a:lnTo>
                <a:lnTo>
                  <a:pt x="4034" y="471"/>
                </a:lnTo>
                <a:lnTo>
                  <a:pt x="471" y="1705"/>
                </a:lnTo>
                <a:lnTo>
                  <a:pt x="0" y="4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music-source-formula-2-glyph-30">
            <a:extLst xmlns:a="http://schemas.openxmlformats.org/drawingml/2006/main">
              <a:ext uri="{FF2B5EF4-FFF2-40B4-BE49-F238E27FC236}">
                <a16:creationId xmlns:a16="http://schemas.microsoft.com/office/drawing/2014/main" id="{5D9C86E0-37E7-4ABD-9E12-D77E92B4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611" y="2418562"/>
            <a:ext cx="4508" cy="1879"/>
          </a:xfrm>
          <a:custGeom xmlns:a="http://schemas.openxmlformats.org/drawingml/2006/main">
            <a:pathLst>
              <a:path w="4508" h="1879">
                <a:moveTo>
                  <a:pt x="0" y="527"/>
                </a:moveTo>
                <a:lnTo>
                  <a:pt x="527" y="0"/>
                </a:lnTo>
                <a:lnTo>
                  <a:pt x="4508" y="527"/>
                </a:lnTo>
                <a:lnTo>
                  <a:pt x="527" y="1879"/>
                </a:lnTo>
                <a:lnTo>
                  <a:pt x="0" y="5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music-source-formula-2-glyph-31">
            <a:extLst xmlns:a="http://schemas.openxmlformats.org/drawingml/2006/main">
              <a:ext uri="{FF2B5EF4-FFF2-40B4-BE49-F238E27FC236}">
                <a16:creationId xmlns:a16="http://schemas.microsoft.com/office/drawing/2014/main" id="{46BB6A93-51AB-4D14-979A-2889908F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892" y="2446906"/>
            <a:ext cx="4558" cy="4243"/>
          </a:xfrm>
          <a:custGeom xmlns:a="http://schemas.openxmlformats.org/drawingml/2006/main">
            <a:pathLst>
              <a:path w="4558" h="4243">
                <a:moveTo>
                  <a:pt x="0" y="2357"/>
                </a:moveTo>
                <a:lnTo>
                  <a:pt x="2672" y="0"/>
                </a:lnTo>
                <a:lnTo>
                  <a:pt x="4558" y="2357"/>
                </a:lnTo>
                <a:lnTo>
                  <a:pt x="2672" y="4243"/>
                </a:lnTo>
                <a:lnTo>
                  <a:pt x="0" y="2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music-source-formula-2-glyph-32">
            <a:extLst xmlns:a="http://schemas.openxmlformats.org/drawingml/2006/main">
              <a:ext uri="{FF2B5EF4-FFF2-40B4-BE49-F238E27FC236}">
                <a16:creationId xmlns:a16="http://schemas.microsoft.com/office/drawing/2014/main" id="{B3ACD77A-4B5A-4084-94B7-DB27F1A3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46" y="2446592"/>
            <a:ext cx="4254" cy="4558"/>
          </a:xfrm>
          <a:custGeom xmlns:a="http://schemas.openxmlformats.org/drawingml/2006/main">
            <a:pathLst>
              <a:path w="4254" h="4558">
                <a:moveTo>
                  <a:pt x="0" y="2672"/>
                </a:moveTo>
                <a:lnTo>
                  <a:pt x="1897" y="0"/>
                </a:lnTo>
                <a:lnTo>
                  <a:pt x="4254" y="2672"/>
                </a:lnTo>
                <a:lnTo>
                  <a:pt x="1897" y="4558"/>
                </a:lnTo>
                <a:lnTo>
                  <a:pt x="0" y="26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17">
            <a:extLst xmlns:a="http://schemas.openxmlformats.org/drawingml/2006/main">
              <a:ext uri="{FF2B5EF4-FFF2-40B4-BE49-F238E27FC236}">
                <a16:creationId xmlns:a16="http://schemas.microsoft.com/office/drawing/2014/main" id="{CB1CA7B0-182C-4A77-8649-98F6A771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439" y="1819252"/>
            <a:ext cx="2143675" cy="745910"/>
          </a:xfrm>
          <a:custGeom xmlns:a="http://schemas.openxmlformats.org/drawingml/2006/main">
            <a:pathLst>
              <a:path w="2143675" h="745910">
                <a:moveTo>
                  <a:pt x="0" y="0"/>
                </a:moveTo>
                <a:lnTo>
                  <a:pt x="2143675" y="0"/>
                </a:lnTo>
                <a:lnTo>
                  <a:pt x="2143675" y="745910"/>
                </a:lnTo>
                <a:lnTo>
                  <a:pt x="0" y="745910"/>
                </a:lnTo>
                <a:close/>
              </a:path>
            </a:pathLst>
          </a:custGeom>
          <a:solidFill xmlns:a="http://schemas.openxmlformats.org/drawingml/2006/main">
            <a:srgbClr val="A4C3F1"/>
          </a:solidFill>
          <a:ln xmlns:a="http://schemas.openxmlformats.org/drawingml/2006/main" w="22631">
            <a:solidFill>
              <a:srgbClr val="575757"/>
            </a:solidFill>
            <a:prstDash val="dash"/>
          </a:ln>
        </p:spPr>
      </p:sp>
      <p:sp>
        <p:nvSpPr>
          <p:cNvPr id="101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24955114-81C7-4672-B8A1-776C78D1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518" y="1842774"/>
            <a:ext cx="1421411" cy="201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 ESTIMATOR</a:t>
            </a:r>
          </a:p>
        </p:txBody>
      </p:sp>
      <p:sp>
        <p:nvSpPr>
          <p:cNvPr id="102" name="pdf-path-20">
            <a:extLst xmlns:a="http://schemas.openxmlformats.org/drawingml/2006/main">
              <a:ext uri="{FF2B5EF4-FFF2-40B4-BE49-F238E27FC236}">
                <a16:creationId xmlns:a16="http://schemas.microsoft.com/office/drawing/2014/main" id="{5C3FCE8A-A511-4C3A-879A-88384531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162" y="839652"/>
            <a:ext cx="495050" cy="966524"/>
          </a:xfrm>
          <a:custGeom xmlns:a="http://schemas.openxmlformats.org/drawingml/2006/main">
            <a:pathLst>
              <a:path w="495050" h="966524">
                <a:moveTo>
                  <a:pt x="0" y="966524"/>
                </a:moveTo>
                <a:lnTo>
                  <a:pt x="49505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20116">
            <a:solidFill>
              <a:srgbClr val="000000"/>
            </a:solidFill>
            <a:prstDash val="solid"/>
          </a:ln>
        </p:spPr>
      </p:sp>
      <p:sp>
        <p:nvSpPr>
          <p:cNvPr id="103" name="pdf-path-22">
            <a:extLst xmlns:a="http://schemas.openxmlformats.org/drawingml/2006/main">
              <a:ext uri="{FF2B5EF4-FFF2-40B4-BE49-F238E27FC236}">
                <a16:creationId xmlns:a16="http://schemas.microsoft.com/office/drawing/2014/main" id="{BF54B9A7-1951-47E8-80D7-5E315861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370" y="821734"/>
            <a:ext cx="100033" cy="143679"/>
          </a:xfrm>
          <a:custGeom xmlns:a="http://schemas.openxmlformats.org/drawingml/2006/main">
            <a:pathLst>
              <a:path w="100033" h="143679">
                <a:moveTo>
                  <a:pt x="54182" y="89543"/>
                </a:moveTo>
                <a:lnTo>
                  <a:pt x="71628" y="143679"/>
                </a:lnTo>
                <a:lnTo>
                  <a:pt x="100033" y="0"/>
                </a:lnTo>
                <a:lnTo>
                  <a:pt x="0" y="106979"/>
                </a:lnTo>
                <a:lnTo>
                  <a:pt x="54182" y="895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4891">
            <a:solidFill>
              <a:srgbClr val="000000"/>
            </a:solidFill>
            <a:prstDash val="solid"/>
          </a:ln>
        </p:spPr>
      </p:sp>
      <p:sp>
        <p:nvSpPr>
          <p:cNvPr id="104" name="music-source-formula-3-glyph-0">
            <a:extLst xmlns:a="http://schemas.openxmlformats.org/drawingml/2006/main">
              <a:ext uri="{FF2B5EF4-FFF2-40B4-BE49-F238E27FC236}">
                <a16:creationId xmlns:a16="http://schemas.microsoft.com/office/drawing/2014/main" id="{508C3B9B-3FB2-40A8-B5D2-4F68B0F1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374" y="1126238"/>
            <a:ext cx="72681" cy="111328"/>
          </a:xfrm>
          <a:custGeom xmlns:a="http://schemas.openxmlformats.org/drawingml/2006/main">
            <a:pathLst>
              <a:path w="72681" h="111328">
                <a:moveTo>
                  <a:pt x="45568" y="2852"/>
                </a:moveTo>
                <a:lnTo>
                  <a:pt x="47147" y="1636"/>
                </a:lnTo>
                <a:lnTo>
                  <a:pt x="54691" y="23"/>
                </a:lnTo>
                <a:lnTo>
                  <a:pt x="62235" y="0"/>
                </a:lnTo>
                <a:lnTo>
                  <a:pt x="69778" y="479"/>
                </a:lnTo>
                <a:lnTo>
                  <a:pt x="72681" y="2852"/>
                </a:lnTo>
                <a:lnTo>
                  <a:pt x="69778" y="5755"/>
                </a:lnTo>
                <a:lnTo>
                  <a:pt x="62235" y="5718"/>
                </a:lnTo>
                <a:lnTo>
                  <a:pt x="54691" y="5681"/>
                </a:lnTo>
                <a:lnTo>
                  <a:pt x="47670" y="10395"/>
                </a:lnTo>
                <a:lnTo>
                  <a:pt x="47147" y="10922"/>
                </a:lnTo>
                <a:lnTo>
                  <a:pt x="39604" y="17468"/>
                </a:lnTo>
                <a:lnTo>
                  <a:pt x="39132" y="17939"/>
                </a:lnTo>
                <a:lnTo>
                  <a:pt x="34926" y="25483"/>
                </a:lnTo>
                <a:lnTo>
                  <a:pt x="32060" y="29781"/>
                </a:lnTo>
                <a:lnTo>
                  <a:pt x="29675" y="33026"/>
                </a:lnTo>
                <a:lnTo>
                  <a:pt x="28288" y="40570"/>
                </a:lnTo>
                <a:lnTo>
                  <a:pt x="26403" y="48113"/>
                </a:lnTo>
                <a:lnTo>
                  <a:pt x="24517" y="51841"/>
                </a:lnTo>
                <a:lnTo>
                  <a:pt x="22598" y="55657"/>
                </a:lnTo>
                <a:lnTo>
                  <a:pt x="21345" y="63200"/>
                </a:lnTo>
                <a:lnTo>
                  <a:pt x="20760" y="70744"/>
                </a:lnTo>
                <a:lnTo>
                  <a:pt x="19802" y="78288"/>
                </a:lnTo>
                <a:lnTo>
                  <a:pt x="19373" y="85831"/>
                </a:lnTo>
                <a:lnTo>
                  <a:pt x="20490" y="93375"/>
                </a:lnTo>
                <a:lnTo>
                  <a:pt x="23259" y="100918"/>
                </a:lnTo>
                <a:lnTo>
                  <a:pt x="24517" y="103181"/>
                </a:lnTo>
                <a:lnTo>
                  <a:pt x="32060" y="105610"/>
                </a:lnTo>
                <a:lnTo>
                  <a:pt x="39604" y="105610"/>
                </a:lnTo>
                <a:lnTo>
                  <a:pt x="47147" y="107505"/>
                </a:lnTo>
                <a:lnTo>
                  <a:pt x="47619" y="108462"/>
                </a:lnTo>
                <a:lnTo>
                  <a:pt x="47147" y="108933"/>
                </a:lnTo>
                <a:lnTo>
                  <a:pt x="39604" y="111314"/>
                </a:lnTo>
                <a:lnTo>
                  <a:pt x="32060" y="111328"/>
                </a:lnTo>
                <a:lnTo>
                  <a:pt x="24517" y="110875"/>
                </a:lnTo>
                <a:lnTo>
                  <a:pt x="20745" y="108462"/>
                </a:lnTo>
                <a:lnTo>
                  <a:pt x="16973" y="106062"/>
                </a:lnTo>
                <a:lnTo>
                  <a:pt x="11348" y="100918"/>
                </a:lnTo>
                <a:lnTo>
                  <a:pt x="9429" y="98788"/>
                </a:lnTo>
                <a:lnTo>
                  <a:pt x="5675" y="93375"/>
                </a:lnTo>
                <a:lnTo>
                  <a:pt x="3143" y="85831"/>
                </a:lnTo>
                <a:lnTo>
                  <a:pt x="1886" y="80174"/>
                </a:lnTo>
                <a:lnTo>
                  <a:pt x="1414" y="78288"/>
                </a:lnTo>
                <a:lnTo>
                  <a:pt x="0" y="70744"/>
                </a:lnTo>
                <a:lnTo>
                  <a:pt x="1414" y="63200"/>
                </a:lnTo>
                <a:lnTo>
                  <a:pt x="1886" y="61315"/>
                </a:lnTo>
                <a:lnTo>
                  <a:pt x="3143" y="55657"/>
                </a:lnTo>
                <a:lnTo>
                  <a:pt x="5388" y="48113"/>
                </a:lnTo>
                <a:lnTo>
                  <a:pt x="7499" y="40570"/>
                </a:lnTo>
                <a:lnTo>
                  <a:pt x="9429" y="38175"/>
                </a:lnTo>
                <a:lnTo>
                  <a:pt x="12635" y="33026"/>
                </a:lnTo>
                <a:lnTo>
                  <a:pt x="16973" y="26010"/>
                </a:lnTo>
                <a:lnTo>
                  <a:pt x="17500" y="25483"/>
                </a:lnTo>
                <a:lnTo>
                  <a:pt x="23259" y="17939"/>
                </a:lnTo>
                <a:lnTo>
                  <a:pt x="24517" y="16673"/>
                </a:lnTo>
                <a:lnTo>
                  <a:pt x="32060" y="10867"/>
                </a:lnTo>
                <a:lnTo>
                  <a:pt x="32532" y="10395"/>
                </a:lnTo>
                <a:lnTo>
                  <a:pt x="39604" y="6024"/>
                </a:lnTo>
                <a:lnTo>
                  <a:pt x="45568" y="2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music-source-formula-3-glyph-1">
            <a:extLst xmlns:a="http://schemas.openxmlformats.org/drawingml/2006/main">
              <a:ext uri="{FF2B5EF4-FFF2-40B4-BE49-F238E27FC236}">
                <a16:creationId xmlns:a16="http://schemas.microsoft.com/office/drawing/2014/main" id="{644A1C94-C5C1-4FD9-88C4-FDAF8080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522" y="1131918"/>
            <a:ext cx="42734" cy="105953"/>
          </a:xfrm>
          <a:custGeom xmlns:a="http://schemas.openxmlformats.org/drawingml/2006/main">
            <a:pathLst>
              <a:path w="42734" h="105953">
                <a:moveTo>
                  <a:pt x="14754" y="4715"/>
                </a:moveTo>
                <a:lnTo>
                  <a:pt x="18173" y="1296"/>
                </a:lnTo>
                <a:lnTo>
                  <a:pt x="23849" y="4715"/>
                </a:lnTo>
                <a:lnTo>
                  <a:pt x="25717" y="5980"/>
                </a:lnTo>
                <a:lnTo>
                  <a:pt x="26974" y="4715"/>
                </a:lnTo>
                <a:lnTo>
                  <a:pt x="33260" y="0"/>
                </a:lnTo>
                <a:lnTo>
                  <a:pt x="40804" y="2598"/>
                </a:lnTo>
                <a:lnTo>
                  <a:pt x="42734" y="4715"/>
                </a:lnTo>
                <a:lnTo>
                  <a:pt x="41279" y="12258"/>
                </a:lnTo>
                <a:lnTo>
                  <a:pt x="40804" y="13215"/>
                </a:lnTo>
                <a:lnTo>
                  <a:pt x="38431" y="19802"/>
                </a:lnTo>
                <a:lnTo>
                  <a:pt x="37032" y="27345"/>
                </a:lnTo>
                <a:lnTo>
                  <a:pt x="36126" y="34889"/>
                </a:lnTo>
                <a:lnTo>
                  <a:pt x="33787" y="42433"/>
                </a:lnTo>
                <a:lnTo>
                  <a:pt x="33260" y="43471"/>
                </a:lnTo>
                <a:lnTo>
                  <a:pt x="30847" y="49976"/>
                </a:lnTo>
                <a:lnTo>
                  <a:pt x="29489" y="57520"/>
                </a:lnTo>
                <a:lnTo>
                  <a:pt x="28560" y="65063"/>
                </a:lnTo>
                <a:lnTo>
                  <a:pt x="26244" y="72607"/>
                </a:lnTo>
                <a:lnTo>
                  <a:pt x="25717" y="73959"/>
                </a:lnTo>
                <a:lnTo>
                  <a:pt x="23798" y="80151"/>
                </a:lnTo>
                <a:lnTo>
                  <a:pt x="22851" y="87694"/>
                </a:lnTo>
                <a:lnTo>
                  <a:pt x="23331" y="95238"/>
                </a:lnTo>
                <a:lnTo>
                  <a:pt x="25717" y="98160"/>
                </a:lnTo>
                <a:lnTo>
                  <a:pt x="33260" y="99929"/>
                </a:lnTo>
                <a:lnTo>
                  <a:pt x="38992" y="102781"/>
                </a:lnTo>
                <a:lnTo>
                  <a:pt x="33260" y="105633"/>
                </a:lnTo>
                <a:lnTo>
                  <a:pt x="25717" y="105953"/>
                </a:lnTo>
                <a:lnTo>
                  <a:pt x="18173" y="103253"/>
                </a:lnTo>
                <a:lnTo>
                  <a:pt x="17702" y="102781"/>
                </a:lnTo>
                <a:lnTo>
                  <a:pt x="10630" y="95761"/>
                </a:lnTo>
                <a:lnTo>
                  <a:pt x="9927" y="95238"/>
                </a:lnTo>
                <a:lnTo>
                  <a:pt x="3086" y="91109"/>
                </a:lnTo>
                <a:lnTo>
                  <a:pt x="0" y="87694"/>
                </a:lnTo>
                <a:lnTo>
                  <a:pt x="3086" y="83922"/>
                </a:lnTo>
                <a:lnTo>
                  <a:pt x="5929" y="80151"/>
                </a:lnTo>
                <a:lnTo>
                  <a:pt x="7764" y="72607"/>
                </a:lnTo>
                <a:lnTo>
                  <a:pt x="10630" y="65809"/>
                </a:lnTo>
                <a:lnTo>
                  <a:pt x="11101" y="65063"/>
                </a:lnTo>
                <a:lnTo>
                  <a:pt x="13458" y="57520"/>
                </a:lnTo>
                <a:lnTo>
                  <a:pt x="14416" y="49976"/>
                </a:lnTo>
                <a:lnTo>
                  <a:pt x="15801" y="42433"/>
                </a:lnTo>
                <a:lnTo>
                  <a:pt x="18173" y="35943"/>
                </a:lnTo>
                <a:lnTo>
                  <a:pt x="18700" y="34889"/>
                </a:lnTo>
                <a:lnTo>
                  <a:pt x="21039" y="27345"/>
                </a:lnTo>
                <a:lnTo>
                  <a:pt x="21707" y="19802"/>
                </a:lnTo>
                <a:lnTo>
                  <a:pt x="19439" y="12258"/>
                </a:lnTo>
                <a:lnTo>
                  <a:pt x="18173" y="10391"/>
                </a:lnTo>
                <a:lnTo>
                  <a:pt x="14754" y="4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music-source-formula-3-glyph-2">
            <a:extLst xmlns:a="http://schemas.openxmlformats.org/drawingml/2006/main">
              <a:ext uri="{FF2B5EF4-FFF2-40B4-BE49-F238E27FC236}">
                <a16:creationId xmlns:a16="http://schemas.microsoft.com/office/drawing/2014/main" id="{053F4B02-61D6-4EDA-815C-1A30FA1E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659" y="1169659"/>
            <a:ext cx="55662" cy="105159"/>
          </a:xfrm>
          <a:custGeom xmlns:a="http://schemas.openxmlformats.org/drawingml/2006/main">
            <a:pathLst>
              <a:path w="55662" h="105159">
                <a:moveTo>
                  <a:pt x="28788" y="4692"/>
                </a:moveTo>
                <a:lnTo>
                  <a:pt x="32560" y="0"/>
                </a:lnTo>
                <a:lnTo>
                  <a:pt x="40103" y="417"/>
                </a:lnTo>
                <a:lnTo>
                  <a:pt x="42932" y="4692"/>
                </a:lnTo>
                <a:lnTo>
                  <a:pt x="40626" y="12235"/>
                </a:lnTo>
                <a:lnTo>
                  <a:pt x="40103" y="13289"/>
                </a:lnTo>
                <a:lnTo>
                  <a:pt x="37731" y="19779"/>
                </a:lnTo>
                <a:lnTo>
                  <a:pt x="36346" y="27322"/>
                </a:lnTo>
                <a:lnTo>
                  <a:pt x="40103" y="32000"/>
                </a:lnTo>
                <a:lnTo>
                  <a:pt x="47647" y="32000"/>
                </a:lnTo>
                <a:lnTo>
                  <a:pt x="55190" y="34395"/>
                </a:lnTo>
                <a:lnTo>
                  <a:pt x="55662" y="34866"/>
                </a:lnTo>
                <a:lnTo>
                  <a:pt x="55190" y="35338"/>
                </a:lnTo>
                <a:lnTo>
                  <a:pt x="47647" y="37732"/>
                </a:lnTo>
                <a:lnTo>
                  <a:pt x="40103" y="37718"/>
                </a:lnTo>
                <a:lnTo>
                  <a:pt x="33031" y="42410"/>
                </a:lnTo>
                <a:lnTo>
                  <a:pt x="32560" y="43353"/>
                </a:lnTo>
                <a:lnTo>
                  <a:pt x="30159" y="49953"/>
                </a:lnTo>
                <a:lnTo>
                  <a:pt x="28788" y="57497"/>
                </a:lnTo>
                <a:lnTo>
                  <a:pt x="27859" y="65040"/>
                </a:lnTo>
                <a:lnTo>
                  <a:pt x="25539" y="72584"/>
                </a:lnTo>
                <a:lnTo>
                  <a:pt x="25016" y="73638"/>
                </a:lnTo>
                <a:lnTo>
                  <a:pt x="22644" y="80128"/>
                </a:lnTo>
                <a:lnTo>
                  <a:pt x="21230" y="87671"/>
                </a:lnTo>
                <a:lnTo>
                  <a:pt x="21244" y="95215"/>
                </a:lnTo>
                <a:lnTo>
                  <a:pt x="25016" y="100386"/>
                </a:lnTo>
                <a:lnTo>
                  <a:pt x="32560" y="100386"/>
                </a:lnTo>
                <a:lnTo>
                  <a:pt x="36886" y="102758"/>
                </a:lnTo>
                <a:lnTo>
                  <a:pt x="32560" y="105131"/>
                </a:lnTo>
                <a:lnTo>
                  <a:pt x="25016" y="105131"/>
                </a:lnTo>
                <a:lnTo>
                  <a:pt x="17473" y="105159"/>
                </a:lnTo>
                <a:lnTo>
                  <a:pt x="14832" y="102758"/>
                </a:lnTo>
                <a:lnTo>
                  <a:pt x="9929" y="97346"/>
                </a:lnTo>
                <a:lnTo>
                  <a:pt x="8010" y="95215"/>
                </a:lnTo>
                <a:lnTo>
                  <a:pt x="7086" y="87671"/>
                </a:lnTo>
                <a:lnTo>
                  <a:pt x="9402" y="80128"/>
                </a:lnTo>
                <a:lnTo>
                  <a:pt x="9929" y="78749"/>
                </a:lnTo>
                <a:lnTo>
                  <a:pt x="11815" y="72584"/>
                </a:lnTo>
                <a:lnTo>
                  <a:pt x="13463" y="65040"/>
                </a:lnTo>
                <a:lnTo>
                  <a:pt x="14630" y="57497"/>
                </a:lnTo>
                <a:lnTo>
                  <a:pt x="16946" y="49953"/>
                </a:lnTo>
                <a:lnTo>
                  <a:pt x="17473" y="48915"/>
                </a:lnTo>
                <a:lnTo>
                  <a:pt x="19873" y="42410"/>
                </a:lnTo>
                <a:lnTo>
                  <a:pt x="17473" y="39457"/>
                </a:lnTo>
                <a:lnTo>
                  <a:pt x="9929" y="37718"/>
                </a:lnTo>
                <a:lnTo>
                  <a:pt x="2385" y="37239"/>
                </a:lnTo>
                <a:lnTo>
                  <a:pt x="0" y="34866"/>
                </a:lnTo>
                <a:lnTo>
                  <a:pt x="2385" y="32493"/>
                </a:lnTo>
                <a:lnTo>
                  <a:pt x="9929" y="32000"/>
                </a:lnTo>
                <a:lnTo>
                  <a:pt x="17473" y="31680"/>
                </a:lnTo>
                <a:lnTo>
                  <a:pt x="22173" y="27322"/>
                </a:lnTo>
                <a:lnTo>
                  <a:pt x="24541" y="19779"/>
                </a:lnTo>
                <a:lnTo>
                  <a:pt x="25016" y="18836"/>
                </a:lnTo>
                <a:lnTo>
                  <a:pt x="27416" y="12235"/>
                </a:lnTo>
                <a:lnTo>
                  <a:pt x="28788" y="4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music-source-formula-3-glyph-3">
            <a:extLst xmlns:a="http://schemas.openxmlformats.org/drawingml/2006/main">
              <a:ext uri="{FF2B5EF4-FFF2-40B4-BE49-F238E27FC236}">
                <a16:creationId xmlns:a16="http://schemas.microsoft.com/office/drawing/2014/main" id="{224182B9-4D8D-44AE-92F5-E9AF9877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451" y="1205359"/>
            <a:ext cx="6505" cy="18553"/>
          </a:xfrm>
          <a:custGeom xmlns:a="http://schemas.openxmlformats.org/drawingml/2006/main">
            <a:pathLst>
              <a:path w="6505" h="18553">
                <a:moveTo>
                  <a:pt x="576" y="6710"/>
                </a:moveTo>
                <a:lnTo>
                  <a:pt x="3419" y="0"/>
                </a:lnTo>
                <a:lnTo>
                  <a:pt x="6505" y="6710"/>
                </a:lnTo>
                <a:lnTo>
                  <a:pt x="6285" y="14254"/>
                </a:lnTo>
                <a:lnTo>
                  <a:pt x="3419" y="18553"/>
                </a:lnTo>
                <a:lnTo>
                  <a:pt x="0" y="14254"/>
                </a:lnTo>
                <a:lnTo>
                  <a:pt x="576" y="6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music-source-formula-3-glyph-4">
            <a:extLst xmlns:a="http://schemas.openxmlformats.org/drawingml/2006/main">
              <a:ext uri="{FF2B5EF4-FFF2-40B4-BE49-F238E27FC236}">
                <a16:creationId xmlns:a16="http://schemas.microsoft.com/office/drawing/2014/main" id="{6A8CFF86-3192-4AA8-A256-6C3A09D2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766" y="1224046"/>
            <a:ext cx="7738" cy="5962"/>
          </a:xfrm>
          <a:custGeom xmlns:a="http://schemas.openxmlformats.org/drawingml/2006/main">
            <a:pathLst>
              <a:path w="7738" h="5962">
                <a:moveTo>
                  <a:pt x="0" y="3110"/>
                </a:moveTo>
                <a:lnTo>
                  <a:pt x="4299" y="0"/>
                </a:lnTo>
                <a:lnTo>
                  <a:pt x="7738" y="3110"/>
                </a:lnTo>
                <a:lnTo>
                  <a:pt x="4299" y="5962"/>
                </a:lnTo>
                <a:lnTo>
                  <a:pt x="0" y="31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music-source-formula-3-glyph-5">
            <a:extLst xmlns:a="http://schemas.openxmlformats.org/drawingml/2006/main">
              <a:ext uri="{FF2B5EF4-FFF2-40B4-BE49-F238E27FC236}">
                <a16:creationId xmlns:a16="http://schemas.microsoft.com/office/drawing/2014/main" id="{D24354D5-09DE-4365-9153-EB629AA6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07" y="1224761"/>
            <a:ext cx="5136" cy="7221"/>
          </a:xfrm>
          <a:custGeom xmlns:a="http://schemas.openxmlformats.org/drawingml/2006/main">
            <a:pathLst>
              <a:path w="5136" h="7221">
                <a:moveTo>
                  <a:pt x="0" y="2395"/>
                </a:moveTo>
                <a:lnTo>
                  <a:pt x="1919" y="0"/>
                </a:lnTo>
                <a:lnTo>
                  <a:pt x="5136" y="2395"/>
                </a:lnTo>
                <a:lnTo>
                  <a:pt x="1919" y="7221"/>
                </a:lnTo>
                <a:lnTo>
                  <a:pt x="0" y="23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music-source-formula-3-glyph-6">
            <a:extLst xmlns:a="http://schemas.openxmlformats.org/drawingml/2006/main">
              <a:ext uri="{FF2B5EF4-FFF2-40B4-BE49-F238E27FC236}">
                <a16:creationId xmlns:a16="http://schemas.microsoft.com/office/drawing/2014/main" id="{38FB63AD-F492-40B3-8779-B905E963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933" y="1254408"/>
            <a:ext cx="5617" cy="9509"/>
          </a:xfrm>
          <a:custGeom xmlns:a="http://schemas.openxmlformats.org/drawingml/2006/main">
            <a:pathLst>
              <a:path w="5617" h="9509">
                <a:moveTo>
                  <a:pt x="0" y="2923"/>
                </a:moveTo>
                <a:lnTo>
                  <a:pt x="2373" y="0"/>
                </a:lnTo>
                <a:lnTo>
                  <a:pt x="5617" y="2923"/>
                </a:lnTo>
                <a:lnTo>
                  <a:pt x="2373" y="9509"/>
                </a:lnTo>
                <a:lnTo>
                  <a:pt x="0" y="29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music-source-formula-3-glyph-7">
            <a:extLst xmlns:a="http://schemas.openxmlformats.org/drawingml/2006/main">
              <a:ext uri="{FF2B5EF4-FFF2-40B4-BE49-F238E27FC236}">
                <a16:creationId xmlns:a16="http://schemas.microsoft.com/office/drawing/2014/main" id="{5BF104DF-5572-4C1B-A152-A2F704ED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291" y="1264402"/>
            <a:ext cx="4243" cy="1705"/>
          </a:xfrm>
          <a:custGeom xmlns:a="http://schemas.openxmlformats.org/drawingml/2006/main">
            <a:pathLst>
              <a:path w="4243" h="1705">
                <a:moveTo>
                  <a:pt x="0" y="471"/>
                </a:moveTo>
                <a:lnTo>
                  <a:pt x="471" y="0"/>
                </a:lnTo>
                <a:lnTo>
                  <a:pt x="4243" y="471"/>
                </a:lnTo>
                <a:lnTo>
                  <a:pt x="471" y="1705"/>
                </a:lnTo>
                <a:lnTo>
                  <a:pt x="0" y="4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25">
            <a:extLst xmlns:a="http://schemas.openxmlformats.org/drawingml/2006/main">
              <a:ext uri="{FF2B5EF4-FFF2-40B4-BE49-F238E27FC236}">
                <a16:creationId xmlns:a16="http://schemas.microsoft.com/office/drawing/2014/main" id="{5BE4A7BC-FB03-439A-B854-382C528D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770" y="851440"/>
            <a:ext cx="530404" cy="942948"/>
          </a:xfrm>
          <a:custGeom xmlns:a="http://schemas.openxmlformats.org/drawingml/2006/main">
            <a:pathLst>
              <a:path w="530404" h="942948">
                <a:moveTo>
                  <a:pt x="0" y="0"/>
                </a:moveTo>
                <a:lnTo>
                  <a:pt x="530404" y="942948"/>
                </a:lnTo>
              </a:path>
            </a:pathLst>
          </a:custGeom>
          <a:noFill xmlns:a="http://schemas.openxmlformats.org/drawingml/2006/main"/>
          <a:ln xmlns:a="http://schemas.openxmlformats.org/drawingml/2006/main" w="20116">
            <a:solidFill>
              <a:srgbClr val="000000"/>
            </a:solidFill>
            <a:prstDash val="solid"/>
          </a:ln>
        </p:spPr>
      </p:sp>
      <p:sp>
        <p:nvSpPr>
          <p:cNvPr id="113" name="pdf-path-26">
            <a:extLst xmlns:a="http://schemas.openxmlformats.org/drawingml/2006/main">
              <a:ext uri="{FF2B5EF4-FFF2-40B4-BE49-F238E27FC236}">
                <a16:creationId xmlns:a16="http://schemas.microsoft.com/office/drawing/2014/main" id="{79CDEB51-C2D1-4996-9062-FAD5EE4C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954" y="1669452"/>
            <a:ext cx="104081" cy="142453"/>
          </a:xfrm>
          <a:custGeom xmlns:a="http://schemas.openxmlformats.org/drawingml/2006/main">
            <a:pathLst>
              <a:path w="104081" h="142453">
                <a:moveTo>
                  <a:pt x="54774" y="54797"/>
                </a:moveTo>
                <a:lnTo>
                  <a:pt x="0" y="39477"/>
                </a:lnTo>
                <a:lnTo>
                  <a:pt x="104081" y="142453"/>
                </a:lnTo>
                <a:lnTo>
                  <a:pt x="70134" y="0"/>
                </a:lnTo>
                <a:lnTo>
                  <a:pt x="54774" y="547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5260">
            <a:solidFill>
              <a:srgbClr val="000000"/>
            </a:solidFill>
            <a:prstDash val="solid"/>
          </a:ln>
        </p:spPr>
      </p:sp>
      <p:sp>
        <p:nvSpPr>
          <p:cNvPr id="114" name="pdf-path-28">
            <a:extLst xmlns:a="http://schemas.openxmlformats.org/drawingml/2006/main">
              <a:ext uri="{FF2B5EF4-FFF2-40B4-BE49-F238E27FC236}">
                <a16:creationId xmlns:a16="http://schemas.microsoft.com/office/drawing/2014/main" id="{97F224E9-0BA2-4E82-BC4C-602040C8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900" y="2584102"/>
            <a:ext cx="2734550" cy="884018"/>
          </a:xfrm>
          <a:custGeom xmlns:a="http://schemas.openxmlformats.org/drawingml/2006/main">
            <a:pathLst>
              <a:path w="2734550" h="884018">
                <a:moveTo>
                  <a:pt x="2734550" y="0"/>
                </a:moveTo>
                <a:cubicBezTo>
                  <a:pt x="2631263" y="573473"/>
                  <a:pt x="2074014" y="882841"/>
                  <a:pt x="1379068" y="884018"/>
                </a:cubicBezTo>
                <a:cubicBezTo>
                  <a:pt x="756521" y="874824"/>
                  <a:pt x="123483" y="69393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087">
            <a:solidFill>
              <a:srgbClr val="000000"/>
            </a:solidFill>
            <a:prstDash val="solid"/>
          </a:ln>
        </p:spPr>
      </p:sp>
      <p:sp>
        <p:nvSpPr>
          <p:cNvPr id="115" name="pdf-path-29">
            <a:extLst xmlns:a="http://schemas.openxmlformats.org/drawingml/2006/main">
              <a:ext uri="{FF2B5EF4-FFF2-40B4-BE49-F238E27FC236}">
                <a16:creationId xmlns:a16="http://schemas.microsoft.com/office/drawing/2014/main" id="{65E7FEA1-EAAB-4B24-935B-40940D8E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69" y="2569259"/>
            <a:ext cx="59403" cy="109265"/>
          </a:xfrm>
          <a:custGeom xmlns:a="http://schemas.openxmlformats.org/drawingml/2006/main">
            <a:pathLst>
              <a:path w="59403" h="109265">
                <a:moveTo>
                  <a:pt x="24402" y="74251"/>
                </a:moveTo>
                <a:lnTo>
                  <a:pt x="59403" y="98697"/>
                </a:lnTo>
                <a:lnTo>
                  <a:pt x="11203" y="0"/>
                </a:lnTo>
                <a:lnTo>
                  <a:pt x="0" y="109265"/>
                </a:lnTo>
                <a:lnTo>
                  <a:pt x="24402" y="742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09">
            <a:solidFill>
              <a:srgbClr val="000000"/>
            </a:solidFill>
            <a:prstDash val="solid"/>
          </a:ln>
        </p:spPr>
      </p:sp>
      <p:sp>
        <p:nvSpPr>
          <p:cNvPr id="116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F843AFC8-71BB-4A33-9610-229959A6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549" y="942932"/>
            <a:ext cx="2029525" cy="181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Estimator predicts MI from </a:t>
            </a:r>
          </a:p>
        </p:txBody>
      </p:sp>
      <p:sp>
        <p:nvSpPr>
          <p:cNvPr id="117" name="pdf-text-7-1">
            <a:extLst xmlns:a="http://schemas.openxmlformats.org/drawingml/2006/main">
              <a:ext uri="{FF2B5EF4-FFF2-40B4-BE49-F238E27FC236}">
                <a16:creationId xmlns:a16="http://schemas.microsoft.com/office/drawing/2014/main" id="{0E7A3C73-D72D-4490-9256-970187BA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549" y="1169239"/>
            <a:ext cx="1962540" cy="181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states. Update estimator to </a:t>
            </a:r>
          </a:p>
        </p:txBody>
      </p:sp>
      <p:sp>
        <p:nvSpPr>
          <p:cNvPr id="118" name="pdf-text-7-2">
            <a:extLst xmlns:a="http://schemas.openxmlformats.org/drawingml/2006/main">
              <a:ext uri="{FF2B5EF4-FFF2-40B4-BE49-F238E27FC236}">
                <a16:creationId xmlns:a16="http://schemas.microsoft.com/office/drawing/2014/main" id="{B3D2819B-F51A-41BA-95D5-63164397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549" y="1395547"/>
            <a:ext cx="1069258" cy="181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maximize MI. </a:t>
            </a:r>
          </a:p>
        </p:txBody>
      </p:sp>
      <p:sp>
        <p:nvSpPr>
          <p:cNvPr id="119" name="music-source-formula-4-glyph-0">
            <a:extLst xmlns:a="http://schemas.openxmlformats.org/drawingml/2006/main">
              <a:ext uri="{FF2B5EF4-FFF2-40B4-BE49-F238E27FC236}">
                <a16:creationId xmlns:a16="http://schemas.microsoft.com/office/drawing/2014/main" id="{61CA1F61-A304-4335-8717-D72C522D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731" y="1127081"/>
            <a:ext cx="115063" cy="112901"/>
          </a:xfrm>
          <a:custGeom xmlns:a="http://schemas.openxmlformats.org/drawingml/2006/main">
            <a:pathLst>
              <a:path w="115063" h="112901">
                <a:moveTo>
                  <a:pt x="20273" y="3772"/>
                </a:moveTo>
                <a:lnTo>
                  <a:pt x="21688" y="2515"/>
                </a:lnTo>
                <a:lnTo>
                  <a:pt x="29231" y="269"/>
                </a:lnTo>
                <a:lnTo>
                  <a:pt x="36775" y="0"/>
                </a:lnTo>
                <a:lnTo>
                  <a:pt x="44319" y="0"/>
                </a:lnTo>
                <a:lnTo>
                  <a:pt x="51862" y="0"/>
                </a:lnTo>
                <a:lnTo>
                  <a:pt x="59406" y="0"/>
                </a:lnTo>
                <a:lnTo>
                  <a:pt x="66949" y="15"/>
                </a:lnTo>
                <a:lnTo>
                  <a:pt x="74493" y="0"/>
                </a:lnTo>
                <a:lnTo>
                  <a:pt x="82036" y="15"/>
                </a:lnTo>
                <a:lnTo>
                  <a:pt x="89580" y="15"/>
                </a:lnTo>
                <a:lnTo>
                  <a:pt x="97124" y="0"/>
                </a:lnTo>
                <a:lnTo>
                  <a:pt x="104667" y="15"/>
                </a:lnTo>
                <a:lnTo>
                  <a:pt x="112211" y="920"/>
                </a:lnTo>
                <a:lnTo>
                  <a:pt x="115063" y="3772"/>
                </a:lnTo>
                <a:lnTo>
                  <a:pt x="113427" y="11315"/>
                </a:lnTo>
                <a:lnTo>
                  <a:pt x="112211" y="12531"/>
                </a:lnTo>
                <a:lnTo>
                  <a:pt x="104667" y="14835"/>
                </a:lnTo>
                <a:lnTo>
                  <a:pt x="97124" y="15087"/>
                </a:lnTo>
                <a:lnTo>
                  <a:pt x="89580" y="15087"/>
                </a:lnTo>
                <a:lnTo>
                  <a:pt x="82036" y="15072"/>
                </a:lnTo>
                <a:lnTo>
                  <a:pt x="74493" y="15102"/>
                </a:lnTo>
                <a:lnTo>
                  <a:pt x="66949" y="15072"/>
                </a:lnTo>
                <a:lnTo>
                  <a:pt x="61292" y="18859"/>
                </a:lnTo>
                <a:lnTo>
                  <a:pt x="59406" y="25024"/>
                </a:lnTo>
                <a:lnTo>
                  <a:pt x="58028" y="26403"/>
                </a:lnTo>
                <a:lnTo>
                  <a:pt x="57005" y="33946"/>
                </a:lnTo>
                <a:lnTo>
                  <a:pt x="55886" y="41490"/>
                </a:lnTo>
                <a:lnTo>
                  <a:pt x="55364" y="49033"/>
                </a:lnTo>
                <a:lnTo>
                  <a:pt x="54248" y="56577"/>
                </a:lnTo>
                <a:lnTo>
                  <a:pt x="51862" y="63163"/>
                </a:lnTo>
                <a:lnTo>
                  <a:pt x="51391" y="64120"/>
                </a:lnTo>
                <a:lnTo>
                  <a:pt x="49449" y="71664"/>
                </a:lnTo>
                <a:lnTo>
                  <a:pt x="48345" y="79208"/>
                </a:lnTo>
                <a:lnTo>
                  <a:pt x="47821" y="86751"/>
                </a:lnTo>
                <a:lnTo>
                  <a:pt x="46704" y="94295"/>
                </a:lnTo>
                <a:lnTo>
                  <a:pt x="44794" y="101838"/>
                </a:lnTo>
                <a:lnTo>
                  <a:pt x="44319" y="102473"/>
                </a:lnTo>
                <a:lnTo>
                  <a:pt x="40898" y="109382"/>
                </a:lnTo>
                <a:lnTo>
                  <a:pt x="36775" y="112901"/>
                </a:lnTo>
                <a:lnTo>
                  <a:pt x="29231" y="109905"/>
                </a:lnTo>
                <a:lnTo>
                  <a:pt x="28708" y="109382"/>
                </a:lnTo>
                <a:lnTo>
                  <a:pt x="27334" y="101838"/>
                </a:lnTo>
                <a:lnTo>
                  <a:pt x="29231" y="98110"/>
                </a:lnTo>
                <a:lnTo>
                  <a:pt x="31162" y="94295"/>
                </a:lnTo>
                <a:lnTo>
                  <a:pt x="32749" y="86751"/>
                </a:lnTo>
                <a:lnTo>
                  <a:pt x="33923" y="79208"/>
                </a:lnTo>
                <a:lnTo>
                  <a:pt x="36775" y="72488"/>
                </a:lnTo>
                <a:lnTo>
                  <a:pt x="37302" y="71664"/>
                </a:lnTo>
                <a:lnTo>
                  <a:pt x="39947" y="64120"/>
                </a:lnTo>
                <a:lnTo>
                  <a:pt x="41127" y="56577"/>
                </a:lnTo>
                <a:lnTo>
                  <a:pt x="43844" y="49033"/>
                </a:lnTo>
                <a:lnTo>
                  <a:pt x="44319" y="48076"/>
                </a:lnTo>
                <a:lnTo>
                  <a:pt x="46691" y="41490"/>
                </a:lnTo>
                <a:lnTo>
                  <a:pt x="48075" y="33946"/>
                </a:lnTo>
                <a:lnTo>
                  <a:pt x="49976" y="26403"/>
                </a:lnTo>
                <a:lnTo>
                  <a:pt x="51862" y="22631"/>
                </a:lnTo>
                <a:lnTo>
                  <a:pt x="55634" y="18859"/>
                </a:lnTo>
                <a:lnTo>
                  <a:pt x="51862" y="16973"/>
                </a:lnTo>
                <a:lnTo>
                  <a:pt x="44319" y="15087"/>
                </a:lnTo>
                <a:lnTo>
                  <a:pt x="36775" y="15072"/>
                </a:lnTo>
                <a:lnTo>
                  <a:pt x="29231" y="15102"/>
                </a:lnTo>
                <a:lnTo>
                  <a:pt x="21688" y="16474"/>
                </a:lnTo>
                <a:lnTo>
                  <a:pt x="18443" y="18859"/>
                </a:lnTo>
                <a:lnTo>
                  <a:pt x="14144" y="21711"/>
                </a:lnTo>
                <a:lnTo>
                  <a:pt x="9001" y="26403"/>
                </a:lnTo>
                <a:lnTo>
                  <a:pt x="6601" y="28816"/>
                </a:lnTo>
                <a:lnTo>
                  <a:pt x="0" y="26403"/>
                </a:lnTo>
                <a:lnTo>
                  <a:pt x="4228" y="18859"/>
                </a:lnTo>
                <a:lnTo>
                  <a:pt x="6601" y="16263"/>
                </a:lnTo>
                <a:lnTo>
                  <a:pt x="10704" y="11315"/>
                </a:lnTo>
                <a:lnTo>
                  <a:pt x="14144" y="7858"/>
                </a:lnTo>
                <a:lnTo>
                  <a:pt x="20273" y="3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music-source-formula-4-glyph-1">
            <a:extLst xmlns:a="http://schemas.openxmlformats.org/drawingml/2006/main">
              <a:ext uri="{FF2B5EF4-FFF2-40B4-BE49-F238E27FC236}">
                <a16:creationId xmlns:a16="http://schemas.microsoft.com/office/drawing/2014/main" id="{F0CC7846-E351-41A7-861F-8C813C02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402" y="1154440"/>
            <a:ext cx="4771" cy="8959"/>
          </a:xfrm>
          <a:custGeom xmlns:a="http://schemas.openxmlformats.org/drawingml/2006/main">
            <a:pathLst>
              <a:path w="4771" h="8959">
                <a:moveTo>
                  <a:pt x="0" y="6587"/>
                </a:moveTo>
                <a:lnTo>
                  <a:pt x="2385" y="0"/>
                </a:lnTo>
                <a:lnTo>
                  <a:pt x="4771" y="6587"/>
                </a:lnTo>
                <a:lnTo>
                  <a:pt x="2385" y="8959"/>
                </a:lnTo>
                <a:lnTo>
                  <a:pt x="0" y="65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music-source-formula-5-glyph-0">
            <a:extLst xmlns:a="http://schemas.openxmlformats.org/drawingml/2006/main">
              <a:ext uri="{FF2B5EF4-FFF2-40B4-BE49-F238E27FC236}">
                <a16:creationId xmlns:a16="http://schemas.microsoft.com/office/drawing/2014/main" id="{FC05DA25-C779-45E7-A464-19FC3413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05" y="2206742"/>
            <a:ext cx="57478" cy="261540"/>
          </a:xfrm>
          <a:custGeom xmlns:a="http://schemas.openxmlformats.org/drawingml/2006/main">
            <a:pathLst>
              <a:path w="57478" h="261540">
                <a:moveTo>
                  <a:pt x="49381" y="3792"/>
                </a:moveTo>
                <a:lnTo>
                  <a:pt x="54021" y="0"/>
                </a:lnTo>
                <a:lnTo>
                  <a:pt x="57478" y="3792"/>
                </a:lnTo>
                <a:lnTo>
                  <a:pt x="54021" y="7564"/>
                </a:lnTo>
                <a:lnTo>
                  <a:pt x="50564" y="11336"/>
                </a:lnTo>
                <a:lnTo>
                  <a:pt x="46477" y="16748"/>
                </a:lnTo>
                <a:lnTo>
                  <a:pt x="44347" y="18879"/>
                </a:lnTo>
                <a:lnTo>
                  <a:pt x="41306" y="26423"/>
                </a:lnTo>
                <a:lnTo>
                  <a:pt x="38934" y="29326"/>
                </a:lnTo>
                <a:lnTo>
                  <a:pt x="35728" y="33966"/>
                </a:lnTo>
                <a:lnTo>
                  <a:pt x="33763" y="41510"/>
                </a:lnTo>
                <a:lnTo>
                  <a:pt x="31390" y="45837"/>
                </a:lnTo>
                <a:lnTo>
                  <a:pt x="29460" y="49054"/>
                </a:lnTo>
                <a:lnTo>
                  <a:pt x="27349" y="56597"/>
                </a:lnTo>
                <a:lnTo>
                  <a:pt x="24318" y="64141"/>
                </a:lnTo>
                <a:lnTo>
                  <a:pt x="23847" y="65374"/>
                </a:lnTo>
                <a:lnTo>
                  <a:pt x="21916" y="71684"/>
                </a:lnTo>
                <a:lnTo>
                  <a:pt x="20641" y="79228"/>
                </a:lnTo>
                <a:lnTo>
                  <a:pt x="19837" y="86772"/>
                </a:lnTo>
                <a:lnTo>
                  <a:pt x="18716" y="94315"/>
                </a:lnTo>
                <a:lnTo>
                  <a:pt x="18189" y="101859"/>
                </a:lnTo>
                <a:lnTo>
                  <a:pt x="17519" y="109402"/>
                </a:lnTo>
                <a:lnTo>
                  <a:pt x="16775" y="116946"/>
                </a:lnTo>
                <a:lnTo>
                  <a:pt x="16303" y="120508"/>
                </a:lnTo>
                <a:lnTo>
                  <a:pt x="15780" y="124490"/>
                </a:lnTo>
                <a:lnTo>
                  <a:pt x="15828" y="132033"/>
                </a:lnTo>
                <a:lnTo>
                  <a:pt x="15828" y="139577"/>
                </a:lnTo>
                <a:lnTo>
                  <a:pt x="16303" y="143349"/>
                </a:lnTo>
                <a:lnTo>
                  <a:pt x="16775" y="147120"/>
                </a:lnTo>
                <a:lnTo>
                  <a:pt x="17519" y="154664"/>
                </a:lnTo>
                <a:lnTo>
                  <a:pt x="18189" y="162208"/>
                </a:lnTo>
                <a:lnTo>
                  <a:pt x="19475" y="169751"/>
                </a:lnTo>
                <a:lnTo>
                  <a:pt x="20090" y="177295"/>
                </a:lnTo>
                <a:lnTo>
                  <a:pt x="21018" y="184838"/>
                </a:lnTo>
                <a:lnTo>
                  <a:pt x="22631" y="192382"/>
                </a:lnTo>
                <a:lnTo>
                  <a:pt x="23847" y="194582"/>
                </a:lnTo>
                <a:lnTo>
                  <a:pt x="26260" y="199925"/>
                </a:lnTo>
                <a:lnTo>
                  <a:pt x="28184" y="207469"/>
                </a:lnTo>
                <a:lnTo>
                  <a:pt x="31390" y="214384"/>
                </a:lnTo>
                <a:lnTo>
                  <a:pt x="31862" y="215013"/>
                </a:lnTo>
                <a:lnTo>
                  <a:pt x="34893" y="222556"/>
                </a:lnTo>
                <a:lnTo>
                  <a:pt x="37668" y="230100"/>
                </a:lnTo>
                <a:lnTo>
                  <a:pt x="38934" y="231514"/>
                </a:lnTo>
                <a:lnTo>
                  <a:pt x="42689" y="237643"/>
                </a:lnTo>
                <a:lnTo>
                  <a:pt x="46477" y="242591"/>
                </a:lnTo>
                <a:lnTo>
                  <a:pt x="48850" y="245187"/>
                </a:lnTo>
                <a:lnTo>
                  <a:pt x="54021" y="252208"/>
                </a:lnTo>
                <a:lnTo>
                  <a:pt x="54548" y="252731"/>
                </a:lnTo>
                <a:lnTo>
                  <a:pt x="55907" y="260274"/>
                </a:lnTo>
                <a:lnTo>
                  <a:pt x="54021" y="261540"/>
                </a:lnTo>
                <a:lnTo>
                  <a:pt x="52755" y="260274"/>
                </a:lnTo>
                <a:lnTo>
                  <a:pt x="46477" y="255144"/>
                </a:lnTo>
                <a:lnTo>
                  <a:pt x="44064" y="252731"/>
                </a:lnTo>
                <a:lnTo>
                  <a:pt x="38934" y="246411"/>
                </a:lnTo>
                <a:lnTo>
                  <a:pt x="37718" y="245187"/>
                </a:lnTo>
                <a:lnTo>
                  <a:pt x="32805" y="237643"/>
                </a:lnTo>
                <a:lnTo>
                  <a:pt x="31390" y="236378"/>
                </a:lnTo>
                <a:lnTo>
                  <a:pt x="27381" y="230100"/>
                </a:lnTo>
                <a:lnTo>
                  <a:pt x="23847" y="223915"/>
                </a:lnTo>
                <a:lnTo>
                  <a:pt x="22631" y="222556"/>
                </a:lnTo>
                <a:lnTo>
                  <a:pt x="19169" y="215013"/>
                </a:lnTo>
                <a:lnTo>
                  <a:pt x="16303" y="209281"/>
                </a:lnTo>
                <a:lnTo>
                  <a:pt x="15087" y="207469"/>
                </a:lnTo>
                <a:lnTo>
                  <a:pt x="12516" y="199925"/>
                </a:lnTo>
                <a:lnTo>
                  <a:pt x="9975" y="192382"/>
                </a:lnTo>
                <a:lnTo>
                  <a:pt x="8759" y="189623"/>
                </a:lnTo>
                <a:lnTo>
                  <a:pt x="6874" y="184838"/>
                </a:lnTo>
                <a:lnTo>
                  <a:pt x="5257" y="177295"/>
                </a:lnTo>
                <a:lnTo>
                  <a:pt x="4718" y="169751"/>
                </a:lnTo>
                <a:lnTo>
                  <a:pt x="3588" y="162208"/>
                </a:lnTo>
                <a:lnTo>
                  <a:pt x="2432" y="154664"/>
                </a:lnTo>
                <a:lnTo>
                  <a:pt x="1687" y="147120"/>
                </a:lnTo>
                <a:lnTo>
                  <a:pt x="1216" y="143349"/>
                </a:lnTo>
                <a:lnTo>
                  <a:pt x="744" y="139577"/>
                </a:lnTo>
                <a:lnTo>
                  <a:pt x="0" y="132033"/>
                </a:lnTo>
                <a:lnTo>
                  <a:pt x="689" y="124490"/>
                </a:lnTo>
                <a:lnTo>
                  <a:pt x="1216" y="122382"/>
                </a:lnTo>
                <a:lnTo>
                  <a:pt x="2432" y="116946"/>
                </a:lnTo>
                <a:lnTo>
                  <a:pt x="3146" y="109402"/>
                </a:lnTo>
                <a:lnTo>
                  <a:pt x="3629" y="101859"/>
                </a:lnTo>
                <a:lnTo>
                  <a:pt x="4422" y="94315"/>
                </a:lnTo>
                <a:lnTo>
                  <a:pt x="5003" y="86772"/>
                </a:lnTo>
                <a:lnTo>
                  <a:pt x="5894" y="79228"/>
                </a:lnTo>
                <a:lnTo>
                  <a:pt x="8233" y="71684"/>
                </a:lnTo>
                <a:lnTo>
                  <a:pt x="8759" y="70982"/>
                </a:lnTo>
                <a:lnTo>
                  <a:pt x="11946" y="64141"/>
                </a:lnTo>
                <a:lnTo>
                  <a:pt x="13460" y="56597"/>
                </a:lnTo>
                <a:lnTo>
                  <a:pt x="16303" y="50940"/>
                </a:lnTo>
                <a:lnTo>
                  <a:pt x="17569" y="49054"/>
                </a:lnTo>
                <a:lnTo>
                  <a:pt x="20675" y="41510"/>
                </a:lnTo>
                <a:lnTo>
                  <a:pt x="23847" y="36379"/>
                </a:lnTo>
                <a:lnTo>
                  <a:pt x="25777" y="33966"/>
                </a:lnTo>
                <a:lnTo>
                  <a:pt x="29018" y="26423"/>
                </a:lnTo>
                <a:lnTo>
                  <a:pt x="31390" y="23827"/>
                </a:lnTo>
                <a:lnTo>
                  <a:pt x="35179" y="18879"/>
                </a:lnTo>
                <a:lnTo>
                  <a:pt x="38934" y="14445"/>
                </a:lnTo>
                <a:lnTo>
                  <a:pt x="42044" y="11336"/>
                </a:lnTo>
                <a:lnTo>
                  <a:pt x="46477" y="6403"/>
                </a:lnTo>
                <a:lnTo>
                  <a:pt x="49381" y="37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music-source-formula-5-glyph-1">
            <a:extLst xmlns:a="http://schemas.openxmlformats.org/drawingml/2006/main">
              <a:ext uri="{FF2B5EF4-FFF2-40B4-BE49-F238E27FC236}">
                <a16:creationId xmlns:a16="http://schemas.microsoft.com/office/drawing/2014/main" id="{FED9B94B-6CAD-453C-B897-D5007F52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407" y="2209318"/>
            <a:ext cx="57037" cy="254241"/>
          </a:xfrm>
          <a:custGeom xmlns:a="http://schemas.openxmlformats.org/drawingml/2006/main">
            <a:pathLst>
              <a:path w="57037" h="254241">
                <a:moveTo>
                  <a:pt x="0" y="1216"/>
                </a:moveTo>
                <a:lnTo>
                  <a:pt x="475" y="273"/>
                </a:lnTo>
                <a:lnTo>
                  <a:pt x="8019" y="0"/>
                </a:lnTo>
                <a:lnTo>
                  <a:pt x="9234" y="1216"/>
                </a:lnTo>
                <a:lnTo>
                  <a:pt x="15562" y="7544"/>
                </a:lnTo>
                <a:lnTo>
                  <a:pt x="16778" y="8759"/>
                </a:lnTo>
                <a:lnTo>
                  <a:pt x="21691" y="16303"/>
                </a:lnTo>
                <a:lnTo>
                  <a:pt x="23106" y="17569"/>
                </a:lnTo>
                <a:lnTo>
                  <a:pt x="27443" y="23847"/>
                </a:lnTo>
                <a:lnTo>
                  <a:pt x="30649" y="28487"/>
                </a:lnTo>
                <a:lnTo>
                  <a:pt x="33022" y="31390"/>
                </a:lnTo>
                <a:lnTo>
                  <a:pt x="35780" y="38934"/>
                </a:lnTo>
                <a:lnTo>
                  <a:pt x="38193" y="41887"/>
                </a:lnTo>
                <a:lnTo>
                  <a:pt x="41365" y="46477"/>
                </a:lnTo>
                <a:lnTo>
                  <a:pt x="42908" y="54021"/>
                </a:lnTo>
                <a:lnTo>
                  <a:pt x="45736" y="59679"/>
                </a:lnTo>
                <a:lnTo>
                  <a:pt x="47002" y="61565"/>
                </a:lnTo>
                <a:lnTo>
                  <a:pt x="49239" y="69108"/>
                </a:lnTo>
                <a:lnTo>
                  <a:pt x="50074" y="76652"/>
                </a:lnTo>
                <a:lnTo>
                  <a:pt x="52064" y="84195"/>
                </a:lnTo>
                <a:lnTo>
                  <a:pt x="53280" y="87892"/>
                </a:lnTo>
                <a:lnTo>
                  <a:pt x="54537" y="91739"/>
                </a:lnTo>
                <a:lnTo>
                  <a:pt x="55653" y="99283"/>
                </a:lnTo>
                <a:lnTo>
                  <a:pt x="56452" y="106826"/>
                </a:lnTo>
                <a:lnTo>
                  <a:pt x="56782" y="114370"/>
                </a:lnTo>
                <a:lnTo>
                  <a:pt x="57037" y="121913"/>
                </a:lnTo>
                <a:lnTo>
                  <a:pt x="57037" y="129457"/>
                </a:lnTo>
                <a:lnTo>
                  <a:pt x="56782" y="137001"/>
                </a:lnTo>
                <a:lnTo>
                  <a:pt x="56132" y="144544"/>
                </a:lnTo>
                <a:lnTo>
                  <a:pt x="55680" y="152088"/>
                </a:lnTo>
                <a:lnTo>
                  <a:pt x="54537" y="159631"/>
                </a:lnTo>
                <a:lnTo>
                  <a:pt x="53803" y="167175"/>
                </a:lnTo>
                <a:lnTo>
                  <a:pt x="53280" y="168214"/>
                </a:lnTo>
                <a:lnTo>
                  <a:pt x="50867" y="174719"/>
                </a:lnTo>
                <a:lnTo>
                  <a:pt x="49493" y="182262"/>
                </a:lnTo>
                <a:lnTo>
                  <a:pt x="48602" y="189806"/>
                </a:lnTo>
                <a:lnTo>
                  <a:pt x="45736" y="195537"/>
                </a:lnTo>
                <a:lnTo>
                  <a:pt x="44521" y="197349"/>
                </a:lnTo>
                <a:lnTo>
                  <a:pt x="42234" y="204893"/>
                </a:lnTo>
                <a:lnTo>
                  <a:pt x="39458" y="212436"/>
                </a:lnTo>
                <a:lnTo>
                  <a:pt x="38193" y="213841"/>
                </a:lnTo>
                <a:lnTo>
                  <a:pt x="34659" y="219980"/>
                </a:lnTo>
                <a:lnTo>
                  <a:pt x="30649" y="226997"/>
                </a:lnTo>
                <a:lnTo>
                  <a:pt x="30052" y="227524"/>
                </a:lnTo>
                <a:lnTo>
                  <a:pt x="25972" y="235067"/>
                </a:lnTo>
                <a:lnTo>
                  <a:pt x="23106" y="238177"/>
                </a:lnTo>
                <a:lnTo>
                  <a:pt x="19351" y="242611"/>
                </a:lnTo>
                <a:lnTo>
                  <a:pt x="15562" y="247061"/>
                </a:lnTo>
                <a:lnTo>
                  <a:pt x="12452" y="250154"/>
                </a:lnTo>
                <a:lnTo>
                  <a:pt x="8019" y="254241"/>
                </a:lnTo>
                <a:lnTo>
                  <a:pt x="3932" y="250154"/>
                </a:lnTo>
                <a:lnTo>
                  <a:pt x="8019" y="245222"/>
                </a:lnTo>
                <a:lnTo>
                  <a:pt x="10614" y="242611"/>
                </a:lnTo>
                <a:lnTo>
                  <a:pt x="14297" y="235067"/>
                </a:lnTo>
                <a:lnTo>
                  <a:pt x="15562" y="233663"/>
                </a:lnTo>
                <a:lnTo>
                  <a:pt x="19351" y="227524"/>
                </a:lnTo>
                <a:lnTo>
                  <a:pt x="22634" y="219980"/>
                </a:lnTo>
                <a:lnTo>
                  <a:pt x="23106" y="219345"/>
                </a:lnTo>
                <a:lnTo>
                  <a:pt x="26277" y="212436"/>
                </a:lnTo>
                <a:lnTo>
                  <a:pt x="28236" y="204893"/>
                </a:lnTo>
                <a:lnTo>
                  <a:pt x="30649" y="201089"/>
                </a:lnTo>
                <a:lnTo>
                  <a:pt x="33022" y="197349"/>
                </a:lnTo>
                <a:lnTo>
                  <a:pt x="34406" y="189806"/>
                </a:lnTo>
                <a:lnTo>
                  <a:pt x="35021" y="182262"/>
                </a:lnTo>
                <a:lnTo>
                  <a:pt x="36307" y="174719"/>
                </a:lnTo>
                <a:lnTo>
                  <a:pt x="38193" y="169933"/>
                </a:lnTo>
                <a:lnTo>
                  <a:pt x="39409" y="167175"/>
                </a:lnTo>
                <a:lnTo>
                  <a:pt x="40565" y="159631"/>
                </a:lnTo>
                <a:lnTo>
                  <a:pt x="41022" y="152088"/>
                </a:lnTo>
                <a:lnTo>
                  <a:pt x="41365" y="144544"/>
                </a:lnTo>
                <a:lnTo>
                  <a:pt x="41727" y="137001"/>
                </a:lnTo>
                <a:lnTo>
                  <a:pt x="41980" y="129457"/>
                </a:lnTo>
                <a:lnTo>
                  <a:pt x="41727" y="121913"/>
                </a:lnTo>
                <a:lnTo>
                  <a:pt x="41399" y="114370"/>
                </a:lnTo>
                <a:lnTo>
                  <a:pt x="41059" y="106826"/>
                </a:lnTo>
                <a:lnTo>
                  <a:pt x="40606" y="99283"/>
                </a:lnTo>
                <a:lnTo>
                  <a:pt x="40079" y="91739"/>
                </a:lnTo>
                <a:lnTo>
                  <a:pt x="38193" y="85574"/>
                </a:lnTo>
                <a:lnTo>
                  <a:pt x="37666" y="84195"/>
                </a:lnTo>
                <a:lnTo>
                  <a:pt x="35820" y="76652"/>
                </a:lnTo>
                <a:lnTo>
                  <a:pt x="34436" y="69108"/>
                </a:lnTo>
                <a:lnTo>
                  <a:pt x="33478" y="61565"/>
                </a:lnTo>
                <a:lnTo>
                  <a:pt x="31121" y="54021"/>
                </a:lnTo>
                <a:lnTo>
                  <a:pt x="30649" y="53386"/>
                </a:lnTo>
                <a:lnTo>
                  <a:pt x="27478" y="46477"/>
                </a:lnTo>
                <a:lnTo>
                  <a:pt x="25519" y="38934"/>
                </a:lnTo>
                <a:lnTo>
                  <a:pt x="23106" y="35634"/>
                </a:lnTo>
                <a:lnTo>
                  <a:pt x="20277" y="31390"/>
                </a:lnTo>
                <a:lnTo>
                  <a:pt x="17975" y="23847"/>
                </a:lnTo>
                <a:lnTo>
                  <a:pt x="15562" y="21206"/>
                </a:lnTo>
                <a:lnTo>
                  <a:pt x="11807" y="16303"/>
                </a:lnTo>
                <a:lnTo>
                  <a:pt x="8019" y="11355"/>
                </a:lnTo>
                <a:lnTo>
                  <a:pt x="5646" y="8759"/>
                </a:lnTo>
                <a:lnTo>
                  <a:pt x="475" y="1687"/>
                </a:lnTo>
                <a:lnTo>
                  <a:pt x="0" y="12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music-source-formula-5-glyph-2">
            <a:extLst xmlns:a="http://schemas.openxmlformats.org/drawingml/2006/main">
              <a:ext uri="{FF2B5EF4-FFF2-40B4-BE49-F238E27FC236}">
                <a16:creationId xmlns:a16="http://schemas.microsoft.com/office/drawing/2014/main" id="{56BB0C52-4119-4745-88AF-49F770AC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824" y="2215235"/>
            <a:ext cx="30697" cy="5672"/>
          </a:xfrm>
          <a:custGeom xmlns:a="http://schemas.openxmlformats.org/drawingml/2006/main">
            <a:pathLst>
              <a:path w="30697" h="5672">
                <a:moveTo>
                  <a:pt x="0" y="2843"/>
                </a:moveTo>
                <a:lnTo>
                  <a:pt x="3740" y="457"/>
                </a:lnTo>
                <a:lnTo>
                  <a:pt x="11283" y="457"/>
                </a:lnTo>
                <a:lnTo>
                  <a:pt x="18827" y="0"/>
                </a:lnTo>
                <a:lnTo>
                  <a:pt x="26371" y="457"/>
                </a:lnTo>
                <a:lnTo>
                  <a:pt x="30697" y="2843"/>
                </a:lnTo>
                <a:lnTo>
                  <a:pt x="26371" y="5215"/>
                </a:lnTo>
                <a:lnTo>
                  <a:pt x="18827" y="5672"/>
                </a:lnTo>
                <a:lnTo>
                  <a:pt x="11283" y="5215"/>
                </a:lnTo>
                <a:lnTo>
                  <a:pt x="3740" y="5439"/>
                </a:lnTo>
                <a:lnTo>
                  <a:pt x="0" y="28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music-source-formula-5-glyph-3">
            <a:extLst xmlns:a="http://schemas.openxmlformats.org/drawingml/2006/main">
              <a:ext uri="{FF2B5EF4-FFF2-40B4-BE49-F238E27FC236}">
                <a16:creationId xmlns:a16="http://schemas.microsoft.com/office/drawing/2014/main" id="{D3F13012-8AEB-46C5-93E5-3868718E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28" y="2214576"/>
            <a:ext cx="78768" cy="82144"/>
          </a:xfrm>
          <a:custGeom xmlns:a="http://schemas.openxmlformats.org/drawingml/2006/main">
            <a:pathLst>
              <a:path w="78768" h="82144">
                <a:moveTo>
                  <a:pt x="31589" y="3502"/>
                </a:moveTo>
                <a:lnTo>
                  <a:pt x="37246" y="660"/>
                </a:lnTo>
                <a:lnTo>
                  <a:pt x="44790" y="674"/>
                </a:lnTo>
                <a:lnTo>
                  <a:pt x="52334" y="331"/>
                </a:lnTo>
                <a:lnTo>
                  <a:pt x="59877" y="3031"/>
                </a:lnTo>
                <a:lnTo>
                  <a:pt x="63439" y="3502"/>
                </a:lnTo>
                <a:lnTo>
                  <a:pt x="67421" y="4029"/>
                </a:lnTo>
                <a:lnTo>
                  <a:pt x="68018" y="3502"/>
                </a:lnTo>
                <a:lnTo>
                  <a:pt x="74964" y="0"/>
                </a:lnTo>
                <a:lnTo>
                  <a:pt x="78467" y="3502"/>
                </a:lnTo>
                <a:lnTo>
                  <a:pt x="78721" y="11046"/>
                </a:lnTo>
                <a:lnTo>
                  <a:pt x="77793" y="18590"/>
                </a:lnTo>
                <a:lnTo>
                  <a:pt x="75436" y="26133"/>
                </a:lnTo>
                <a:lnTo>
                  <a:pt x="74964" y="27076"/>
                </a:lnTo>
                <a:lnTo>
                  <a:pt x="72551" y="33677"/>
                </a:lnTo>
                <a:lnTo>
                  <a:pt x="71430" y="41220"/>
                </a:lnTo>
                <a:lnTo>
                  <a:pt x="70627" y="48764"/>
                </a:lnTo>
                <a:lnTo>
                  <a:pt x="68686" y="56308"/>
                </a:lnTo>
                <a:lnTo>
                  <a:pt x="67421" y="60155"/>
                </a:lnTo>
                <a:lnTo>
                  <a:pt x="66205" y="63851"/>
                </a:lnTo>
                <a:lnTo>
                  <a:pt x="66205" y="71395"/>
                </a:lnTo>
                <a:lnTo>
                  <a:pt x="67421" y="72961"/>
                </a:lnTo>
                <a:lnTo>
                  <a:pt x="74964" y="76525"/>
                </a:lnTo>
                <a:lnTo>
                  <a:pt x="78768" y="78938"/>
                </a:lnTo>
                <a:lnTo>
                  <a:pt x="74964" y="81351"/>
                </a:lnTo>
                <a:lnTo>
                  <a:pt x="67421" y="82144"/>
                </a:lnTo>
                <a:lnTo>
                  <a:pt x="60506" y="78938"/>
                </a:lnTo>
                <a:lnTo>
                  <a:pt x="59877" y="78467"/>
                </a:lnTo>
                <a:lnTo>
                  <a:pt x="52334" y="72660"/>
                </a:lnTo>
                <a:lnTo>
                  <a:pt x="44790" y="73808"/>
                </a:lnTo>
                <a:lnTo>
                  <a:pt x="42673" y="71395"/>
                </a:lnTo>
                <a:lnTo>
                  <a:pt x="44790" y="69464"/>
                </a:lnTo>
                <a:lnTo>
                  <a:pt x="49468" y="63851"/>
                </a:lnTo>
                <a:lnTo>
                  <a:pt x="52334" y="59552"/>
                </a:lnTo>
                <a:lnTo>
                  <a:pt x="54706" y="56308"/>
                </a:lnTo>
                <a:lnTo>
                  <a:pt x="56091" y="48764"/>
                </a:lnTo>
                <a:lnTo>
                  <a:pt x="57048" y="41220"/>
                </a:lnTo>
                <a:lnTo>
                  <a:pt x="59406" y="33677"/>
                </a:lnTo>
                <a:lnTo>
                  <a:pt x="59877" y="32734"/>
                </a:lnTo>
                <a:lnTo>
                  <a:pt x="62290" y="26133"/>
                </a:lnTo>
                <a:lnTo>
                  <a:pt x="62290" y="18590"/>
                </a:lnTo>
                <a:lnTo>
                  <a:pt x="59877" y="14786"/>
                </a:lnTo>
                <a:lnTo>
                  <a:pt x="57505" y="11046"/>
                </a:lnTo>
                <a:lnTo>
                  <a:pt x="52334" y="6674"/>
                </a:lnTo>
                <a:lnTo>
                  <a:pt x="44790" y="6331"/>
                </a:lnTo>
                <a:lnTo>
                  <a:pt x="37246" y="6897"/>
                </a:lnTo>
                <a:lnTo>
                  <a:pt x="33454" y="11046"/>
                </a:lnTo>
                <a:lnTo>
                  <a:pt x="29703" y="14483"/>
                </a:lnTo>
                <a:lnTo>
                  <a:pt x="26200" y="18590"/>
                </a:lnTo>
                <a:lnTo>
                  <a:pt x="22686" y="26133"/>
                </a:lnTo>
                <a:lnTo>
                  <a:pt x="22159" y="26829"/>
                </a:lnTo>
                <a:lnTo>
                  <a:pt x="18953" y="33677"/>
                </a:lnTo>
                <a:lnTo>
                  <a:pt x="17787" y="41220"/>
                </a:lnTo>
                <a:lnTo>
                  <a:pt x="16546" y="48764"/>
                </a:lnTo>
                <a:lnTo>
                  <a:pt x="15143" y="56308"/>
                </a:lnTo>
                <a:lnTo>
                  <a:pt x="15087" y="63851"/>
                </a:lnTo>
                <a:lnTo>
                  <a:pt x="17787" y="71395"/>
                </a:lnTo>
                <a:lnTo>
                  <a:pt x="22159" y="76109"/>
                </a:lnTo>
                <a:lnTo>
                  <a:pt x="29703" y="76566"/>
                </a:lnTo>
                <a:lnTo>
                  <a:pt x="37246" y="77579"/>
                </a:lnTo>
                <a:lnTo>
                  <a:pt x="38826" y="78938"/>
                </a:lnTo>
                <a:lnTo>
                  <a:pt x="37246" y="80154"/>
                </a:lnTo>
                <a:lnTo>
                  <a:pt x="29703" y="81311"/>
                </a:lnTo>
                <a:lnTo>
                  <a:pt x="22159" y="81767"/>
                </a:lnTo>
                <a:lnTo>
                  <a:pt x="14616" y="79410"/>
                </a:lnTo>
                <a:lnTo>
                  <a:pt x="14144" y="78938"/>
                </a:lnTo>
                <a:lnTo>
                  <a:pt x="7072" y="73767"/>
                </a:lnTo>
                <a:lnTo>
                  <a:pt x="4700" y="71395"/>
                </a:lnTo>
                <a:lnTo>
                  <a:pt x="2394" y="63851"/>
                </a:lnTo>
                <a:lnTo>
                  <a:pt x="0" y="56308"/>
                </a:lnTo>
                <a:lnTo>
                  <a:pt x="0" y="48764"/>
                </a:lnTo>
                <a:lnTo>
                  <a:pt x="1459" y="41220"/>
                </a:lnTo>
                <a:lnTo>
                  <a:pt x="3315" y="33677"/>
                </a:lnTo>
                <a:lnTo>
                  <a:pt x="7072" y="27357"/>
                </a:lnTo>
                <a:lnTo>
                  <a:pt x="8288" y="26133"/>
                </a:lnTo>
                <a:lnTo>
                  <a:pt x="11750" y="18590"/>
                </a:lnTo>
                <a:lnTo>
                  <a:pt x="14616" y="15738"/>
                </a:lnTo>
                <a:lnTo>
                  <a:pt x="20273" y="11046"/>
                </a:lnTo>
                <a:lnTo>
                  <a:pt x="22159" y="9160"/>
                </a:lnTo>
                <a:lnTo>
                  <a:pt x="29703" y="5133"/>
                </a:lnTo>
                <a:lnTo>
                  <a:pt x="31589" y="35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music-source-formula-5-glyph-4">
            <a:extLst xmlns:a="http://schemas.openxmlformats.org/drawingml/2006/main">
              <a:ext uri="{FF2B5EF4-FFF2-40B4-BE49-F238E27FC236}">
                <a16:creationId xmlns:a16="http://schemas.microsoft.com/office/drawing/2014/main" id="{0E9B6BE9-1B96-4420-B33C-DFBBB649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886" y="2212947"/>
            <a:ext cx="10543" cy="256442"/>
          </a:xfrm>
          <a:custGeom xmlns:a="http://schemas.openxmlformats.org/drawingml/2006/main">
            <a:pathLst>
              <a:path w="10543" h="256442">
                <a:moveTo>
                  <a:pt x="362" y="5131"/>
                </a:moveTo>
                <a:lnTo>
                  <a:pt x="3534" y="0"/>
                </a:lnTo>
                <a:lnTo>
                  <a:pt x="10375" y="5131"/>
                </a:lnTo>
                <a:lnTo>
                  <a:pt x="10480" y="12674"/>
                </a:lnTo>
                <a:lnTo>
                  <a:pt x="10543" y="20218"/>
                </a:lnTo>
                <a:lnTo>
                  <a:pt x="10543" y="27762"/>
                </a:lnTo>
                <a:lnTo>
                  <a:pt x="10543" y="35305"/>
                </a:lnTo>
                <a:lnTo>
                  <a:pt x="10543" y="42849"/>
                </a:lnTo>
                <a:lnTo>
                  <a:pt x="10480" y="50392"/>
                </a:lnTo>
                <a:lnTo>
                  <a:pt x="10480" y="57936"/>
                </a:lnTo>
                <a:lnTo>
                  <a:pt x="10480" y="65479"/>
                </a:lnTo>
                <a:lnTo>
                  <a:pt x="10480" y="73023"/>
                </a:lnTo>
                <a:lnTo>
                  <a:pt x="10543" y="80567"/>
                </a:lnTo>
                <a:lnTo>
                  <a:pt x="10543" y="88110"/>
                </a:lnTo>
                <a:lnTo>
                  <a:pt x="10480" y="95654"/>
                </a:lnTo>
                <a:lnTo>
                  <a:pt x="10480" y="103197"/>
                </a:lnTo>
                <a:lnTo>
                  <a:pt x="10543" y="110741"/>
                </a:lnTo>
                <a:lnTo>
                  <a:pt x="10543" y="118285"/>
                </a:lnTo>
                <a:lnTo>
                  <a:pt x="10480" y="125828"/>
                </a:lnTo>
                <a:lnTo>
                  <a:pt x="10480" y="133372"/>
                </a:lnTo>
                <a:lnTo>
                  <a:pt x="10543" y="140915"/>
                </a:lnTo>
                <a:lnTo>
                  <a:pt x="10543" y="148459"/>
                </a:lnTo>
                <a:lnTo>
                  <a:pt x="10543" y="156003"/>
                </a:lnTo>
                <a:lnTo>
                  <a:pt x="10543" y="163546"/>
                </a:lnTo>
                <a:lnTo>
                  <a:pt x="10543" y="171090"/>
                </a:lnTo>
                <a:lnTo>
                  <a:pt x="10543" y="178633"/>
                </a:lnTo>
                <a:lnTo>
                  <a:pt x="10480" y="186177"/>
                </a:lnTo>
                <a:lnTo>
                  <a:pt x="10480" y="193721"/>
                </a:lnTo>
                <a:lnTo>
                  <a:pt x="10480" y="201264"/>
                </a:lnTo>
                <a:lnTo>
                  <a:pt x="10480" y="208808"/>
                </a:lnTo>
                <a:lnTo>
                  <a:pt x="10480" y="216351"/>
                </a:lnTo>
                <a:lnTo>
                  <a:pt x="10480" y="223895"/>
                </a:lnTo>
                <a:lnTo>
                  <a:pt x="10543" y="231439"/>
                </a:lnTo>
                <a:lnTo>
                  <a:pt x="10543" y="238982"/>
                </a:lnTo>
                <a:lnTo>
                  <a:pt x="10480" y="246526"/>
                </a:lnTo>
                <a:lnTo>
                  <a:pt x="7861" y="254069"/>
                </a:lnTo>
                <a:lnTo>
                  <a:pt x="3534" y="256442"/>
                </a:lnTo>
                <a:lnTo>
                  <a:pt x="1161" y="254069"/>
                </a:lnTo>
                <a:lnTo>
                  <a:pt x="32" y="246526"/>
                </a:lnTo>
                <a:lnTo>
                  <a:pt x="0" y="238982"/>
                </a:lnTo>
                <a:lnTo>
                  <a:pt x="0" y="231439"/>
                </a:lnTo>
                <a:lnTo>
                  <a:pt x="32" y="223895"/>
                </a:lnTo>
                <a:lnTo>
                  <a:pt x="32" y="216351"/>
                </a:lnTo>
                <a:lnTo>
                  <a:pt x="32" y="208808"/>
                </a:lnTo>
                <a:lnTo>
                  <a:pt x="32" y="201264"/>
                </a:lnTo>
                <a:lnTo>
                  <a:pt x="32" y="193721"/>
                </a:lnTo>
                <a:lnTo>
                  <a:pt x="32" y="186177"/>
                </a:lnTo>
                <a:lnTo>
                  <a:pt x="0" y="178633"/>
                </a:lnTo>
                <a:lnTo>
                  <a:pt x="0" y="171090"/>
                </a:lnTo>
                <a:lnTo>
                  <a:pt x="0" y="163546"/>
                </a:lnTo>
                <a:lnTo>
                  <a:pt x="0" y="156003"/>
                </a:lnTo>
                <a:lnTo>
                  <a:pt x="0" y="148459"/>
                </a:lnTo>
                <a:lnTo>
                  <a:pt x="0" y="140915"/>
                </a:lnTo>
                <a:lnTo>
                  <a:pt x="32" y="133372"/>
                </a:lnTo>
                <a:lnTo>
                  <a:pt x="32" y="125828"/>
                </a:lnTo>
                <a:lnTo>
                  <a:pt x="0" y="118285"/>
                </a:lnTo>
                <a:lnTo>
                  <a:pt x="0" y="110741"/>
                </a:lnTo>
                <a:lnTo>
                  <a:pt x="32" y="103197"/>
                </a:lnTo>
                <a:lnTo>
                  <a:pt x="32" y="95654"/>
                </a:lnTo>
                <a:lnTo>
                  <a:pt x="0" y="88110"/>
                </a:lnTo>
                <a:lnTo>
                  <a:pt x="0" y="80567"/>
                </a:lnTo>
                <a:lnTo>
                  <a:pt x="32" y="73023"/>
                </a:lnTo>
                <a:lnTo>
                  <a:pt x="32" y="65479"/>
                </a:lnTo>
                <a:lnTo>
                  <a:pt x="32" y="57936"/>
                </a:lnTo>
                <a:lnTo>
                  <a:pt x="32" y="50392"/>
                </a:lnTo>
                <a:lnTo>
                  <a:pt x="0" y="42849"/>
                </a:lnTo>
                <a:lnTo>
                  <a:pt x="0" y="35305"/>
                </a:lnTo>
                <a:lnTo>
                  <a:pt x="0" y="27762"/>
                </a:lnTo>
                <a:lnTo>
                  <a:pt x="0" y="20218"/>
                </a:lnTo>
                <a:lnTo>
                  <a:pt x="32" y="12674"/>
                </a:lnTo>
                <a:lnTo>
                  <a:pt x="362" y="51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music-source-formula-5-glyph-5">
            <a:extLst xmlns:a="http://schemas.openxmlformats.org/drawingml/2006/main">
              <a:ext uri="{FF2B5EF4-FFF2-40B4-BE49-F238E27FC236}">
                <a16:creationId xmlns:a16="http://schemas.microsoft.com/office/drawing/2014/main" id="{D1BB4A77-8C09-48DB-92B6-31A9F8EE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4799" y="2221378"/>
            <a:ext cx="52805" cy="68364"/>
          </a:xfrm>
          <a:custGeom xmlns:a="http://schemas.openxmlformats.org/drawingml/2006/main">
            <a:pathLst>
              <a:path w="52805" h="68364">
                <a:moveTo>
                  <a:pt x="6564" y="4243"/>
                </a:moveTo>
                <a:lnTo>
                  <a:pt x="12221" y="0"/>
                </a:lnTo>
                <a:lnTo>
                  <a:pt x="15291" y="4243"/>
                </a:lnTo>
                <a:lnTo>
                  <a:pt x="12221" y="9052"/>
                </a:lnTo>
                <a:lnTo>
                  <a:pt x="10291" y="11787"/>
                </a:lnTo>
                <a:lnTo>
                  <a:pt x="12221" y="15004"/>
                </a:lnTo>
                <a:lnTo>
                  <a:pt x="14833" y="19330"/>
                </a:lnTo>
                <a:lnTo>
                  <a:pt x="19765" y="22848"/>
                </a:lnTo>
                <a:lnTo>
                  <a:pt x="27309" y="23688"/>
                </a:lnTo>
                <a:lnTo>
                  <a:pt x="34852" y="26399"/>
                </a:lnTo>
                <a:lnTo>
                  <a:pt x="35598" y="26874"/>
                </a:lnTo>
                <a:lnTo>
                  <a:pt x="42396" y="29740"/>
                </a:lnTo>
                <a:lnTo>
                  <a:pt x="48009" y="34418"/>
                </a:lnTo>
                <a:lnTo>
                  <a:pt x="49939" y="37604"/>
                </a:lnTo>
                <a:lnTo>
                  <a:pt x="52352" y="41961"/>
                </a:lnTo>
                <a:lnTo>
                  <a:pt x="52805" y="49505"/>
                </a:lnTo>
                <a:lnTo>
                  <a:pt x="49939" y="55181"/>
                </a:lnTo>
                <a:lnTo>
                  <a:pt x="48309" y="57048"/>
                </a:lnTo>
                <a:lnTo>
                  <a:pt x="44282" y="64592"/>
                </a:lnTo>
                <a:lnTo>
                  <a:pt x="42396" y="66489"/>
                </a:lnTo>
                <a:lnTo>
                  <a:pt x="34852" y="68364"/>
                </a:lnTo>
                <a:lnTo>
                  <a:pt x="32770" y="64592"/>
                </a:lnTo>
                <a:lnTo>
                  <a:pt x="34852" y="62706"/>
                </a:lnTo>
                <a:lnTo>
                  <a:pt x="39224" y="57048"/>
                </a:lnTo>
                <a:lnTo>
                  <a:pt x="39530" y="49505"/>
                </a:lnTo>
                <a:lnTo>
                  <a:pt x="34852" y="43892"/>
                </a:lnTo>
                <a:lnTo>
                  <a:pt x="31635" y="41961"/>
                </a:lnTo>
                <a:lnTo>
                  <a:pt x="27309" y="39576"/>
                </a:lnTo>
                <a:lnTo>
                  <a:pt x="19765" y="38189"/>
                </a:lnTo>
                <a:lnTo>
                  <a:pt x="12221" y="37269"/>
                </a:lnTo>
                <a:lnTo>
                  <a:pt x="7923" y="34418"/>
                </a:lnTo>
                <a:lnTo>
                  <a:pt x="4678" y="32045"/>
                </a:lnTo>
                <a:lnTo>
                  <a:pt x="891" y="26874"/>
                </a:lnTo>
                <a:lnTo>
                  <a:pt x="0" y="19330"/>
                </a:lnTo>
                <a:lnTo>
                  <a:pt x="668" y="11787"/>
                </a:lnTo>
                <a:lnTo>
                  <a:pt x="4678" y="5509"/>
                </a:lnTo>
                <a:lnTo>
                  <a:pt x="6564" y="42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music-source-formula-5-glyph-6">
            <a:extLst xmlns:a="http://schemas.openxmlformats.org/drawingml/2006/main">
              <a:ext uri="{FF2B5EF4-FFF2-40B4-BE49-F238E27FC236}">
                <a16:creationId xmlns:a16="http://schemas.microsoft.com/office/drawing/2014/main" id="{F51097C9-B8DB-4849-A8ED-82B787D4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666" y="2220491"/>
            <a:ext cx="12243" cy="19002"/>
          </a:xfrm>
          <a:custGeom xmlns:a="http://schemas.openxmlformats.org/drawingml/2006/main">
            <a:pathLst>
              <a:path w="12243" h="19002">
                <a:moveTo>
                  <a:pt x="3900" y="5131"/>
                </a:moveTo>
                <a:lnTo>
                  <a:pt x="7072" y="0"/>
                </a:lnTo>
                <a:lnTo>
                  <a:pt x="10824" y="5131"/>
                </a:lnTo>
                <a:lnTo>
                  <a:pt x="12243" y="12674"/>
                </a:lnTo>
                <a:lnTo>
                  <a:pt x="7072" y="19002"/>
                </a:lnTo>
                <a:lnTo>
                  <a:pt x="0" y="12674"/>
                </a:lnTo>
                <a:lnTo>
                  <a:pt x="3900" y="51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music-source-formula-5-glyph-7">
            <a:extLst xmlns:a="http://schemas.openxmlformats.org/drawingml/2006/main">
              <a:ext uri="{FF2B5EF4-FFF2-40B4-BE49-F238E27FC236}">
                <a16:creationId xmlns:a16="http://schemas.microsoft.com/office/drawing/2014/main" id="{CC995009-7495-4F83-B0B1-515A7B69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289" y="2223208"/>
            <a:ext cx="207307" cy="200444"/>
          </a:xfrm>
          <a:custGeom xmlns:a="http://schemas.openxmlformats.org/drawingml/2006/main">
            <a:pathLst>
              <a:path w="207307" h="200444">
                <a:moveTo>
                  <a:pt x="194702" y="2413"/>
                </a:moveTo>
                <a:lnTo>
                  <a:pt x="198506" y="0"/>
                </a:lnTo>
                <a:lnTo>
                  <a:pt x="206049" y="1148"/>
                </a:lnTo>
                <a:lnTo>
                  <a:pt x="207307" y="2413"/>
                </a:lnTo>
                <a:lnTo>
                  <a:pt x="206049" y="3670"/>
                </a:lnTo>
                <a:lnTo>
                  <a:pt x="200878" y="9957"/>
                </a:lnTo>
                <a:lnTo>
                  <a:pt x="198506" y="12329"/>
                </a:lnTo>
                <a:lnTo>
                  <a:pt x="190962" y="15087"/>
                </a:lnTo>
                <a:lnTo>
                  <a:pt x="186562" y="17500"/>
                </a:lnTo>
                <a:lnTo>
                  <a:pt x="183419" y="19397"/>
                </a:lnTo>
                <a:lnTo>
                  <a:pt x="175875" y="20687"/>
                </a:lnTo>
                <a:lnTo>
                  <a:pt x="168331" y="21272"/>
                </a:lnTo>
                <a:lnTo>
                  <a:pt x="160788" y="21858"/>
                </a:lnTo>
                <a:lnTo>
                  <a:pt x="153244" y="21858"/>
                </a:lnTo>
                <a:lnTo>
                  <a:pt x="145701" y="21872"/>
                </a:lnTo>
                <a:lnTo>
                  <a:pt x="138157" y="21872"/>
                </a:lnTo>
                <a:lnTo>
                  <a:pt x="130614" y="21872"/>
                </a:lnTo>
                <a:lnTo>
                  <a:pt x="123070" y="21872"/>
                </a:lnTo>
                <a:lnTo>
                  <a:pt x="118479" y="25044"/>
                </a:lnTo>
                <a:lnTo>
                  <a:pt x="115526" y="31645"/>
                </a:lnTo>
                <a:lnTo>
                  <a:pt x="115055" y="32588"/>
                </a:lnTo>
                <a:lnTo>
                  <a:pt x="112661" y="40131"/>
                </a:lnTo>
                <a:lnTo>
                  <a:pt x="111740" y="47675"/>
                </a:lnTo>
                <a:lnTo>
                  <a:pt x="110355" y="55218"/>
                </a:lnTo>
                <a:lnTo>
                  <a:pt x="107983" y="61708"/>
                </a:lnTo>
                <a:lnTo>
                  <a:pt x="107456" y="62762"/>
                </a:lnTo>
                <a:lnTo>
                  <a:pt x="105117" y="70305"/>
                </a:lnTo>
                <a:lnTo>
                  <a:pt x="104196" y="77849"/>
                </a:lnTo>
                <a:lnTo>
                  <a:pt x="102812" y="85393"/>
                </a:lnTo>
                <a:lnTo>
                  <a:pt x="100439" y="91882"/>
                </a:lnTo>
                <a:lnTo>
                  <a:pt x="99912" y="92936"/>
                </a:lnTo>
                <a:lnTo>
                  <a:pt x="97610" y="100480"/>
                </a:lnTo>
                <a:lnTo>
                  <a:pt x="96430" y="108023"/>
                </a:lnTo>
                <a:lnTo>
                  <a:pt x="95296" y="115567"/>
                </a:lnTo>
                <a:lnTo>
                  <a:pt x="92896" y="122168"/>
                </a:lnTo>
                <a:lnTo>
                  <a:pt x="92424" y="123111"/>
                </a:lnTo>
                <a:lnTo>
                  <a:pt x="90067" y="130654"/>
                </a:lnTo>
                <a:lnTo>
                  <a:pt x="88886" y="138198"/>
                </a:lnTo>
                <a:lnTo>
                  <a:pt x="86568" y="145741"/>
                </a:lnTo>
                <a:lnTo>
                  <a:pt x="85352" y="147942"/>
                </a:lnTo>
                <a:lnTo>
                  <a:pt x="82939" y="153285"/>
                </a:lnTo>
                <a:lnTo>
                  <a:pt x="81595" y="160829"/>
                </a:lnTo>
                <a:lnTo>
                  <a:pt x="79739" y="168372"/>
                </a:lnTo>
                <a:lnTo>
                  <a:pt x="77808" y="171558"/>
                </a:lnTo>
                <a:lnTo>
                  <a:pt x="75395" y="175916"/>
                </a:lnTo>
                <a:lnTo>
                  <a:pt x="73437" y="183459"/>
                </a:lnTo>
                <a:lnTo>
                  <a:pt x="70265" y="188050"/>
                </a:lnTo>
                <a:lnTo>
                  <a:pt x="67852" y="191003"/>
                </a:lnTo>
                <a:lnTo>
                  <a:pt x="62721" y="195341"/>
                </a:lnTo>
                <a:lnTo>
                  <a:pt x="57535" y="198547"/>
                </a:lnTo>
                <a:lnTo>
                  <a:pt x="55178" y="200444"/>
                </a:lnTo>
                <a:lnTo>
                  <a:pt x="47634" y="199021"/>
                </a:lnTo>
                <a:lnTo>
                  <a:pt x="47163" y="198547"/>
                </a:lnTo>
                <a:lnTo>
                  <a:pt x="47634" y="197604"/>
                </a:lnTo>
                <a:lnTo>
                  <a:pt x="50047" y="191003"/>
                </a:lnTo>
                <a:lnTo>
                  <a:pt x="52006" y="183459"/>
                </a:lnTo>
                <a:lnTo>
                  <a:pt x="55178" y="176618"/>
                </a:lnTo>
                <a:lnTo>
                  <a:pt x="55705" y="175916"/>
                </a:lnTo>
                <a:lnTo>
                  <a:pt x="58680" y="168372"/>
                </a:lnTo>
                <a:lnTo>
                  <a:pt x="59515" y="160829"/>
                </a:lnTo>
                <a:lnTo>
                  <a:pt x="62250" y="153285"/>
                </a:lnTo>
                <a:lnTo>
                  <a:pt x="62721" y="152539"/>
                </a:lnTo>
                <a:lnTo>
                  <a:pt x="65587" y="145741"/>
                </a:lnTo>
                <a:lnTo>
                  <a:pt x="66478" y="138198"/>
                </a:lnTo>
                <a:lnTo>
                  <a:pt x="67852" y="130654"/>
                </a:lnTo>
                <a:lnTo>
                  <a:pt x="70265" y="124054"/>
                </a:lnTo>
                <a:lnTo>
                  <a:pt x="70736" y="123111"/>
                </a:lnTo>
                <a:lnTo>
                  <a:pt x="73094" y="115567"/>
                </a:lnTo>
                <a:lnTo>
                  <a:pt x="74022" y="108023"/>
                </a:lnTo>
                <a:lnTo>
                  <a:pt x="75395" y="100480"/>
                </a:lnTo>
                <a:lnTo>
                  <a:pt x="77808" y="93975"/>
                </a:lnTo>
                <a:lnTo>
                  <a:pt x="78335" y="92936"/>
                </a:lnTo>
                <a:lnTo>
                  <a:pt x="80674" y="85393"/>
                </a:lnTo>
                <a:lnTo>
                  <a:pt x="81565" y="77849"/>
                </a:lnTo>
                <a:lnTo>
                  <a:pt x="82939" y="70305"/>
                </a:lnTo>
                <a:lnTo>
                  <a:pt x="85352" y="63800"/>
                </a:lnTo>
                <a:lnTo>
                  <a:pt x="85879" y="62762"/>
                </a:lnTo>
                <a:lnTo>
                  <a:pt x="88218" y="55218"/>
                </a:lnTo>
                <a:lnTo>
                  <a:pt x="89109" y="47675"/>
                </a:lnTo>
                <a:lnTo>
                  <a:pt x="90482" y="40131"/>
                </a:lnTo>
                <a:lnTo>
                  <a:pt x="92896" y="33530"/>
                </a:lnTo>
                <a:lnTo>
                  <a:pt x="93367" y="32588"/>
                </a:lnTo>
                <a:lnTo>
                  <a:pt x="95965" y="25044"/>
                </a:lnTo>
                <a:lnTo>
                  <a:pt x="92896" y="22215"/>
                </a:lnTo>
                <a:lnTo>
                  <a:pt x="85352" y="21872"/>
                </a:lnTo>
                <a:lnTo>
                  <a:pt x="77808" y="21872"/>
                </a:lnTo>
                <a:lnTo>
                  <a:pt x="70265" y="21872"/>
                </a:lnTo>
                <a:lnTo>
                  <a:pt x="62721" y="21872"/>
                </a:lnTo>
                <a:lnTo>
                  <a:pt x="55178" y="21872"/>
                </a:lnTo>
                <a:lnTo>
                  <a:pt x="47634" y="21872"/>
                </a:lnTo>
                <a:lnTo>
                  <a:pt x="40091" y="22671"/>
                </a:lnTo>
                <a:lnTo>
                  <a:pt x="36351" y="25044"/>
                </a:lnTo>
                <a:lnTo>
                  <a:pt x="32547" y="27457"/>
                </a:lnTo>
                <a:lnTo>
                  <a:pt x="28537" y="32588"/>
                </a:lnTo>
                <a:lnTo>
                  <a:pt x="26219" y="40131"/>
                </a:lnTo>
                <a:lnTo>
                  <a:pt x="25003" y="41943"/>
                </a:lnTo>
                <a:lnTo>
                  <a:pt x="22138" y="47675"/>
                </a:lnTo>
                <a:lnTo>
                  <a:pt x="17460" y="52012"/>
                </a:lnTo>
                <a:lnTo>
                  <a:pt x="11482" y="55218"/>
                </a:lnTo>
                <a:lnTo>
                  <a:pt x="9916" y="56434"/>
                </a:lnTo>
                <a:lnTo>
                  <a:pt x="2373" y="57591"/>
                </a:lnTo>
                <a:lnTo>
                  <a:pt x="0" y="55218"/>
                </a:lnTo>
                <a:lnTo>
                  <a:pt x="1157" y="47675"/>
                </a:lnTo>
                <a:lnTo>
                  <a:pt x="2373" y="46108"/>
                </a:lnTo>
                <a:lnTo>
                  <a:pt x="5579" y="40131"/>
                </a:lnTo>
                <a:lnTo>
                  <a:pt x="9916" y="34485"/>
                </a:lnTo>
                <a:lnTo>
                  <a:pt x="11802" y="32588"/>
                </a:lnTo>
                <a:lnTo>
                  <a:pt x="17460" y="27416"/>
                </a:lnTo>
                <a:lnTo>
                  <a:pt x="20056" y="25044"/>
                </a:lnTo>
                <a:lnTo>
                  <a:pt x="25003" y="21272"/>
                </a:lnTo>
                <a:lnTo>
                  <a:pt x="32013" y="17500"/>
                </a:lnTo>
                <a:lnTo>
                  <a:pt x="32547" y="17029"/>
                </a:lnTo>
                <a:lnTo>
                  <a:pt x="40091" y="13459"/>
                </a:lnTo>
                <a:lnTo>
                  <a:pt x="47037" y="9957"/>
                </a:lnTo>
                <a:lnTo>
                  <a:pt x="47634" y="9434"/>
                </a:lnTo>
                <a:lnTo>
                  <a:pt x="55178" y="7105"/>
                </a:lnTo>
                <a:lnTo>
                  <a:pt x="62721" y="6437"/>
                </a:lnTo>
                <a:lnTo>
                  <a:pt x="70265" y="6185"/>
                </a:lnTo>
                <a:lnTo>
                  <a:pt x="77808" y="6185"/>
                </a:lnTo>
                <a:lnTo>
                  <a:pt x="85352" y="6185"/>
                </a:lnTo>
                <a:lnTo>
                  <a:pt x="92896" y="6185"/>
                </a:lnTo>
                <a:lnTo>
                  <a:pt x="100439" y="6170"/>
                </a:lnTo>
                <a:lnTo>
                  <a:pt x="107983" y="6170"/>
                </a:lnTo>
                <a:lnTo>
                  <a:pt x="115526" y="6170"/>
                </a:lnTo>
                <a:lnTo>
                  <a:pt x="123070" y="6170"/>
                </a:lnTo>
                <a:lnTo>
                  <a:pt x="130614" y="6170"/>
                </a:lnTo>
                <a:lnTo>
                  <a:pt x="138157" y="6170"/>
                </a:lnTo>
                <a:lnTo>
                  <a:pt x="145701" y="6170"/>
                </a:lnTo>
                <a:lnTo>
                  <a:pt x="153244" y="6185"/>
                </a:lnTo>
                <a:lnTo>
                  <a:pt x="160788" y="6185"/>
                </a:lnTo>
                <a:lnTo>
                  <a:pt x="168331" y="6185"/>
                </a:lnTo>
                <a:lnTo>
                  <a:pt x="175875" y="6185"/>
                </a:lnTo>
                <a:lnTo>
                  <a:pt x="183419" y="6185"/>
                </a:lnTo>
                <a:lnTo>
                  <a:pt x="190962" y="4799"/>
                </a:lnTo>
                <a:lnTo>
                  <a:pt x="194702" y="2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music-source-formula-5-glyph-8">
            <a:extLst xmlns:a="http://schemas.openxmlformats.org/drawingml/2006/main">
              <a:ext uri="{FF2B5EF4-FFF2-40B4-BE49-F238E27FC236}">
                <a16:creationId xmlns:a16="http://schemas.microsoft.com/office/drawing/2014/main" id="{DD5ECD51-66DA-4233-9E64-E8E9C408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910" y="2229393"/>
            <a:ext cx="118574" cy="173517"/>
          </a:xfrm>
          <a:custGeom xmlns:a="http://schemas.openxmlformats.org/drawingml/2006/main">
            <a:pathLst>
              <a:path w="118574" h="173517">
                <a:moveTo>
                  <a:pt x="43390" y="3772"/>
                </a:moveTo>
                <a:lnTo>
                  <a:pt x="47147" y="15"/>
                </a:lnTo>
                <a:lnTo>
                  <a:pt x="54691" y="0"/>
                </a:lnTo>
                <a:lnTo>
                  <a:pt x="62235" y="0"/>
                </a:lnTo>
                <a:lnTo>
                  <a:pt x="69778" y="0"/>
                </a:lnTo>
                <a:lnTo>
                  <a:pt x="77322" y="0"/>
                </a:lnTo>
                <a:lnTo>
                  <a:pt x="84865" y="0"/>
                </a:lnTo>
                <a:lnTo>
                  <a:pt x="92409" y="0"/>
                </a:lnTo>
                <a:lnTo>
                  <a:pt x="99952" y="0"/>
                </a:lnTo>
                <a:lnTo>
                  <a:pt x="107496" y="0"/>
                </a:lnTo>
                <a:lnTo>
                  <a:pt x="115040" y="238"/>
                </a:lnTo>
                <a:lnTo>
                  <a:pt x="118574" y="3772"/>
                </a:lnTo>
                <a:lnTo>
                  <a:pt x="115040" y="7306"/>
                </a:lnTo>
                <a:lnTo>
                  <a:pt x="107496" y="7529"/>
                </a:lnTo>
                <a:lnTo>
                  <a:pt x="99952" y="7781"/>
                </a:lnTo>
                <a:lnTo>
                  <a:pt x="92409" y="10788"/>
                </a:lnTo>
                <a:lnTo>
                  <a:pt x="91882" y="11315"/>
                </a:lnTo>
                <a:lnTo>
                  <a:pt x="88399" y="18859"/>
                </a:lnTo>
                <a:lnTo>
                  <a:pt x="86796" y="26403"/>
                </a:lnTo>
                <a:lnTo>
                  <a:pt x="84865" y="31228"/>
                </a:lnTo>
                <a:lnTo>
                  <a:pt x="83649" y="33946"/>
                </a:lnTo>
                <a:lnTo>
                  <a:pt x="81694" y="41490"/>
                </a:lnTo>
                <a:lnTo>
                  <a:pt x="80824" y="49033"/>
                </a:lnTo>
                <a:lnTo>
                  <a:pt x="79208" y="56577"/>
                </a:lnTo>
                <a:lnTo>
                  <a:pt x="77322" y="61292"/>
                </a:lnTo>
                <a:lnTo>
                  <a:pt x="76056" y="64121"/>
                </a:lnTo>
                <a:lnTo>
                  <a:pt x="74116" y="71664"/>
                </a:lnTo>
                <a:lnTo>
                  <a:pt x="73281" y="79208"/>
                </a:lnTo>
                <a:lnTo>
                  <a:pt x="70994" y="86751"/>
                </a:lnTo>
                <a:lnTo>
                  <a:pt x="69778" y="89469"/>
                </a:lnTo>
                <a:lnTo>
                  <a:pt x="67848" y="94295"/>
                </a:lnTo>
                <a:lnTo>
                  <a:pt x="66244" y="101838"/>
                </a:lnTo>
                <a:lnTo>
                  <a:pt x="65441" y="109382"/>
                </a:lnTo>
                <a:lnTo>
                  <a:pt x="63500" y="116926"/>
                </a:lnTo>
                <a:lnTo>
                  <a:pt x="62235" y="119714"/>
                </a:lnTo>
                <a:lnTo>
                  <a:pt x="60304" y="124469"/>
                </a:lnTo>
                <a:lnTo>
                  <a:pt x="58700" y="132013"/>
                </a:lnTo>
                <a:lnTo>
                  <a:pt x="57863" y="139556"/>
                </a:lnTo>
                <a:lnTo>
                  <a:pt x="55907" y="147100"/>
                </a:lnTo>
                <a:lnTo>
                  <a:pt x="54691" y="149818"/>
                </a:lnTo>
                <a:lnTo>
                  <a:pt x="52761" y="154644"/>
                </a:lnTo>
                <a:lnTo>
                  <a:pt x="52761" y="162187"/>
                </a:lnTo>
                <a:lnTo>
                  <a:pt x="54691" y="164106"/>
                </a:lnTo>
                <a:lnTo>
                  <a:pt x="62235" y="165707"/>
                </a:lnTo>
                <a:lnTo>
                  <a:pt x="69778" y="165959"/>
                </a:lnTo>
                <a:lnTo>
                  <a:pt x="76106" y="169731"/>
                </a:lnTo>
                <a:lnTo>
                  <a:pt x="69778" y="173517"/>
                </a:lnTo>
                <a:lnTo>
                  <a:pt x="62235" y="173517"/>
                </a:lnTo>
                <a:lnTo>
                  <a:pt x="54691" y="173517"/>
                </a:lnTo>
                <a:lnTo>
                  <a:pt x="47147" y="173488"/>
                </a:lnTo>
                <a:lnTo>
                  <a:pt x="39604" y="173488"/>
                </a:lnTo>
                <a:lnTo>
                  <a:pt x="32060" y="173488"/>
                </a:lnTo>
                <a:lnTo>
                  <a:pt x="24517" y="173488"/>
                </a:lnTo>
                <a:lnTo>
                  <a:pt x="16973" y="173488"/>
                </a:lnTo>
                <a:lnTo>
                  <a:pt x="9429" y="173488"/>
                </a:lnTo>
                <a:lnTo>
                  <a:pt x="1886" y="171617"/>
                </a:lnTo>
                <a:lnTo>
                  <a:pt x="0" y="169731"/>
                </a:lnTo>
                <a:lnTo>
                  <a:pt x="1886" y="167845"/>
                </a:lnTo>
                <a:lnTo>
                  <a:pt x="9429" y="165974"/>
                </a:lnTo>
                <a:lnTo>
                  <a:pt x="16973" y="165721"/>
                </a:lnTo>
                <a:lnTo>
                  <a:pt x="24517" y="164600"/>
                </a:lnTo>
                <a:lnTo>
                  <a:pt x="26930" y="162187"/>
                </a:lnTo>
                <a:lnTo>
                  <a:pt x="30844" y="154644"/>
                </a:lnTo>
                <a:lnTo>
                  <a:pt x="32060" y="151885"/>
                </a:lnTo>
                <a:lnTo>
                  <a:pt x="33946" y="147100"/>
                </a:lnTo>
                <a:lnTo>
                  <a:pt x="35563" y="139556"/>
                </a:lnTo>
                <a:lnTo>
                  <a:pt x="36432" y="132013"/>
                </a:lnTo>
                <a:lnTo>
                  <a:pt x="38388" y="124469"/>
                </a:lnTo>
                <a:lnTo>
                  <a:pt x="39604" y="121711"/>
                </a:lnTo>
                <a:lnTo>
                  <a:pt x="41490" y="116926"/>
                </a:lnTo>
                <a:lnTo>
                  <a:pt x="43106" y="109382"/>
                </a:lnTo>
                <a:lnTo>
                  <a:pt x="43976" y="101838"/>
                </a:lnTo>
                <a:lnTo>
                  <a:pt x="46676" y="94295"/>
                </a:lnTo>
                <a:lnTo>
                  <a:pt x="47147" y="93338"/>
                </a:lnTo>
                <a:lnTo>
                  <a:pt x="49533" y="86751"/>
                </a:lnTo>
                <a:lnTo>
                  <a:pt x="50919" y="79208"/>
                </a:lnTo>
                <a:lnTo>
                  <a:pt x="51848" y="71664"/>
                </a:lnTo>
                <a:lnTo>
                  <a:pt x="54216" y="64121"/>
                </a:lnTo>
                <a:lnTo>
                  <a:pt x="54691" y="63178"/>
                </a:lnTo>
                <a:lnTo>
                  <a:pt x="57104" y="56577"/>
                </a:lnTo>
                <a:lnTo>
                  <a:pt x="58478" y="49033"/>
                </a:lnTo>
                <a:lnTo>
                  <a:pt x="59369" y="41490"/>
                </a:lnTo>
                <a:lnTo>
                  <a:pt x="61708" y="33946"/>
                </a:lnTo>
                <a:lnTo>
                  <a:pt x="62235" y="32892"/>
                </a:lnTo>
                <a:lnTo>
                  <a:pt x="64607" y="26403"/>
                </a:lnTo>
                <a:lnTo>
                  <a:pt x="65992" y="18859"/>
                </a:lnTo>
                <a:lnTo>
                  <a:pt x="66023" y="11315"/>
                </a:lnTo>
                <a:lnTo>
                  <a:pt x="62235" y="7781"/>
                </a:lnTo>
                <a:lnTo>
                  <a:pt x="54691" y="7529"/>
                </a:lnTo>
                <a:lnTo>
                  <a:pt x="47147" y="7529"/>
                </a:lnTo>
                <a:lnTo>
                  <a:pt x="43390" y="3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music-source-formula-5-glyph-9">
            <a:extLst xmlns:a="http://schemas.openxmlformats.org/drawingml/2006/main">
              <a:ext uri="{FF2B5EF4-FFF2-40B4-BE49-F238E27FC236}">
                <a16:creationId xmlns:a16="http://schemas.microsoft.com/office/drawing/2014/main" id="{A3354653-70F7-473A-933D-070749FC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810" y="2229393"/>
            <a:ext cx="150619" cy="173517"/>
          </a:xfrm>
          <a:custGeom xmlns:a="http://schemas.openxmlformats.org/drawingml/2006/main">
            <a:pathLst>
              <a:path w="150619" h="173517">
                <a:moveTo>
                  <a:pt x="75242" y="3772"/>
                </a:moveTo>
                <a:lnTo>
                  <a:pt x="78970" y="1875"/>
                </a:lnTo>
                <a:lnTo>
                  <a:pt x="86514" y="255"/>
                </a:lnTo>
                <a:lnTo>
                  <a:pt x="94057" y="0"/>
                </a:lnTo>
                <a:lnTo>
                  <a:pt x="101601" y="255"/>
                </a:lnTo>
                <a:lnTo>
                  <a:pt x="109144" y="929"/>
                </a:lnTo>
                <a:lnTo>
                  <a:pt x="114802" y="3772"/>
                </a:lnTo>
                <a:lnTo>
                  <a:pt x="116688" y="6601"/>
                </a:lnTo>
                <a:lnTo>
                  <a:pt x="124231" y="8144"/>
                </a:lnTo>
                <a:lnTo>
                  <a:pt x="127652" y="11315"/>
                </a:lnTo>
                <a:lnTo>
                  <a:pt x="131775" y="15104"/>
                </a:lnTo>
                <a:lnTo>
                  <a:pt x="137960" y="11315"/>
                </a:lnTo>
                <a:lnTo>
                  <a:pt x="139319" y="10099"/>
                </a:lnTo>
                <a:lnTo>
                  <a:pt x="144976" y="3772"/>
                </a:lnTo>
                <a:lnTo>
                  <a:pt x="146862" y="1875"/>
                </a:lnTo>
                <a:lnTo>
                  <a:pt x="149534" y="3772"/>
                </a:lnTo>
                <a:lnTo>
                  <a:pt x="150619" y="11315"/>
                </a:lnTo>
                <a:lnTo>
                  <a:pt x="149235" y="18859"/>
                </a:lnTo>
                <a:lnTo>
                  <a:pt x="146862" y="24113"/>
                </a:lnTo>
                <a:lnTo>
                  <a:pt x="145597" y="26403"/>
                </a:lnTo>
                <a:lnTo>
                  <a:pt x="143690" y="33946"/>
                </a:lnTo>
                <a:lnTo>
                  <a:pt x="142853" y="41490"/>
                </a:lnTo>
                <a:lnTo>
                  <a:pt x="141204" y="49033"/>
                </a:lnTo>
                <a:lnTo>
                  <a:pt x="139319" y="52177"/>
                </a:lnTo>
                <a:lnTo>
                  <a:pt x="134604" y="49033"/>
                </a:lnTo>
                <a:lnTo>
                  <a:pt x="133134" y="41490"/>
                </a:lnTo>
                <a:lnTo>
                  <a:pt x="131775" y="37793"/>
                </a:lnTo>
                <a:lnTo>
                  <a:pt x="130509" y="33946"/>
                </a:lnTo>
                <a:lnTo>
                  <a:pt x="128603" y="26403"/>
                </a:lnTo>
                <a:lnTo>
                  <a:pt x="124829" y="18859"/>
                </a:lnTo>
                <a:lnTo>
                  <a:pt x="124231" y="18156"/>
                </a:lnTo>
                <a:lnTo>
                  <a:pt x="116688" y="13201"/>
                </a:lnTo>
                <a:lnTo>
                  <a:pt x="114016" y="11315"/>
                </a:lnTo>
                <a:lnTo>
                  <a:pt x="109144" y="7519"/>
                </a:lnTo>
                <a:lnTo>
                  <a:pt x="101601" y="7527"/>
                </a:lnTo>
                <a:lnTo>
                  <a:pt x="94057" y="7529"/>
                </a:lnTo>
                <a:lnTo>
                  <a:pt x="86514" y="7858"/>
                </a:lnTo>
                <a:lnTo>
                  <a:pt x="78970" y="8487"/>
                </a:lnTo>
                <a:lnTo>
                  <a:pt x="77555" y="11315"/>
                </a:lnTo>
                <a:lnTo>
                  <a:pt x="71426" y="14833"/>
                </a:lnTo>
                <a:lnTo>
                  <a:pt x="65148" y="18859"/>
                </a:lnTo>
                <a:lnTo>
                  <a:pt x="63883" y="20125"/>
                </a:lnTo>
                <a:lnTo>
                  <a:pt x="58752" y="26403"/>
                </a:lnTo>
                <a:lnTo>
                  <a:pt x="56339" y="29027"/>
                </a:lnTo>
                <a:lnTo>
                  <a:pt x="52805" y="33946"/>
                </a:lnTo>
                <a:lnTo>
                  <a:pt x="51624" y="41490"/>
                </a:lnTo>
                <a:lnTo>
                  <a:pt x="50681" y="49033"/>
                </a:lnTo>
                <a:lnTo>
                  <a:pt x="52298" y="56577"/>
                </a:lnTo>
                <a:lnTo>
                  <a:pt x="56339" y="61720"/>
                </a:lnTo>
                <a:lnTo>
                  <a:pt x="58979" y="64121"/>
                </a:lnTo>
                <a:lnTo>
                  <a:pt x="63883" y="67623"/>
                </a:lnTo>
                <a:lnTo>
                  <a:pt x="71426" y="69251"/>
                </a:lnTo>
                <a:lnTo>
                  <a:pt x="78970" y="71137"/>
                </a:lnTo>
                <a:lnTo>
                  <a:pt x="80024" y="71664"/>
                </a:lnTo>
                <a:lnTo>
                  <a:pt x="86514" y="74050"/>
                </a:lnTo>
                <a:lnTo>
                  <a:pt x="94057" y="75436"/>
                </a:lnTo>
                <a:lnTo>
                  <a:pt x="101601" y="76822"/>
                </a:lnTo>
                <a:lnTo>
                  <a:pt x="105927" y="79208"/>
                </a:lnTo>
                <a:lnTo>
                  <a:pt x="109144" y="81138"/>
                </a:lnTo>
                <a:lnTo>
                  <a:pt x="116688" y="84865"/>
                </a:lnTo>
                <a:lnTo>
                  <a:pt x="118574" y="86751"/>
                </a:lnTo>
                <a:lnTo>
                  <a:pt x="123760" y="94295"/>
                </a:lnTo>
                <a:lnTo>
                  <a:pt x="124231" y="94829"/>
                </a:lnTo>
                <a:lnTo>
                  <a:pt x="127766" y="101838"/>
                </a:lnTo>
                <a:lnTo>
                  <a:pt x="127988" y="109382"/>
                </a:lnTo>
                <a:lnTo>
                  <a:pt x="127988" y="116926"/>
                </a:lnTo>
                <a:lnTo>
                  <a:pt x="127437" y="124469"/>
                </a:lnTo>
                <a:lnTo>
                  <a:pt x="124758" y="132013"/>
                </a:lnTo>
                <a:lnTo>
                  <a:pt x="124231" y="132610"/>
                </a:lnTo>
                <a:lnTo>
                  <a:pt x="120477" y="139556"/>
                </a:lnTo>
                <a:lnTo>
                  <a:pt x="116688" y="144504"/>
                </a:lnTo>
                <a:lnTo>
                  <a:pt x="114315" y="147100"/>
                </a:lnTo>
                <a:lnTo>
                  <a:pt x="109144" y="152758"/>
                </a:lnTo>
                <a:lnTo>
                  <a:pt x="107258" y="154644"/>
                </a:lnTo>
                <a:lnTo>
                  <a:pt x="101601" y="159358"/>
                </a:lnTo>
                <a:lnTo>
                  <a:pt x="98206" y="162187"/>
                </a:lnTo>
                <a:lnTo>
                  <a:pt x="94057" y="165393"/>
                </a:lnTo>
                <a:lnTo>
                  <a:pt x="86514" y="167649"/>
                </a:lnTo>
                <a:lnTo>
                  <a:pt x="82786" y="169731"/>
                </a:lnTo>
                <a:lnTo>
                  <a:pt x="78970" y="171661"/>
                </a:lnTo>
                <a:lnTo>
                  <a:pt x="71426" y="173265"/>
                </a:lnTo>
                <a:lnTo>
                  <a:pt x="63883" y="173517"/>
                </a:lnTo>
                <a:lnTo>
                  <a:pt x="56339" y="173517"/>
                </a:lnTo>
                <a:lnTo>
                  <a:pt x="48796" y="172937"/>
                </a:lnTo>
                <a:lnTo>
                  <a:pt x="41252" y="170947"/>
                </a:lnTo>
                <a:lnTo>
                  <a:pt x="39686" y="169731"/>
                </a:lnTo>
                <a:lnTo>
                  <a:pt x="33708" y="166539"/>
                </a:lnTo>
                <a:lnTo>
                  <a:pt x="26165" y="163444"/>
                </a:lnTo>
                <a:lnTo>
                  <a:pt x="24899" y="162187"/>
                </a:lnTo>
                <a:lnTo>
                  <a:pt x="18621" y="158178"/>
                </a:lnTo>
                <a:lnTo>
                  <a:pt x="13491" y="162187"/>
                </a:lnTo>
                <a:lnTo>
                  <a:pt x="11078" y="164587"/>
                </a:lnTo>
                <a:lnTo>
                  <a:pt x="5907" y="169731"/>
                </a:lnTo>
                <a:lnTo>
                  <a:pt x="3534" y="172103"/>
                </a:lnTo>
                <a:lnTo>
                  <a:pt x="938" y="169731"/>
                </a:lnTo>
                <a:lnTo>
                  <a:pt x="0" y="162187"/>
                </a:lnTo>
                <a:lnTo>
                  <a:pt x="1604" y="154644"/>
                </a:lnTo>
                <a:lnTo>
                  <a:pt x="3534" y="149888"/>
                </a:lnTo>
                <a:lnTo>
                  <a:pt x="4800" y="147100"/>
                </a:lnTo>
                <a:lnTo>
                  <a:pt x="7068" y="139556"/>
                </a:lnTo>
                <a:lnTo>
                  <a:pt x="7872" y="132013"/>
                </a:lnTo>
                <a:lnTo>
                  <a:pt x="9812" y="124469"/>
                </a:lnTo>
                <a:lnTo>
                  <a:pt x="11078" y="121640"/>
                </a:lnTo>
                <a:lnTo>
                  <a:pt x="14925" y="124469"/>
                </a:lnTo>
                <a:lnTo>
                  <a:pt x="17055" y="132013"/>
                </a:lnTo>
                <a:lnTo>
                  <a:pt x="18621" y="135785"/>
                </a:lnTo>
                <a:lnTo>
                  <a:pt x="19837" y="139556"/>
                </a:lnTo>
                <a:lnTo>
                  <a:pt x="22376" y="147100"/>
                </a:lnTo>
                <a:lnTo>
                  <a:pt x="26165" y="151550"/>
                </a:lnTo>
                <a:lnTo>
                  <a:pt x="29275" y="154644"/>
                </a:lnTo>
                <a:lnTo>
                  <a:pt x="33708" y="158146"/>
                </a:lnTo>
                <a:lnTo>
                  <a:pt x="41252" y="160922"/>
                </a:lnTo>
                <a:lnTo>
                  <a:pt x="43542" y="162187"/>
                </a:lnTo>
                <a:lnTo>
                  <a:pt x="48796" y="165091"/>
                </a:lnTo>
                <a:lnTo>
                  <a:pt x="56339" y="165359"/>
                </a:lnTo>
                <a:lnTo>
                  <a:pt x="63883" y="165690"/>
                </a:lnTo>
                <a:lnTo>
                  <a:pt x="71426" y="165257"/>
                </a:lnTo>
                <a:lnTo>
                  <a:pt x="78970" y="163420"/>
                </a:lnTo>
                <a:lnTo>
                  <a:pt x="79504" y="162187"/>
                </a:lnTo>
                <a:lnTo>
                  <a:pt x="86514" y="158398"/>
                </a:lnTo>
                <a:lnTo>
                  <a:pt x="91417" y="154644"/>
                </a:lnTo>
                <a:lnTo>
                  <a:pt x="94057" y="152243"/>
                </a:lnTo>
                <a:lnTo>
                  <a:pt x="98749" y="147100"/>
                </a:lnTo>
                <a:lnTo>
                  <a:pt x="101601" y="143990"/>
                </a:lnTo>
                <a:lnTo>
                  <a:pt x="105103" y="139556"/>
                </a:lnTo>
                <a:lnTo>
                  <a:pt x="106731" y="132013"/>
                </a:lnTo>
                <a:lnTo>
                  <a:pt x="109144" y="125412"/>
                </a:lnTo>
                <a:lnTo>
                  <a:pt x="109616" y="124469"/>
                </a:lnTo>
                <a:lnTo>
                  <a:pt x="109144" y="120697"/>
                </a:lnTo>
                <a:lnTo>
                  <a:pt x="108673" y="116926"/>
                </a:lnTo>
                <a:lnTo>
                  <a:pt x="106315" y="109382"/>
                </a:lnTo>
                <a:lnTo>
                  <a:pt x="101601" y="103757"/>
                </a:lnTo>
                <a:lnTo>
                  <a:pt x="99188" y="101838"/>
                </a:lnTo>
                <a:lnTo>
                  <a:pt x="94057" y="98667"/>
                </a:lnTo>
                <a:lnTo>
                  <a:pt x="86514" y="97501"/>
                </a:lnTo>
                <a:lnTo>
                  <a:pt x="78970" y="95560"/>
                </a:lnTo>
                <a:lnTo>
                  <a:pt x="76141" y="94295"/>
                </a:lnTo>
                <a:lnTo>
                  <a:pt x="71426" y="92398"/>
                </a:lnTo>
                <a:lnTo>
                  <a:pt x="63883" y="90778"/>
                </a:lnTo>
                <a:lnTo>
                  <a:pt x="56339" y="89938"/>
                </a:lnTo>
                <a:lnTo>
                  <a:pt x="51208" y="86751"/>
                </a:lnTo>
                <a:lnTo>
                  <a:pt x="48796" y="84821"/>
                </a:lnTo>
                <a:lnTo>
                  <a:pt x="41252" y="80424"/>
                </a:lnTo>
                <a:lnTo>
                  <a:pt x="40036" y="79208"/>
                </a:lnTo>
                <a:lnTo>
                  <a:pt x="35594" y="71664"/>
                </a:lnTo>
                <a:lnTo>
                  <a:pt x="33708" y="67936"/>
                </a:lnTo>
                <a:lnTo>
                  <a:pt x="31778" y="64121"/>
                </a:lnTo>
                <a:lnTo>
                  <a:pt x="30880" y="56577"/>
                </a:lnTo>
                <a:lnTo>
                  <a:pt x="31336" y="49033"/>
                </a:lnTo>
                <a:lnTo>
                  <a:pt x="33708" y="42447"/>
                </a:lnTo>
                <a:lnTo>
                  <a:pt x="34180" y="41490"/>
                </a:lnTo>
                <a:lnTo>
                  <a:pt x="37463" y="33946"/>
                </a:lnTo>
                <a:lnTo>
                  <a:pt x="41252" y="28484"/>
                </a:lnTo>
                <a:lnTo>
                  <a:pt x="43138" y="26403"/>
                </a:lnTo>
                <a:lnTo>
                  <a:pt x="48796" y="20075"/>
                </a:lnTo>
                <a:lnTo>
                  <a:pt x="50011" y="18859"/>
                </a:lnTo>
                <a:lnTo>
                  <a:pt x="56339" y="14167"/>
                </a:lnTo>
                <a:lnTo>
                  <a:pt x="59778" y="11315"/>
                </a:lnTo>
                <a:lnTo>
                  <a:pt x="63883" y="8144"/>
                </a:lnTo>
                <a:lnTo>
                  <a:pt x="71426" y="5903"/>
                </a:lnTo>
                <a:lnTo>
                  <a:pt x="75242" y="3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music-source-formula-5-glyph-10">
            <a:extLst xmlns:a="http://schemas.openxmlformats.org/drawingml/2006/main">
              <a:ext uri="{FF2B5EF4-FFF2-40B4-BE49-F238E27FC236}">
                <a16:creationId xmlns:a16="http://schemas.microsoft.com/office/drawing/2014/main" id="{43176A65-1A18-4392-BA01-0086DE95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195" y="2229393"/>
            <a:ext cx="150617" cy="173488"/>
          </a:xfrm>
          <a:custGeom xmlns:a="http://schemas.openxmlformats.org/drawingml/2006/main">
            <a:pathLst>
              <a:path w="150617" h="173488">
                <a:moveTo>
                  <a:pt x="75123" y="3772"/>
                </a:moveTo>
                <a:lnTo>
                  <a:pt x="78938" y="1853"/>
                </a:lnTo>
                <a:lnTo>
                  <a:pt x="86482" y="253"/>
                </a:lnTo>
                <a:lnTo>
                  <a:pt x="94025" y="0"/>
                </a:lnTo>
                <a:lnTo>
                  <a:pt x="101569" y="253"/>
                </a:lnTo>
                <a:lnTo>
                  <a:pt x="109113" y="920"/>
                </a:lnTo>
                <a:lnTo>
                  <a:pt x="114844" y="3772"/>
                </a:lnTo>
                <a:lnTo>
                  <a:pt x="116656" y="6490"/>
                </a:lnTo>
                <a:lnTo>
                  <a:pt x="124200" y="8109"/>
                </a:lnTo>
                <a:lnTo>
                  <a:pt x="127657" y="11315"/>
                </a:lnTo>
                <a:lnTo>
                  <a:pt x="131743" y="15087"/>
                </a:lnTo>
                <a:lnTo>
                  <a:pt x="137872" y="11315"/>
                </a:lnTo>
                <a:lnTo>
                  <a:pt x="139287" y="10050"/>
                </a:lnTo>
                <a:lnTo>
                  <a:pt x="144900" y="3772"/>
                </a:lnTo>
                <a:lnTo>
                  <a:pt x="146830" y="1853"/>
                </a:lnTo>
                <a:lnTo>
                  <a:pt x="149565" y="3772"/>
                </a:lnTo>
                <a:lnTo>
                  <a:pt x="150617" y="11315"/>
                </a:lnTo>
                <a:lnTo>
                  <a:pt x="149203" y="18859"/>
                </a:lnTo>
                <a:lnTo>
                  <a:pt x="146830" y="24113"/>
                </a:lnTo>
                <a:lnTo>
                  <a:pt x="145565" y="26403"/>
                </a:lnTo>
                <a:lnTo>
                  <a:pt x="143624" y="33946"/>
                </a:lnTo>
                <a:lnTo>
                  <a:pt x="142789" y="41490"/>
                </a:lnTo>
                <a:lnTo>
                  <a:pt x="141217" y="49033"/>
                </a:lnTo>
                <a:lnTo>
                  <a:pt x="139287" y="52250"/>
                </a:lnTo>
                <a:lnTo>
                  <a:pt x="134461" y="49033"/>
                </a:lnTo>
                <a:lnTo>
                  <a:pt x="133158" y="41490"/>
                </a:lnTo>
                <a:lnTo>
                  <a:pt x="131743" y="37643"/>
                </a:lnTo>
                <a:lnTo>
                  <a:pt x="130527" y="33946"/>
                </a:lnTo>
                <a:lnTo>
                  <a:pt x="128572" y="26403"/>
                </a:lnTo>
                <a:lnTo>
                  <a:pt x="124797" y="18859"/>
                </a:lnTo>
                <a:lnTo>
                  <a:pt x="124200" y="18163"/>
                </a:lnTo>
                <a:lnTo>
                  <a:pt x="116656" y="13234"/>
                </a:lnTo>
                <a:lnTo>
                  <a:pt x="113922" y="11315"/>
                </a:lnTo>
                <a:lnTo>
                  <a:pt x="109113" y="7568"/>
                </a:lnTo>
                <a:lnTo>
                  <a:pt x="101569" y="7561"/>
                </a:lnTo>
                <a:lnTo>
                  <a:pt x="94025" y="7558"/>
                </a:lnTo>
                <a:lnTo>
                  <a:pt x="86482" y="7895"/>
                </a:lnTo>
                <a:lnTo>
                  <a:pt x="78938" y="8597"/>
                </a:lnTo>
                <a:lnTo>
                  <a:pt x="77579" y="11315"/>
                </a:lnTo>
                <a:lnTo>
                  <a:pt x="71395" y="14849"/>
                </a:lnTo>
                <a:lnTo>
                  <a:pt x="65117" y="18859"/>
                </a:lnTo>
                <a:lnTo>
                  <a:pt x="63851" y="20125"/>
                </a:lnTo>
                <a:lnTo>
                  <a:pt x="58721" y="26403"/>
                </a:lnTo>
                <a:lnTo>
                  <a:pt x="56307" y="29043"/>
                </a:lnTo>
                <a:lnTo>
                  <a:pt x="52805" y="33946"/>
                </a:lnTo>
                <a:lnTo>
                  <a:pt x="51630" y="41490"/>
                </a:lnTo>
                <a:lnTo>
                  <a:pt x="50650" y="49033"/>
                </a:lnTo>
                <a:lnTo>
                  <a:pt x="52266" y="56577"/>
                </a:lnTo>
                <a:lnTo>
                  <a:pt x="56307" y="61748"/>
                </a:lnTo>
                <a:lnTo>
                  <a:pt x="58903" y="64121"/>
                </a:lnTo>
                <a:lnTo>
                  <a:pt x="63851" y="67655"/>
                </a:lnTo>
                <a:lnTo>
                  <a:pt x="71395" y="69292"/>
                </a:lnTo>
                <a:lnTo>
                  <a:pt x="78938" y="71193"/>
                </a:lnTo>
                <a:lnTo>
                  <a:pt x="79881" y="71664"/>
                </a:lnTo>
                <a:lnTo>
                  <a:pt x="86482" y="74077"/>
                </a:lnTo>
                <a:lnTo>
                  <a:pt x="94025" y="75436"/>
                </a:lnTo>
                <a:lnTo>
                  <a:pt x="101569" y="76807"/>
                </a:lnTo>
                <a:lnTo>
                  <a:pt x="105969" y="79208"/>
                </a:lnTo>
                <a:lnTo>
                  <a:pt x="109113" y="81094"/>
                </a:lnTo>
                <a:lnTo>
                  <a:pt x="116656" y="84821"/>
                </a:lnTo>
                <a:lnTo>
                  <a:pt x="118586" y="86751"/>
                </a:lnTo>
                <a:lnTo>
                  <a:pt x="123728" y="94295"/>
                </a:lnTo>
                <a:lnTo>
                  <a:pt x="124200" y="94829"/>
                </a:lnTo>
                <a:lnTo>
                  <a:pt x="127734" y="101838"/>
                </a:lnTo>
                <a:lnTo>
                  <a:pt x="127986" y="109382"/>
                </a:lnTo>
                <a:lnTo>
                  <a:pt x="127986" y="116926"/>
                </a:lnTo>
                <a:lnTo>
                  <a:pt x="127371" y="124469"/>
                </a:lnTo>
                <a:lnTo>
                  <a:pt x="124671" y="132013"/>
                </a:lnTo>
                <a:lnTo>
                  <a:pt x="124200" y="132547"/>
                </a:lnTo>
                <a:lnTo>
                  <a:pt x="120411" y="139556"/>
                </a:lnTo>
                <a:lnTo>
                  <a:pt x="116656" y="144460"/>
                </a:lnTo>
                <a:lnTo>
                  <a:pt x="114243" y="147100"/>
                </a:lnTo>
                <a:lnTo>
                  <a:pt x="109113" y="152713"/>
                </a:lnTo>
                <a:lnTo>
                  <a:pt x="107182" y="154644"/>
                </a:lnTo>
                <a:lnTo>
                  <a:pt x="101569" y="159321"/>
                </a:lnTo>
                <a:lnTo>
                  <a:pt x="98130" y="162187"/>
                </a:lnTo>
                <a:lnTo>
                  <a:pt x="94025" y="165359"/>
                </a:lnTo>
                <a:lnTo>
                  <a:pt x="86482" y="167600"/>
                </a:lnTo>
                <a:lnTo>
                  <a:pt x="82666" y="169731"/>
                </a:lnTo>
                <a:lnTo>
                  <a:pt x="78938" y="171617"/>
                </a:lnTo>
                <a:lnTo>
                  <a:pt x="71395" y="173233"/>
                </a:lnTo>
                <a:lnTo>
                  <a:pt x="63851" y="173488"/>
                </a:lnTo>
                <a:lnTo>
                  <a:pt x="56307" y="173488"/>
                </a:lnTo>
                <a:lnTo>
                  <a:pt x="48764" y="172903"/>
                </a:lnTo>
                <a:lnTo>
                  <a:pt x="41220" y="170947"/>
                </a:lnTo>
                <a:lnTo>
                  <a:pt x="39654" y="169731"/>
                </a:lnTo>
                <a:lnTo>
                  <a:pt x="33677" y="166525"/>
                </a:lnTo>
                <a:lnTo>
                  <a:pt x="26133" y="163403"/>
                </a:lnTo>
                <a:lnTo>
                  <a:pt x="24917" y="162187"/>
                </a:lnTo>
                <a:lnTo>
                  <a:pt x="18590" y="158146"/>
                </a:lnTo>
                <a:lnTo>
                  <a:pt x="13419" y="162187"/>
                </a:lnTo>
                <a:lnTo>
                  <a:pt x="11046" y="164560"/>
                </a:lnTo>
                <a:lnTo>
                  <a:pt x="5875" y="169731"/>
                </a:lnTo>
                <a:lnTo>
                  <a:pt x="3502" y="172103"/>
                </a:lnTo>
                <a:lnTo>
                  <a:pt x="906" y="169731"/>
                </a:lnTo>
                <a:lnTo>
                  <a:pt x="0" y="162187"/>
                </a:lnTo>
                <a:lnTo>
                  <a:pt x="1616" y="154644"/>
                </a:lnTo>
                <a:lnTo>
                  <a:pt x="3502" y="149929"/>
                </a:lnTo>
                <a:lnTo>
                  <a:pt x="4768" y="147100"/>
                </a:lnTo>
                <a:lnTo>
                  <a:pt x="7036" y="139556"/>
                </a:lnTo>
                <a:lnTo>
                  <a:pt x="7840" y="132013"/>
                </a:lnTo>
                <a:lnTo>
                  <a:pt x="9780" y="124469"/>
                </a:lnTo>
                <a:lnTo>
                  <a:pt x="11046" y="121640"/>
                </a:lnTo>
                <a:lnTo>
                  <a:pt x="14893" y="124469"/>
                </a:lnTo>
                <a:lnTo>
                  <a:pt x="17023" y="132013"/>
                </a:lnTo>
                <a:lnTo>
                  <a:pt x="18590" y="135785"/>
                </a:lnTo>
                <a:lnTo>
                  <a:pt x="19805" y="139556"/>
                </a:lnTo>
                <a:lnTo>
                  <a:pt x="22344" y="147100"/>
                </a:lnTo>
                <a:lnTo>
                  <a:pt x="26133" y="151574"/>
                </a:lnTo>
                <a:lnTo>
                  <a:pt x="29203" y="154644"/>
                </a:lnTo>
                <a:lnTo>
                  <a:pt x="33677" y="158178"/>
                </a:lnTo>
                <a:lnTo>
                  <a:pt x="41220" y="160971"/>
                </a:lnTo>
                <a:lnTo>
                  <a:pt x="43421" y="162187"/>
                </a:lnTo>
                <a:lnTo>
                  <a:pt x="48764" y="165140"/>
                </a:lnTo>
                <a:lnTo>
                  <a:pt x="56307" y="165393"/>
                </a:lnTo>
                <a:lnTo>
                  <a:pt x="63851" y="165721"/>
                </a:lnTo>
                <a:lnTo>
                  <a:pt x="71395" y="165297"/>
                </a:lnTo>
                <a:lnTo>
                  <a:pt x="78938" y="163565"/>
                </a:lnTo>
                <a:lnTo>
                  <a:pt x="79535" y="162187"/>
                </a:lnTo>
                <a:lnTo>
                  <a:pt x="86482" y="158432"/>
                </a:lnTo>
                <a:lnTo>
                  <a:pt x="91430" y="154644"/>
                </a:lnTo>
                <a:lnTo>
                  <a:pt x="94025" y="152271"/>
                </a:lnTo>
                <a:lnTo>
                  <a:pt x="98740" y="147100"/>
                </a:lnTo>
                <a:lnTo>
                  <a:pt x="101569" y="144030"/>
                </a:lnTo>
                <a:lnTo>
                  <a:pt x="105103" y="139556"/>
                </a:lnTo>
                <a:lnTo>
                  <a:pt x="106740" y="132013"/>
                </a:lnTo>
                <a:lnTo>
                  <a:pt x="109113" y="125523"/>
                </a:lnTo>
                <a:lnTo>
                  <a:pt x="109640" y="124469"/>
                </a:lnTo>
                <a:lnTo>
                  <a:pt x="109113" y="120697"/>
                </a:lnTo>
                <a:lnTo>
                  <a:pt x="108586" y="116926"/>
                </a:lnTo>
                <a:lnTo>
                  <a:pt x="106247" y="109382"/>
                </a:lnTo>
                <a:lnTo>
                  <a:pt x="101569" y="103769"/>
                </a:lnTo>
                <a:lnTo>
                  <a:pt x="99156" y="101838"/>
                </a:lnTo>
                <a:lnTo>
                  <a:pt x="94025" y="98667"/>
                </a:lnTo>
                <a:lnTo>
                  <a:pt x="86482" y="97501"/>
                </a:lnTo>
                <a:lnTo>
                  <a:pt x="78938" y="95560"/>
                </a:lnTo>
                <a:lnTo>
                  <a:pt x="76109" y="94295"/>
                </a:lnTo>
                <a:lnTo>
                  <a:pt x="71395" y="92398"/>
                </a:lnTo>
                <a:lnTo>
                  <a:pt x="63851" y="90778"/>
                </a:lnTo>
                <a:lnTo>
                  <a:pt x="56307" y="89938"/>
                </a:lnTo>
                <a:lnTo>
                  <a:pt x="51177" y="86751"/>
                </a:lnTo>
                <a:lnTo>
                  <a:pt x="48764" y="84821"/>
                </a:lnTo>
                <a:lnTo>
                  <a:pt x="41220" y="80424"/>
                </a:lnTo>
                <a:lnTo>
                  <a:pt x="39996" y="79208"/>
                </a:lnTo>
                <a:lnTo>
                  <a:pt x="35574" y="71664"/>
                </a:lnTo>
                <a:lnTo>
                  <a:pt x="33677" y="67936"/>
                </a:lnTo>
                <a:lnTo>
                  <a:pt x="31746" y="64121"/>
                </a:lnTo>
                <a:lnTo>
                  <a:pt x="30848" y="56577"/>
                </a:lnTo>
                <a:lnTo>
                  <a:pt x="31304" y="49033"/>
                </a:lnTo>
                <a:lnTo>
                  <a:pt x="33677" y="42544"/>
                </a:lnTo>
                <a:lnTo>
                  <a:pt x="34200" y="41490"/>
                </a:lnTo>
                <a:lnTo>
                  <a:pt x="37449" y="33946"/>
                </a:lnTo>
                <a:lnTo>
                  <a:pt x="41220" y="28484"/>
                </a:lnTo>
                <a:lnTo>
                  <a:pt x="43106" y="26403"/>
                </a:lnTo>
                <a:lnTo>
                  <a:pt x="48764" y="20075"/>
                </a:lnTo>
                <a:lnTo>
                  <a:pt x="49980" y="18859"/>
                </a:lnTo>
                <a:lnTo>
                  <a:pt x="56307" y="14144"/>
                </a:lnTo>
                <a:lnTo>
                  <a:pt x="59702" y="11315"/>
                </a:lnTo>
                <a:lnTo>
                  <a:pt x="63851" y="8109"/>
                </a:lnTo>
                <a:lnTo>
                  <a:pt x="71395" y="5854"/>
                </a:lnTo>
                <a:lnTo>
                  <a:pt x="75123" y="3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music-source-formula-5-glyph-11">
            <a:extLst xmlns:a="http://schemas.openxmlformats.org/drawingml/2006/main">
              <a:ext uri="{FF2B5EF4-FFF2-40B4-BE49-F238E27FC236}">
                <a16:creationId xmlns:a16="http://schemas.microsoft.com/office/drawing/2014/main" id="{1B8E3AA1-1894-4DC1-A531-3C6FDC3E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712" y="2267711"/>
            <a:ext cx="15393" cy="22365"/>
          </a:xfrm>
          <a:custGeom xmlns:a="http://schemas.openxmlformats.org/drawingml/2006/main">
            <a:pathLst>
              <a:path w="15393" h="22365">
                <a:moveTo>
                  <a:pt x="2305" y="3172"/>
                </a:moveTo>
                <a:lnTo>
                  <a:pt x="4678" y="799"/>
                </a:lnTo>
                <a:lnTo>
                  <a:pt x="12221" y="0"/>
                </a:lnTo>
                <a:lnTo>
                  <a:pt x="15393" y="3172"/>
                </a:lnTo>
                <a:lnTo>
                  <a:pt x="15050" y="10715"/>
                </a:lnTo>
                <a:lnTo>
                  <a:pt x="12221" y="14110"/>
                </a:lnTo>
                <a:lnTo>
                  <a:pt x="8764" y="18259"/>
                </a:lnTo>
                <a:lnTo>
                  <a:pt x="4678" y="22365"/>
                </a:lnTo>
                <a:lnTo>
                  <a:pt x="1175" y="18259"/>
                </a:lnTo>
                <a:lnTo>
                  <a:pt x="0" y="10715"/>
                </a:lnTo>
                <a:lnTo>
                  <a:pt x="2305" y="31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music-source-formula-5-glyph-12">
            <a:extLst xmlns:a="http://schemas.openxmlformats.org/drawingml/2006/main">
              <a:ext uri="{FF2B5EF4-FFF2-40B4-BE49-F238E27FC236}">
                <a16:creationId xmlns:a16="http://schemas.microsoft.com/office/drawing/2014/main" id="{EE08ACDA-CD36-4FBF-8E31-9F3E7BE3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766" y="2268470"/>
            <a:ext cx="4826" cy="9014"/>
          </a:xfrm>
          <a:custGeom xmlns:a="http://schemas.openxmlformats.org/drawingml/2006/main">
            <a:pathLst>
              <a:path w="4826" h="9014">
                <a:moveTo>
                  <a:pt x="0" y="2413"/>
                </a:moveTo>
                <a:lnTo>
                  <a:pt x="2413" y="0"/>
                </a:lnTo>
                <a:lnTo>
                  <a:pt x="4826" y="2413"/>
                </a:lnTo>
                <a:lnTo>
                  <a:pt x="2413" y="9014"/>
                </a:lnTo>
                <a:lnTo>
                  <a:pt x="0" y="2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music-source-formula-5-glyph-13">
            <a:extLst xmlns:a="http://schemas.openxmlformats.org/drawingml/2006/main">
              <a:ext uri="{FF2B5EF4-FFF2-40B4-BE49-F238E27FC236}">
                <a16:creationId xmlns:a16="http://schemas.microsoft.com/office/drawing/2014/main" id="{C0109548-551F-404D-A1E9-BB604689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223" y="2280627"/>
            <a:ext cx="5053" cy="9147"/>
          </a:xfrm>
          <a:custGeom xmlns:a="http://schemas.openxmlformats.org/drawingml/2006/main">
            <a:pathLst>
              <a:path w="5053" h="9147">
                <a:moveTo>
                  <a:pt x="0" y="5343"/>
                </a:moveTo>
                <a:lnTo>
                  <a:pt x="2413" y="0"/>
                </a:lnTo>
                <a:lnTo>
                  <a:pt x="5053" y="5343"/>
                </a:lnTo>
                <a:lnTo>
                  <a:pt x="2413" y="9147"/>
                </a:lnTo>
                <a:lnTo>
                  <a:pt x="0" y="53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music-source-formula-5-glyph-14">
            <a:extLst xmlns:a="http://schemas.openxmlformats.org/drawingml/2006/main">
              <a:ext uri="{FF2B5EF4-FFF2-40B4-BE49-F238E27FC236}">
                <a16:creationId xmlns:a16="http://schemas.microsoft.com/office/drawing/2014/main" id="{EBB65B6A-77F5-400C-810E-BF8A7F50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521" y="2290889"/>
            <a:ext cx="36988" cy="5038"/>
          </a:xfrm>
          <a:custGeom xmlns:a="http://schemas.openxmlformats.org/drawingml/2006/main">
            <a:pathLst>
              <a:path w="36988" h="5038">
                <a:moveTo>
                  <a:pt x="0" y="2625"/>
                </a:moveTo>
                <a:lnTo>
                  <a:pt x="2413" y="230"/>
                </a:lnTo>
                <a:lnTo>
                  <a:pt x="9956" y="225"/>
                </a:lnTo>
                <a:lnTo>
                  <a:pt x="17500" y="225"/>
                </a:lnTo>
                <a:lnTo>
                  <a:pt x="25044" y="225"/>
                </a:lnTo>
                <a:lnTo>
                  <a:pt x="32587" y="0"/>
                </a:lnTo>
                <a:lnTo>
                  <a:pt x="36988" y="2625"/>
                </a:lnTo>
                <a:lnTo>
                  <a:pt x="32587" y="5038"/>
                </a:lnTo>
                <a:lnTo>
                  <a:pt x="25044" y="5038"/>
                </a:lnTo>
                <a:lnTo>
                  <a:pt x="17500" y="5038"/>
                </a:lnTo>
                <a:lnTo>
                  <a:pt x="9956" y="5038"/>
                </a:lnTo>
                <a:lnTo>
                  <a:pt x="2413" y="4555"/>
                </a:lnTo>
                <a:lnTo>
                  <a:pt x="0" y="26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music-source-formula-5-glyph-15">
            <a:extLst xmlns:a="http://schemas.openxmlformats.org/drawingml/2006/main">
              <a:ext uri="{FF2B5EF4-FFF2-40B4-BE49-F238E27FC236}">
                <a16:creationId xmlns:a16="http://schemas.microsoft.com/office/drawing/2014/main" id="{C0427777-FC1E-4702-BC0E-7FC6197C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301" y="2289980"/>
            <a:ext cx="26944" cy="28537"/>
          </a:xfrm>
          <a:custGeom xmlns:a="http://schemas.openxmlformats.org/drawingml/2006/main">
            <a:pathLst>
              <a:path w="26944" h="28537">
                <a:moveTo>
                  <a:pt x="5868" y="3534"/>
                </a:moveTo>
                <a:lnTo>
                  <a:pt x="11330" y="0"/>
                </a:lnTo>
                <a:lnTo>
                  <a:pt x="18874" y="668"/>
                </a:lnTo>
                <a:lnTo>
                  <a:pt x="21984" y="3534"/>
                </a:lnTo>
                <a:lnTo>
                  <a:pt x="26417" y="10480"/>
                </a:lnTo>
                <a:lnTo>
                  <a:pt x="26944" y="11078"/>
                </a:lnTo>
                <a:lnTo>
                  <a:pt x="26417" y="14849"/>
                </a:lnTo>
                <a:lnTo>
                  <a:pt x="25890" y="18621"/>
                </a:lnTo>
                <a:lnTo>
                  <a:pt x="20090" y="26165"/>
                </a:lnTo>
                <a:lnTo>
                  <a:pt x="18874" y="27381"/>
                </a:lnTo>
                <a:lnTo>
                  <a:pt x="11330" y="28537"/>
                </a:lnTo>
                <a:lnTo>
                  <a:pt x="8085" y="26165"/>
                </a:lnTo>
                <a:lnTo>
                  <a:pt x="3787" y="23055"/>
                </a:lnTo>
                <a:lnTo>
                  <a:pt x="284" y="18621"/>
                </a:lnTo>
                <a:lnTo>
                  <a:pt x="0" y="11078"/>
                </a:lnTo>
                <a:lnTo>
                  <a:pt x="3787" y="5420"/>
                </a:lnTo>
                <a:lnTo>
                  <a:pt x="5868" y="3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music-source-formula-5-glyph-16">
            <a:extLst xmlns:a="http://schemas.openxmlformats.org/drawingml/2006/main">
              <a:ext uri="{FF2B5EF4-FFF2-40B4-BE49-F238E27FC236}">
                <a16:creationId xmlns:a16="http://schemas.microsoft.com/office/drawing/2014/main" id="{8FEF2C2D-11CB-4CCC-8E46-52EFE180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745" y="2311744"/>
            <a:ext cx="5053" cy="12887"/>
          </a:xfrm>
          <a:custGeom xmlns:a="http://schemas.openxmlformats.org/drawingml/2006/main">
            <a:pathLst>
              <a:path w="5053" h="12887">
                <a:moveTo>
                  <a:pt x="0" y="4400"/>
                </a:moveTo>
                <a:lnTo>
                  <a:pt x="2640" y="0"/>
                </a:lnTo>
                <a:lnTo>
                  <a:pt x="5053" y="4400"/>
                </a:lnTo>
                <a:lnTo>
                  <a:pt x="3112" y="11944"/>
                </a:lnTo>
                <a:lnTo>
                  <a:pt x="2640" y="12887"/>
                </a:lnTo>
                <a:lnTo>
                  <a:pt x="1407" y="11944"/>
                </a:lnTo>
                <a:lnTo>
                  <a:pt x="0" y="44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music-source-formula-5-glyph-17">
            <a:extLst xmlns:a="http://schemas.openxmlformats.org/drawingml/2006/main">
              <a:ext uri="{FF2B5EF4-FFF2-40B4-BE49-F238E27FC236}">
                <a16:creationId xmlns:a16="http://schemas.microsoft.com/office/drawing/2014/main" id="{322ABB50-452F-4A10-9DDC-6CB24BFD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67" y="2329999"/>
            <a:ext cx="66908" cy="103055"/>
          </a:xfrm>
          <a:custGeom xmlns:a="http://schemas.openxmlformats.org/drawingml/2006/main">
            <a:pathLst>
              <a:path w="66908" h="103055">
                <a:moveTo>
                  <a:pt x="27503" y="1233"/>
                </a:moveTo>
                <a:lnTo>
                  <a:pt x="27974" y="0"/>
                </a:lnTo>
                <a:lnTo>
                  <a:pt x="28917" y="1233"/>
                </a:lnTo>
                <a:lnTo>
                  <a:pt x="31084" y="8777"/>
                </a:lnTo>
                <a:lnTo>
                  <a:pt x="30840" y="16320"/>
                </a:lnTo>
                <a:lnTo>
                  <a:pt x="29190" y="23864"/>
                </a:lnTo>
                <a:lnTo>
                  <a:pt x="35518" y="29035"/>
                </a:lnTo>
                <a:lnTo>
                  <a:pt x="43061" y="29522"/>
                </a:lnTo>
                <a:lnTo>
                  <a:pt x="45419" y="31407"/>
                </a:lnTo>
                <a:lnTo>
                  <a:pt x="50605" y="34599"/>
                </a:lnTo>
                <a:lnTo>
                  <a:pt x="56263" y="38951"/>
                </a:lnTo>
                <a:lnTo>
                  <a:pt x="58148" y="40837"/>
                </a:lnTo>
                <a:lnTo>
                  <a:pt x="62520" y="46495"/>
                </a:lnTo>
                <a:lnTo>
                  <a:pt x="64427" y="54038"/>
                </a:lnTo>
                <a:lnTo>
                  <a:pt x="65692" y="57885"/>
                </a:lnTo>
                <a:lnTo>
                  <a:pt x="66908" y="61582"/>
                </a:lnTo>
                <a:lnTo>
                  <a:pt x="66167" y="69125"/>
                </a:lnTo>
                <a:lnTo>
                  <a:pt x="65692" y="69754"/>
                </a:lnTo>
                <a:lnTo>
                  <a:pt x="62486" y="76669"/>
                </a:lnTo>
                <a:lnTo>
                  <a:pt x="59414" y="84213"/>
                </a:lnTo>
                <a:lnTo>
                  <a:pt x="58148" y="85478"/>
                </a:lnTo>
                <a:lnTo>
                  <a:pt x="53018" y="91756"/>
                </a:lnTo>
                <a:lnTo>
                  <a:pt x="50605" y="94156"/>
                </a:lnTo>
                <a:lnTo>
                  <a:pt x="43061" y="97896"/>
                </a:lnTo>
                <a:lnTo>
                  <a:pt x="41647" y="99300"/>
                </a:lnTo>
                <a:lnTo>
                  <a:pt x="35518" y="103055"/>
                </a:lnTo>
                <a:lnTo>
                  <a:pt x="28571" y="99300"/>
                </a:lnTo>
                <a:lnTo>
                  <a:pt x="35518" y="94842"/>
                </a:lnTo>
                <a:lnTo>
                  <a:pt x="38587" y="91756"/>
                </a:lnTo>
                <a:lnTo>
                  <a:pt x="43061" y="86808"/>
                </a:lnTo>
                <a:lnTo>
                  <a:pt x="45434" y="84213"/>
                </a:lnTo>
                <a:lnTo>
                  <a:pt x="48232" y="76669"/>
                </a:lnTo>
                <a:lnTo>
                  <a:pt x="50605" y="71415"/>
                </a:lnTo>
                <a:lnTo>
                  <a:pt x="51870" y="69125"/>
                </a:lnTo>
                <a:lnTo>
                  <a:pt x="53471" y="61582"/>
                </a:lnTo>
                <a:lnTo>
                  <a:pt x="53471" y="54038"/>
                </a:lnTo>
                <a:lnTo>
                  <a:pt x="51076" y="46495"/>
                </a:lnTo>
                <a:lnTo>
                  <a:pt x="50605" y="46023"/>
                </a:lnTo>
                <a:lnTo>
                  <a:pt x="44947" y="38951"/>
                </a:lnTo>
                <a:lnTo>
                  <a:pt x="43061" y="35179"/>
                </a:lnTo>
                <a:lnTo>
                  <a:pt x="35518" y="33793"/>
                </a:lnTo>
                <a:lnTo>
                  <a:pt x="27974" y="34493"/>
                </a:lnTo>
                <a:lnTo>
                  <a:pt x="23540" y="38951"/>
                </a:lnTo>
                <a:lnTo>
                  <a:pt x="23296" y="46495"/>
                </a:lnTo>
                <a:lnTo>
                  <a:pt x="21646" y="54038"/>
                </a:lnTo>
                <a:lnTo>
                  <a:pt x="20431" y="56756"/>
                </a:lnTo>
                <a:lnTo>
                  <a:pt x="18230" y="54038"/>
                </a:lnTo>
                <a:lnTo>
                  <a:pt x="17565" y="46495"/>
                </a:lnTo>
                <a:lnTo>
                  <a:pt x="17565" y="38951"/>
                </a:lnTo>
                <a:lnTo>
                  <a:pt x="12887" y="33793"/>
                </a:lnTo>
                <a:lnTo>
                  <a:pt x="5343" y="34360"/>
                </a:lnTo>
                <a:lnTo>
                  <a:pt x="0" y="31407"/>
                </a:lnTo>
                <a:lnTo>
                  <a:pt x="5343" y="28994"/>
                </a:lnTo>
                <a:lnTo>
                  <a:pt x="12887" y="29035"/>
                </a:lnTo>
                <a:lnTo>
                  <a:pt x="20431" y="27303"/>
                </a:lnTo>
                <a:lnTo>
                  <a:pt x="26162" y="23864"/>
                </a:lnTo>
                <a:lnTo>
                  <a:pt x="25108" y="16320"/>
                </a:lnTo>
                <a:lnTo>
                  <a:pt x="25108" y="8777"/>
                </a:lnTo>
                <a:lnTo>
                  <a:pt x="27503" y="12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music-source-formula-5-glyph-18">
            <a:extLst xmlns:a="http://schemas.openxmlformats.org/drawingml/2006/main">
              <a:ext uri="{FF2B5EF4-FFF2-40B4-BE49-F238E27FC236}">
                <a16:creationId xmlns:a16="http://schemas.microsoft.com/office/drawing/2014/main" id="{8817A9F9-5E96-4246-BA36-5796B9AC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053" y="2345486"/>
            <a:ext cx="1905" cy="2941"/>
          </a:xfrm>
          <a:custGeom xmlns:a="http://schemas.openxmlformats.org/drawingml/2006/main">
            <a:pathLst>
              <a:path w="1905" h="2941">
                <a:moveTo>
                  <a:pt x="0" y="833"/>
                </a:moveTo>
                <a:lnTo>
                  <a:pt x="1378" y="0"/>
                </a:lnTo>
                <a:lnTo>
                  <a:pt x="1905" y="833"/>
                </a:lnTo>
                <a:lnTo>
                  <a:pt x="1378" y="2941"/>
                </a:lnTo>
                <a:lnTo>
                  <a:pt x="0" y="8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music-source-formula-5-glyph-19">
            <a:extLst xmlns:a="http://schemas.openxmlformats.org/drawingml/2006/main">
              <a:ext uri="{FF2B5EF4-FFF2-40B4-BE49-F238E27FC236}">
                <a16:creationId xmlns:a16="http://schemas.microsoft.com/office/drawing/2014/main" id="{0BB457E1-DB36-42FD-861B-1C25EEC6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406" y="2345486"/>
            <a:ext cx="1905" cy="2941"/>
          </a:xfrm>
          <a:custGeom xmlns:a="http://schemas.openxmlformats.org/drawingml/2006/main">
            <a:pathLst>
              <a:path w="1905" h="2941">
                <a:moveTo>
                  <a:pt x="0" y="833"/>
                </a:moveTo>
                <a:lnTo>
                  <a:pt x="1378" y="0"/>
                </a:lnTo>
                <a:lnTo>
                  <a:pt x="1905" y="833"/>
                </a:lnTo>
                <a:lnTo>
                  <a:pt x="1378" y="2941"/>
                </a:lnTo>
                <a:lnTo>
                  <a:pt x="0" y="8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music-source-formula-5-glyph-20">
            <a:extLst xmlns:a="http://schemas.openxmlformats.org/drawingml/2006/main">
              <a:ext uri="{FF2B5EF4-FFF2-40B4-BE49-F238E27FC236}">
                <a16:creationId xmlns:a16="http://schemas.microsoft.com/office/drawing/2014/main" id="{12076F49-1959-4525-B20D-0B6E23FF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22" y="2364124"/>
            <a:ext cx="37758" cy="70832"/>
          </a:xfrm>
          <a:custGeom xmlns:a="http://schemas.openxmlformats.org/drawingml/2006/main">
            <a:pathLst>
              <a:path w="37758" h="70832">
                <a:moveTo>
                  <a:pt x="23161" y="4826"/>
                </a:moveTo>
                <a:lnTo>
                  <a:pt x="27802" y="1620"/>
                </a:lnTo>
                <a:lnTo>
                  <a:pt x="35345" y="0"/>
                </a:lnTo>
                <a:lnTo>
                  <a:pt x="37758" y="4826"/>
                </a:lnTo>
                <a:lnTo>
                  <a:pt x="35345" y="6756"/>
                </a:lnTo>
                <a:lnTo>
                  <a:pt x="27802" y="10803"/>
                </a:lnTo>
                <a:lnTo>
                  <a:pt x="26586" y="12369"/>
                </a:lnTo>
                <a:lnTo>
                  <a:pt x="22188" y="19913"/>
                </a:lnTo>
                <a:lnTo>
                  <a:pt x="20258" y="22044"/>
                </a:lnTo>
                <a:lnTo>
                  <a:pt x="16756" y="27456"/>
                </a:lnTo>
                <a:lnTo>
                  <a:pt x="15128" y="35000"/>
                </a:lnTo>
                <a:lnTo>
                  <a:pt x="13242" y="42544"/>
                </a:lnTo>
                <a:lnTo>
                  <a:pt x="13930" y="50087"/>
                </a:lnTo>
                <a:lnTo>
                  <a:pt x="15886" y="57631"/>
                </a:lnTo>
                <a:lnTo>
                  <a:pt x="20258" y="63917"/>
                </a:lnTo>
                <a:lnTo>
                  <a:pt x="21524" y="65174"/>
                </a:lnTo>
                <a:lnTo>
                  <a:pt x="20258" y="70832"/>
                </a:lnTo>
                <a:lnTo>
                  <a:pt x="12715" y="68380"/>
                </a:lnTo>
                <a:lnTo>
                  <a:pt x="9257" y="65174"/>
                </a:lnTo>
                <a:lnTo>
                  <a:pt x="5171" y="60242"/>
                </a:lnTo>
                <a:lnTo>
                  <a:pt x="2798" y="57631"/>
                </a:lnTo>
                <a:lnTo>
                  <a:pt x="1161" y="50087"/>
                </a:lnTo>
                <a:lnTo>
                  <a:pt x="0" y="42544"/>
                </a:lnTo>
                <a:lnTo>
                  <a:pt x="799" y="35000"/>
                </a:lnTo>
                <a:lnTo>
                  <a:pt x="1965" y="27456"/>
                </a:lnTo>
                <a:lnTo>
                  <a:pt x="5171" y="22816"/>
                </a:lnTo>
                <a:lnTo>
                  <a:pt x="7544" y="19913"/>
                </a:lnTo>
                <a:lnTo>
                  <a:pt x="12715" y="12841"/>
                </a:lnTo>
                <a:lnTo>
                  <a:pt x="13186" y="12369"/>
                </a:lnTo>
                <a:lnTo>
                  <a:pt x="20258" y="7198"/>
                </a:lnTo>
                <a:lnTo>
                  <a:pt x="23161" y="48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music-source-formula-5-glyph-21">
            <a:extLst xmlns:a="http://schemas.openxmlformats.org/drawingml/2006/main">
              <a:ext uri="{FF2B5EF4-FFF2-40B4-BE49-F238E27FC236}">
                <a16:creationId xmlns:a16="http://schemas.microsoft.com/office/drawing/2014/main" id="{761C3092-7BC9-428F-9F02-37051E76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553" y="2374080"/>
            <a:ext cx="28062" cy="41364"/>
          </a:xfrm>
          <a:custGeom xmlns:a="http://schemas.openxmlformats.org/drawingml/2006/main">
            <a:pathLst>
              <a:path w="28062" h="41364">
                <a:moveTo>
                  <a:pt x="7777" y="2413"/>
                </a:moveTo>
                <a:lnTo>
                  <a:pt x="11078" y="0"/>
                </a:lnTo>
                <a:lnTo>
                  <a:pt x="17678" y="2413"/>
                </a:lnTo>
                <a:lnTo>
                  <a:pt x="18621" y="2885"/>
                </a:lnTo>
                <a:lnTo>
                  <a:pt x="24279" y="9957"/>
                </a:lnTo>
                <a:lnTo>
                  <a:pt x="26165" y="16122"/>
                </a:lnTo>
                <a:lnTo>
                  <a:pt x="26692" y="17500"/>
                </a:lnTo>
                <a:lnTo>
                  <a:pt x="28062" y="25044"/>
                </a:lnTo>
                <a:lnTo>
                  <a:pt x="28062" y="32588"/>
                </a:lnTo>
                <a:lnTo>
                  <a:pt x="26640" y="40131"/>
                </a:lnTo>
                <a:lnTo>
                  <a:pt x="26165" y="41364"/>
                </a:lnTo>
                <a:lnTo>
                  <a:pt x="25419" y="40131"/>
                </a:lnTo>
                <a:lnTo>
                  <a:pt x="24083" y="32588"/>
                </a:lnTo>
                <a:lnTo>
                  <a:pt x="18621" y="28464"/>
                </a:lnTo>
                <a:lnTo>
                  <a:pt x="11078" y="28546"/>
                </a:lnTo>
                <a:lnTo>
                  <a:pt x="4948" y="25044"/>
                </a:lnTo>
                <a:lnTo>
                  <a:pt x="3534" y="23640"/>
                </a:lnTo>
                <a:lnTo>
                  <a:pt x="0" y="17500"/>
                </a:lnTo>
                <a:lnTo>
                  <a:pt x="328" y="9957"/>
                </a:lnTo>
                <a:lnTo>
                  <a:pt x="3534" y="5808"/>
                </a:lnTo>
                <a:lnTo>
                  <a:pt x="7777" y="2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music-source-formula-5-glyph-22">
            <a:extLst xmlns:a="http://schemas.openxmlformats.org/drawingml/2006/main">
              <a:ext uri="{FF2B5EF4-FFF2-40B4-BE49-F238E27FC236}">
                <a16:creationId xmlns:a16="http://schemas.microsoft.com/office/drawing/2014/main" id="{6DF453E0-0F61-4C71-BF60-6F738770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568" y="2390638"/>
            <a:ext cx="6358" cy="26403"/>
          </a:xfrm>
          <a:custGeom xmlns:a="http://schemas.openxmlformats.org/drawingml/2006/main">
            <a:pathLst>
              <a:path w="6358" h="26403">
                <a:moveTo>
                  <a:pt x="2711" y="943"/>
                </a:moveTo>
                <a:lnTo>
                  <a:pt x="3186" y="0"/>
                </a:lnTo>
                <a:lnTo>
                  <a:pt x="4419" y="943"/>
                </a:lnTo>
                <a:lnTo>
                  <a:pt x="6256" y="8487"/>
                </a:lnTo>
                <a:lnTo>
                  <a:pt x="6358" y="16030"/>
                </a:lnTo>
                <a:lnTo>
                  <a:pt x="4452" y="23574"/>
                </a:lnTo>
                <a:lnTo>
                  <a:pt x="3186" y="26403"/>
                </a:lnTo>
                <a:lnTo>
                  <a:pt x="923" y="23574"/>
                </a:lnTo>
                <a:lnTo>
                  <a:pt x="0" y="16030"/>
                </a:lnTo>
                <a:lnTo>
                  <a:pt x="343" y="8487"/>
                </a:lnTo>
                <a:lnTo>
                  <a:pt x="2711" y="9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music-source-formula-5-glyph-23">
            <a:extLst xmlns:a="http://schemas.openxmlformats.org/drawingml/2006/main">
              <a:ext uri="{FF2B5EF4-FFF2-40B4-BE49-F238E27FC236}">
                <a16:creationId xmlns:a16="http://schemas.microsoft.com/office/drawing/2014/main" id="{4AB86974-F457-478E-98B9-2DEC58EC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523" y="2420812"/>
            <a:ext cx="44853" cy="26403"/>
          </a:xfrm>
          <a:custGeom xmlns:a="http://schemas.openxmlformats.org/drawingml/2006/main">
            <a:pathLst>
              <a:path w="44853" h="26403">
                <a:moveTo>
                  <a:pt x="21216" y="943"/>
                </a:moveTo>
                <a:lnTo>
                  <a:pt x="21688" y="0"/>
                </a:lnTo>
                <a:lnTo>
                  <a:pt x="22945" y="943"/>
                </a:lnTo>
                <a:lnTo>
                  <a:pt x="24781" y="8487"/>
                </a:lnTo>
                <a:lnTo>
                  <a:pt x="29231" y="13948"/>
                </a:lnTo>
                <a:lnTo>
                  <a:pt x="36775" y="13658"/>
                </a:lnTo>
                <a:lnTo>
                  <a:pt x="44319" y="12468"/>
                </a:lnTo>
                <a:lnTo>
                  <a:pt x="44853" y="16030"/>
                </a:lnTo>
                <a:lnTo>
                  <a:pt x="44319" y="16502"/>
                </a:lnTo>
                <a:lnTo>
                  <a:pt x="36775" y="18403"/>
                </a:lnTo>
                <a:lnTo>
                  <a:pt x="29231" y="17916"/>
                </a:lnTo>
                <a:lnTo>
                  <a:pt x="22945" y="23574"/>
                </a:lnTo>
                <a:lnTo>
                  <a:pt x="21688" y="26403"/>
                </a:lnTo>
                <a:lnTo>
                  <a:pt x="19802" y="23574"/>
                </a:lnTo>
                <a:lnTo>
                  <a:pt x="14144" y="19330"/>
                </a:lnTo>
                <a:lnTo>
                  <a:pt x="6601" y="18443"/>
                </a:lnTo>
                <a:lnTo>
                  <a:pt x="0" y="16030"/>
                </a:lnTo>
                <a:lnTo>
                  <a:pt x="6601" y="13617"/>
                </a:lnTo>
                <a:lnTo>
                  <a:pt x="14144" y="13617"/>
                </a:lnTo>
                <a:lnTo>
                  <a:pt x="18822" y="8487"/>
                </a:lnTo>
                <a:lnTo>
                  <a:pt x="21216" y="9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music-source-formula-5-glyph-24">
            <a:extLst xmlns:a="http://schemas.openxmlformats.org/drawingml/2006/main">
              <a:ext uri="{FF2B5EF4-FFF2-40B4-BE49-F238E27FC236}">
                <a16:creationId xmlns:a16="http://schemas.microsoft.com/office/drawing/2014/main" id="{B98B1FE3-269E-44C6-8303-03BE5AE7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440" y="2424018"/>
            <a:ext cx="5375" cy="15219"/>
          </a:xfrm>
          <a:custGeom xmlns:a="http://schemas.openxmlformats.org/drawingml/2006/main">
            <a:pathLst>
              <a:path w="5375" h="15219">
                <a:moveTo>
                  <a:pt x="321" y="5281"/>
                </a:moveTo>
                <a:lnTo>
                  <a:pt x="2735" y="0"/>
                </a:lnTo>
                <a:lnTo>
                  <a:pt x="5375" y="5281"/>
                </a:lnTo>
                <a:lnTo>
                  <a:pt x="4665" y="12824"/>
                </a:lnTo>
                <a:lnTo>
                  <a:pt x="2735" y="15219"/>
                </a:lnTo>
                <a:lnTo>
                  <a:pt x="0" y="12824"/>
                </a:lnTo>
                <a:lnTo>
                  <a:pt x="321" y="5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music-source-formula-5-glyph-25">
            <a:extLst xmlns:a="http://schemas.openxmlformats.org/drawingml/2006/main">
              <a:ext uri="{FF2B5EF4-FFF2-40B4-BE49-F238E27FC236}">
                <a16:creationId xmlns:a16="http://schemas.microsoft.com/office/drawing/2014/main" id="{28B4F47B-52BE-4885-B2B9-29B63CF6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802" y="2440614"/>
            <a:ext cx="6223" cy="9429"/>
          </a:xfrm>
          <a:custGeom xmlns:a="http://schemas.openxmlformats.org/drawingml/2006/main">
            <a:pathLst>
              <a:path w="6223" h="9429">
                <a:moveTo>
                  <a:pt x="0" y="3772"/>
                </a:moveTo>
                <a:lnTo>
                  <a:pt x="2829" y="0"/>
                </a:lnTo>
                <a:lnTo>
                  <a:pt x="6223" y="3772"/>
                </a:lnTo>
                <a:lnTo>
                  <a:pt x="2829" y="9429"/>
                </a:lnTo>
                <a:lnTo>
                  <a:pt x="0" y="3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music-source-formula-5-glyph-26">
            <a:extLst xmlns:a="http://schemas.openxmlformats.org/drawingml/2006/main">
              <a:ext uri="{FF2B5EF4-FFF2-40B4-BE49-F238E27FC236}">
                <a16:creationId xmlns:a16="http://schemas.microsoft.com/office/drawing/2014/main" id="{909CBE7B-B35D-45A1-8F73-98EEBC94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495" y="2452886"/>
            <a:ext cx="6343" cy="23560"/>
          </a:xfrm>
          <a:custGeom xmlns:a="http://schemas.openxmlformats.org/drawingml/2006/main">
            <a:pathLst>
              <a:path w="6343" h="23560">
                <a:moveTo>
                  <a:pt x="799" y="6587"/>
                </a:moveTo>
                <a:lnTo>
                  <a:pt x="3172" y="0"/>
                </a:lnTo>
                <a:lnTo>
                  <a:pt x="6075" y="6587"/>
                </a:lnTo>
                <a:lnTo>
                  <a:pt x="6343" y="14130"/>
                </a:lnTo>
                <a:lnTo>
                  <a:pt x="5058" y="21674"/>
                </a:lnTo>
                <a:lnTo>
                  <a:pt x="3172" y="23560"/>
                </a:lnTo>
                <a:lnTo>
                  <a:pt x="1090" y="21674"/>
                </a:lnTo>
                <a:lnTo>
                  <a:pt x="0" y="14130"/>
                </a:lnTo>
                <a:lnTo>
                  <a:pt x="799" y="65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music-source-formula-5-glyph-27">
            <a:extLst xmlns:a="http://schemas.openxmlformats.org/drawingml/2006/main">
              <a:ext uri="{FF2B5EF4-FFF2-40B4-BE49-F238E27FC236}">
                <a16:creationId xmlns:a16="http://schemas.microsoft.com/office/drawing/2014/main" id="{BFB9797E-31CF-4968-B899-1B96BCCA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984" y="2464659"/>
            <a:ext cx="4254" cy="4243"/>
          </a:xfrm>
          <a:custGeom xmlns:a="http://schemas.openxmlformats.org/drawingml/2006/main">
            <a:pathLst>
              <a:path w="4254" h="4243">
                <a:moveTo>
                  <a:pt x="0" y="2357"/>
                </a:moveTo>
                <a:lnTo>
                  <a:pt x="1897" y="0"/>
                </a:lnTo>
                <a:lnTo>
                  <a:pt x="4254" y="2357"/>
                </a:lnTo>
                <a:lnTo>
                  <a:pt x="1897" y="4243"/>
                </a:lnTo>
                <a:lnTo>
                  <a:pt x="0" y="2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music-source-formula-6-glyph-0">
            <a:extLst xmlns:a="http://schemas.openxmlformats.org/drawingml/2006/main">
              <a:ext uri="{FF2B5EF4-FFF2-40B4-BE49-F238E27FC236}">
                <a16:creationId xmlns:a16="http://schemas.microsoft.com/office/drawing/2014/main" id="{7F66E02A-0618-48FF-8719-51C29509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1" y="3034999"/>
            <a:ext cx="43658" cy="91926"/>
          </a:xfrm>
          <a:custGeom xmlns:a="http://schemas.openxmlformats.org/drawingml/2006/main">
            <a:pathLst>
              <a:path w="43658" h="91926">
                <a:moveTo>
                  <a:pt x="25088" y="7017"/>
                </a:moveTo>
                <a:lnTo>
                  <a:pt x="32105" y="0"/>
                </a:lnTo>
                <a:lnTo>
                  <a:pt x="39648" y="2339"/>
                </a:lnTo>
                <a:lnTo>
                  <a:pt x="43658" y="7017"/>
                </a:lnTo>
                <a:lnTo>
                  <a:pt x="43435" y="14560"/>
                </a:lnTo>
                <a:lnTo>
                  <a:pt x="40914" y="22104"/>
                </a:lnTo>
                <a:lnTo>
                  <a:pt x="39648" y="23720"/>
                </a:lnTo>
                <a:lnTo>
                  <a:pt x="36442" y="29647"/>
                </a:lnTo>
                <a:lnTo>
                  <a:pt x="33991" y="37191"/>
                </a:lnTo>
                <a:lnTo>
                  <a:pt x="32105" y="39863"/>
                </a:lnTo>
                <a:lnTo>
                  <a:pt x="29239" y="44735"/>
                </a:lnTo>
                <a:lnTo>
                  <a:pt x="27390" y="52278"/>
                </a:lnTo>
                <a:lnTo>
                  <a:pt x="24561" y="57128"/>
                </a:lnTo>
                <a:lnTo>
                  <a:pt x="22664" y="59822"/>
                </a:lnTo>
                <a:lnTo>
                  <a:pt x="20204" y="67365"/>
                </a:lnTo>
                <a:lnTo>
                  <a:pt x="17017" y="73329"/>
                </a:lnTo>
                <a:lnTo>
                  <a:pt x="15802" y="74909"/>
                </a:lnTo>
                <a:lnTo>
                  <a:pt x="13008" y="82452"/>
                </a:lnTo>
                <a:lnTo>
                  <a:pt x="9474" y="89462"/>
                </a:lnTo>
                <a:lnTo>
                  <a:pt x="8241" y="89996"/>
                </a:lnTo>
                <a:lnTo>
                  <a:pt x="1930" y="91926"/>
                </a:lnTo>
                <a:lnTo>
                  <a:pt x="0" y="89996"/>
                </a:lnTo>
                <a:lnTo>
                  <a:pt x="1403" y="82452"/>
                </a:lnTo>
                <a:lnTo>
                  <a:pt x="1930" y="81619"/>
                </a:lnTo>
                <a:lnTo>
                  <a:pt x="4759" y="74909"/>
                </a:lnTo>
                <a:lnTo>
                  <a:pt x="5971" y="67365"/>
                </a:lnTo>
                <a:lnTo>
                  <a:pt x="8258" y="59822"/>
                </a:lnTo>
                <a:lnTo>
                  <a:pt x="9474" y="57104"/>
                </a:lnTo>
                <a:lnTo>
                  <a:pt x="11404" y="52278"/>
                </a:lnTo>
                <a:lnTo>
                  <a:pt x="13260" y="44735"/>
                </a:lnTo>
                <a:lnTo>
                  <a:pt x="14604" y="37191"/>
                </a:lnTo>
                <a:lnTo>
                  <a:pt x="17017" y="31848"/>
                </a:lnTo>
                <a:lnTo>
                  <a:pt x="18241" y="29647"/>
                </a:lnTo>
                <a:lnTo>
                  <a:pt x="20520" y="22104"/>
                </a:lnTo>
                <a:lnTo>
                  <a:pt x="21695" y="14560"/>
                </a:lnTo>
                <a:lnTo>
                  <a:pt x="24561" y="7840"/>
                </a:lnTo>
                <a:lnTo>
                  <a:pt x="25088" y="70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music-source-formula-6-glyph-1">
            <a:extLst xmlns:a="http://schemas.openxmlformats.org/drawingml/2006/main">
              <a:ext uri="{FF2B5EF4-FFF2-40B4-BE49-F238E27FC236}">
                <a16:creationId xmlns:a16="http://schemas.microsoft.com/office/drawing/2014/main" id="{170D018F-03F4-45FA-9755-FB0CA573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548" y="3045767"/>
            <a:ext cx="57478" cy="261490"/>
          </a:xfrm>
          <a:custGeom xmlns:a="http://schemas.openxmlformats.org/drawingml/2006/main">
            <a:pathLst>
              <a:path w="57478" h="261490">
                <a:moveTo>
                  <a:pt x="49381" y="3792"/>
                </a:moveTo>
                <a:lnTo>
                  <a:pt x="54021" y="0"/>
                </a:lnTo>
                <a:lnTo>
                  <a:pt x="57478" y="3792"/>
                </a:lnTo>
                <a:lnTo>
                  <a:pt x="54021" y="7584"/>
                </a:lnTo>
                <a:lnTo>
                  <a:pt x="50601" y="11336"/>
                </a:lnTo>
                <a:lnTo>
                  <a:pt x="46477" y="16762"/>
                </a:lnTo>
                <a:lnTo>
                  <a:pt x="44347" y="18879"/>
                </a:lnTo>
                <a:lnTo>
                  <a:pt x="41306" y="26423"/>
                </a:lnTo>
                <a:lnTo>
                  <a:pt x="38934" y="29326"/>
                </a:lnTo>
                <a:lnTo>
                  <a:pt x="35728" y="33966"/>
                </a:lnTo>
                <a:lnTo>
                  <a:pt x="33763" y="41510"/>
                </a:lnTo>
                <a:lnTo>
                  <a:pt x="31390" y="45879"/>
                </a:lnTo>
                <a:lnTo>
                  <a:pt x="29504" y="49054"/>
                </a:lnTo>
                <a:lnTo>
                  <a:pt x="27381" y="56597"/>
                </a:lnTo>
                <a:lnTo>
                  <a:pt x="24370" y="64141"/>
                </a:lnTo>
                <a:lnTo>
                  <a:pt x="23847" y="65519"/>
                </a:lnTo>
                <a:lnTo>
                  <a:pt x="21961" y="71684"/>
                </a:lnTo>
                <a:lnTo>
                  <a:pt x="20675" y="79228"/>
                </a:lnTo>
                <a:lnTo>
                  <a:pt x="19837" y="86771"/>
                </a:lnTo>
                <a:lnTo>
                  <a:pt x="18716" y="94315"/>
                </a:lnTo>
                <a:lnTo>
                  <a:pt x="18233" y="101859"/>
                </a:lnTo>
                <a:lnTo>
                  <a:pt x="17519" y="109402"/>
                </a:lnTo>
                <a:lnTo>
                  <a:pt x="16775" y="116946"/>
                </a:lnTo>
                <a:lnTo>
                  <a:pt x="16303" y="120508"/>
                </a:lnTo>
                <a:lnTo>
                  <a:pt x="15776" y="124489"/>
                </a:lnTo>
                <a:lnTo>
                  <a:pt x="15776" y="132033"/>
                </a:lnTo>
                <a:lnTo>
                  <a:pt x="15776" y="139577"/>
                </a:lnTo>
                <a:lnTo>
                  <a:pt x="16303" y="143558"/>
                </a:lnTo>
                <a:lnTo>
                  <a:pt x="16775" y="147120"/>
                </a:lnTo>
                <a:lnTo>
                  <a:pt x="17519" y="154664"/>
                </a:lnTo>
                <a:lnTo>
                  <a:pt x="18233" y="162207"/>
                </a:lnTo>
                <a:lnTo>
                  <a:pt x="19509" y="169751"/>
                </a:lnTo>
                <a:lnTo>
                  <a:pt x="20060" y="177294"/>
                </a:lnTo>
                <a:lnTo>
                  <a:pt x="20981" y="184838"/>
                </a:lnTo>
                <a:lnTo>
                  <a:pt x="22631" y="192382"/>
                </a:lnTo>
                <a:lnTo>
                  <a:pt x="23847" y="194582"/>
                </a:lnTo>
                <a:lnTo>
                  <a:pt x="26247" y="199925"/>
                </a:lnTo>
                <a:lnTo>
                  <a:pt x="28219" y="207469"/>
                </a:lnTo>
                <a:lnTo>
                  <a:pt x="31390" y="214310"/>
                </a:lnTo>
                <a:lnTo>
                  <a:pt x="31917" y="215012"/>
                </a:lnTo>
                <a:lnTo>
                  <a:pt x="34893" y="222556"/>
                </a:lnTo>
                <a:lnTo>
                  <a:pt x="37668" y="230099"/>
                </a:lnTo>
                <a:lnTo>
                  <a:pt x="38934" y="231514"/>
                </a:lnTo>
                <a:lnTo>
                  <a:pt x="42689" y="237643"/>
                </a:lnTo>
                <a:lnTo>
                  <a:pt x="46477" y="242591"/>
                </a:lnTo>
                <a:lnTo>
                  <a:pt x="48850" y="245187"/>
                </a:lnTo>
                <a:lnTo>
                  <a:pt x="54021" y="252259"/>
                </a:lnTo>
                <a:lnTo>
                  <a:pt x="54492" y="252730"/>
                </a:lnTo>
                <a:lnTo>
                  <a:pt x="55833" y="260274"/>
                </a:lnTo>
                <a:lnTo>
                  <a:pt x="54021" y="261490"/>
                </a:lnTo>
                <a:lnTo>
                  <a:pt x="52805" y="260274"/>
                </a:lnTo>
                <a:lnTo>
                  <a:pt x="46477" y="255103"/>
                </a:lnTo>
                <a:lnTo>
                  <a:pt x="44105" y="252730"/>
                </a:lnTo>
                <a:lnTo>
                  <a:pt x="38934" y="246403"/>
                </a:lnTo>
                <a:lnTo>
                  <a:pt x="37718" y="245187"/>
                </a:lnTo>
                <a:lnTo>
                  <a:pt x="32805" y="237643"/>
                </a:lnTo>
                <a:lnTo>
                  <a:pt x="31390" y="236378"/>
                </a:lnTo>
                <a:lnTo>
                  <a:pt x="27381" y="230099"/>
                </a:lnTo>
                <a:lnTo>
                  <a:pt x="23847" y="223915"/>
                </a:lnTo>
                <a:lnTo>
                  <a:pt x="22631" y="222556"/>
                </a:lnTo>
                <a:lnTo>
                  <a:pt x="19132" y="215012"/>
                </a:lnTo>
                <a:lnTo>
                  <a:pt x="16303" y="209355"/>
                </a:lnTo>
                <a:lnTo>
                  <a:pt x="15038" y="207469"/>
                </a:lnTo>
                <a:lnTo>
                  <a:pt x="12516" y="199925"/>
                </a:lnTo>
                <a:lnTo>
                  <a:pt x="9975" y="192382"/>
                </a:lnTo>
                <a:lnTo>
                  <a:pt x="8759" y="189623"/>
                </a:lnTo>
                <a:lnTo>
                  <a:pt x="6874" y="184838"/>
                </a:lnTo>
                <a:lnTo>
                  <a:pt x="5257" y="177294"/>
                </a:lnTo>
                <a:lnTo>
                  <a:pt x="4718" y="169751"/>
                </a:lnTo>
                <a:lnTo>
                  <a:pt x="3588" y="162207"/>
                </a:lnTo>
                <a:lnTo>
                  <a:pt x="2481" y="154664"/>
                </a:lnTo>
                <a:lnTo>
                  <a:pt x="1743" y="147120"/>
                </a:lnTo>
                <a:lnTo>
                  <a:pt x="1216" y="143139"/>
                </a:lnTo>
                <a:lnTo>
                  <a:pt x="744" y="139577"/>
                </a:lnTo>
                <a:lnTo>
                  <a:pt x="0" y="132033"/>
                </a:lnTo>
                <a:lnTo>
                  <a:pt x="744" y="124489"/>
                </a:lnTo>
                <a:lnTo>
                  <a:pt x="1216" y="122603"/>
                </a:lnTo>
                <a:lnTo>
                  <a:pt x="2481" y="116946"/>
                </a:lnTo>
                <a:lnTo>
                  <a:pt x="3146" y="109402"/>
                </a:lnTo>
                <a:lnTo>
                  <a:pt x="3588" y="101859"/>
                </a:lnTo>
                <a:lnTo>
                  <a:pt x="4388" y="94315"/>
                </a:lnTo>
                <a:lnTo>
                  <a:pt x="4973" y="86771"/>
                </a:lnTo>
                <a:lnTo>
                  <a:pt x="5894" y="79228"/>
                </a:lnTo>
                <a:lnTo>
                  <a:pt x="8233" y="71684"/>
                </a:lnTo>
                <a:lnTo>
                  <a:pt x="8759" y="70982"/>
                </a:lnTo>
                <a:lnTo>
                  <a:pt x="11931" y="64141"/>
                </a:lnTo>
                <a:lnTo>
                  <a:pt x="13437" y="56597"/>
                </a:lnTo>
                <a:lnTo>
                  <a:pt x="16303" y="50865"/>
                </a:lnTo>
                <a:lnTo>
                  <a:pt x="17519" y="49054"/>
                </a:lnTo>
                <a:lnTo>
                  <a:pt x="20641" y="41510"/>
                </a:lnTo>
                <a:lnTo>
                  <a:pt x="23847" y="36324"/>
                </a:lnTo>
                <a:lnTo>
                  <a:pt x="25744" y="33966"/>
                </a:lnTo>
                <a:lnTo>
                  <a:pt x="29018" y="26423"/>
                </a:lnTo>
                <a:lnTo>
                  <a:pt x="31390" y="23827"/>
                </a:lnTo>
                <a:lnTo>
                  <a:pt x="35179" y="18879"/>
                </a:lnTo>
                <a:lnTo>
                  <a:pt x="38934" y="14422"/>
                </a:lnTo>
                <a:lnTo>
                  <a:pt x="42003" y="11336"/>
                </a:lnTo>
                <a:lnTo>
                  <a:pt x="46477" y="6388"/>
                </a:lnTo>
                <a:lnTo>
                  <a:pt x="49381" y="37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music-source-formula-6-glyph-2">
            <a:extLst xmlns:a="http://schemas.openxmlformats.org/drawingml/2006/main">
              <a:ext uri="{FF2B5EF4-FFF2-40B4-BE49-F238E27FC236}">
                <a16:creationId xmlns:a16="http://schemas.microsoft.com/office/drawing/2014/main" id="{AAD5EB32-74BE-4F53-B065-E3632047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734" y="3048302"/>
            <a:ext cx="57104" cy="254282"/>
          </a:xfrm>
          <a:custGeom xmlns:a="http://schemas.openxmlformats.org/drawingml/2006/main">
            <a:pathLst>
              <a:path w="57104" h="254282">
                <a:moveTo>
                  <a:pt x="0" y="1257"/>
                </a:moveTo>
                <a:lnTo>
                  <a:pt x="527" y="219"/>
                </a:lnTo>
                <a:lnTo>
                  <a:pt x="8071" y="0"/>
                </a:lnTo>
                <a:lnTo>
                  <a:pt x="9336" y="1257"/>
                </a:lnTo>
                <a:lnTo>
                  <a:pt x="15614" y="7535"/>
                </a:lnTo>
                <a:lnTo>
                  <a:pt x="16880" y="8801"/>
                </a:lnTo>
                <a:lnTo>
                  <a:pt x="21743" y="16344"/>
                </a:lnTo>
                <a:lnTo>
                  <a:pt x="23158" y="17610"/>
                </a:lnTo>
                <a:lnTo>
                  <a:pt x="27495" y="23888"/>
                </a:lnTo>
                <a:lnTo>
                  <a:pt x="30701" y="28528"/>
                </a:lnTo>
                <a:lnTo>
                  <a:pt x="33074" y="31432"/>
                </a:lnTo>
                <a:lnTo>
                  <a:pt x="35832" y="38975"/>
                </a:lnTo>
                <a:lnTo>
                  <a:pt x="38245" y="41909"/>
                </a:lnTo>
                <a:lnTo>
                  <a:pt x="41451" y="46519"/>
                </a:lnTo>
                <a:lnTo>
                  <a:pt x="42960" y="54062"/>
                </a:lnTo>
                <a:lnTo>
                  <a:pt x="45788" y="59720"/>
                </a:lnTo>
                <a:lnTo>
                  <a:pt x="47054" y="61606"/>
                </a:lnTo>
                <a:lnTo>
                  <a:pt x="49323" y="69149"/>
                </a:lnTo>
                <a:lnTo>
                  <a:pt x="50126" y="76693"/>
                </a:lnTo>
                <a:lnTo>
                  <a:pt x="52067" y="84237"/>
                </a:lnTo>
                <a:lnTo>
                  <a:pt x="53332" y="88008"/>
                </a:lnTo>
                <a:lnTo>
                  <a:pt x="54589" y="91780"/>
                </a:lnTo>
                <a:lnTo>
                  <a:pt x="55732" y="99324"/>
                </a:lnTo>
                <a:lnTo>
                  <a:pt x="56504" y="106867"/>
                </a:lnTo>
                <a:lnTo>
                  <a:pt x="56834" y="114411"/>
                </a:lnTo>
                <a:lnTo>
                  <a:pt x="57089" y="121955"/>
                </a:lnTo>
                <a:lnTo>
                  <a:pt x="57104" y="129498"/>
                </a:lnTo>
                <a:lnTo>
                  <a:pt x="56851" y="137042"/>
                </a:lnTo>
                <a:lnTo>
                  <a:pt x="56161" y="144585"/>
                </a:lnTo>
                <a:lnTo>
                  <a:pt x="55705" y="152129"/>
                </a:lnTo>
                <a:lnTo>
                  <a:pt x="54589" y="159672"/>
                </a:lnTo>
                <a:lnTo>
                  <a:pt x="53855" y="167216"/>
                </a:lnTo>
                <a:lnTo>
                  <a:pt x="53332" y="168255"/>
                </a:lnTo>
                <a:lnTo>
                  <a:pt x="50919" y="174760"/>
                </a:lnTo>
                <a:lnTo>
                  <a:pt x="49545" y="182303"/>
                </a:lnTo>
                <a:lnTo>
                  <a:pt x="48617" y="189847"/>
                </a:lnTo>
                <a:lnTo>
                  <a:pt x="45788" y="195504"/>
                </a:lnTo>
                <a:lnTo>
                  <a:pt x="44523" y="197390"/>
                </a:lnTo>
                <a:lnTo>
                  <a:pt x="42286" y="204934"/>
                </a:lnTo>
                <a:lnTo>
                  <a:pt x="39510" y="212478"/>
                </a:lnTo>
                <a:lnTo>
                  <a:pt x="38245" y="213882"/>
                </a:lnTo>
                <a:lnTo>
                  <a:pt x="34711" y="220021"/>
                </a:lnTo>
                <a:lnTo>
                  <a:pt x="30701" y="227038"/>
                </a:lnTo>
                <a:lnTo>
                  <a:pt x="30104" y="227565"/>
                </a:lnTo>
                <a:lnTo>
                  <a:pt x="25987" y="235108"/>
                </a:lnTo>
                <a:lnTo>
                  <a:pt x="23158" y="238178"/>
                </a:lnTo>
                <a:lnTo>
                  <a:pt x="19369" y="242652"/>
                </a:lnTo>
                <a:lnTo>
                  <a:pt x="15614" y="247086"/>
                </a:lnTo>
                <a:lnTo>
                  <a:pt x="12504" y="250195"/>
                </a:lnTo>
                <a:lnTo>
                  <a:pt x="8071" y="254282"/>
                </a:lnTo>
                <a:lnTo>
                  <a:pt x="3984" y="250195"/>
                </a:lnTo>
                <a:lnTo>
                  <a:pt x="8071" y="245292"/>
                </a:lnTo>
                <a:lnTo>
                  <a:pt x="10711" y="242652"/>
                </a:lnTo>
                <a:lnTo>
                  <a:pt x="14398" y="235108"/>
                </a:lnTo>
                <a:lnTo>
                  <a:pt x="15614" y="233749"/>
                </a:lnTo>
                <a:lnTo>
                  <a:pt x="19403" y="227565"/>
                </a:lnTo>
                <a:lnTo>
                  <a:pt x="22686" y="220021"/>
                </a:lnTo>
                <a:lnTo>
                  <a:pt x="23158" y="219386"/>
                </a:lnTo>
                <a:lnTo>
                  <a:pt x="26329" y="212478"/>
                </a:lnTo>
                <a:lnTo>
                  <a:pt x="28288" y="204934"/>
                </a:lnTo>
                <a:lnTo>
                  <a:pt x="30701" y="201162"/>
                </a:lnTo>
                <a:lnTo>
                  <a:pt x="33114" y="197390"/>
                </a:lnTo>
                <a:lnTo>
                  <a:pt x="34488" y="189847"/>
                </a:lnTo>
                <a:lnTo>
                  <a:pt x="35073" y="182303"/>
                </a:lnTo>
                <a:lnTo>
                  <a:pt x="36359" y="174760"/>
                </a:lnTo>
                <a:lnTo>
                  <a:pt x="38245" y="169975"/>
                </a:lnTo>
                <a:lnTo>
                  <a:pt x="39461" y="167216"/>
                </a:lnTo>
                <a:lnTo>
                  <a:pt x="40617" y="159672"/>
                </a:lnTo>
                <a:lnTo>
                  <a:pt x="41111" y="152129"/>
                </a:lnTo>
                <a:lnTo>
                  <a:pt x="41451" y="144585"/>
                </a:lnTo>
                <a:lnTo>
                  <a:pt x="41747" y="137042"/>
                </a:lnTo>
                <a:lnTo>
                  <a:pt x="42002" y="129498"/>
                </a:lnTo>
                <a:lnTo>
                  <a:pt x="41779" y="121955"/>
                </a:lnTo>
                <a:lnTo>
                  <a:pt x="41451" y="114411"/>
                </a:lnTo>
                <a:lnTo>
                  <a:pt x="41111" y="106867"/>
                </a:lnTo>
                <a:lnTo>
                  <a:pt x="40617" y="99324"/>
                </a:lnTo>
                <a:lnTo>
                  <a:pt x="40131" y="91780"/>
                </a:lnTo>
                <a:lnTo>
                  <a:pt x="38245" y="85494"/>
                </a:lnTo>
                <a:lnTo>
                  <a:pt x="37773" y="84237"/>
                </a:lnTo>
                <a:lnTo>
                  <a:pt x="35872" y="76693"/>
                </a:lnTo>
                <a:lnTo>
                  <a:pt x="34458" y="69149"/>
                </a:lnTo>
                <a:lnTo>
                  <a:pt x="33530" y="61606"/>
                </a:lnTo>
                <a:lnTo>
                  <a:pt x="31173" y="54062"/>
                </a:lnTo>
                <a:lnTo>
                  <a:pt x="30701" y="53434"/>
                </a:lnTo>
                <a:lnTo>
                  <a:pt x="27495" y="46519"/>
                </a:lnTo>
                <a:lnTo>
                  <a:pt x="25571" y="38975"/>
                </a:lnTo>
                <a:lnTo>
                  <a:pt x="23158" y="35675"/>
                </a:lnTo>
                <a:lnTo>
                  <a:pt x="20329" y="31432"/>
                </a:lnTo>
                <a:lnTo>
                  <a:pt x="18027" y="23888"/>
                </a:lnTo>
                <a:lnTo>
                  <a:pt x="15614" y="21248"/>
                </a:lnTo>
                <a:lnTo>
                  <a:pt x="11859" y="16344"/>
                </a:lnTo>
                <a:lnTo>
                  <a:pt x="8071" y="11426"/>
                </a:lnTo>
                <a:lnTo>
                  <a:pt x="5657" y="8801"/>
                </a:lnTo>
                <a:lnTo>
                  <a:pt x="527" y="1784"/>
                </a:lnTo>
                <a:lnTo>
                  <a:pt x="0" y="1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music-source-formula-6-glyph-3">
            <a:extLst xmlns:a="http://schemas.openxmlformats.org/drawingml/2006/main">
              <a:ext uri="{FF2B5EF4-FFF2-40B4-BE49-F238E27FC236}">
                <a16:creationId xmlns:a16="http://schemas.microsoft.com/office/drawing/2014/main" id="{1AD38738-64DC-4A20-9307-3070F74B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767" y="3054274"/>
            <a:ext cx="30740" cy="5658"/>
          </a:xfrm>
          <a:custGeom xmlns:a="http://schemas.openxmlformats.org/drawingml/2006/main">
            <a:pathLst>
              <a:path w="30740" h="5658">
                <a:moveTo>
                  <a:pt x="0" y="2829"/>
                </a:moveTo>
                <a:lnTo>
                  <a:pt x="3740" y="456"/>
                </a:lnTo>
                <a:lnTo>
                  <a:pt x="11283" y="456"/>
                </a:lnTo>
                <a:lnTo>
                  <a:pt x="18827" y="0"/>
                </a:lnTo>
                <a:lnTo>
                  <a:pt x="26371" y="456"/>
                </a:lnTo>
                <a:lnTo>
                  <a:pt x="30740" y="2829"/>
                </a:lnTo>
                <a:lnTo>
                  <a:pt x="26371" y="5201"/>
                </a:lnTo>
                <a:lnTo>
                  <a:pt x="18827" y="5658"/>
                </a:lnTo>
                <a:lnTo>
                  <a:pt x="11283" y="5201"/>
                </a:lnTo>
                <a:lnTo>
                  <a:pt x="3740" y="5425"/>
                </a:lnTo>
                <a:lnTo>
                  <a:pt x="0" y="28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music-source-formula-6-glyph-4">
            <a:extLst xmlns:a="http://schemas.openxmlformats.org/drawingml/2006/main">
              <a:ext uri="{FF2B5EF4-FFF2-40B4-BE49-F238E27FC236}">
                <a16:creationId xmlns:a16="http://schemas.microsoft.com/office/drawing/2014/main" id="{42D12392-DF7D-4D7B-BD26-06E292DE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126" y="3053600"/>
            <a:ext cx="78713" cy="82130"/>
          </a:xfrm>
          <a:custGeom xmlns:a="http://schemas.openxmlformats.org/drawingml/2006/main">
            <a:pathLst>
              <a:path w="78713" h="82130">
                <a:moveTo>
                  <a:pt x="31533" y="3502"/>
                </a:moveTo>
                <a:lnTo>
                  <a:pt x="37191" y="674"/>
                </a:lnTo>
                <a:lnTo>
                  <a:pt x="44735" y="674"/>
                </a:lnTo>
                <a:lnTo>
                  <a:pt x="52278" y="331"/>
                </a:lnTo>
                <a:lnTo>
                  <a:pt x="59822" y="3031"/>
                </a:lnTo>
                <a:lnTo>
                  <a:pt x="63384" y="3502"/>
                </a:lnTo>
                <a:lnTo>
                  <a:pt x="67365" y="4025"/>
                </a:lnTo>
                <a:lnTo>
                  <a:pt x="67963" y="3502"/>
                </a:lnTo>
                <a:lnTo>
                  <a:pt x="74909" y="0"/>
                </a:lnTo>
                <a:lnTo>
                  <a:pt x="78411" y="3502"/>
                </a:lnTo>
                <a:lnTo>
                  <a:pt x="78696" y="11046"/>
                </a:lnTo>
                <a:lnTo>
                  <a:pt x="77775" y="18590"/>
                </a:lnTo>
                <a:lnTo>
                  <a:pt x="75380" y="26133"/>
                </a:lnTo>
                <a:lnTo>
                  <a:pt x="74909" y="27076"/>
                </a:lnTo>
                <a:lnTo>
                  <a:pt x="72496" y="33677"/>
                </a:lnTo>
                <a:lnTo>
                  <a:pt x="71407" y="41220"/>
                </a:lnTo>
                <a:lnTo>
                  <a:pt x="70571" y="48764"/>
                </a:lnTo>
                <a:lnTo>
                  <a:pt x="68581" y="56307"/>
                </a:lnTo>
                <a:lnTo>
                  <a:pt x="67365" y="60004"/>
                </a:lnTo>
                <a:lnTo>
                  <a:pt x="66100" y="63851"/>
                </a:lnTo>
                <a:lnTo>
                  <a:pt x="66149" y="71395"/>
                </a:lnTo>
                <a:lnTo>
                  <a:pt x="67365" y="72961"/>
                </a:lnTo>
                <a:lnTo>
                  <a:pt x="74909" y="76525"/>
                </a:lnTo>
                <a:lnTo>
                  <a:pt x="78713" y="78938"/>
                </a:lnTo>
                <a:lnTo>
                  <a:pt x="74909" y="81338"/>
                </a:lnTo>
                <a:lnTo>
                  <a:pt x="67365" y="82130"/>
                </a:lnTo>
                <a:lnTo>
                  <a:pt x="60450" y="78938"/>
                </a:lnTo>
                <a:lnTo>
                  <a:pt x="59822" y="78467"/>
                </a:lnTo>
                <a:lnTo>
                  <a:pt x="52278" y="72660"/>
                </a:lnTo>
                <a:lnTo>
                  <a:pt x="44735" y="73807"/>
                </a:lnTo>
                <a:lnTo>
                  <a:pt x="42604" y="71395"/>
                </a:lnTo>
                <a:lnTo>
                  <a:pt x="44735" y="69476"/>
                </a:lnTo>
                <a:lnTo>
                  <a:pt x="49449" y="63851"/>
                </a:lnTo>
                <a:lnTo>
                  <a:pt x="52278" y="59608"/>
                </a:lnTo>
                <a:lnTo>
                  <a:pt x="54691" y="56307"/>
                </a:lnTo>
                <a:lnTo>
                  <a:pt x="56035" y="48764"/>
                </a:lnTo>
                <a:lnTo>
                  <a:pt x="56956" y="41220"/>
                </a:lnTo>
                <a:lnTo>
                  <a:pt x="59350" y="33677"/>
                </a:lnTo>
                <a:lnTo>
                  <a:pt x="59822" y="32734"/>
                </a:lnTo>
                <a:lnTo>
                  <a:pt x="62235" y="26133"/>
                </a:lnTo>
                <a:lnTo>
                  <a:pt x="62194" y="18590"/>
                </a:lnTo>
                <a:lnTo>
                  <a:pt x="59822" y="14850"/>
                </a:lnTo>
                <a:lnTo>
                  <a:pt x="57409" y="11046"/>
                </a:lnTo>
                <a:lnTo>
                  <a:pt x="52278" y="6689"/>
                </a:lnTo>
                <a:lnTo>
                  <a:pt x="44735" y="6345"/>
                </a:lnTo>
                <a:lnTo>
                  <a:pt x="37191" y="6917"/>
                </a:lnTo>
                <a:lnTo>
                  <a:pt x="33439" y="11046"/>
                </a:lnTo>
                <a:lnTo>
                  <a:pt x="29647" y="14503"/>
                </a:lnTo>
                <a:lnTo>
                  <a:pt x="26130" y="18590"/>
                </a:lnTo>
                <a:lnTo>
                  <a:pt x="22627" y="26133"/>
                </a:lnTo>
                <a:lnTo>
                  <a:pt x="22104" y="26836"/>
                </a:lnTo>
                <a:lnTo>
                  <a:pt x="18932" y="33677"/>
                </a:lnTo>
                <a:lnTo>
                  <a:pt x="17732" y="41220"/>
                </a:lnTo>
                <a:lnTo>
                  <a:pt x="16446" y="48764"/>
                </a:lnTo>
                <a:lnTo>
                  <a:pt x="15032" y="56307"/>
                </a:lnTo>
                <a:lnTo>
                  <a:pt x="15032" y="63851"/>
                </a:lnTo>
                <a:lnTo>
                  <a:pt x="17766" y="71395"/>
                </a:lnTo>
                <a:lnTo>
                  <a:pt x="22104" y="76072"/>
                </a:lnTo>
                <a:lnTo>
                  <a:pt x="29647" y="76525"/>
                </a:lnTo>
                <a:lnTo>
                  <a:pt x="37191" y="77524"/>
                </a:lnTo>
                <a:lnTo>
                  <a:pt x="38821" y="78938"/>
                </a:lnTo>
                <a:lnTo>
                  <a:pt x="37191" y="80195"/>
                </a:lnTo>
                <a:lnTo>
                  <a:pt x="29647" y="81338"/>
                </a:lnTo>
                <a:lnTo>
                  <a:pt x="22104" y="81790"/>
                </a:lnTo>
                <a:lnTo>
                  <a:pt x="14560" y="79461"/>
                </a:lnTo>
                <a:lnTo>
                  <a:pt x="14033" y="78938"/>
                </a:lnTo>
                <a:lnTo>
                  <a:pt x="7017" y="73808"/>
                </a:lnTo>
                <a:lnTo>
                  <a:pt x="4604" y="71395"/>
                </a:lnTo>
                <a:lnTo>
                  <a:pt x="2339" y="63851"/>
                </a:lnTo>
                <a:lnTo>
                  <a:pt x="0" y="56307"/>
                </a:lnTo>
                <a:lnTo>
                  <a:pt x="0" y="48764"/>
                </a:lnTo>
                <a:lnTo>
                  <a:pt x="1403" y="41220"/>
                </a:lnTo>
                <a:lnTo>
                  <a:pt x="3230" y="33677"/>
                </a:lnTo>
                <a:lnTo>
                  <a:pt x="7017" y="27349"/>
                </a:lnTo>
                <a:lnTo>
                  <a:pt x="8233" y="26133"/>
                </a:lnTo>
                <a:lnTo>
                  <a:pt x="11731" y="18590"/>
                </a:lnTo>
                <a:lnTo>
                  <a:pt x="14560" y="15761"/>
                </a:lnTo>
                <a:lnTo>
                  <a:pt x="20218" y="11046"/>
                </a:lnTo>
                <a:lnTo>
                  <a:pt x="22104" y="9149"/>
                </a:lnTo>
                <a:lnTo>
                  <a:pt x="29647" y="5119"/>
                </a:lnTo>
                <a:lnTo>
                  <a:pt x="31533" y="35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music-source-formula-6-glyph-5">
            <a:extLst xmlns:a="http://schemas.openxmlformats.org/drawingml/2006/main">
              <a:ext uri="{FF2B5EF4-FFF2-40B4-BE49-F238E27FC236}">
                <a16:creationId xmlns:a16="http://schemas.microsoft.com/office/drawing/2014/main" id="{02E5A524-FFA0-471C-A7D4-9F870A22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373" y="3051972"/>
            <a:ext cx="10543" cy="256482"/>
          </a:xfrm>
          <a:custGeom xmlns:a="http://schemas.openxmlformats.org/drawingml/2006/main">
            <a:pathLst>
              <a:path w="10543" h="256482">
                <a:moveTo>
                  <a:pt x="362" y="5131"/>
                </a:moveTo>
                <a:lnTo>
                  <a:pt x="3534" y="0"/>
                </a:lnTo>
                <a:lnTo>
                  <a:pt x="10375" y="5131"/>
                </a:lnTo>
                <a:lnTo>
                  <a:pt x="10480" y="12674"/>
                </a:lnTo>
                <a:lnTo>
                  <a:pt x="10480" y="20218"/>
                </a:lnTo>
                <a:lnTo>
                  <a:pt x="10543" y="27761"/>
                </a:lnTo>
                <a:lnTo>
                  <a:pt x="10543" y="35305"/>
                </a:lnTo>
                <a:lnTo>
                  <a:pt x="10480" y="42849"/>
                </a:lnTo>
                <a:lnTo>
                  <a:pt x="10480" y="50392"/>
                </a:lnTo>
                <a:lnTo>
                  <a:pt x="10543" y="57936"/>
                </a:lnTo>
                <a:lnTo>
                  <a:pt x="10543" y="65479"/>
                </a:lnTo>
                <a:lnTo>
                  <a:pt x="10480" y="73023"/>
                </a:lnTo>
                <a:lnTo>
                  <a:pt x="10480" y="80567"/>
                </a:lnTo>
                <a:lnTo>
                  <a:pt x="10543" y="88110"/>
                </a:lnTo>
                <a:lnTo>
                  <a:pt x="10543" y="95654"/>
                </a:lnTo>
                <a:lnTo>
                  <a:pt x="10543" y="103197"/>
                </a:lnTo>
                <a:lnTo>
                  <a:pt x="10543" y="110741"/>
                </a:lnTo>
                <a:lnTo>
                  <a:pt x="10543" y="118284"/>
                </a:lnTo>
                <a:lnTo>
                  <a:pt x="10480" y="125828"/>
                </a:lnTo>
                <a:lnTo>
                  <a:pt x="10480" y="133372"/>
                </a:lnTo>
                <a:lnTo>
                  <a:pt x="10480" y="140915"/>
                </a:lnTo>
                <a:lnTo>
                  <a:pt x="10480" y="148459"/>
                </a:lnTo>
                <a:lnTo>
                  <a:pt x="10480" y="156002"/>
                </a:lnTo>
                <a:lnTo>
                  <a:pt x="10480" y="163546"/>
                </a:lnTo>
                <a:lnTo>
                  <a:pt x="10480" y="171090"/>
                </a:lnTo>
                <a:lnTo>
                  <a:pt x="10480" y="178633"/>
                </a:lnTo>
                <a:lnTo>
                  <a:pt x="10543" y="186177"/>
                </a:lnTo>
                <a:lnTo>
                  <a:pt x="10543" y="193720"/>
                </a:lnTo>
                <a:lnTo>
                  <a:pt x="10543" y="201264"/>
                </a:lnTo>
                <a:lnTo>
                  <a:pt x="10543" y="208807"/>
                </a:lnTo>
                <a:lnTo>
                  <a:pt x="10480" y="216351"/>
                </a:lnTo>
                <a:lnTo>
                  <a:pt x="10480" y="223895"/>
                </a:lnTo>
                <a:lnTo>
                  <a:pt x="10480" y="231438"/>
                </a:lnTo>
                <a:lnTo>
                  <a:pt x="10480" y="238982"/>
                </a:lnTo>
                <a:lnTo>
                  <a:pt x="10543" y="246525"/>
                </a:lnTo>
                <a:lnTo>
                  <a:pt x="7935" y="254069"/>
                </a:lnTo>
                <a:lnTo>
                  <a:pt x="3534" y="256482"/>
                </a:lnTo>
                <a:lnTo>
                  <a:pt x="1121" y="254069"/>
                </a:lnTo>
                <a:lnTo>
                  <a:pt x="0" y="246525"/>
                </a:lnTo>
                <a:lnTo>
                  <a:pt x="32" y="238982"/>
                </a:lnTo>
                <a:lnTo>
                  <a:pt x="32" y="231438"/>
                </a:lnTo>
                <a:lnTo>
                  <a:pt x="32" y="223895"/>
                </a:lnTo>
                <a:lnTo>
                  <a:pt x="32" y="216351"/>
                </a:lnTo>
                <a:lnTo>
                  <a:pt x="0" y="208807"/>
                </a:lnTo>
                <a:lnTo>
                  <a:pt x="0" y="201264"/>
                </a:lnTo>
                <a:lnTo>
                  <a:pt x="0" y="193720"/>
                </a:lnTo>
                <a:lnTo>
                  <a:pt x="0" y="186177"/>
                </a:lnTo>
                <a:lnTo>
                  <a:pt x="32" y="178633"/>
                </a:lnTo>
                <a:lnTo>
                  <a:pt x="32" y="171090"/>
                </a:lnTo>
                <a:lnTo>
                  <a:pt x="32" y="163546"/>
                </a:lnTo>
                <a:lnTo>
                  <a:pt x="32" y="156002"/>
                </a:lnTo>
                <a:lnTo>
                  <a:pt x="32" y="148459"/>
                </a:lnTo>
                <a:lnTo>
                  <a:pt x="32" y="140915"/>
                </a:lnTo>
                <a:lnTo>
                  <a:pt x="32" y="133372"/>
                </a:lnTo>
                <a:lnTo>
                  <a:pt x="32" y="125828"/>
                </a:lnTo>
                <a:lnTo>
                  <a:pt x="0" y="118284"/>
                </a:lnTo>
                <a:lnTo>
                  <a:pt x="0" y="110741"/>
                </a:lnTo>
                <a:lnTo>
                  <a:pt x="0" y="103197"/>
                </a:lnTo>
                <a:lnTo>
                  <a:pt x="0" y="95654"/>
                </a:lnTo>
                <a:lnTo>
                  <a:pt x="0" y="88110"/>
                </a:lnTo>
                <a:lnTo>
                  <a:pt x="32" y="80567"/>
                </a:lnTo>
                <a:lnTo>
                  <a:pt x="32" y="73023"/>
                </a:lnTo>
                <a:lnTo>
                  <a:pt x="0" y="65479"/>
                </a:lnTo>
                <a:lnTo>
                  <a:pt x="0" y="57936"/>
                </a:lnTo>
                <a:lnTo>
                  <a:pt x="32" y="50392"/>
                </a:lnTo>
                <a:lnTo>
                  <a:pt x="32" y="42849"/>
                </a:lnTo>
                <a:lnTo>
                  <a:pt x="0" y="35305"/>
                </a:lnTo>
                <a:lnTo>
                  <a:pt x="0" y="27761"/>
                </a:lnTo>
                <a:lnTo>
                  <a:pt x="32" y="20218"/>
                </a:lnTo>
                <a:lnTo>
                  <a:pt x="32" y="12674"/>
                </a:lnTo>
                <a:lnTo>
                  <a:pt x="362" y="51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music-source-formula-6-glyph-6">
            <a:extLst xmlns:a="http://schemas.openxmlformats.org/drawingml/2006/main">
              <a:ext uri="{FF2B5EF4-FFF2-40B4-BE49-F238E27FC236}">
                <a16:creationId xmlns:a16="http://schemas.microsoft.com/office/drawing/2014/main" id="{86EBDC36-79D3-4778-8C41-5A9E3FC2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705" y="3060403"/>
            <a:ext cx="52842" cy="68320"/>
          </a:xfrm>
          <a:custGeom xmlns:a="http://schemas.openxmlformats.org/drawingml/2006/main">
            <a:pathLst>
              <a:path w="52842" h="68320">
                <a:moveTo>
                  <a:pt x="6601" y="4243"/>
                </a:moveTo>
                <a:lnTo>
                  <a:pt x="12258" y="0"/>
                </a:lnTo>
                <a:lnTo>
                  <a:pt x="15328" y="4243"/>
                </a:lnTo>
                <a:lnTo>
                  <a:pt x="12258" y="9052"/>
                </a:lnTo>
                <a:lnTo>
                  <a:pt x="10328" y="11787"/>
                </a:lnTo>
                <a:lnTo>
                  <a:pt x="12258" y="14973"/>
                </a:lnTo>
                <a:lnTo>
                  <a:pt x="14899" y="19330"/>
                </a:lnTo>
                <a:lnTo>
                  <a:pt x="19802" y="22833"/>
                </a:lnTo>
                <a:lnTo>
                  <a:pt x="27346" y="23668"/>
                </a:lnTo>
                <a:lnTo>
                  <a:pt x="34889" y="26347"/>
                </a:lnTo>
                <a:lnTo>
                  <a:pt x="35722" y="26874"/>
                </a:lnTo>
                <a:lnTo>
                  <a:pt x="42433" y="29717"/>
                </a:lnTo>
                <a:lnTo>
                  <a:pt x="48046" y="34418"/>
                </a:lnTo>
                <a:lnTo>
                  <a:pt x="49976" y="37635"/>
                </a:lnTo>
                <a:lnTo>
                  <a:pt x="52349" y="41961"/>
                </a:lnTo>
                <a:lnTo>
                  <a:pt x="52842" y="49505"/>
                </a:lnTo>
                <a:lnTo>
                  <a:pt x="49976" y="55236"/>
                </a:lnTo>
                <a:lnTo>
                  <a:pt x="48397" y="57048"/>
                </a:lnTo>
                <a:lnTo>
                  <a:pt x="44330" y="64592"/>
                </a:lnTo>
                <a:lnTo>
                  <a:pt x="42433" y="66478"/>
                </a:lnTo>
                <a:lnTo>
                  <a:pt x="34889" y="68320"/>
                </a:lnTo>
                <a:lnTo>
                  <a:pt x="32807" y="64592"/>
                </a:lnTo>
                <a:lnTo>
                  <a:pt x="34889" y="62706"/>
                </a:lnTo>
                <a:lnTo>
                  <a:pt x="39261" y="57048"/>
                </a:lnTo>
                <a:lnTo>
                  <a:pt x="39604" y="49505"/>
                </a:lnTo>
                <a:lnTo>
                  <a:pt x="34889" y="43847"/>
                </a:lnTo>
                <a:lnTo>
                  <a:pt x="31746" y="41961"/>
                </a:lnTo>
                <a:lnTo>
                  <a:pt x="27346" y="39548"/>
                </a:lnTo>
                <a:lnTo>
                  <a:pt x="19802" y="38175"/>
                </a:lnTo>
                <a:lnTo>
                  <a:pt x="12258" y="37246"/>
                </a:lnTo>
                <a:lnTo>
                  <a:pt x="8015" y="34418"/>
                </a:lnTo>
                <a:lnTo>
                  <a:pt x="4715" y="32017"/>
                </a:lnTo>
                <a:lnTo>
                  <a:pt x="928" y="26874"/>
                </a:lnTo>
                <a:lnTo>
                  <a:pt x="0" y="19330"/>
                </a:lnTo>
                <a:lnTo>
                  <a:pt x="705" y="11787"/>
                </a:lnTo>
                <a:lnTo>
                  <a:pt x="4715" y="5509"/>
                </a:lnTo>
                <a:lnTo>
                  <a:pt x="6601" y="42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music-source-formula-6-glyph-7">
            <a:extLst xmlns:a="http://schemas.openxmlformats.org/drawingml/2006/main">
              <a:ext uri="{FF2B5EF4-FFF2-40B4-BE49-F238E27FC236}">
                <a16:creationId xmlns:a16="http://schemas.microsoft.com/office/drawing/2014/main" id="{5877D494-1F1C-42F8-8C00-BE1BE512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661" y="3059460"/>
            <a:ext cx="12191" cy="19057"/>
          </a:xfrm>
          <a:custGeom xmlns:a="http://schemas.openxmlformats.org/drawingml/2006/main">
            <a:pathLst>
              <a:path w="12191" h="19057">
                <a:moveTo>
                  <a:pt x="3829" y="5186"/>
                </a:moveTo>
                <a:lnTo>
                  <a:pt x="7020" y="0"/>
                </a:lnTo>
                <a:lnTo>
                  <a:pt x="10813" y="5186"/>
                </a:lnTo>
                <a:lnTo>
                  <a:pt x="12191" y="12730"/>
                </a:lnTo>
                <a:lnTo>
                  <a:pt x="7020" y="19057"/>
                </a:lnTo>
                <a:lnTo>
                  <a:pt x="0" y="12730"/>
                </a:lnTo>
                <a:lnTo>
                  <a:pt x="3829" y="5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music-source-formula-6-glyph-8">
            <a:extLst xmlns:a="http://schemas.openxmlformats.org/drawingml/2006/main">
              <a:ext uri="{FF2B5EF4-FFF2-40B4-BE49-F238E27FC236}">
                <a16:creationId xmlns:a16="http://schemas.microsoft.com/office/drawing/2014/main" id="{F6E388BF-E595-4955-802D-56F1B0FF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191" y="3062233"/>
            <a:ext cx="207356" cy="200443"/>
          </a:xfrm>
          <a:custGeom xmlns:a="http://schemas.openxmlformats.org/drawingml/2006/main">
            <a:pathLst>
              <a:path w="207356" h="200443">
                <a:moveTo>
                  <a:pt x="194743" y="2413"/>
                </a:moveTo>
                <a:lnTo>
                  <a:pt x="198546" y="0"/>
                </a:lnTo>
                <a:lnTo>
                  <a:pt x="206090" y="1148"/>
                </a:lnTo>
                <a:lnTo>
                  <a:pt x="207356" y="2413"/>
                </a:lnTo>
                <a:lnTo>
                  <a:pt x="206090" y="3679"/>
                </a:lnTo>
                <a:lnTo>
                  <a:pt x="200960" y="9957"/>
                </a:lnTo>
                <a:lnTo>
                  <a:pt x="198546" y="12357"/>
                </a:lnTo>
                <a:lnTo>
                  <a:pt x="191003" y="15100"/>
                </a:lnTo>
                <a:lnTo>
                  <a:pt x="186602" y="17500"/>
                </a:lnTo>
                <a:lnTo>
                  <a:pt x="183459" y="19386"/>
                </a:lnTo>
                <a:lnTo>
                  <a:pt x="175916" y="20672"/>
                </a:lnTo>
                <a:lnTo>
                  <a:pt x="168372" y="21257"/>
                </a:lnTo>
                <a:lnTo>
                  <a:pt x="160828" y="21838"/>
                </a:lnTo>
                <a:lnTo>
                  <a:pt x="153285" y="21838"/>
                </a:lnTo>
                <a:lnTo>
                  <a:pt x="145741" y="21838"/>
                </a:lnTo>
                <a:lnTo>
                  <a:pt x="138198" y="21838"/>
                </a:lnTo>
                <a:lnTo>
                  <a:pt x="130654" y="21838"/>
                </a:lnTo>
                <a:lnTo>
                  <a:pt x="123111" y="21838"/>
                </a:lnTo>
                <a:lnTo>
                  <a:pt x="118470" y="25044"/>
                </a:lnTo>
                <a:lnTo>
                  <a:pt x="115567" y="31534"/>
                </a:lnTo>
                <a:lnTo>
                  <a:pt x="115040" y="32587"/>
                </a:lnTo>
                <a:lnTo>
                  <a:pt x="112701" y="40131"/>
                </a:lnTo>
                <a:lnTo>
                  <a:pt x="111780" y="47675"/>
                </a:lnTo>
                <a:lnTo>
                  <a:pt x="110396" y="55218"/>
                </a:lnTo>
                <a:lnTo>
                  <a:pt x="108023" y="61708"/>
                </a:lnTo>
                <a:lnTo>
                  <a:pt x="107500" y="62762"/>
                </a:lnTo>
                <a:lnTo>
                  <a:pt x="105172" y="70305"/>
                </a:lnTo>
                <a:lnTo>
                  <a:pt x="104252" y="77849"/>
                </a:lnTo>
                <a:lnTo>
                  <a:pt x="102865" y="85393"/>
                </a:lnTo>
                <a:lnTo>
                  <a:pt x="100480" y="91979"/>
                </a:lnTo>
                <a:lnTo>
                  <a:pt x="100008" y="92936"/>
                </a:lnTo>
                <a:lnTo>
                  <a:pt x="97651" y="100480"/>
                </a:lnTo>
                <a:lnTo>
                  <a:pt x="96470" y="108023"/>
                </a:lnTo>
                <a:lnTo>
                  <a:pt x="95349" y="115567"/>
                </a:lnTo>
                <a:lnTo>
                  <a:pt x="92936" y="122167"/>
                </a:lnTo>
                <a:lnTo>
                  <a:pt x="92465" y="123110"/>
                </a:lnTo>
                <a:lnTo>
                  <a:pt x="90107" y="130654"/>
                </a:lnTo>
                <a:lnTo>
                  <a:pt x="88927" y="138198"/>
                </a:lnTo>
                <a:lnTo>
                  <a:pt x="86608" y="145741"/>
                </a:lnTo>
                <a:lnTo>
                  <a:pt x="85393" y="147941"/>
                </a:lnTo>
                <a:lnTo>
                  <a:pt x="82979" y="153285"/>
                </a:lnTo>
                <a:lnTo>
                  <a:pt x="81636" y="160828"/>
                </a:lnTo>
                <a:lnTo>
                  <a:pt x="79779" y="168372"/>
                </a:lnTo>
                <a:lnTo>
                  <a:pt x="77849" y="171558"/>
                </a:lnTo>
                <a:lnTo>
                  <a:pt x="75436" y="175915"/>
                </a:lnTo>
                <a:lnTo>
                  <a:pt x="73477" y="183459"/>
                </a:lnTo>
                <a:lnTo>
                  <a:pt x="70305" y="188050"/>
                </a:lnTo>
                <a:lnTo>
                  <a:pt x="67892" y="191003"/>
                </a:lnTo>
                <a:lnTo>
                  <a:pt x="62762" y="195340"/>
                </a:lnTo>
                <a:lnTo>
                  <a:pt x="57576" y="198546"/>
                </a:lnTo>
                <a:lnTo>
                  <a:pt x="55218" y="200443"/>
                </a:lnTo>
                <a:lnTo>
                  <a:pt x="47675" y="199021"/>
                </a:lnTo>
                <a:lnTo>
                  <a:pt x="47200" y="198546"/>
                </a:lnTo>
                <a:lnTo>
                  <a:pt x="47675" y="197603"/>
                </a:lnTo>
                <a:lnTo>
                  <a:pt x="50088" y="191003"/>
                </a:lnTo>
                <a:lnTo>
                  <a:pt x="52047" y="183459"/>
                </a:lnTo>
                <a:lnTo>
                  <a:pt x="55218" y="176618"/>
                </a:lnTo>
                <a:lnTo>
                  <a:pt x="55745" y="175915"/>
                </a:lnTo>
                <a:lnTo>
                  <a:pt x="58721" y="168372"/>
                </a:lnTo>
                <a:lnTo>
                  <a:pt x="59556" y="160828"/>
                </a:lnTo>
                <a:lnTo>
                  <a:pt x="62290" y="153285"/>
                </a:lnTo>
                <a:lnTo>
                  <a:pt x="62762" y="152539"/>
                </a:lnTo>
                <a:lnTo>
                  <a:pt x="65628" y="145741"/>
                </a:lnTo>
                <a:lnTo>
                  <a:pt x="66519" y="138198"/>
                </a:lnTo>
                <a:lnTo>
                  <a:pt x="67892" y="130654"/>
                </a:lnTo>
                <a:lnTo>
                  <a:pt x="70305" y="124053"/>
                </a:lnTo>
                <a:lnTo>
                  <a:pt x="70777" y="123110"/>
                </a:lnTo>
                <a:lnTo>
                  <a:pt x="73134" y="115567"/>
                </a:lnTo>
                <a:lnTo>
                  <a:pt x="74062" y="108023"/>
                </a:lnTo>
                <a:lnTo>
                  <a:pt x="75436" y="100480"/>
                </a:lnTo>
                <a:lnTo>
                  <a:pt x="77849" y="93879"/>
                </a:lnTo>
                <a:lnTo>
                  <a:pt x="78320" y="92936"/>
                </a:lnTo>
                <a:lnTo>
                  <a:pt x="80715" y="85393"/>
                </a:lnTo>
                <a:lnTo>
                  <a:pt x="81636" y="77849"/>
                </a:lnTo>
                <a:lnTo>
                  <a:pt x="82979" y="70305"/>
                </a:lnTo>
                <a:lnTo>
                  <a:pt x="85393" y="63705"/>
                </a:lnTo>
                <a:lnTo>
                  <a:pt x="85864" y="62762"/>
                </a:lnTo>
                <a:lnTo>
                  <a:pt x="88221" y="55218"/>
                </a:lnTo>
                <a:lnTo>
                  <a:pt x="89150" y="47675"/>
                </a:lnTo>
                <a:lnTo>
                  <a:pt x="90523" y="40131"/>
                </a:lnTo>
                <a:lnTo>
                  <a:pt x="92936" y="33530"/>
                </a:lnTo>
                <a:lnTo>
                  <a:pt x="93408" y="32587"/>
                </a:lnTo>
                <a:lnTo>
                  <a:pt x="96046" y="25044"/>
                </a:lnTo>
                <a:lnTo>
                  <a:pt x="92936" y="22178"/>
                </a:lnTo>
                <a:lnTo>
                  <a:pt x="85393" y="21838"/>
                </a:lnTo>
                <a:lnTo>
                  <a:pt x="77849" y="21838"/>
                </a:lnTo>
                <a:lnTo>
                  <a:pt x="70305" y="21838"/>
                </a:lnTo>
                <a:lnTo>
                  <a:pt x="62762" y="21838"/>
                </a:lnTo>
                <a:lnTo>
                  <a:pt x="55218" y="21838"/>
                </a:lnTo>
                <a:lnTo>
                  <a:pt x="47675" y="21838"/>
                </a:lnTo>
                <a:lnTo>
                  <a:pt x="40131" y="22671"/>
                </a:lnTo>
                <a:lnTo>
                  <a:pt x="36391" y="25044"/>
                </a:lnTo>
                <a:lnTo>
                  <a:pt x="32587" y="27457"/>
                </a:lnTo>
                <a:lnTo>
                  <a:pt x="28578" y="32587"/>
                </a:lnTo>
                <a:lnTo>
                  <a:pt x="26309" y="40131"/>
                </a:lnTo>
                <a:lnTo>
                  <a:pt x="25044" y="42017"/>
                </a:lnTo>
                <a:lnTo>
                  <a:pt x="22215" y="47675"/>
                </a:lnTo>
                <a:lnTo>
                  <a:pt x="17500" y="52046"/>
                </a:lnTo>
                <a:lnTo>
                  <a:pt x="11587" y="55218"/>
                </a:lnTo>
                <a:lnTo>
                  <a:pt x="9957" y="56475"/>
                </a:lnTo>
                <a:lnTo>
                  <a:pt x="2413" y="57618"/>
                </a:lnTo>
                <a:lnTo>
                  <a:pt x="0" y="55218"/>
                </a:lnTo>
                <a:lnTo>
                  <a:pt x="1148" y="47675"/>
                </a:lnTo>
                <a:lnTo>
                  <a:pt x="2413" y="46044"/>
                </a:lnTo>
                <a:lnTo>
                  <a:pt x="5585" y="40131"/>
                </a:lnTo>
                <a:lnTo>
                  <a:pt x="9957" y="34473"/>
                </a:lnTo>
                <a:lnTo>
                  <a:pt x="11843" y="32587"/>
                </a:lnTo>
                <a:lnTo>
                  <a:pt x="17500" y="27416"/>
                </a:lnTo>
                <a:lnTo>
                  <a:pt x="20096" y="25044"/>
                </a:lnTo>
                <a:lnTo>
                  <a:pt x="25044" y="21255"/>
                </a:lnTo>
                <a:lnTo>
                  <a:pt x="31990" y="17500"/>
                </a:lnTo>
                <a:lnTo>
                  <a:pt x="32587" y="16973"/>
                </a:lnTo>
                <a:lnTo>
                  <a:pt x="40131" y="13459"/>
                </a:lnTo>
                <a:lnTo>
                  <a:pt x="47136" y="9957"/>
                </a:lnTo>
                <a:lnTo>
                  <a:pt x="47675" y="9485"/>
                </a:lnTo>
                <a:lnTo>
                  <a:pt x="55218" y="7128"/>
                </a:lnTo>
                <a:lnTo>
                  <a:pt x="62762" y="6454"/>
                </a:lnTo>
                <a:lnTo>
                  <a:pt x="70305" y="6200"/>
                </a:lnTo>
                <a:lnTo>
                  <a:pt x="77849" y="6200"/>
                </a:lnTo>
                <a:lnTo>
                  <a:pt x="85393" y="6200"/>
                </a:lnTo>
                <a:lnTo>
                  <a:pt x="92936" y="6200"/>
                </a:lnTo>
                <a:lnTo>
                  <a:pt x="100480" y="6200"/>
                </a:lnTo>
                <a:lnTo>
                  <a:pt x="108023" y="6170"/>
                </a:lnTo>
                <a:lnTo>
                  <a:pt x="115567" y="6170"/>
                </a:lnTo>
                <a:lnTo>
                  <a:pt x="123111" y="6170"/>
                </a:lnTo>
                <a:lnTo>
                  <a:pt x="130654" y="6170"/>
                </a:lnTo>
                <a:lnTo>
                  <a:pt x="138198" y="6170"/>
                </a:lnTo>
                <a:lnTo>
                  <a:pt x="145741" y="6170"/>
                </a:lnTo>
                <a:lnTo>
                  <a:pt x="153285" y="6170"/>
                </a:lnTo>
                <a:lnTo>
                  <a:pt x="160828" y="6170"/>
                </a:lnTo>
                <a:lnTo>
                  <a:pt x="168372" y="6170"/>
                </a:lnTo>
                <a:lnTo>
                  <a:pt x="175916" y="6170"/>
                </a:lnTo>
                <a:lnTo>
                  <a:pt x="183459" y="6170"/>
                </a:lnTo>
                <a:lnTo>
                  <a:pt x="191003" y="4786"/>
                </a:lnTo>
                <a:lnTo>
                  <a:pt x="194743" y="2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music-source-formula-6-glyph-9">
            <a:extLst xmlns:a="http://schemas.openxmlformats.org/drawingml/2006/main">
              <a:ext uri="{FF2B5EF4-FFF2-40B4-BE49-F238E27FC236}">
                <a16:creationId xmlns:a16="http://schemas.microsoft.com/office/drawing/2014/main" id="{B95B42B8-9CAB-49F5-89B3-1D3A2B06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819" y="3068403"/>
            <a:ext cx="118575" cy="173532"/>
          </a:xfrm>
          <a:custGeom xmlns:a="http://schemas.openxmlformats.org/drawingml/2006/main">
            <a:pathLst>
              <a:path w="118575" h="173532">
                <a:moveTo>
                  <a:pt x="43394" y="3787"/>
                </a:moveTo>
                <a:lnTo>
                  <a:pt x="47181" y="0"/>
                </a:lnTo>
                <a:lnTo>
                  <a:pt x="54724" y="0"/>
                </a:lnTo>
                <a:lnTo>
                  <a:pt x="62268" y="0"/>
                </a:lnTo>
                <a:lnTo>
                  <a:pt x="69811" y="0"/>
                </a:lnTo>
                <a:lnTo>
                  <a:pt x="77355" y="0"/>
                </a:lnTo>
                <a:lnTo>
                  <a:pt x="84898" y="0"/>
                </a:lnTo>
                <a:lnTo>
                  <a:pt x="92442" y="0"/>
                </a:lnTo>
                <a:lnTo>
                  <a:pt x="99986" y="0"/>
                </a:lnTo>
                <a:lnTo>
                  <a:pt x="107529" y="0"/>
                </a:lnTo>
                <a:lnTo>
                  <a:pt x="115073" y="284"/>
                </a:lnTo>
                <a:lnTo>
                  <a:pt x="118575" y="3787"/>
                </a:lnTo>
                <a:lnTo>
                  <a:pt x="115073" y="7304"/>
                </a:lnTo>
                <a:lnTo>
                  <a:pt x="107529" y="7573"/>
                </a:lnTo>
                <a:lnTo>
                  <a:pt x="99986" y="7828"/>
                </a:lnTo>
                <a:lnTo>
                  <a:pt x="92442" y="10859"/>
                </a:lnTo>
                <a:lnTo>
                  <a:pt x="91971" y="11330"/>
                </a:lnTo>
                <a:lnTo>
                  <a:pt x="88433" y="18874"/>
                </a:lnTo>
                <a:lnTo>
                  <a:pt x="86829" y="26417"/>
                </a:lnTo>
                <a:lnTo>
                  <a:pt x="84898" y="31243"/>
                </a:lnTo>
                <a:lnTo>
                  <a:pt x="83683" y="33961"/>
                </a:lnTo>
                <a:lnTo>
                  <a:pt x="81692" y="41505"/>
                </a:lnTo>
                <a:lnTo>
                  <a:pt x="80857" y="49048"/>
                </a:lnTo>
                <a:lnTo>
                  <a:pt x="79241" y="56592"/>
                </a:lnTo>
                <a:lnTo>
                  <a:pt x="77355" y="61306"/>
                </a:lnTo>
                <a:lnTo>
                  <a:pt x="76089" y="64135"/>
                </a:lnTo>
                <a:lnTo>
                  <a:pt x="74183" y="71679"/>
                </a:lnTo>
                <a:lnTo>
                  <a:pt x="73345" y="79222"/>
                </a:lnTo>
                <a:lnTo>
                  <a:pt x="71027" y="86766"/>
                </a:lnTo>
                <a:lnTo>
                  <a:pt x="69811" y="89484"/>
                </a:lnTo>
                <a:lnTo>
                  <a:pt x="67881" y="94310"/>
                </a:lnTo>
                <a:lnTo>
                  <a:pt x="66277" y="101853"/>
                </a:lnTo>
                <a:lnTo>
                  <a:pt x="65474" y="109397"/>
                </a:lnTo>
                <a:lnTo>
                  <a:pt x="63533" y="116940"/>
                </a:lnTo>
                <a:lnTo>
                  <a:pt x="62268" y="119728"/>
                </a:lnTo>
                <a:lnTo>
                  <a:pt x="60337" y="124484"/>
                </a:lnTo>
                <a:lnTo>
                  <a:pt x="58734" y="132028"/>
                </a:lnTo>
                <a:lnTo>
                  <a:pt x="57896" y="139571"/>
                </a:lnTo>
                <a:lnTo>
                  <a:pt x="55940" y="147115"/>
                </a:lnTo>
                <a:lnTo>
                  <a:pt x="54724" y="149833"/>
                </a:lnTo>
                <a:lnTo>
                  <a:pt x="52794" y="154658"/>
                </a:lnTo>
                <a:lnTo>
                  <a:pt x="52794" y="162202"/>
                </a:lnTo>
                <a:lnTo>
                  <a:pt x="54724" y="164132"/>
                </a:lnTo>
                <a:lnTo>
                  <a:pt x="62268" y="165736"/>
                </a:lnTo>
                <a:lnTo>
                  <a:pt x="69811" y="165988"/>
                </a:lnTo>
                <a:lnTo>
                  <a:pt x="76089" y="169745"/>
                </a:lnTo>
                <a:lnTo>
                  <a:pt x="69811" y="173502"/>
                </a:lnTo>
                <a:lnTo>
                  <a:pt x="62268" y="173502"/>
                </a:lnTo>
                <a:lnTo>
                  <a:pt x="54724" y="173502"/>
                </a:lnTo>
                <a:lnTo>
                  <a:pt x="47181" y="173532"/>
                </a:lnTo>
                <a:lnTo>
                  <a:pt x="39637" y="173532"/>
                </a:lnTo>
                <a:lnTo>
                  <a:pt x="32093" y="173532"/>
                </a:lnTo>
                <a:lnTo>
                  <a:pt x="24550" y="173532"/>
                </a:lnTo>
                <a:lnTo>
                  <a:pt x="17006" y="173532"/>
                </a:lnTo>
                <a:lnTo>
                  <a:pt x="9463" y="173532"/>
                </a:lnTo>
                <a:lnTo>
                  <a:pt x="1919" y="171676"/>
                </a:lnTo>
                <a:lnTo>
                  <a:pt x="0" y="169745"/>
                </a:lnTo>
                <a:lnTo>
                  <a:pt x="1919" y="167826"/>
                </a:lnTo>
                <a:lnTo>
                  <a:pt x="9463" y="165974"/>
                </a:lnTo>
                <a:lnTo>
                  <a:pt x="17006" y="165721"/>
                </a:lnTo>
                <a:lnTo>
                  <a:pt x="24550" y="164602"/>
                </a:lnTo>
                <a:lnTo>
                  <a:pt x="26963" y="162202"/>
                </a:lnTo>
                <a:lnTo>
                  <a:pt x="30877" y="154658"/>
                </a:lnTo>
                <a:lnTo>
                  <a:pt x="32093" y="151900"/>
                </a:lnTo>
                <a:lnTo>
                  <a:pt x="33979" y="147115"/>
                </a:lnTo>
                <a:lnTo>
                  <a:pt x="35596" y="139571"/>
                </a:lnTo>
                <a:lnTo>
                  <a:pt x="36431" y="132028"/>
                </a:lnTo>
                <a:lnTo>
                  <a:pt x="38371" y="124484"/>
                </a:lnTo>
                <a:lnTo>
                  <a:pt x="39637" y="121655"/>
                </a:lnTo>
                <a:lnTo>
                  <a:pt x="41523" y="116940"/>
                </a:lnTo>
                <a:lnTo>
                  <a:pt x="43139" y="109397"/>
                </a:lnTo>
                <a:lnTo>
                  <a:pt x="43974" y="101853"/>
                </a:lnTo>
                <a:lnTo>
                  <a:pt x="46654" y="94310"/>
                </a:lnTo>
                <a:lnTo>
                  <a:pt x="47181" y="93256"/>
                </a:lnTo>
                <a:lnTo>
                  <a:pt x="49566" y="86766"/>
                </a:lnTo>
                <a:lnTo>
                  <a:pt x="50937" y="79222"/>
                </a:lnTo>
                <a:lnTo>
                  <a:pt x="51858" y="71679"/>
                </a:lnTo>
                <a:lnTo>
                  <a:pt x="54249" y="64135"/>
                </a:lnTo>
                <a:lnTo>
                  <a:pt x="54724" y="63192"/>
                </a:lnTo>
                <a:lnTo>
                  <a:pt x="57137" y="56592"/>
                </a:lnTo>
                <a:lnTo>
                  <a:pt x="58511" y="49048"/>
                </a:lnTo>
                <a:lnTo>
                  <a:pt x="59439" y="41505"/>
                </a:lnTo>
                <a:lnTo>
                  <a:pt x="61741" y="33961"/>
                </a:lnTo>
                <a:lnTo>
                  <a:pt x="62268" y="32907"/>
                </a:lnTo>
                <a:lnTo>
                  <a:pt x="64640" y="26417"/>
                </a:lnTo>
                <a:lnTo>
                  <a:pt x="66025" y="18874"/>
                </a:lnTo>
                <a:lnTo>
                  <a:pt x="66022" y="11330"/>
                </a:lnTo>
                <a:lnTo>
                  <a:pt x="62268" y="7828"/>
                </a:lnTo>
                <a:lnTo>
                  <a:pt x="54724" y="7573"/>
                </a:lnTo>
                <a:lnTo>
                  <a:pt x="47181" y="7558"/>
                </a:lnTo>
                <a:lnTo>
                  <a:pt x="43394" y="37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music-source-formula-6-glyph-10">
            <a:extLst xmlns:a="http://schemas.openxmlformats.org/drawingml/2006/main">
              <a:ext uri="{FF2B5EF4-FFF2-40B4-BE49-F238E27FC236}">
                <a16:creationId xmlns:a16="http://schemas.microsoft.com/office/drawing/2014/main" id="{3346DFE4-8BFD-4563-A962-3EC0837E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767" y="3068403"/>
            <a:ext cx="150604" cy="173532"/>
          </a:xfrm>
          <a:custGeom xmlns:a="http://schemas.openxmlformats.org/drawingml/2006/main">
            <a:pathLst>
              <a:path w="150604" h="173532">
                <a:moveTo>
                  <a:pt x="75140" y="3787"/>
                </a:moveTo>
                <a:lnTo>
                  <a:pt x="78955" y="1856"/>
                </a:lnTo>
                <a:lnTo>
                  <a:pt x="86499" y="253"/>
                </a:lnTo>
                <a:lnTo>
                  <a:pt x="94042" y="0"/>
                </a:lnTo>
                <a:lnTo>
                  <a:pt x="101586" y="253"/>
                </a:lnTo>
                <a:lnTo>
                  <a:pt x="109129" y="921"/>
                </a:lnTo>
                <a:lnTo>
                  <a:pt x="114861" y="3787"/>
                </a:lnTo>
                <a:lnTo>
                  <a:pt x="116673" y="6505"/>
                </a:lnTo>
                <a:lnTo>
                  <a:pt x="124217" y="8144"/>
                </a:lnTo>
                <a:lnTo>
                  <a:pt x="127637" y="11330"/>
                </a:lnTo>
                <a:lnTo>
                  <a:pt x="131760" y="15119"/>
                </a:lnTo>
                <a:lnTo>
                  <a:pt x="137945" y="11330"/>
                </a:lnTo>
                <a:lnTo>
                  <a:pt x="139304" y="10106"/>
                </a:lnTo>
                <a:lnTo>
                  <a:pt x="144917" y="3787"/>
                </a:lnTo>
                <a:lnTo>
                  <a:pt x="146847" y="1856"/>
                </a:lnTo>
                <a:lnTo>
                  <a:pt x="149582" y="3787"/>
                </a:lnTo>
                <a:lnTo>
                  <a:pt x="150604" y="11330"/>
                </a:lnTo>
                <a:lnTo>
                  <a:pt x="149220" y="18874"/>
                </a:lnTo>
                <a:lnTo>
                  <a:pt x="146847" y="24191"/>
                </a:lnTo>
                <a:lnTo>
                  <a:pt x="145632" y="26417"/>
                </a:lnTo>
                <a:lnTo>
                  <a:pt x="143676" y="33961"/>
                </a:lnTo>
                <a:lnTo>
                  <a:pt x="142806" y="41505"/>
                </a:lnTo>
                <a:lnTo>
                  <a:pt x="141190" y="49048"/>
                </a:lnTo>
                <a:lnTo>
                  <a:pt x="139304" y="52191"/>
                </a:lnTo>
                <a:lnTo>
                  <a:pt x="134589" y="49048"/>
                </a:lnTo>
                <a:lnTo>
                  <a:pt x="133175" y="41505"/>
                </a:lnTo>
                <a:lnTo>
                  <a:pt x="131760" y="37733"/>
                </a:lnTo>
                <a:lnTo>
                  <a:pt x="130495" y="33961"/>
                </a:lnTo>
                <a:lnTo>
                  <a:pt x="128554" y="26417"/>
                </a:lnTo>
                <a:lnTo>
                  <a:pt x="124814" y="18874"/>
                </a:lnTo>
                <a:lnTo>
                  <a:pt x="124217" y="18171"/>
                </a:lnTo>
                <a:lnTo>
                  <a:pt x="116673" y="13260"/>
                </a:lnTo>
                <a:lnTo>
                  <a:pt x="113939" y="11330"/>
                </a:lnTo>
                <a:lnTo>
                  <a:pt x="109129" y="7583"/>
                </a:lnTo>
                <a:lnTo>
                  <a:pt x="101586" y="7575"/>
                </a:lnTo>
                <a:lnTo>
                  <a:pt x="94042" y="7573"/>
                </a:lnTo>
                <a:lnTo>
                  <a:pt x="86499" y="7910"/>
                </a:lnTo>
                <a:lnTo>
                  <a:pt x="78955" y="8612"/>
                </a:lnTo>
                <a:lnTo>
                  <a:pt x="77596" y="11330"/>
                </a:lnTo>
                <a:lnTo>
                  <a:pt x="71412" y="14864"/>
                </a:lnTo>
                <a:lnTo>
                  <a:pt x="65134" y="18874"/>
                </a:lnTo>
                <a:lnTo>
                  <a:pt x="63868" y="20139"/>
                </a:lnTo>
                <a:lnTo>
                  <a:pt x="58710" y="26417"/>
                </a:lnTo>
                <a:lnTo>
                  <a:pt x="56324" y="29013"/>
                </a:lnTo>
                <a:lnTo>
                  <a:pt x="52790" y="33961"/>
                </a:lnTo>
                <a:lnTo>
                  <a:pt x="51647" y="41505"/>
                </a:lnTo>
                <a:lnTo>
                  <a:pt x="50711" y="49048"/>
                </a:lnTo>
                <a:lnTo>
                  <a:pt x="52283" y="56592"/>
                </a:lnTo>
                <a:lnTo>
                  <a:pt x="56324" y="61763"/>
                </a:lnTo>
                <a:lnTo>
                  <a:pt x="58936" y="64135"/>
                </a:lnTo>
                <a:lnTo>
                  <a:pt x="63868" y="67652"/>
                </a:lnTo>
                <a:lnTo>
                  <a:pt x="71412" y="69293"/>
                </a:lnTo>
                <a:lnTo>
                  <a:pt x="78955" y="71204"/>
                </a:lnTo>
                <a:lnTo>
                  <a:pt x="79898" y="71679"/>
                </a:lnTo>
                <a:lnTo>
                  <a:pt x="86499" y="74092"/>
                </a:lnTo>
                <a:lnTo>
                  <a:pt x="94042" y="75466"/>
                </a:lnTo>
                <a:lnTo>
                  <a:pt x="101586" y="76850"/>
                </a:lnTo>
                <a:lnTo>
                  <a:pt x="105912" y="79222"/>
                </a:lnTo>
                <a:lnTo>
                  <a:pt x="109129" y="81141"/>
                </a:lnTo>
                <a:lnTo>
                  <a:pt x="116673" y="84847"/>
                </a:lnTo>
                <a:lnTo>
                  <a:pt x="118592" y="86766"/>
                </a:lnTo>
                <a:lnTo>
                  <a:pt x="123694" y="94310"/>
                </a:lnTo>
                <a:lnTo>
                  <a:pt x="124217" y="94907"/>
                </a:lnTo>
                <a:lnTo>
                  <a:pt x="127719" y="101853"/>
                </a:lnTo>
                <a:lnTo>
                  <a:pt x="128003" y="109397"/>
                </a:lnTo>
                <a:lnTo>
                  <a:pt x="128003" y="116940"/>
                </a:lnTo>
                <a:lnTo>
                  <a:pt x="127388" y="124484"/>
                </a:lnTo>
                <a:lnTo>
                  <a:pt x="124688" y="132028"/>
                </a:lnTo>
                <a:lnTo>
                  <a:pt x="124217" y="132562"/>
                </a:lnTo>
                <a:lnTo>
                  <a:pt x="120445" y="139571"/>
                </a:lnTo>
                <a:lnTo>
                  <a:pt x="116673" y="144519"/>
                </a:lnTo>
                <a:lnTo>
                  <a:pt x="114301" y="147115"/>
                </a:lnTo>
                <a:lnTo>
                  <a:pt x="109129" y="152739"/>
                </a:lnTo>
                <a:lnTo>
                  <a:pt x="107199" y="154658"/>
                </a:lnTo>
                <a:lnTo>
                  <a:pt x="101586" y="159336"/>
                </a:lnTo>
                <a:lnTo>
                  <a:pt x="98147" y="162202"/>
                </a:lnTo>
                <a:lnTo>
                  <a:pt x="94042" y="165388"/>
                </a:lnTo>
                <a:lnTo>
                  <a:pt x="86499" y="167650"/>
                </a:lnTo>
                <a:lnTo>
                  <a:pt x="82771" y="169745"/>
                </a:lnTo>
                <a:lnTo>
                  <a:pt x="78955" y="171676"/>
                </a:lnTo>
                <a:lnTo>
                  <a:pt x="71412" y="173279"/>
                </a:lnTo>
                <a:lnTo>
                  <a:pt x="63868" y="173532"/>
                </a:lnTo>
                <a:lnTo>
                  <a:pt x="56324" y="173502"/>
                </a:lnTo>
                <a:lnTo>
                  <a:pt x="48781" y="172917"/>
                </a:lnTo>
                <a:lnTo>
                  <a:pt x="41237" y="170961"/>
                </a:lnTo>
                <a:lnTo>
                  <a:pt x="39671" y="169745"/>
                </a:lnTo>
                <a:lnTo>
                  <a:pt x="33694" y="166554"/>
                </a:lnTo>
                <a:lnTo>
                  <a:pt x="26150" y="163459"/>
                </a:lnTo>
                <a:lnTo>
                  <a:pt x="24885" y="162202"/>
                </a:lnTo>
                <a:lnTo>
                  <a:pt x="18606" y="158192"/>
                </a:lnTo>
                <a:lnTo>
                  <a:pt x="13476" y="162202"/>
                </a:lnTo>
                <a:lnTo>
                  <a:pt x="11063" y="164602"/>
                </a:lnTo>
                <a:lnTo>
                  <a:pt x="5892" y="169745"/>
                </a:lnTo>
                <a:lnTo>
                  <a:pt x="3519" y="172118"/>
                </a:lnTo>
                <a:lnTo>
                  <a:pt x="923" y="169745"/>
                </a:lnTo>
                <a:lnTo>
                  <a:pt x="0" y="162202"/>
                </a:lnTo>
                <a:lnTo>
                  <a:pt x="1600" y="154658"/>
                </a:lnTo>
                <a:lnTo>
                  <a:pt x="3519" y="149833"/>
                </a:lnTo>
                <a:lnTo>
                  <a:pt x="4735" y="147115"/>
                </a:lnTo>
                <a:lnTo>
                  <a:pt x="7022" y="139571"/>
                </a:lnTo>
                <a:lnTo>
                  <a:pt x="7891" y="132028"/>
                </a:lnTo>
                <a:lnTo>
                  <a:pt x="9847" y="124484"/>
                </a:lnTo>
                <a:lnTo>
                  <a:pt x="11063" y="121725"/>
                </a:lnTo>
                <a:lnTo>
                  <a:pt x="14759" y="124484"/>
                </a:lnTo>
                <a:lnTo>
                  <a:pt x="16976" y="132028"/>
                </a:lnTo>
                <a:lnTo>
                  <a:pt x="18606" y="135799"/>
                </a:lnTo>
                <a:lnTo>
                  <a:pt x="19872" y="139571"/>
                </a:lnTo>
                <a:lnTo>
                  <a:pt x="22395" y="147115"/>
                </a:lnTo>
                <a:lnTo>
                  <a:pt x="26150" y="151549"/>
                </a:lnTo>
                <a:lnTo>
                  <a:pt x="29260" y="154658"/>
                </a:lnTo>
                <a:lnTo>
                  <a:pt x="33694" y="158161"/>
                </a:lnTo>
                <a:lnTo>
                  <a:pt x="41237" y="160936"/>
                </a:lnTo>
                <a:lnTo>
                  <a:pt x="43527" y="162202"/>
                </a:lnTo>
                <a:lnTo>
                  <a:pt x="48781" y="165124"/>
                </a:lnTo>
                <a:lnTo>
                  <a:pt x="56324" y="165388"/>
                </a:lnTo>
                <a:lnTo>
                  <a:pt x="63868" y="165721"/>
                </a:lnTo>
                <a:lnTo>
                  <a:pt x="71412" y="165295"/>
                </a:lnTo>
                <a:lnTo>
                  <a:pt x="78955" y="163554"/>
                </a:lnTo>
                <a:lnTo>
                  <a:pt x="79552" y="162202"/>
                </a:lnTo>
                <a:lnTo>
                  <a:pt x="86499" y="158447"/>
                </a:lnTo>
                <a:lnTo>
                  <a:pt x="91446" y="154658"/>
                </a:lnTo>
                <a:lnTo>
                  <a:pt x="94042" y="152273"/>
                </a:lnTo>
                <a:lnTo>
                  <a:pt x="98720" y="147115"/>
                </a:lnTo>
                <a:lnTo>
                  <a:pt x="101586" y="144005"/>
                </a:lnTo>
                <a:lnTo>
                  <a:pt x="105088" y="139571"/>
                </a:lnTo>
                <a:lnTo>
                  <a:pt x="106716" y="132028"/>
                </a:lnTo>
                <a:lnTo>
                  <a:pt x="109129" y="125427"/>
                </a:lnTo>
                <a:lnTo>
                  <a:pt x="109601" y="124484"/>
                </a:lnTo>
                <a:lnTo>
                  <a:pt x="109129" y="120712"/>
                </a:lnTo>
                <a:lnTo>
                  <a:pt x="108658" y="116940"/>
                </a:lnTo>
                <a:lnTo>
                  <a:pt x="106301" y="109397"/>
                </a:lnTo>
                <a:lnTo>
                  <a:pt x="101586" y="103772"/>
                </a:lnTo>
                <a:lnTo>
                  <a:pt x="99173" y="101853"/>
                </a:lnTo>
                <a:lnTo>
                  <a:pt x="94042" y="98681"/>
                </a:lnTo>
                <a:lnTo>
                  <a:pt x="86499" y="97516"/>
                </a:lnTo>
                <a:lnTo>
                  <a:pt x="78955" y="95575"/>
                </a:lnTo>
                <a:lnTo>
                  <a:pt x="76126" y="94310"/>
                </a:lnTo>
                <a:lnTo>
                  <a:pt x="71412" y="92424"/>
                </a:lnTo>
                <a:lnTo>
                  <a:pt x="63868" y="90807"/>
                </a:lnTo>
                <a:lnTo>
                  <a:pt x="56324" y="89972"/>
                </a:lnTo>
                <a:lnTo>
                  <a:pt x="51138" y="86766"/>
                </a:lnTo>
                <a:lnTo>
                  <a:pt x="48781" y="84880"/>
                </a:lnTo>
                <a:lnTo>
                  <a:pt x="41237" y="80488"/>
                </a:lnTo>
                <a:lnTo>
                  <a:pt x="39972" y="79222"/>
                </a:lnTo>
                <a:lnTo>
                  <a:pt x="35580" y="71679"/>
                </a:lnTo>
                <a:lnTo>
                  <a:pt x="33694" y="67907"/>
                </a:lnTo>
                <a:lnTo>
                  <a:pt x="31808" y="64135"/>
                </a:lnTo>
                <a:lnTo>
                  <a:pt x="30865" y="56592"/>
                </a:lnTo>
                <a:lnTo>
                  <a:pt x="31280" y="49048"/>
                </a:lnTo>
                <a:lnTo>
                  <a:pt x="33694" y="42447"/>
                </a:lnTo>
                <a:lnTo>
                  <a:pt x="34165" y="41505"/>
                </a:lnTo>
                <a:lnTo>
                  <a:pt x="37482" y="33961"/>
                </a:lnTo>
                <a:lnTo>
                  <a:pt x="41237" y="28548"/>
                </a:lnTo>
                <a:lnTo>
                  <a:pt x="43167" y="26417"/>
                </a:lnTo>
                <a:lnTo>
                  <a:pt x="48781" y="20139"/>
                </a:lnTo>
                <a:lnTo>
                  <a:pt x="50046" y="18874"/>
                </a:lnTo>
                <a:lnTo>
                  <a:pt x="56324" y="14196"/>
                </a:lnTo>
                <a:lnTo>
                  <a:pt x="59743" y="11330"/>
                </a:lnTo>
                <a:lnTo>
                  <a:pt x="63868" y="8124"/>
                </a:lnTo>
                <a:lnTo>
                  <a:pt x="71412" y="5868"/>
                </a:lnTo>
                <a:lnTo>
                  <a:pt x="75140" y="37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music-source-formula-6-glyph-11">
            <a:extLst xmlns:a="http://schemas.openxmlformats.org/drawingml/2006/main">
              <a:ext uri="{FF2B5EF4-FFF2-40B4-BE49-F238E27FC236}">
                <a16:creationId xmlns:a16="http://schemas.microsoft.com/office/drawing/2014/main" id="{47B3430D-0E75-4528-A55D-DD41A7B7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106" y="3068403"/>
            <a:ext cx="150649" cy="173502"/>
          </a:xfrm>
          <a:custGeom xmlns:a="http://schemas.openxmlformats.org/drawingml/2006/main">
            <a:pathLst>
              <a:path w="150649" h="173502">
                <a:moveTo>
                  <a:pt x="75154" y="3787"/>
                </a:moveTo>
                <a:lnTo>
                  <a:pt x="78970" y="1856"/>
                </a:lnTo>
                <a:lnTo>
                  <a:pt x="86514" y="253"/>
                </a:lnTo>
                <a:lnTo>
                  <a:pt x="94057" y="0"/>
                </a:lnTo>
                <a:lnTo>
                  <a:pt x="101601" y="253"/>
                </a:lnTo>
                <a:lnTo>
                  <a:pt x="109144" y="921"/>
                </a:lnTo>
                <a:lnTo>
                  <a:pt x="114876" y="3787"/>
                </a:lnTo>
                <a:lnTo>
                  <a:pt x="116688" y="6545"/>
                </a:lnTo>
                <a:lnTo>
                  <a:pt x="124231" y="8144"/>
                </a:lnTo>
                <a:lnTo>
                  <a:pt x="127652" y="11330"/>
                </a:lnTo>
                <a:lnTo>
                  <a:pt x="131775" y="15119"/>
                </a:lnTo>
                <a:lnTo>
                  <a:pt x="137915" y="11330"/>
                </a:lnTo>
                <a:lnTo>
                  <a:pt x="139319" y="10073"/>
                </a:lnTo>
                <a:lnTo>
                  <a:pt x="144976" y="3787"/>
                </a:lnTo>
                <a:lnTo>
                  <a:pt x="146862" y="1901"/>
                </a:lnTo>
                <a:lnTo>
                  <a:pt x="149534" y="3787"/>
                </a:lnTo>
                <a:lnTo>
                  <a:pt x="150649" y="11330"/>
                </a:lnTo>
                <a:lnTo>
                  <a:pt x="149275" y="18874"/>
                </a:lnTo>
                <a:lnTo>
                  <a:pt x="146862" y="24154"/>
                </a:lnTo>
                <a:lnTo>
                  <a:pt x="145597" y="26417"/>
                </a:lnTo>
                <a:lnTo>
                  <a:pt x="143656" y="33961"/>
                </a:lnTo>
                <a:lnTo>
                  <a:pt x="142821" y="41505"/>
                </a:lnTo>
                <a:lnTo>
                  <a:pt x="141205" y="49048"/>
                </a:lnTo>
                <a:lnTo>
                  <a:pt x="139319" y="52222"/>
                </a:lnTo>
                <a:lnTo>
                  <a:pt x="134534" y="49048"/>
                </a:lnTo>
                <a:lnTo>
                  <a:pt x="133144" y="41505"/>
                </a:lnTo>
                <a:lnTo>
                  <a:pt x="131775" y="37733"/>
                </a:lnTo>
                <a:lnTo>
                  <a:pt x="130559" y="33961"/>
                </a:lnTo>
                <a:lnTo>
                  <a:pt x="128603" y="26417"/>
                </a:lnTo>
                <a:lnTo>
                  <a:pt x="124829" y="18874"/>
                </a:lnTo>
                <a:lnTo>
                  <a:pt x="124231" y="18171"/>
                </a:lnTo>
                <a:lnTo>
                  <a:pt x="116688" y="13216"/>
                </a:lnTo>
                <a:lnTo>
                  <a:pt x="114016" y="11330"/>
                </a:lnTo>
                <a:lnTo>
                  <a:pt x="109144" y="7558"/>
                </a:lnTo>
                <a:lnTo>
                  <a:pt x="101601" y="7558"/>
                </a:lnTo>
                <a:lnTo>
                  <a:pt x="94057" y="7558"/>
                </a:lnTo>
                <a:lnTo>
                  <a:pt x="86514" y="7890"/>
                </a:lnTo>
                <a:lnTo>
                  <a:pt x="78970" y="8542"/>
                </a:lnTo>
                <a:lnTo>
                  <a:pt x="77566" y="11330"/>
                </a:lnTo>
                <a:lnTo>
                  <a:pt x="71426" y="14864"/>
                </a:lnTo>
                <a:lnTo>
                  <a:pt x="65148" y="18874"/>
                </a:lnTo>
                <a:lnTo>
                  <a:pt x="63883" y="20131"/>
                </a:lnTo>
                <a:lnTo>
                  <a:pt x="58712" y="26417"/>
                </a:lnTo>
                <a:lnTo>
                  <a:pt x="56339" y="29013"/>
                </a:lnTo>
                <a:lnTo>
                  <a:pt x="52805" y="33961"/>
                </a:lnTo>
                <a:lnTo>
                  <a:pt x="51624" y="41505"/>
                </a:lnTo>
                <a:lnTo>
                  <a:pt x="50681" y="49048"/>
                </a:lnTo>
                <a:lnTo>
                  <a:pt x="52330" y="56592"/>
                </a:lnTo>
                <a:lnTo>
                  <a:pt x="56339" y="61722"/>
                </a:lnTo>
                <a:lnTo>
                  <a:pt x="58979" y="64135"/>
                </a:lnTo>
                <a:lnTo>
                  <a:pt x="63883" y="67638"/>
                </a:lnTo>
                <a:lnTo>
                  <a:pt x="71426" y="69266"/>
                </a:lnTo>
                <a:lnTo>
                  <a:pt x="78970" y="71204"/>
                </a:lnTo>
                <a:lnTo>
                  <a:pt x="79913" y="71679"/>
                </a:lnTo>
                <a:lnTo>
                  <a:pt x="86514" y="74092"/>
                </a:lnTo>
                <a:lnTo>
                  <a:pt x="94057" y="75466"/>
                </a:lnTo>
                <a:lnTo>
                  <a:pt x="101601" y="76850"/>
                </a:lnTo>
                <a:lnTo>
                  <a:pt x="105927" y="79222"/>
                </a:lnTo>
                <a:lnTo>
                  <a:pt x="109144" y="81153"/>
                </a:lnTo>
                <a:lnTo>
                  <a:pt x="116688" y="84880"/>
                </a:lnTo>
                <a:lnTo>
                  <a:pt x="118574" y="86766"/>
                </a:lnTo>
                <a:lnTo>
                  <a:pt x="123705" y="94310"/>
                </a:lnTo>
                <a:lnTo>
                  <a:pt x="124231" y="94907"/>
                </a:lnTo>
                <a:lnTo>
                  <a:pt x="127734" y="101853"/>
                </a:lnTo>
                <a:lnTo>
                  <a:pt x="127988" y="109397"/>
                </a:lnTo>
                <a:lnTo>
                  <a:pt x="127988" y="116940"/>
                </a:lnTo>
                <a:lnTo>
                  <a:pt x="127403" y="124484"/>
                </a:lnTo>
                <a:lnTo>
                  <a:pt x="124703" y="132028"/>
                </a:lnTo>
                <a:lnTo>
                  <a:pt x="124231" y="132562"/>
                </a:lnTo>
                <a:lnTo>
                  <a:pt x="120443" y="139571"/>
                </a:lnTo>
                <a:lnTo>
                  <a:pt x="116688" y="144474"/>
                </a:lnTo>
                <a:lnTo>
                  <a:pt x="114275" y="147115"/>
                </a:lnTo>
                <a:lnTo>
                  <a:pt x="109144" y="152728"/>
                </a:lnTo>
                <a:lnTo>
                  <a:pt x="107214" y="154658"/>
                </a:lnTo>
                <a:lnTo>
                  <a:pt x="101601" y="159336"/>
                </a:lnTo>
                <a:lnTo>
                  <a:pt x="98162" y="162202"/>
                </a:lnTo>
                <a:lnTo>
                  <a:pt x="94057" y="165388"/>
                </a:lnTo>
                <a:lnTo>
                  <a:pt x="86514" y="167650"/>
                </a:lnTo>
                <a:lnTo>
                  <a:pt x="82786" y="169745"/>
                </a:lnTo>
                <a:lnTo>
                  <a:pt x="78970" y="171676"/>
                </a:lnTo>
                <a:lnTo>
                  <a:pt x="71426" y="173248"/>
                </a:lnTo>
                <a:lnTo>
                  <a:pt x="63883" y="173502"/>
                </a:lnTo>
                <a:lnTo>
                  <a:pt x="56339" y="173502"/>
                </a:lnTo>
                <a:lnTo>
                  <a:pt x="48796" y="172917"/>
                </a:lnTo>
                <a:lnTo>
                  <a:pt x="41252" y="170961"/>
                </a:lnTo>
                <a:lnTo>
                  <a:pt x="39686" y="169745"/>
                </a:lnTo>
                <a:lnTo>
                  <a:pt x="33708" y="166554"/>
                </a:lnTo>
                <a:lnTo>
                  <a:pt x="26165" y="163459"/>
                </a:lnTo>
                <a:lnTo>
                  <a:pt x="24899" y="162202"/>
                </a:lnTo>
                <a:lnTo>
                  <a:pt x="18621" y="158192"/>
                </a:lnTo>
                <a:lnTo>
                  <a:pt x="13491" y="162202"/>
                </a:lnTo>
                <a:lnTo>
                  <a:pt x="11078" y="164615"/>
                </a:lnTo>
                <a:lnTo>
                  <a:pt x="5947" y="169745"/>
                </a:lnTo>
                <a:lnTo>
                  <a:pt x="3534" y="172159"/>
                </a:lnTo>
                <a:lnTo>
                  <a:pt x="894" y="169745"/>
                </a:lnTo>
                <a:lnTo>
                  <a:pt x="0" y="162202"/>
                </a:lnTo>
                <a:lnTo>
                  <a:pt x="1604" y="154658"/>
                </a:lnTo>
                <a:lnTo>
                  <a:pt x="3534" y="149833"/>
                </a:lnTo>
                <a:lnTo>
                  <a:pt x="4750" y="147115"/>
                </a:lnTo>
                <a:lnTo>
                  <a:pt x="7036" y="139571"/>
                </a:lnTo>
                <a:lnTo>
                  <a:pt x="7872" y="132028"/>
                </a:lnTo>
                <a:lnTo>
                  <a:pt x="9812" y="124484"/>
                </a:lnTo>
                <a:lnTo>
                  <a:pt x="11078" y="121696"/>
                </a:lnTo>
                <a:lnTo>
                  <a:pt x="14849" y="124484"/>
                </a:lnTo>
                <a:lnTo>
                  <a:pt x="17005" y="132028"/>
                </a:lnTo>
                <a:lnTo>
                  <a:pt x="18621" y="135799"/>
                </a:lnTo>
                <a:lnTo>
                  <a:pt x="19887" y="139571"/>
                </a:lnTo>
                <a:lnTo>
                  <a:pt x="22410" y="147115"/>
                </a:lnTo>
                <a:lnTo>
                  <a:pt x="26165" y="151549"/>
                </a:lnTo>
                <a:lnTo>
                  <a:pt x="29275" y="154658"/>
                </a:lnTo>
                <a:lnTo>
                  <a:pt x="33708" y="158161"/>
                </a:lnTo>
                <a:lnTo>
                  <a:pt x="41252" y="160936"/>
                </a:lnTo>
                <a:lnTo>
                  <a:pt x="43542" y="162202"/>
                </a:lnTo>
                <a:lnTo>
                  <a:pt x="48796" y="165124"/>
                </a:lnTo>
                <a:lnTo>
                  <a:pt x="56339" y="165388"/>
                </a:lnTo>
                <a:lnTo>
                  <a:pt x="63883" y="165719"/>
                </a:lnTo>
                <a:lnTo>
                  <a:pt x="71426" y="165288"/>
                </a:lnTo>
                <a:lnTo>
                  <a:pt x="78970" y="163554"/>
                </a:lnTo>
                <a:lnTo>
                  <a:pt x="79567" y="162202"/>
                </a:lnTo>
                <a:lnTo>
                  <a:pt x="86514" y="158447"/>
                </a:lnTo>
                <a:lnTo>
                  <a:pt x="91461" y="154658"/>
                </a:lnTo>
                <a:lnTo>
                  <a:pt x="94057" y="152286"/>
                </a:lnTo>
                <a:lnTo>
                  <a:pt x="98772" y="147115"/>
                </a:lnTo>
                <a:lnTo>
                  <a:pt x="101601" y="144045"/>
                </a:lnTo>
                <a:lnTo>
                  <a:pt x="105135" y="139571"/>
                </a:lnTo>
                <a:lnTo>
                  <a:pt x="106772" y="132028"/>
                </a:lnTo>
                <a:lnTo>
                  <a:pt x="109144" y="125538"/>
                </a:lnTo>
                <a:lnTo>
                  <a:pt x="109671" y="124484"/>
                </a:lnTo>
                <a:lnTo>
                  <a:pt x="109144" y="120503"/>
                </a:lnTo>
                <a:lnTo>
                  <a:pt x="108673" y="116940"/>
                </a:lnTo>
                <a:lnTo>
                  <a:pt x="106315" y="109397"/>
                </a:lnTo>
                <a:lnTo>
                  <a:pt x="101601" y="103739"/>
                </a:lnTo>
                <a:lnTo>
                  <a:pt x="99243" y="101853"/>
                </a:lnTo>
                <a:lnTo>
                  <a:pt x="94057" y="98647"/>
                </a:lnTo>
                <a:lnTo>
                  <a:pt x="86514" y="97481"/>
                </a:lnTo>
                <a:lnTo>
                  <a:pt x="78970" y="95526"/>
                </a:lnTo>
                <a:lnTo>
                  <a:pt x="76211" y="94310"/>
                </a:lnTo>
                <a:lnTo>
                  <a:pt x="71426" y="92424"/>
                </a:lnTo>
                <a:lnTo>
                  <a:pt x="63883" y="90807"/>
                </a:lnTo>
                <a:lnTo>
                  <a:pt x="56339" y="89972"/>
                </a:lnTo>
                <a:lnTo>
                  <a:pt x="51153" y="86766"/>
                </a:lnTo>
                <a:lnTo>
                  <a:pt x="48796" y="84880"/>
                </a:lnTo>
                <a:lnTo>
                  <a:pt x="41252" y="80488"/>
                </a:lnTo>
                <a:lnTo>
                  <a:pt x="39986" y="79222"/>
                </a:lnTo>
                <a:lnTo>
                  <a:pt x="35594" y="71679"/>
                </a:lnTo>
                <a:lnTo>
                  <a:pt x="33708" y="67951"/>
                </a:lnTo>
                <a:lnTo>
                  <a:pt x="31778" y="64135"/>
                </a:lnTo>
                <a:lnTo>
                  <a:pt x="30843" y="56592"/>
                </a:lnTo>
                <a:lnTo>
                  <a:pt x="31336" y="49048"/>
                </a:lnTo>
                <a:lnTo>
                  <a:pt x="33708" y="42558"/>
                </a:lnTo>
                <a:lnTo>
                  <a:pt x="34235" y="41505"/>
                </a:lnTo>
                <a:lnTo>
                  <a:pt x="37497" y="33961"/>
                </a:lnTo>
                <a:lnTo>
                  <a:pt x="41252" y="28548"/>
                </a:lnTo>
                <a:lnTo>
                  <a:pt x="43182" y="26417"/>
                </a:lnTo>
                <a:lnTo>
                  <a:pt x="48796" y="20098"/>
                </a:lnTo>
                <a:lnTo>
                  <a:pt x="50012" y="18874"/>
                </a:lnTo>
                <a:lnTo>
                  <a:pt x="56339" y="14159"/>
                </a:lnTo>
                <a:lnTo>
                  <a:pt x="59734" y="11330"/>
                </a:lnTo>
                <a:lnTo>
                  <a:pt x="63883" y="8124"/>
                </a:lnTo>
                <a:lnTo>
                  <a:pt x="71426" y="5868"/>
                </a:lnTo>
                <a:lnTo>
                  <a:pt x="75154" y="37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music-source-formula-6-glyph-12">
            <a:extLst xmlns:a="http://schemas.openxmlformats.org/drawingml/2006/main">
              <a:ext uri="{FF2B5EF4-FFF2-40B4-BE49-F238E27FC236}">
                <a16:creationId xmlns:a16="http://schemas.microsoft.com/office/drawing/2014/main" id="{E9FD6261-480E-432F-BD24-FF1D726E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655" y="3106736"/>
            <a:ext cx="15393" cy="22345"/>
          </a:xfrm>
          <a:custGeom xmlns:a="http://schemas.openxmlformats.org/drawingml/2006/main">
            <a:pathLst>
              <a:path w="15393" h="22345">
                <a:moveTo>
                  <a:pt x="2305" y="3172"/>
                </a:moveTo>
                <a:lnTo>
                  <a:pt x="4678" y="799"/>
                </a:lnTo>
                <a:lnTo>
                  <a:pt x="12221" y="0"/>
                </a:lnTo>
                <a:lnTo>
                  <a:pt x="15393" y="3172"/>
                </a:lnTo>
                <a:lnTo>
                  <a:pt x="15050" y="10715"/>
                </a:lnTo>
                <a:lnTo>
                  <a:pt x="12221" y="14110"/>
                </a:lnTo>
                <a:lnTo>
                  <a:pt x="8764" y="18259"/>
                </a:lnTo>
                <a:lnTo>
                  <a:pt x="4678" y="22345"/>
                </a:lnTo>
                <a:lnTo>
                  <a:pt x="1175" y="18259"/>
                </a:lnTo>
                <a:lnTo>
                  <a:pt x="0" y="10715"/>
                </a:lnTo>
                <a:lnTo>
                  <a:pt x="2305" y="31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music-source-formula-6-glyph-13">
            <a:extLst xmlns:a="http://schemas.openxmlformats.org/drawingml/2006/main">
              <a:ext uri="{FF2B5EF4-FFF2-40B4-BE49-F238E27FC236}">
                <a16:creationId xmlns:a16="http://schemas.microsoft.com/office/drawing/2014/main" id="{34D28432-EA16-4D17-A015-84A3FF84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722" y="3107508"/>
            <a:ext cx="4813" cy="9001"/>
          </a:xfrm>
          <a:custGeom xmlns:a="http://schemas.openxmlformats.org/drawingml/2006/main">
            <a:pathLst>
              <a:path w="4813" h="9001">
                <a:moveTo>
                  <a:pt x="0" y="2400"/>
                </a:moveTo>
                <a:lnTo>
                  <a:pt x="2400" y="0"/>
                </a:lnTo>
                <a:lnTo>
                  <a:pt x="4813" y="2400"/>
                </a:lnTo>
                <a:lnTo>
                  <a:pt x="2400" y="9001"/>
                </a:lnTo>
                <a:lnTo>
                  <a:pt x="0" y="24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music-source-formula-6-glyph-14">
            <a:extLst xmlns:a="http://schemas.openxmlformats.org/drawingml/2006/main">
              <a:ext uri="{FF2B5EF4-FFF2-40B4-BE49-F238E27FC236}">
                <a16:creationId xmlns:a16="http://schemas.microsoft.com/office/drawing/2014/main" id="{12344EF3-76C0-4B97-B892-03A512D7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166" y="3119714"/>
            <a:ext cx="5053" cy="9084"/>
          </a:xfrm>
          <a:custGeom xmlns:a="http://schemas.openxmlformats.org/drawingml/2006/main">
            <a:pathLst>
              <a:path w="5053" h="9084">
                <a:moveTo>
                  <a:pt x="0" y="5281"/>
                </a:moveTo>
                <a:lnTo>
                  <a:pt x="2413" y="0"/>
                </a:lnTo>
                <a:lnTo>
                  <a:pt x="5053" y="5281"/>
                </a:lnTo>
                <a:lnTo>
                  <a:pt x="2413" y="9084"/>
                </a:lnTo>
                <a:lnTo>
                  <a:pt x="0" y="5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music-source-formula-6-glyph-15">
            <a:extLst xmlns:a="http://schemas.openxmlformats.org/drawingml/2006/main">
              <a:ext uri="{FF2B5EF4-FFF2-40B4-BE49-F238E27FC236}">
                <a16:creationId xmlns:a16="http://schemas.microsoft.com/office/drawing/2014/main" id="{C9386933-3FD2-4A4B-A5D2-6826CC38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519" y="3129943"/>
            <a:ext cx="36858" cy="4981"/>
          </a:xfrm>
          <a:custGeom xmlns:a="http://schemas.openxmlformats.org/drawingml/2006/main">
            <a:pathLst>
              <a:path w="36858" h="4981">
                <a:moveTo>
                  <a:pt x="0" y="2596"/>
                </a:moveTo>
                <a:lnTo>
                  <a:pt x="2357" y="239"/>
                </a:lnTo>
                <a:lnTo>
                  <a:pt x="9901" y="223"/>
                </a:lnTo>
                <a:lnTo>
                  <a:pt x="17445" y="223"/>
                </a:lnTo>
                <a:lnTo>
                  <a:pt x="24988" y="223"/>
                </a:lnTo>
                <a:lnTo>
                  <a:pt x="32532" y="0"/>
                </a:lnTo>
                <a:lnTo>
                  <a:pt x="36858" y="2596"/>
                </a:lnTo>
                <a:lnTo>
                  <a:pt x="32532" y="4981"/>
                </a:lnTo>
                <a:lnTo>
                  <a:pt x="24988" y="4981"/>
                </a:lnTo>
                <a:lnTo>
                  <a:pt x="17445" y="4981"/>
                </a:lnTo>
                <a:lnTo>
                  <a:pt x="9901" y="4981"/>
                </a:lnTo>
                <a:lnTo>
                  <a:pt x="2357" y="4493"/>
                </a:lnTo>
                <a:lnTo>
                  <a:pt x="0" y="25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music-source-formula-6-glyph-16">
            <a:extLst xmlns:a="http://schemas.openxmlformats.org/drawingml/2006/main">
              <a:ext uri="{FF2B5EF4-FFF2-40B4-BE49-F238E27FC236}">
                <a16:creationId xmlns:a16="http://schemas.microsoft.com/office/drawing/2014/main" id="{D178410E-7B31-46F2-A29A-46694418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258" y="3129004"/>
            <a:ext cx="26929" cy="28537"/>
          </a:xfrm>
          <a:custGeom xmlns:a="http://schemas.openxmlformats.org/drawingml/2006/main">
            <a:pathLst>
              <a:path w="26929" h="28537">
                <a:moveTo>
                  <a:pt x="5854" y="3534"/>
                </a:moveTo>
                <a:lnTo>
                  <a:pt x="11315" y="0"/>
                </a:lnTo>
                <a:lnTo>
                  <a:pt x="18859" y="668"/>
                </a:lnTo>
                <a:lnTo>
                  <a:pt x="21969" y="3534"/>
                </a:lnTo>
                <a:lnTo>
                  <a:pt x="26403" y="10480"/>
                </a:lnTo>
                <a:lnTo>
                  <a:pt x="26929" y="11078"/>
                </a:lnTo>
                <a:lnTo>
                  <a:pt x="26403" y="15059"/>
                </a:lnTo>
                <a:lnTo>
                  <a:pt x="25931" y="18621"/>
                </a:lnTo>
                <a:lnTo>
                  <a:pt x="20075" y="26165"/>
                </a:lnTo>
                <a:lnTo>
                  <a:pt x="18859" y="27381"/>
                </a:lnTo>
                <a:lnTo>
                  <a:pt x="11315" y="28537"/>
                </a:lnTo>
                <a:lnTo>
                  <a:pt x="8071" y="26165"/>
                </a:lnTo>
                <a:lnTo>
                  <a:pt x="3772" y="23072"/>
                </a:lnTo>
                <a:lnTo>
                  <a:pt x="253" y="18621"/>
                </a:lnTo>
                <a:lnTo>
                  <a:pt x="0" y="11078"/>
                </a:lnTo>
                <a:lnTo>
                  <a:pt x="3772" y="5420"/>
                </a:lnTo>
                <a:lnTo>
                  <a:pt x="5854" y="3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music-source-formula-6-glyph-17">
            <a:extLst xmlns:a="http://schemas.openxmlformats.org/drawingml/2006/main">
              <a:ext uri="{FF2B5EF4-FFF2-40B4-BE49-F238E27FC236}">
                <a16:creationId xmlns:a16="http://schemas.microsoft.com/office/drawing/2014/main" id="{FE39B3EC-A2BE-42FC-85DA-DCCC722E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32" y="3150800"/>
            <a:ext cx="4968" cy="12856"/>
          </a:xfrm>
          <a:custGeom xmlns:a="http://schemas.openxmlformats.org/drawingml/2006/main">
            <a:pathLst>
              <a:path w="4968" h="12856">
                <a:moveTo>
                  <a:pt x="0" y="4369"/>
                </a:moveTo>
                <a:lnTo>
                  <a:pt x="2596" y="0"/>
                </a:lnTo>
                <a:lnTo>
                  <a:pt x="4968" y="4369"/>
                </a:lnTo>
                <a:lnTo>
                  <a:pt x="3067" y="11913"/>
                </a:lnTo>
                <a:lnTo>
                  <a:pt x="2596" y="12856"/>
                </a:lnTo>
                <a:lnTo>
                  <a:pt x="1363" y="11913"/>
                </a:lnTo>
                <a:lnTo>
                  <a:pt x="0" y="43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music-source-formula-6-glyph-18">
            <a:extLst xmlns:a="http://schemas.openxmlformats.org/drawingml/2006/main">
              <a:ext uri="{FF2B5EF4-FFF2-40B4-BE49-F238E27FC236}">
                <a16:creationId xmlns:a16="http://schemas.microsoft.com/office/drawing/2014/main" id="{A0ECBB6A-B35F-45EF-BA29-949D811F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466" y="3169023"/>
            <a:ext cx="83252" cy="117105"/>
          </a:xfrm>
          <a:custGeom xmlns:a="http://schemas.openxmlformats.org/drawingml/2006/main">
            <a:pathLst>
              <a:path w="83252" h="117105">
                <a:moveTo>
                  <a:pt x="43847" y="1233"/>
                </a:moveTo>
                <a:lnTo>
                  <a:pt x="44319" y="0"/>
                </a:lnTo>
                <a:lnTo>
                  <a:pt x="45262" y="1233"/>
                </a:lnTo>
                <a:lnTo>
                  <a:pt x="47388" y="8777"/>
                </a:lnTo>
                <a:lnTo>
                  <a:pt x="47147" y="16320"/>
                </a:lnTo>
                <a:lnTo>
                  <a:pt x="45584" y="23864"/>
                </a:lnTo>
                <a:lnTo>
                  <a:pt x="51862" y="28994"/>
                </a:lnTo>
                <a:lnTo>
                  <a:pt x="59406" y="29477"/>
                </a:lnTo>
                <a:lnTo>
                  <a:pt x="61819" y="31407"/>
                </a:lnTo>
                <a:lnTo>
                  <a:pt x="66949" y="34579"/>
                </a:lnTo>
                <a:lnTo>
                  <a:pt x="72607" y="38951"/>
                </a:lnTo>
                <a:lnTo>
                  <a:pt x="74493" y="40837"/>
                </a:lnTo>
                <a:lnTo>
                  <a:pt x="78865" y="46495"/>
                </a:lnTo>
                <a:lnTo>
                  <a:pt x="80771" y="54038"/>
                </a:lnTo>
                <a:lnTo>
                  <a:pt x="82037" y="57885"/>
                </a:lnTo>
                <a:lnTo>
                  <a:pt x="83252" y="61582"/>
                </a:lnTo>
                <a:lnTo>
                  <a:pt x="82508" y="69125"/>
                </a:lnTo>
                <a:lnTo>
                  <a:pt x="82037" y="69754"/>
                </a:lnTo>
                <a:lnTo>
                  <a:pt x="78830" y="76669"/>
                </a:lnTo>
                <a:lnTo>
                  <a:pt x="75758" y="84212"/>
                </a:lnTo>
                <a:lnTo>
                  <a:pt x="74493" y="85478"/>
                </a:lnTo>
                <a:lnTo>
                  <a:pt x="69362" y="91756"/>
                </a:lnTo>
                <a:lnTo>
                  <a:pt x="66949" y="94169"/>
                </a:lnTo>
                <a:lnTo>
                  <a:pt x="59406" y="97941"/>
                </a:lnTo>
                <a:lnTo>
                  <a:pt x="58047" y="99300"/>
                </a:lnTo>
                <a:lnTo>
                  <a:pt x="51862" y="103088"/>
                </a:lnTo>
                <a:lnTo>
                  <a:pt x="44916" y="106843"/>
                </a:lnTo>
                <a:lnTo>
                  <a:pt x="44319" y="107370"/>
                </a:lnTo>
                <a:lnTo>
                  <a:pt x="36775" y="109256"/>
                </a:lnTo>
                <a:lnTo>
                  <a:pt x="29231" y="108762"/>
                </a:lnTo>
                <a:lnTo>
                  <a:pt x="22904" y="114387"/>
                </a:lnTo>
                <a:lnTo>
                  <a:pt x="21688" y="117105"/>
                </a:lnTo>
                <a:lnTo>
                  <a:pt x="19876" y="114387"/>
                </a:lnTo>
                <a:lnTo>
                  <a:pt x="14144" y="110119"/>
                </a:lnTo>
                <a:lnTo>
                  <a:pt x="6601" y="109243"/>
                </a:lnTo>
                <a:lnTo>
                  <a:pt x="0" y="106843"/>
                </a:lnTo>
                <a:lnTo>
                  <a:pt x="6601" y="104430"/>
                </a:lnTo>
                <a:lnTo>
                  <a:pt x="14144" y="104430"/>
                </a:lnTo>
                <a:lnTo>
                  <a:pt x="18822" y="99300"/>
                </a:lnTo>
                <a:lnTo>
                  <a:pt x="21161" y="91756"/>
                </a:lnTo>
                <a:lnTo>
                  <a:pt x="21688" y="90702"/>
                </a:lnTo>
                <a:lnTo>
                  <a:pt x="23066" y="91756"/>
                </a:lnTo>
                <a:lnTo>
                  <a:pt x="24798" y="99300"/>
                </a:lnTo>
                <a:lnTo>
                  <a:pt x="29231" y="104712"/>
                </a:lnTo>
                <a:lnTo>
                  <a:pt x="36775" y="104430"/>
                </a:lnTo>
                <a:lnTo>
                  <a:pt x="44319" y="102862"/>
                </a:lnTo>
                <a:lnTo>
                  <a:pt x="44853" y="99300"/>
                </a:lnTo>
                <a:lnTo>
                  <a:pt x="51862" y="94826"/>
                </a:lnTo>
                <a:lnTo>
                  <a:pt x="54932" y="91756"/>
                </a:lnTo>
                <a:lnTo>
                  <a:pt x="59406" y="86808"/>
                </a:lnTo>
                <a:lnTo>
                  <a:pt x="61778" y="84212"/>
                </a:lnTo>
                <a:lnTo>
                  <a:pt x="64577" y="76669"/>
                </a:lnTo>
                <a:lnTo>
                  <a:pt x="66949" y="71415"/>
                </a:lnTo>
                <a:lnTo>
                  <a:pt x="68215" y="69125"/>
                </a:lnTo>
                <a:lnTo>
                  <a:pt x="69815" y="61582"/>
                </a:lnTo>
                <a:lnTo>
                  <a:pt x="69815" y="54038"/>
                </a:lnTo>
                <a:lnTo>
                  <a:pt x="67421" y="46495"/>
                </a:lnTo>
                <a:lnTo>
                  <a:pt x="66949" y="46023"/>
                </a:lnTo>
                <a:lnTo>
                  <a:pt x="61292" y="38951"/>
                </a:lnTo>
                <a:lnTo>
                  <a:pt x="59406" y="35223"/>
                </a:lnTo>
                <a:lnTo>
                  <a:pt x="51862" y="33821"/>
                </a:lnTo>
                <a:lnTo>
                  <a:pt x="44319" y="34517"/>
                </a:lnTo>
                <a:lnTo>
                  <a:pt x="39885" y="38951"/>
                </a:lnTo>
                <a:lnTo>
                  <a:pt x="39641" y="46495"/>
                </a:lnTo>
                <a:lnTo>
                  <a:pt x="37991" y="54038"/>
                </a:lnTo>
                <a:lnTo>
                  <a:pt x="36775" y="56756"/>
                </a:lnTo>
                <a:lnTo>
                  <a:pt x="34548" y="54038"/>
                </a:lnTo>
                <a:lnTo>
                  <a:pt x="33909" y="46495"/>
                </a:lnTo>
                <a:lnTo>
                  <a:pt x="33909" y="38951"/>
                </a:lnTo>
                <a:lnTo>
                  <a:pt x="29231" y="33793"/>
                </a:lnTo>
                <a:lnTo>
                  <a:pt x="21688" y="34330"/>
                </a:lnTo>
                <a:lnTo>
                  <a:pt x="16434" y="31407"/>
                </a:lnTo>
                <a:lnTo>
                  <a:pt x="21688" y="29035"/>
                </a:lnTo>
                <a:lnTo>
                  <a:pt x="29231" y="29035"/>
                </a:lnTo>
                <a:lnTo>
                  <a:pt x="36775" y="27258"/>
                </a:lnTo>
                <a:lnTo>
                  <a:pt x="42433" y="23864"/>
                </a:lnTo>
                <a:lnTo>
                  <a:pt x="41490" y="16320"/>
                </a:lnTo>
                <a:lnTo>
                  <a:pt x="41490" y="8777"/>
                </a:lnTo>
                <a:lnTo>
                  <a:pt x="43847" y="12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music-source-formula-6-glyph-19">
            <a:extLst xmlns:a="http://schemas.openxmlformats.org/drawingml/2006/main">
              <a:ext uri="{FF2B5EF4-FFF2-40B4-BE49-F238E27FC236}">
                <a16:creationId xmlns:a16="http://schemas.microsoft.com/office/drawing/2014/main" id="{674AB35E-DB5F-4A44-AE1E-21D610E2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996" y="3184510"/>
            <a:ext cx="1905" cy="2881"/>
          </a:xfrm>
          <a:custGeom xmlns:a="http://schemas.openxmlformats.org/drawingml/2006/main">
            <a:pathLst>
              <a:path w="1905" h="2881">
                <a:moveTo>
                  <a:pt x="0" y="833"/>
                </a:moveTo>
                <a:lnTo>
                  <a:pt x="1378" y="0"/>
                </a:lnTo>
                <a:lnTo>
                  <a:pt x="1905" y="833"/>
                </a:lnTo>
                <a:lnTo>
                  <a:pt x="1378" y="2881"/>
                </a:lnTo>
                <a:lnTo>
                  <a:pt x="0" y="8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music-source-formula-6-glyph-20">
            <a:extLst xmlns:a="http://schemas.openxmlformats.org/drawingml/2006/main">
              <a:ext uri="{FF2B5EF4-FFF2-40B4-BE49-F238E27FC236}">
                <a16:creationId xmlns:a16="http://schemas.microsoft.com/office/drawing/2014/main" id="{07D29482-9AB2-465B-8846-B7807048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75" y="3184510"/>
            <a:ext cx="1879" cy="2881"/>
          </a:xfrm>
          <a:custGeom xmlns:a="http://schemas.openxmlformats.org/drawingml/2006/main">
            <a:pathLst>
              <a:path w="1879" h="2881">
                <a:moveTo>
                  <a:pt x="0" y="833"/>
                </a:moveTo>
                <a:lnTo>
                  <a:pt x="1352" y="0"/>
                </a:lnTo>
                <a:lnTo>
                  <a:pt x="1879" y="833"/>
                </a:lnTo>
                <a:lnTo>
                  <a:pt x="1352" y="2881"/>
                </a:lnTo>
                <a:lnTo>
                  <a:pt x="0" y="8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music-source-formula-6-glyph-21">
            <a:extLst xmlns:a="http://schemas.openxmlformats.org/drawingml/2006/main">
              <a:ext uri="{FF2B5EF4-FFF2-40B4-BE49-F238E27FC236}">
                <a16:creationId xmlns:a16="http://schemas.microsoft.com/office/drawing/2014/main" id="{12C52112-6109-43CE-AF15-7C6DB78D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305" y="3203219"/>
            <a:ext cx="37718" cy="70762"/>
          </a:xfrm>
          <a:custGeom xmlns:a="http://schemas.openxmlformats.org/drawingml/2006/main">
            <a:pathLst>
              <a:path w="37718" h="70762">
                <a:moveTo>
                  <a:pt x="23121" y="4756"/>
                </a:moveTo>
                <a:lnTo>
                  <a:pt x="27761" y="1564"/>
                </a:lnTo>
                <a:lnTo>
                  <a:pt x="35305" y="0"/>
                </a:lnTo>
                <a:lnTo>
                  <a:pt x="37718" y="4756"/>
                </a:lnTo>
                <a:lnTo>
                  <a:pt x="35305" y="6686"/>
                </a:lnTo>
                <a:lnTo>
                  <a:pt x="27761" y="10733"/>
                </a:lnTo>
                <a:lnTo>
                  <a:pt x="26545" y="12299"/>
                </a:lnTo>
                <a:lnTo>
                  <a:pt x="22148" y="19843"/>
                </a:lnTo>
                <a:lnTo>
                  <a:pt x="20218" y="21974"/>
                </a:lnTo>
                <a:lnTo>
                  <a:pt x="16715" y="27386"/>
                </a:lnTo>
                <a:lnTo>
                  <a:pt x="15047" y="34930"/>
                </a:lnTo>
                <a:lnTo>
                  <a:pt x="13146" y="42474"/>
                </a:lnTo>
                <a:lnTo>
                  <a:pt x="13940" y="50017"/>
                </a:lnTo>
                <a:lnTo>
                  <a:pt x="15880" y="57561"/>
                </a:lnTo>
                <a:lnTo>
                  <a:pt x="20218" y="63839"/>
                </a:lnTo>
                <a:lnTo>
                  <a:pt x="21483" y="65104"/>
                </a:lnTo>
                <a:lnTo>
                  <a:pt x="20218" y="70762"/>
                </a:lnTo>
                <a:lnTo>
                  <a:pt x="12674" y="68310"/>
                </a:lnTo>
                <a:lnTo>
                  <a:pt x="9217" y="65104"/>
                </a:lnTo>
                <a:lnTo>
                  <a:pt x="5130" y="60201"/>
                </a:lnTo>
                <a:lnTo>
                  <a:pt x="2717" y="57561"/>
                </a:lnTo>
                <a:lnTo>
                  <a:pt x="1089" y="50017"/>
                </a:lnTo>
                <a:lnTo>
                  <a:pt x="0" y="42474"/>
                </a:lnTo>
                <a:lnTo>
                  <a:pt x="793" y="34930"/>
                </a:lnTo>
                <a:lnTo>
                  <a:pt x="1924" y="27386"/>
                </a:lnTo>
                <a:lnTo>
                  <a:pt x="5130" y="22746"/>
                </a:lnTo>
                <a:lnTo>
                  <a:pt x="7503" y="19843"/>
                </a:lnTo>
                <a:lnTo>
                  <a:pt x="12674" y="12771"/>
                </a:lnTo>
                <a:lnTo>
                  <a:pt x="13146" y="12299"/>
                </a:lnTo>
                <a:lnTo>
                  <a:pt x="20218" y="7128"/>
                </a:lnTo>
                <a:lnTo>
                  <a:pt x="23121" y="47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music-source-formula-6-glyph-22">
            <a:extLst xmlns:a="http://schemas.openxmlformats.org/drawingml/2006/main">
              <a:ext uri="{FF2B5EF4-FFF2-40B4-BE49-F238E27FC236}">
                <a16:creationId xmlns:a16="http://schemas.microsoft.com/office/drawing/2014/main" id="{43FDA9D1-6175-4AE1-B2FC-0428B37C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528" y="3213105"/>
            <a:ext cx="28063" cy="41364"/>
          </a:xfrm>
          <a:custGeom xmlns:a="http://schemas.openxmlformats.org/drawingml/2006/main">
            <a:pathLst>
              <a:path w="28063" h="41364">
                <a:moveTo>
                  <a:pt x="7746" y="2413"/>
                </a:moveTo>
                <a:lnTo>
                  <a:pt x="11046" y="0"/>
                </a:lnTo>
                <a:lnTo>
                  <a:pt x="17647" y="2413"/>
                </a:lnTo>
                <a:lnTo>
                  <a:pt x="18590" y="2888"/>
                </a:lnTo>
                <a:lnTo>
                  <a:pt x="24203" y="9957"/>
                </a:lnTo>
                <a:lnTo>
                  <a:pt x="26133" y="16267"/>
                </a:lnTo>
                <a:lnTo>
                  <a:pt x="26605" y="17500"/>
                </a:lnTo>
                <a:lnTo>
                  <a:pt x="28063" y="25044"/>
                </a:lnTo>
                <a:lnTo>
                  <a:pt x="28063" y="32587"/>
                </a:lnTo>
                <a:lnTo>
                  <a:pt x="26605" y="40131"/>
                </a:lnTo>
                <a:lnTo>
                  <a:pt x="26133" y="41364"/>
                </a:lnTo>
                <a:lnTo>
                  <a:pt x="25388" y="40131"/>
                </a:lnTo>
                <a:lnTo>
                  <a:pt x="24002" y="32587"/>
                </a:lnTo>
                <a:lnTo>
                  <a:pt x="18590" y="28501"/>
                </a:lnTo>
                <a:lnTo>
                  <a:pt x="11046" y="28578"/>
                </a:lnTo>
                <a:lnTo>
                  <a:pt x="4861" y="25044"/>
                </a:lnTo>
                <a:lnTo>
                  <a:pt x="3502" y="23675"/>
                </a:lnTo>
                <a:lnTo>
                  <a:pt x="0" y="17500"/>
                </a:lnTo>
                <a:lnTo>
                  <a:pt x="331" y="9957"/>
                </a:lnTo>
                <a:lnTo>
                  <a:pt x="3502" y="5828"/>
                </a:lnTo>
                <a:lnTo>
                  <a:pt x="7746" y="2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music-source-formula-6-glyph-23">
            <a:extLst xmlns:a="http://schemas.openxmlformats.org/drawingml/2006/main">
              <a:ext uri="{FF2B5EF4-FFF2-40B4-BE49-F238E27FC236}">
                <a16:creationId xmlns:a16="http://schemas.microsoft.com/office/drawing/2014/main" id="{F0016D92-635D-467B-90B5-5B158AEB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525" y="3229551"/>
            <a:ext cx="6343" cy="26513"/>
          </a:xfrm>
          <a:custGeom xmlns:a="http://schemas.openxmlformats.org/drawingml/2006/main">
            <a:pathLst>
              <a:path w="6343" h="26513">
                <a:moveTo>
                  <a:pt x="2645" y="1054"/>
                </a:moveTo>
                <a:lnTo>
                  <a:pt x="3172" y="0"/>
                </a:lnTo>
                <a:lnTo>
                  <a:pt x="4524" y="1054"/>
                </a:lnTo>
                <a:lnTo>
                  <a:pt x="6241" y="8597"/>
                </a:lnTo>
                <a:lnTo>
                  <a:pt x="6343" y="16141"/>
                </a:lnTo>
                <a:lnTo>
                  <a:pt x="4437" y="23685"/>
                </a:lnTo>
                <a:lnTo>
                  <a:pt x="3172" y="26513"/>
                </a:lnTo>
                <a:lnTo>
                  <a:pt x="882" y="23685"/>
                </a:lnTo>
                <a:lnTo>
                  <a:pt x="0" y="16141"/>
                </a:lnTo>
                <a:lnTo>
                  <a:pt x="343" y="8597"/>
                </a:lnTo>
                <a:lnTo>
                  <a:pt x="2645" y="10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music-source-formula-6-glyph-24">
            <a:extLst xmlns:a="http://schemas.openxmlformats.org/drawingml/2006/main">
              <a:ext uri="{FF2B5EF4-FFF2-40B4-BE49-F238E27FC236}">
                <a16:creationId xmlns:a16="http://schemas.microsoft.com/office/drawing/2014/main" id="{3E136675-E826-44D9-87C7-B1EAEC8C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383" y="3263042"/>
            <a:ext cx="5375" cy="15237"/>
          </a:xfrm>
          <a:custGeom xmlns:a="http://schemas.openxmlformats.org/drawingml/2006/main">
            <a:pathLst>
              <a:path w="5375" h="15237">
                <a:moveTo>
                  <a:pt x="321" y="5281"/>
                </a:moveTo>
                <a:lnTo>
                  <a:pt x="2735" y="0"/>
                </a:lnTo>
                <a:lnTo>
                  <a:pt x="5375" y="5281"/>
                </a:lnTo>
                <a:lnTo>
                  <a:pt x="4665" y="12824"/>
                </a:lnTo>
                <a:lnTo>
                  <a:pt x="2735" y="15237"/>
                </a:lnTo>
                <a:lnTo>
                  <a:pt x="0" y="12824"/>
                </a:lnTo>
                <a:lnTo>
                  <a:pt x="321" y="52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music-source-formula-6-glyph-25">
            <a:extLst xmlns:a="http://schemas.openxmlformats.org/drawingml/2006/main">
              <a:ext uri="{FF2B5EF4-FFF2-40B4-BE49-F238E27FC236}">
                <a16:creationId xmlns:a16="http://schemas.microsoft.com/office/drawing/2014/main" id="{99A5A11E-3601-4EC4-8D85-92376F3B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708" y="3279614"/>
            <a:ext cx="6305" cy="9528"/>
          </a:xfrm>
          <a:custGeom xmlns:a="http://schemas.openxmlformats.org/drawingml/2006/main">
            <a:pathLst>
              <a:path w="6305" h="9528">
                <a:moveTo>
                  <a:pt x="0" y="3796"/>
                </a:moveTo>
                <a:lnTo>
                  <a:pt x="2866" y="0"/>
                </a:lnTo>
                <a:lnTo>
                  <a:pt x="6305" y="3796"/>
                </a:lnTo>
                <a:lnTo>
                  <a:pt x="2866" y="9528"/>
                </a:lnTo>
                <a:lnTo>
                  <a:pt x="0" y="37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music-source-formula-6-glyph-26">
            <a:extLst xmlns:a="http://schemas.openxmlformats.org/drawingml/2006/main">
              <a:ext uri="{FF2B5EF4-FFF2-40B4-BE49-F238E27FC236}">
                <a16:creationId xmlns:a16="http://schemas.microsoft.com/office/drawing/2014/main" id="{4F22822D-8DFB-498B-AFAC-7B239F46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438" y="3292008"/>
            <a:ext cx="6343" cy="23463"/>
          </a:xfrm>
          <a:custGeom xmlns:a="http://schemas.openxmlformats.org/drawingml/2006/main">
            <a:pathLst>
              <a:path w="6343" h="23463">
                <a:moveTo>
                  <a:pt x="799" y="6490"/>
                </a:moveTo>
                <a:lnTo>
                  <a:pt x="3172" y="0"/>
                </a:lnTo>
                <a:lnTo>
                  <a:pt x="6075" y="6490"/>
                </a:lnTo>
                <a:lnTo>
                  <a:pt x="6343" y="14033"/>
                </a:lnTo>
                <a:lnTo>
                  <a:pt x="5058" y="21577"/>
                </a:lnTo>
                <a:lnTo>
                  <a:pt x="3172" y="23463"/>
                </a:lnTo>
                <a:lnTo>
                  <a:pt x="1090" y="21577"/>
                </a:lnTo>
                <a:lnTo>
                  <a:pt x="0" y="14033"/>
                </a:lnTo>
                <a:lnTo>
                  <a:pt x="799" y="64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music-source-formula-6-glyph-27">
            <a:extLst xmlns:a="http://schemas.openxmlformats.org/drawingml/2006/main">
              <a:ext uri="{FF2B5EF4-FFF2-40B4-BE49-F238E27FC236}">
                <a16:creationId xmlns:a16="http://schemas.microsoft.com/office/drawing/2014/main" id="{241557B5-9F6F-450C-A579-D8E6AF37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363" y="3303683"/>
            <a:ext cx="4254" cy="4243"/>
          </a:xfrm>
          <a:custGeom xmlns:a="http://schemas.openxmlformats.org/drawingml/2006/main">
            <a:pathLst>
              <a:path w="4254" h="4243">
                <a:moveTo>
                  <a:pt x="0" y="2357"/>
                </a:moveTo>
                <a:lnTo>
                  <a:pt x="1897" y="0"/>
                </a:lnTo>
                <a:lnTo>
                  <a:pt x="4254" y="2357"/>
                </a:lnTo>
                <a:lnTo>
                  <a:pt x="1897" y="4243"/>
                </a:lnTo>
                <a:lnTo>
                  <a:pt x="0" y="2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35">
            <a:extLst xmlns:a="http://schemas.openxmlformats.org/drawingml/2006/main">
              <a:ext uri="{FF2B5EF4-FFF2-40B4-BE49-F238E27FC236}">
                <a16:creationId xmlns:a16="http://schemas.microsoft.com/office/drawing/2014/main" id="{28167897-8F15-4B20-B5F8-BDB1620F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458" y="149990"/>
            <a:ext cx="6110392" cy="95"/>
          </a:xfrm>
          <a:custGeom xmlns:a="http://schemas.openxmlformats.org/drawingml/2006/main">
            <a:pathLst>
              <a:path w="6110392" h="95">
                <a:moveTo>
                  <a:pt x="0" y="0"/>
                </a:moveTo>
                <a:lnTo>
                  <a:pt x="61103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4">
            <a:solidFill>
              <a:srgbClr val="000000"/>
            </a:solidFill>
            <a:prstDash val="solid"/>
          </a:ln>
        </p:spPr>
      </p:sp>
      <p:sp>
        <p:nvSpPr>
          <p:cNvPr id="178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E6C8C4DB-135C-4288-A0D9-AFC29A16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458" y="153252"/>
            <a:ext cx="1573433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Algorithm 1:</a:t>
            </a:r>
          </a:p>
        </p:txBody>
      </p:sp>
      <p:sp>
        <p:nvSpPr>
          <p:cNvPr id="179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A1690DC5-29F8-40BC-BC2B-10E6B78A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7035" y="155851"/>
            <a:ext cx="901585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MUSIC</a:t>
            </a:r>
          </a:p>
        </p:txBody>
      </p:sp>
      <p:sp>
        <p:nvSpPr>
          <p:cNvPr id="180" name="pdf-path-37">
            <a:extLst xmlns:a="http://schemas.openxmlformats.org/drawingml/2006/main">
              <a:ext uri="{FF2B5EF4-FFF2-40B4-BE49-F238E27FC236}">
                <a16:creationId xmlns:a16="http://schemas.microsoft.com/office/drawing/2014/main" id="{A4526336-4B15-4488-A750-0A7CDBF2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458" y="540724"/>
            <a:ext cx="6110392" cy="95"/>
          </a:xfrm>
          <a:custGeom xmlns:a="http://schemas.openxmlformats.org/drawingml/2006/main">
            <a:pathLst>
              <a:path w="6110392" h="95">
                <a:moveTo>
                  <a:pt x="0" y="0"/>
                </a:moveTo>
                <a:lnTo>
                  <a:pt x="61103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4">
            <a:solidFill>
              <a:srgbClr val="000000"/>
            </a:solidFill>
            <a:prstDash val="solid"/>
          </a:ln>
        </p:spPr>
      </p:sp>
      <p:sp>
        <p:nvSpPr>
          <p:cNvPr id="181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06A3DC19-76BB-48C5-93C1-D8F2A6B8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458" y="567045"/>
            <a:ext cx="648504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while</a:t>
            </a:r>
          </a:p>
        </p:txBody>
      </p:sp>
      <p:sp>
        <p:nvSpPr>
          <p:cNvPr id="182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6792F467-12EB-4F8A-B286-6547DF9E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119" y="564602"/>
            <a:ext cx="1595923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 converged</a:t>
            </a:r>
          </a:p>
        </p:txBody>
      </p:sp>
      <p:sp>
        <p:nvSpPr>
          <p:cNvPr id="183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7E8F3956-4A7A-4404-94ED-1FCC5F39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900" y="567045"/>
            <a:ext cx="300624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</a:t>
            </a:r>
          </a:p>
        </p:txBody>
      </p:sp>
      <p:sp>
        <p:nvSpPr>
          <p:cNvPr id="184" name="pdf-path-39">
            <a:extLst xmlns:a="http://schemas.openxmlformats.org/drawingml/2006/main">
              <a:ext uri="{FF2B5EF4-FFF2-40B4-BE49-F238E27FC236}">
                <a16:creationId xmlns:a16="http://schemas.microsoft.com/office/drawing/2014/main" id="{A369FC65-6433-4DE0-94F1-63C130DC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476" y="922200"/>
            <a:ext cx="95" cy="2461508"/>
          </a:xfrm>
          <a:custGeom xmlns:a="http://schemas.openxmlformats.org/drawingml/2006/main">
            <a:pathLst>
              <a:path w="95" h="2461508">
                <a:moveTo>
                  <a:pt x="0" y="24615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>
            <a:solidFill>
              <a:srgbClr val="000000"/>
            </a:solidFill>
            <a:prstDash val="solid"/>
          </a:ln>
        </p:spPr>
      </p:sp>
      <p:sp>
        <p:nvSpPr>
          <p:cNvPr id="185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E9B932AC-D35D-4B55-90FD-114BA71F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856" y="877112"/>
            <a:ext cx="2522561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an initial state</a:t>
            </a:r>
          </a:p>
        </p:txBody>
      </p:sp>
      <p:sp>
        <p:nvSpPr>
          <p:cNvPr id="186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7085A3E4-45BA-4210-AF92-D605A1A8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110" y="877112"/>
            <a:ext cx="71171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187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084B1541-7F9B-4E5D-848A-14105870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856" y="1187666"/>
            <a:ext cx="356421" cy="284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</a:t>
            </a:r>
          </a:p>
        </p:txBody>
      </p:sp>
      <p:sp>
        <p:nvSpPr>
          <p:cNvPr id="188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0CDFE8E0-C417-4580-A907-56782048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604" y="1187666"/>
            <a:ext cx="237139" cy="284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189" name="pdf-path-41">
            <a:extLst xmlns:a="http://schemas.openxmlformats.org/drawingml/2006/main">
              <a:ext uri="{FF2B5EF4-FFF2-40B4-BE49-F238E27FC236}">
                <a16:creationId xmlns:a16="http://schemas.microsoft.com/office/drawing/2014/main" id="{1DD1F7CE-DC6D-41A3-873F-5C34F109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468" y="1443153"/>
            <a:ext cx="85411" cy="95"/>
          </a:xfrm>
          <a:custGeom xmlns:a="http://schemas.openxmlformats.org/drawingml/2006/main">
            <a:pathLst>
              <a:path w="85411" h="95">
                <a:moveTo>
                  <a:pt x="0" y="0"/>
                </a:moveTo>
                <a:lnTo>
                  <a:pt x="854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>
            <a:solidFill>
              <a:srgbClr val="000000"/>
            </a:solidFill>
            <a:prstDash val="solid"/>
          </a:ln>
        </p:spPr>
      </p:sp>
      <p:sp>
        <p:nvSpPr>
          <p:cNvPr id="190" name="pdf-path-43">
            <a:extLst xmlns:a="http://schemas.openxmlformats.org/drawingml/2006/main">
              <a:ext uri="{FF2B5EF4-FFF2-40B4-BE49-F238E27FC236}">
                <a16:creationId xmlns:a16="http://schemas.microsoft.com/office/drawing/2014/main" id="{841F61EE-80DF-44C9-BF2A-69EFD78A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075" y="1443153"/>
            <a:ext cx="85411" cy="95"/>
          </a:xfrm>
          <a:custGeom xmlns:a="http://schemas.openxmlformats.org/drawingml/2006/main">
            <a:pathLst>
              <a:path w="85411" h="95">
                <a:moveTo>
                  <a:pt x="0" y="0"/>
                </a:moveTo>
                <a:lnTo>
                  <a:pt x="854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>
            <a:solidFill>
              <a:srgbClr val="000000"/>
            </a:solidFill>
            <a:prstDash val="solid"/>
          </a:ln>
        </p:spPr>
      </p:sp>
      <p:sp>
        <p:nvSpPr>
          <p:cNvPr id="191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D8EA16FD-F4CF-4452-A072-D3F815ED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697" y="1187638"/>
            <a:ext cx="300624" cy="284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</a:t>
            </a:r>
          </a:p>
        </p:txBody>
      </p:sp>
      <p:sp>
        <p:nvSpPr>
          <p:cNvPr id="192" name="pdf-path-45">
            <a:extLst xmlns:a="http://schemas.openxmlformats.org/drawingml/2006/main">
              <a:ext uri="{FF2B5EF4-FFF2-40B4-BE49-F238E27FC236}">
                <a16:creationId xmlns:a16="http://schemas.microsoft.com/office/drawing/2014/main" id="{1630CB8B-DE67-46BC-BC02-6D0A163C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903" y="1542821"/>
            <a:ext cx="95" cy="1840887"/>
          </a:xfrm>
          <a:custGeom xmlns:a="http://schemas.openxmlformats.org/drawingml/2006/main">
            <a:pathLst>
              <a:path w="95" h="1840887">
                <a:moveTo>
                  <a:pt x="0" y="18408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>
            <a:solidFill>
              <a:srgbClr val="000000"/>
            </a:solidFill>
            <a:prstDash val="solid"/>
          </a:ln>
        </p:spPr>
      </p:sp>
      <p:sp>
        <p:nvSpPr>
          <p:cNvPr id="193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0A9639FD-C2A5-4098-8329-E2DE8EA8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281" y="1497704"/>
            <a:ext cx="1620975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action</a:t>
            </a:r>
          </a:p>
        </p:txBody>
      </p:sp>
      <p:sp>
        <p:nvSpPr>
          <p:cNvPr id="194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46F89EE3-DA22-4B8B-BD9B-78DCDD4D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810" y="1497704"/>
            <a:ext cx="71171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195" name="pdf-text-45-1">
            <a:extLst xmlns:a="http://schemas.openxmlformats.org/drawingml/2006/main">
              <a:ext uri="{FF2B5EF4-FFF2-40B4-BE49-F238E27FC236}">
                <a16:creationId xmlns:a16="http://schemas.microsoft.com/office/drawing/2014/main" id="{FA6EA476-3D81-465B-B7D7-2702C466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280" y="1810857"/>
            <a:ext cx="2005010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Step environment</a:t>
            </a:r>
          </a:p>
        </p:txBody>
      </p:sp>
      <p:sp>
        <p:nvSpPr>
          <p:cNvPr id="196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6B88F63D-F99F-44C2-B5F5-6F7CD9DF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1641" y="1810857"/>
            <a:ext cx="71171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197" name="pdf-text-61-1">
            <a:extLst xmlns:a="http://schemas.openxmlformats.org/drawingml/2006/main">
              <a:ext uri="{FF2B5EF4-FFF2-40B4-BE49-F238E27FC236}">
                <a16:creationId xmlns:a16="http://schemas.microsoft.com/office/drawing/2014/main" id="{BD847788-C0FE-45A3-813A-02629968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280" y="2124010"/>
            <a:ext cx="2111480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transitions</a:t>
            </a:r>
          </a:p>
        </p:txBody>
      </p:sp>
      <p:sp>
        <p:nvSpPr>
          <p:cNvPr id="198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C66CB187-6D87-4BDC-8A5C-F66602F4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345" y="2124010"/>
            <a:ext cx="1781820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 the buffer.</a:t>
            </a:r>
          </a:p>
        </p:txBody>
      </p:sp>
      <p:sp>
        <p:nvSpPr>
          <p:cNvPr id="199" name="pdf-text-64-1">
            <a:extLst xmlns:a="http://schemas.openxmlformats.org/drawingml/2006/main">
              <a:ext uri="{FF2B5EF4-FFF2-40B4-BE49-F238E27FC236}">
                <a16:creationId xmlns:a16="http://schemas.microsoft.com/office/drawing/2014/main" id="{BFE595B7-8A37-4D1F-A806-C4F1FED8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281" y="2437163"/>
            <a:ext cx="2219659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 intrinsic reward</a:t>
            </a:r>
          </a:p>
        </p:txBody>
      </p:sp>
      <p:sp>
        <p:nvSpPr>
          <p:cNvPr id="200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AE86EE4C-0A9E-46AD-AFC1-68E13823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6060" y="2437163"/>
            <a:ext cx="71171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201" name="pdf-text-78-1">
            <a:extLst xmlns:a="http://schemas.openxmlformats.org/drawingml/2006/main">
              <a:ext uri="{FF2B5EF4-FFF2-40B4-BE49-F238E27FC236}">
                <a16:creationId xmlns:a16="http://schemas.microsoft.com/office/drawing/2014/main" id="{C6A8D982-AE91-4ADE-8FFF-019965C4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282" y="2750316"/>
            <a:ext cx="1766731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 policy (</a:t>
            </a:r>
          </a:p>
        </p:txBody>
      </p:sp>
      <p:sp>
        <p:nvSpPr>
          <p:cNvPr id="202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4FAA3595-4792-49B8-86FE-A1171DA8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549" y="2750316"/>
            <a:ext cx="2352892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via DDPG or SAC.</a:t>
            </a:r>
          </a:p>
        </p:txBody>
      </p:sp>
      <p:sp>
        <p:nvSpPr>
          <p:cNvPr id="203" name="pdf-text-80-1">
            <a:extLst xmlns:a="http://schemas.openxmlformats.org/drawingml/2006/main">
              <a:ext uri="{FF2B5EF4-FFF2-40B4-BE49-F238E27FC236}">
                <a16:creationId xmlns:a16="http://schemas.microsoft.com/office/drawing/2014/main" id="{8EAC4630-70A0-44F2-BB32-78A62AEE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282" y="3063469"/>
            <a:ext cx="2956984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 the MI estimator (</a:t>
            </a:r>
          </a:p>
        </p:txBody>
      </p:sp>
      <p:sp>
        <p:nvSpPr>
          <p:cNvPr id="204" name="pdf-text-82-0">
            <a:extLst xmlns:a="http://schemas.openxmlformats.org/drawingml/2006/main">
              <a:ext uri="{FF2B5EF4-FFF2-40B4-BE49-F238E27FC236}">
                <a16:creationId xmlns:a16="http://schemas.microsoft.com/office/drawing/2014/main" id="{B559ED0B-38D7-47D2-81AA-31C0F19E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845" y="3063469"/>
            <a:ext cx="1383836" cy="28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4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with SGD.</a:t>
            </a:r>
          </a:p>
        </p:txBody>
      </p:sp>
      <p:sp>
        <p:nvSpPr>
          <p:cNvPr id="205" name="pdf-path-47">
            <a:extLst xmlns:a="http://schemas.openxmlformats.org/drawingml/2006/main">
              <a:ext uri="{FF2B5EF4-FFF2-40B4-BE49-F238E27FC236}">
                <a16:creationId xmlns:a16="http://schemas.microsoft.com/office/drawing/2014/main" id="{18166E2B-0E9C-4424-B68D-A9C51C90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458" y="3452032"/>
            <a:ext cx="6110392" cy="95"/>
          </a:xfrm>
          <a:custGeom xmlns:a="http://schemas.openxmlformats.org/drawingml/2006/main">
            <a:pathLst>
              <a:path w="6110392" h="95">
                <a:moveTo>
                  <a:pt x="0" y="0"/>
                </a:moveTo>
                <a:lnTo>
                  <a:pt x="61103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4">
            <a:solidFill>
              <a:srgbClr val="000000"/>
            </a:solidFill>
            <a:prstDash val="solid"/>
          </a:ln>
        </p:spPr>
      </p:sp>
      <p:sp>
        <p:nvSpPr>
          <p:cNvPr id="206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5DBB6986-067B-4B6A-9741-DFB93175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351" y="1009775"/>
            <a:ext cx="104766" cy="128996"/>
          </a:xfrm>
          <a:custGeom xmlns:a="http://schemas.openxmlformats.org/drawingml/2006/main">
            <a:pathLst>
              <a:path w="104766" h="128996">
                <a:moveTo>
                  <a:pt x="96509" y="19452"/>
                </a:moveTo>
                <a:cubicBezTo>
                  <a:pt x="88537" y="19739"/>
                  <a:pt x="82843" y="26002"/>
                  <a:pt x="82843" y="32266"/>
                </a:cubicBezTo>
                <a:cubicBezTo>
                  <a:pt x="82843" y="36254"/>
                  <a:pt x="85406" y="40524"/>
                  <a:pt x="91670" y="40524"/>
                </a:cubicBezTo>
                <a:cubicBezTo>
                  <a:pt x="97934" y="40524"/>
                  <a:pt x="104766" y="35685"/>
                  <a:pt x="104766" y="24582"/>
                </a:cubicBezTo>
                <a:cubicBezTo>
                  <a:pt x="104766" y="11711"/>
                  <a:pt x="92525" y="0"/>
                  <a:pt x="70888" y="0"/>
                </a:cubicBezTo>
                <a:cubicBezTo>
                  <a:pt x="33309" y="0"/>
                  <a:pt x="22775" y="29134"/>
                  <a:pt x="22775" y="41658"/>
                </a:cubicBezTo>
                <a:cubicBezTo>
                  <a:pt x="22775" y="63820"/>
                  <a:pt x="43844" y="68082"/>
                  <a:pt x="52097" y="69785"/>
                </a:cubicBezTo>
                <a:cubicBezTo>
                  <a:pt x="66900" y="72625"/>
                  <a:pt x="81705" y="75753"/>
                  <a:pt x="81705" y="91395"/>
                </a:cubicBezTo>
                <a:cubicBezTo>
                  <a:pt x="81705" y="98797"/>
                  <a:pt x="75158" y="122737"/>
                  <a:pt x="40998" y="122737"/>
                </a:cubicBezTo>
                <a:cubicBezTo>
                  <a:pt x="37010" y="122737"/>
                  <a:pt x="15091" y="122737"/>
                  <a:pt x="8541" y="107624"/>
                </a:cubicBezTo>
                <a:cubicBezTo>
                  <a:pt x="19361" y="109049"/>
                  <a:pt x="26476" y="100505"/>
                  <a:pt x="26476" y="92533"/>
                </a:cubicBezTo>
                <a:cubicBezTo>
                  <a:pt x="26476" y="85987"/>
                  <a:pt x="21924" y="82569"/>
                  <a:pt x="15943" y="82569"/>
                </a:cubicBezTo>
                <a:cubicBezTo>
                  <a:pt x="8541" y="82569"/>
                  <a:pt x="0" y="88550"/>
                  <a:pt x="0" y="101360"/>
                </a:cubicBezTo>
                <a:cubicBezTo>
                  <a:pt x="0" y="117602"/>
                  <a:pt x="16229" y="128996"/>
                  <a:pt x="40711" y="128996"/>
                </a:cubicBezTo>
                <a:cubicBezTo>
                  <a:pt x="86830" y="128996"/>
                  <a:pt x="97934" y="94527"/>
                  <a:pt x="97934" y="81717"/>
                </a:cubicBezTo>
                <a:cubicBezTo>
                  <a:pt x="97934" y="71492"/>
                  <a:pt x="92525" y="64389"/>
                  <a:pt x="89107" y="60980"/>
                </a:cubicBezTo>
                <a:cubicBezTo>
                  <a:pt x="81422" y="53022"/>
                  <a:pt x="73164" y="51601"/>
                  <a:pt x="60641" y="49047"/>
                </a:cubicBezTo>
                <a:cubicBezTo>
                  <a:pt x="50389" y="46775"/>
                  <a:pt x="39004" y="44785"/>
                  <a:pt x="39004" y="31984"/>
                </a:cubicBezTo>
                <a:cubicBezTo>
                  <a:pt x="39004" y="23726"/>
                  <a:pt x="45837" y="6264"/>
                  <a:pt x="70888" y="6264"/>
                </a:cubicBezTo>
                <a:cubicBezTo>
                  <a:pt x="78003" y="6264"/>
                  <a:pt x="92238" y="8271"/>
                  <a:pt x="96509" y="194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AC18F6AA-7BA3-42D5-842F-D50E56D6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357" y="1046073"/>
            <a:ext cx="92465" cy="136224"/>
          </a:xfrm>
          <a:custGeom xmlns:a="http://schemas.openxmlformats.org/drawingml/2006/main">
            <a:pathLst>
              <a:path w="92465" h="136224">
                <a:moveTo>
                  <a:pt x="92465" y="68711"/>
                </a:moveTo>
                <a:cubicBezTo>
                  <a:pt x="92465" y="46806"/>
                  <a:pt x="89874" y="31073"/>
                  <a:pt x="80710" y="17131"/>
                </a:cubicBezTo>
                <a:cubicBezTo>
                  <a:pt x="74531" y="7973"/>
                  <a:pt x="62176" y="0"/>
                  <a:pt x="46234" y="0"/>
                </a:cubicBezTo>
                <a:cubicBezTo>
                  <a:pt x="0" y="0"/>
                  <a:pt x="0" y="54374"/>
                  <a:pt x="0" y="68711"/>
                </a:cubicBezTo>
                <a:cubicBezTo>
                  <a:pt x="0" y="83051"/>
                  <a:pt x="0" y="136224"/>
                  <a:pt x="46234" y="136224"/>
                </a:cubicBezTo>
                <a:cubicBezTo>
                  <a:pt x="92465" y="136224"/>
                  <a:pt x="92465" y="83051"/>
                  <a:pt x="92465" y="68711"/>
                </a:cubicBezTo>
                <a:moveTo>
                  <a:pt x="46234" y="130644"/>
                </a:moveTo>
                <a:cubicBezTo>
                  <a:pt x="37066" y="130644"/>
                  <a:pt x="24910" y="125269"/>
                  <a:pt x="20926" y="108940"/>
                </a:cubicBezTo>
                <a:cubicBezTo>
                  <a:pt x="18135" y="97191"/>
                  <a:pt x="18135" y="80859"/>
                  <a:pt x="18135" y="66124"/>
                </a:cubicBezTo>
                <a:cubicBezTo>
                  <a:pt x="18135" y="51586"/>
                  <a:pt x="18135" y="36449"/>
                  <a:pt x="21123" y="25496"/>
                </a:cubicBezTo>
                <a:cubicBezTo>
                  <a:pt x="25307" y="9764"/>
                  <a:pt x="38064" y="5583"/>
                  <a:pt x="46234" y="5583"/>
                </a:cubicBezTo>
                <a:cubicBezTo>
                  <a:pt x="56995" y="5583"/>
                  <a:pt x="67358" y="12154"/>
                  <a:pt x="70943" y="23706"/>
                </a:cubicBezTo>
                <a:cubicBezTo>
                  <a:pt x="74132" y="34458"/>
                  <a:pt x="74330" y="48798"/>
                  <a:pt x="74330" y="66124"/>
                </a:cubicBezTo>
                <a:cubicBezTo>
                  <a:pt x="74330" y="80859"/>
                  <a:pt x="74330" y="95597"/>
                  <a:pt x="71739" y="108143"/>
                </a:cubicBezTo>
                <a:cubicBezTo>
                  <a:pt x="67756" y="126266"/>
                  <a:pt x="54203" y="130644"/>
                  <a:pt x="46234" y="13064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06E804C0-E105-4EA6-B300-F2A0EB17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450" y="1031182"/>
            <a:ext cx="189884" cy="66722"/>
          </a:xfrm>
          <a:custGeom xmlns:a="http://schemas.openxmlformats.org/drawingml/2006/main">
            <a:pathLst>
              <a:path w="189884" h="66722">
                <a:moveTo>
                  <a:pt x="189884" y="9396"/>
                </a:moveTo>
                <a:cubicBezTo>
                  <a:pt x="189884" y="3132"/>
                  <a:pt x="188173" y="287"/>
                  <a:pt x="185896" y="287"/>
                </a:cubicBezTo>
                <a:cubicBezTo>
                  <a:pt x="184471" y="287"/>
                  <a:pt x="182195" y="2281"/>
                  <a:pt x="181913" y="7689"/>
                </a:cubicBezTo>
                <a:cubicBezTo>
                  <a:pt x="180770" y="35077"/>
                  <a:pt x="161983" y="50780"/>
                  <a:pt x="142058" y="50780"/>
                </a:cubicBezTo>
                <a:cubicBezTo>
                  <a:pt x="124122" y="50780"/>
                  <a:pt x="110456" y="38504"/>
                  <a:pt x="96508" y="26224"/>
                </a:cubicBezTo>
                <a:cubicBezTo>
                  <a:pt x="81987" y="13097"/>
                  <a:pt x="67186" y="0"/>
                  <a:pt x="47826" y="0"/>
                </a:cubicBezTo>
                <a:cubicBezTo>
                  <a:pt x="16797" y="0"/>
                  <a:pt x="0" y="31363"/>
                  <a:pt x="0" y="57331"/>
                </a:cubicBezTo>
                <a:cubicBezTo>
                  <a:pt x="0" y="66440"/>
                  <a:pt x="3701" y="66440"/>
                  <a:pt x="3983" y="66440"/>
                </a:cubicBezTo>
                <a:cubicBezTo>
                  <a:pt x="7115" y="66440"/>
                  <a:pt x="7970" y="60745"/>
                  <a:pt x="7970" y="59894"/>
                </a:cubicBezTo>
                <a:cubicBezTo>
                  <a:pt x="9108" y="28509"/>
                  <a:pt x="30459" y="15946"/>
                  <a:pt x="47826" y="15946"/>
                </a:cubicBezTo>
                <a:cubicBezTo>
                  <a:pt x="65762" y="15946"/>
                  <a:pt x="79428" y="28222"/>
                  <a:pt x="93376" y="40503"/>
                </a:cubicBezTo>
                <a:cubicBezTo>
                  <a:pt x="107893" y="53630"/>
                  <a:pt x="122697" y="66722"/>
                  <a:pt x="142058" y="66722"/>
                </a:cubicBezTo>
                <a:cubicBezTo>
                  <a:pt x="173086" y="66722"/>
                  <a:pt x="189884" y="35364"/>
                  <a:pt x="189884" y="93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78082F3B-EB48-4C83-9376-4A928DC7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6175" y="1009775"/>
            <a:ext cx="148604" cy="181262"/>
          </a:xfrm>
          <a:custGeom xmlns:a="http://schemas.openxmlformats.org/drawingml/2006/main">
            <a:pathLst>
              <a:path w="148604" h="181262">
                <a:moveTo>
                  <a:pt x="21924" y="160720"/>
                </a:moveTo>
                <a:cubicBezTo>
                  <a:pt x="19644" y="170437"/>
                  <a:pt x="19074" y="172439"/>
                  <a:pt x="6551" y="172439"/>
                </a:cubicBezTo>
                <a:cubicBezTo>
                  <a:pt x="3132" y="172439"/>
                  <a:pt x="0" y="172439"/>
                  <a:pt x="0" y="177848"/>
                </a:cubicBezTo>
                <a:cubicBezTo>
                  <a:pt x="0" y="180124"/>
                  <a:pt x="1425" y="181262"/>
                  <a:pt x="3701" y="181262"/>
                </a:cubicBezTo>
                <a:cubicBezTo>
                  <a:pt x="11390" y="181262"/>
                  <a:pt x="19644" y="180410"/>
                  <a:pt x="27614" y="180410"/>
                </a:cubicBezTo>
                <a:cubicBezTo>
                  <a:pt x="37010" y="180410"/>
                  <a:pt x="46688" y="181262"/>
                  <a:pt x="55797" y="181262"/>
                </a:cubicBezTo>
                <a:cubicBezTo>
                  <a:pt x="57222" y="181262"/>
                  <a:pt x="60923" y="181262"/>
                  <a:pt x="60923" y="175571"/>
                </a:cubicBezTo>
                <a:cubicBezTo>
                  <a:pt x="60923" y="172439"/>
                  <a:pt x="58078" y="172439"/>
                  <a:pt x="54090" y="172439"/>
                </a:cubicBezTo>
                <a:cubicBezTo>
                  <a:pt x="39856" y="172439"/>
                  <a:pt x="39856" y="170437"/>
                  <a:pt x="39856" y="167865"/>
                </a:cubicBezTo>
                <a:cubicBezTo>
                  <a:pt x="39856" y="164438"/>
                  <a:pt x="51814" y="117893"/>
                  <a:pt x="53808" y="110773"/>
                </a:cubicBezTo>
                <a:cubicBezTo>
                  <a:pt x="57509" y="119031"/>
                  <a:pt x="65480" y="128996"/>
                  <a:pt x="79997" y="128996"/>
                </a:cubicBezTo>
                <a:cubicBezTo>
                  <a:pt x="113020" y="128996"/>
                  <a:pt x="148604" y="87425"/>
                  <a:pt x="148604" y="45563"/>
                </a:cubicBezTo>
                <a:cubicBezTo>
                  <a:pt x="148604" y="18796"/>
                  <a:pt x="132380" y="0"/>
                  <a:pt x="110743" y="0"/>
                </a:cubicBezTo>
                <a:cubicBezTo>
                  <a:pt x="96509" y="0"/>
                  <a:pt x="82843" y="10251"/>
                  <a:pt x="73451" y="21359"/>
                </a:cubicBezTo>
                <a:cubicBezTo>
                  <a:pt x="70601" y="5982"/>
                  <a:pt x="58360" y="0"/>
                  <a:pt x="47826" y="0"/>
                </a:cubicBezTo>
                <a:cubicBezTo>
                  <a:pt x="34734" y="0"/>
                  <a:pt x="29326" y="11107"/>
                  <a:pt x="26763" y="16233"/>
                </a:cubicBezTo>
                <a:cubicBezTo>
                  <a:pt x="21637" y="25915"/>
                  <a:pt x="17936" y="43000"/>
                  <a:pt x="17936" y="43856"/>
                </a:cubicBezTo>
                <a:cubicBezTo>
                  <a:pt x="17936" y="46701"/>
                  <a:pt x="20782" y="46701"/>
                  <a:pt x="21355" y="46701"/>
                </a:cubicBezTo>
                <a:cubicBezTo>
                  <a:pt x="24200" y="46701"/>
                  <a:pt x="24483" y="46419"/>
                  <a:pt x="26193" y="40155"/>
                </a:cubicBezTo>
                <a:cubicBezTo>
                  <a:pt x="31033" y="19934"/>
                  <a:pt x="36728" y="6264"/>
                  <a:pt x="46975" y="6264"/>
                </a:cubicBezTo>
                <a:cubicBezTo>
                  <a:pt x="51814" y="6264"/>
                  <a:pt x="55797" y="8544"/>
                  <a:pt x="55797" y="19365"/>
                </a:cubicBezTo>
                <a:cubicBezTo>
                  <a:pt x="55797" y="25915"/>
                  <a:pt x="54946" y="29047"/>
                  <a:pt x="53808" y="33887"/>
                </a:cubicBezTo>
                <a:lnTo>
                  <a:pt x="21924" y="160720"/>
                </a:lnTo>
                <a:moveTo>
                  <a:pt x="72026" y="37019"/>
                </a:moveTo>
                <a:cubicBezTo>
                  <a:pt x="74020" y="29330"/>
                  <a:pt x="81704" y="21359"/>
                  <a:pt x="86830" y="17089"/>
                </a:cubicBezTo>
                <a:cubicBezTo>
                  <a:pt x="96796" y="8258"/>
                  <a:pt x="105049" y="6264"/>
                  <a:pt x="109887" y="6264"/>
                </a:cubicBezTo>
                <a:cubicBezTo>
                  <a:pt x="121277" y="6264"/>
                  <a:pt x="128110" y="16233"/>
                  <a:pt x="128110" y="33035"/>
                </a:cubicBezTo>
                <a:cubicBezTo>
                  <a:pt x="128110" y="49833"/>
                  <a:pt x="118714" y="82582"/>
                  <a:pt x="113588" y="93402"/>
                </a:cubicBezTo>
                <a:cubicBezTo>
                  <a:pt x="103911" y="113336"/>
                  <a:pt x="90245" y="122737"/>
                  <a:pt x="79711" y="122737"/>
                </a:cubicBezTo>
                <a:cubicBezTo>
                  <a:pt x="60923" y="122737"/>
                  <a:pt x="57222" y="99101"/>
                  <a:pt x="57222" y="97390"/>
                </a:cubicBezTo>
                <a:cubicBezTo>
                  <a:pt x="57222" y="96821"/>
                  <a:pt x="57222" y="96252"/>
                  <a:pt x="58078" y="92833"/>
                </a:cubicBezTo>
                <a:lnTo>
                  <a:pt x="72026" y="37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2AF3EC16-B758-45BD-8AFB-220998A1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690" y="922202"/>
            <a:ext cx="66044" cy="284681"/>
          </a:xfrm>
          <a:custGeom xmlns:a="http://schemas.openxmlformats.org/drawingml/2006/main">
            <a:pathLst>
              <a:path w="66044" h="284681">
                <a:moveTo>
                  <a:pt x="66044" y="281836"/>
                </a:moveTo>
                <a:cubicBezTo>
                  <a:pt x="66044" y="280985"/>
                  <a:pt x="66044" y="280411"/>
                  <a:pt x="61205" y="275572"/>
                </a:cubicBezTo>
                <a:cubicBezTo>
                  <a:pt x="25620" y="239705"/>
                  <a:pt x="16511" y="185897"/>
                  <a:pt x="16511" y="142341"/>
                </a:cubicBezTo>
                <a:cubicBezTo>
                  <a:pt x="16511" y="92807"/>
                  <a:pt x="27327" y="43274"/>
                  <a:pt x="62343" y="7689"/>
                </a:cubicBezTo>
                <a:cubicBezTo>
                  <a:pt x="66044" y="4274"/>
                  <a:pt x="66044" y="3701"/>
                  <a:pt x="66044" y="2850"/>
                </a:cubicBezTo>
                <a:cubicBezTo>
                  <a:pt x="66044" y="856"/>
                  <a:pt x="64906" y="0"/>
                  <a:pt x="63199" y="0"/>
                </a:cubicBezTo>
                <a:cubicBezTo>
                  <a:pt x="60350" y="0"/>
                  <a:pt x="34729" y="19361"/>
                  <a:pt x="17931" y="55515"/>
                </a:cubicBezTo>
                <a:cubicBezTo>
                  <a:pt x="3414" y="86830"/>
                  <a:pt x="0" y="118427"/>
                  <a:pt x="0" y="142341"/>
                </a:cubicBezTo>
                <a:cubicBezTo>
                  <a:pt x="0" y="164546"/>
                  <a:pt x="3127" y="198994"/>
                  <a:pt x="18787" y="231164"/>
                </a:cubicBezTo>
                <a:cubicBezTo>
                  <a:pt x="35867" y="266181"/>
                  <a:pt x="60350" y="284681"/>
                  <a:pt x="63199" y="284681"/>
                </a:cubicBezTo>
                <a:cubicBezTo>
                  <a:pt x="64906" y="284681"/>
                  <a:pt x="66044" y="283830"/>
                  <a:pt x="66044" y="28183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4CC20665-961F-4911-B9EA-F97BE3A8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034" y="1009775"/>
            <a:ext cx="104766" cy="128996"/>
          </a:xfrm>
          <a:custGeom xmlns:a="http://schemas.openxmlformats.org/drawingml/2006/main">
            <a:pathLst>
              <a:path w="104766" h="128996">
                <a:moveTo>
                  <a:pt x="96509" y="19452"/>
                </a:moveTo>
                <a:cubicBezTo>
                  <a:pt x="88537" y="19739"/>
                  <a:pt x="82843" y="26002"/>
                  <a:pt x="82843" y="32266"/>
                </a:cubicBezTo>
                <a:cubicBezTo>
                  <a:pt x="82843" y="36254"/>
                  <a:pt x="85406" y="40524"/>
                  <a:pt x="91670" y="40524"/>
                </a:cubicBezTo>
                <a:cubicBezTo>
                  <a:pt x="97934" y="40524"/>
                  <a:pt x="104766" y="35685"/>
                  <a:pt x="104766" y="24582"/>
                </a:cubicBezTo>
                <a:cubicBezTo>
                  <a:pt x="104766" y="11711"/>
                  <a:pt x="92525" y="0"/>
                  <a:pt x="70888" y="0"/>
                </a:cubicBezTo>
                <a:cubicBezTo>
                  <a:pt x="33309" y="0"/>
                  <a:pt x="22775" y="29134"/>
                  <a:pt x="22775" y="41658"/>
                </a:cubicBezTo>
                <a:cubicBezTo>
                  <a:pt x="22775" y="63820"/>
                  <a:pt x="43844" y="68082"/>
                  <a:pt x="52097" y="69785"/>
                </a:cubicBezTo>
                <a:cubicBezTo>
                  <a:pt x="66900" y="72625"/>
                  <a:pt x="81705" y="75753"/>
                  <a:pt x="81705" y="91395"/>
                </a:cubicBezTo>
                <a:cubicBezTo>
                  <a:pt x="81705" y="98797"/>
                  <a:pt x="75158" y="122737"/>
                  <a:pt x="40998" y="122737"/>
                </a:cubicBezTo>
                <a:cubicBezTo>
                  <a:pt x="37010" y="122737"/>
                  <a:pt x="15091" y="122737"/>
                  <a:pt x="8541" y="107624"/>
                </a:cubicBezTo>
                <a:cubicBezTo>
                  <a:pt x="19361" y="109049"/>
                  <a:pt x="26476" y="100505"/>
                  <a:pt x="26476" y="92533"/>
                </a:cubicBezTo>
                <a:cubicBezTo>
                  <a:pt x="26476" y="85987"/>
                  <a:pt x="21924" y="82569"/>
                  <a:pt x="15943" y="82569"/>
                </a:cubicBezTo>
                <a:cubicBezTo>
                  <a:pt x="8541" y="82569"/>
                  <a:pt x="0" y="88550"/>
                  <a:pt x="0" y="101360"/>
                </a:cubicBezTo>
                <a:cubicBezTo>
                  <a:pt x="0" y="117602"/>
                  <a:pt x="16229" y="128996"/>
                  <a:pt x="40711" y="128996"/>
                </a:cubicBezTo>
                <a:cubicBezTo>
                  <a:pt x="86830" y="128996"/>
                  <a:pt x="97934" y="94527"/>
                  <a:pt x="97934" y="81717"/>
                </a:cubicBezTo>
                <a:cubicBezTo>
                  <a:pt x="97934" y="71492"/>
                  <a:pt x="92525" y="64389"/>
                  <a:pt x="89107" y="60980"/>
                </a:cubicBezTo>
                <a:cubicBezTo>
                  <a:pt x="81422" y="53022"/>
                  <a:pt x="73164" y="51601"/>
                  <a:pt x="60641" y="49047"/>
                </a:cubicBezTo>
                <a:cubicBezTo>
                  <a:pt x="50389" y="46775"/>
                  <a:pt x="39004" y="44786"/>
                  <a:pt x="39004" y="31984"/>
                </a:cubicBezTo>
                <a:cubicBezTo>
                  <a:pt x="39004" y="23726"/>
                  <a:pt x="45837" y="6264"/>
                  <a:pt x="70888" y="6264"/>
                </a:cubicBezTo>
                <a:cubicBezTo>
                  <a:pt x="78003" y="6264"/>
                  <a:pt x="92238" y="8271"/>
                  <a:pt x="96509" y="194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3F9EA6F1-C25B-49AF-96D9-1F72EDA7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040" y="1046073"/>
            <a:ext cx="92465" cy="136224"/>
          </a:xfrm>
          <a:custGeom xmlns:a="http://schemas.openxmlformats.org/drawingml/2006/main">
            <a:pathLst>
              <a:path w="92465" h="136224">
                <a:moveTo>
                  <a:pt x="92465" y="68711"/>
                </a:moveTo>
                <a:cubicBezTo>
                  <a:pt x="92465" y="46806"/>
                  <a:pt x="89874" y="31073"/>
                  <a:pt x="80710" y="17131"/>
                </a:cubicBezTo>
                <a:cubicBezTo>
                  <a:pt x="74531" y="7973"/>
                  <a:pt x="62176" y="0"/>
                  <a:pt x="46234" y="0"/>
                </a:cubicBezTo>
                <a:cubicBezTo>
                  <a:pt x="0" y="0"/>
                  <a:pt x="0" y="54374"/>
                  <a:pt x="0" y="68711"/>
                </a:cubicBezTo>
                <a:cubicBezTo>
                  <a:pt x="0" y="83051"/>
                  <a:pt x="0" y="136224"/>
                  <a:pt x="46234" y="136224"/>
                </a:cubicBezTo>
                <a:cubicBezTo>
                  <a:pt x="92465" y="136224"/>
                  <a:pt x="92465" y="83051"/>
                  <a:pt x="92465" y="68711"/>
                </a:cubicBezTo>
                <a:moveTo>
                  <a:pt x="46234" y="130644"/>
                </a:moveTo>
                <a:cubicBezTo>
                  <a:pt x="37066" y="130644"/>
                  <a:pt x="24910" y="125268"/>
                  <a:pt x="20926" y="108940"/>
                </a:cubicBezTo>
                <a:cubicBezTo>
                  <a:pt x="18135" y="97190"/>
                  <a:pt x="18135" y="80859"/>
                  <a:pt x="18135" y="66123"/>
                </a:cubicBezTo>
                <a:cubicBezTo>
                  <a:pt x="18135" y="51586"/>
                  <a:pt x="18135" y="36449"/>
                  <a:pt x="21123" y="25496"/>
                </a:cubicBezTo>
                <a:cubicBezTo>
                  <a:pt x="25307" y="9764"/>
                  <a:pt x="38064" y="5583"/>
                  <a:pt x="46234" y="5583"/>
                </a:cubicBezTo>
                <a:cubicBezTo>
                  <a:pt x="56995" y="5583"/>
                  <a:pt x="67358" y="12154"/>
                  <a:pt x="70943" y="23705"/>
                </a:cubicBezTo>
                <a:cubicBezTo>
                  <a:pt x="74132" y="34457"/>
                  <a:pt x="74330" y="48797"/>
                  <a:pt x="74330" y="66123"/>
                </a:cubicBezTo>
                <a:cubicBezTo>
                  <a:pt x="74330" y="80859"/>
                  <a:pt x="74330" y="95597"/>
                  <a:pt x="71739" y="108143"/>
                </a:cubicBezTo>
                <a:cubicBezTo>
                  <a:pt x="67756" y="126266"/>
                  <a:pt x="54203" y="130644"/>
                  <a:pt x="46234" y="13064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7F6D671F-D6F7-4ED1-B896-8D27A36D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6606" y="922202"/>
            <a:ext cx="66045" cy="284681"/>
          </a:xfrm>
          <a:custGeom xmlns:a="http://schemas.openxmlformats.org/drawingml/2006/main">
            <a:pathLst>
              <a:path w="66045" h="284681">
                <a:moveTo>
                  <a:pt x="66045" y="142341"/>
                </a:moveTo>
                <a:cubicBezTo>
                  <a:pt x="66045" y="120139"/>
                  <a:pt x="62917" y="85692"/>
                  <a:pt x="47258" y="53521"/>
                </a:cubicBezTo>
                <a:cubicBezTo>
                  <a:pt x="30177" y="18505"/>
                  <a:pt x="5695" y="0"/>
                  <a:pt x="2845" y="0"/>
                </a:cubicBezTo>
                <a:cubicBezTo>
                  <a:pt x="1138" y="0"/>
                  <a:pt x="0" y="1142"/>
                  <a:pt x="0" y="2850"/>
                </a:cubicBezTo>
                <a:cubicBezTo>
                  <a:pt x="0" y="3701"/>
                  <a:pt x="0" y="4274"/>
                  <a:pt x="5408" y="9396"/>
                </a:cubicBezTo>
                <a:cubicBezTo>
                  <a:pt x="33309" y="37579"/>
                  <a:pt x="49534" y="82842"/>
                  <a:pt x="49534" y="142341"/>
                </a:cubicBezTo>
                <a:cubicBezTo>
                  <a:pt x="49534" y="191022"/>
                  <a:pt x="39004" y="241125"/>
                  <a:pt x="3701" y="276997"/>
                </a:cubicBezTo>
                <a:cubicBezTo>
                  <a:pt x="0" y="280411"/>
                  <a:pt x="0" y="280985"/>
                  <a:pt x="0" y="281836"/>
                </a:cubicBezTo>
                <a:cubicBezTo>
                  <a:pt x="0" y="283543"/>
                  <a:pt x="1138" y="284681"/>
                  <a:pt x="2845" y="284681"/>
                </a:cubicBezTo>
                <a:cubicBezTo>
                  <a:pt x="5695" y="284681"/>
                  <a:pt x="31315" y="265325"/>
                  <a:pt x="48113" y="229171"/>
                </a:cubicBezTo>
                <a:cubicBezTo>
                  <a:pt x="62630" y="197856"/>
                  <a:pt x="66045" y="166254"/>
                  <a:pt x="66045" y="1423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AE4B6F7D-7828-43A7-90FE-92F8356B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999" y="1270810"/>
            <a:ext cx="87395" cy="181114"/>
          </a:xfrm>
          <a:custGeom xmlns:a="http://schemas.openxmlformats.org/drawingml/2006/main">
            <a:pathLst>
              <a:path w="87395" h="181114">
                <a:moveTo>
                  <a:pt x="52097" y="64281"/>
                </a:moveTo>
                <a:lnTo>
                  <a:pt x="78854" y="64281"/>
                </a:lnTo>
                <a:cubicBezTo>
                  <a:pt x="84549" y="64281"/>
                  <a:pt x="87395" y="64281"/>
                  <a:pt x="87395" y="58586"/>
                </a:cubicBezTo>
                <a:cubicBezTo>
                  <a:pt x="87395" y="55454"/>
                  <a:pt x="84549" y="55454"/>
                  <a:pt x="79424" y="55454"/>
                </a:cubicBezTo>
                <a:lnTo>
                  <a:pt x="54373" y="55454"/>
                </a:lnTo>
                <a:cubicBezTo>
                  <a:pt x="64624" y="15078"/>
                  <a:pt x="66044" y="9392"/>
                  <a:pt x="66044" y="7684"/>
                </a:cubicBezTo>
                <a:cubicBezTo>
                  <a:pt x="66044" y="2845"/>
                  <a:pt x="62630" y="0"/>
                  <a:pt x="57791" y="0"/>
                </a:cubicBezTo>
                <a:cubicBezTo>
                  <a:pt x="56935" y="0"/>
                  <a:pt x="48964" y="283"/>
                  <a:pt x="46401" y="10243"/>
                </a:cubicBezTo>
                <a:lnTo>
                  <a:pt x="35298" y="55454"/>
                </a:lnTo>
                <a:lnTo>
                  <a:pt x="8540" y="55454"/>
                </a:lnTo>
                <a:cubicBezTo>
                  <a:pt x="2845" y="55454"/>
                  <a:pt x="0" y="55454"/>
                  <a:pt x="0" y="60867"/>
                </a:cubicBezTo>
                <a:cubicBezTo>
                  <a:pt x="0" y="64281"/>
                  <a:pt x="2276" y="64281"/>
                  <a:pt x="7970" y="64281"/>
                </a:cubicBezTo>
                <a:lnTo>
                  <a:pt x="33022" y="64281"/>
                </a:lnTo>
                <a:cubicBezTo>
                  <a:pt x="12523" y="145008"/>
                  <a:pt x="11385" y="149838"/>
                  <a:pt x="11385" y="154955"/>
                </a:cubicBezTo>
                <a:cubicBezTo>
                  <a:pt x="11385" y="170307"/>
                  <a:pt x="22206" y="181114"/>
                  <a:pt x="37579" y="181114"/>
                </a:cubicBezTo>
                <a:cubicBezTo>
                  <a:pt x="66613" y="181114"/>
                  <a:pt x="82842" y="139608"/>
                  <a:pt x="82842" y="137332"/>
                </a:cubicBezTo>
                <a:cubicBezTo>
                  <a:pt x="82842" y="134491"/>
                  <a:pt x="80566" y="134491"/>
                  <a:pt x="79424" y="134491"/>
                </a:cubicBezTo>
                <a:cubicBezTo>
                  <a:pt x="76865" y="134491"/>
                  <a:pt x="76578" y="135343"/>
                  <a:pt x="75153" y="138470"/>
                </a:cubicBezTo>
                <a:cubicBezTo>
                  <a:pt x="62912" y="168030"/>
                  <a:pt x="47826" y="174855"/>
                  <a:pt x="38148" y="174855"/>
                </a:cubicBezTo>
                <a:cubicBezTo>
                  <a:pt x="32166" y="174855"/>
                  <a:pt x="29321" y="171158"/>
                  <a:pt x="29321" y="161780"/>
                </a:cubicBezTo>
                <a:cubicBezTo>
                  <a:pt x="29321" y="154955"/>
                  <a:pt x="29890" y="152966"/>
                  <a:pt x="31028" y="148136"/>
                </a:cubicBezTo>
                <a:lnTo>
                  <a:pt x="52097" y="6428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3AA495B8-AE1B-48DE-B4EE-C981B30D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274" y="1303263"/>
            <a:ext cx="252797" cy="148604"/>
          </a:xfrm>
          <a:custGeom xmlns:a="http://schemas.openxmlformats.org/drawingml/2006/main">
            <a:pathLst>
              <a:path w="252797" h="148604">
                <a:moveTo>
                  <a:pt x="242546" y="79993"/>
                </a:moveTo>
                <a:cubicBezTo>
                  <a:pt x="247672" y="79993"/>
                  <a:pt x="252797" y="79993"/>
                  <a:pt x="252797" y="74302"/>
                </a:cubicBezTo>
                <a:cubicBezTo>
                  <a:pt x="252797" y="68607"/>
                  <a:pt x="247672" y="68607"/>
                  <a:pt x="242546" y="68607"/>
                </a:cubicBezTo>
                <a:lnTo>
                  <a:pt x="31029" y="68607"/>
                </a:lnTo>
                <a:cubicBezTo>
                  <a:pt x="46684" y="56653"/>
                  <a:pt x="54373" y="44981"/>
                  <a:pt x="56649" y="41280"/>
                </a:cubicBezTo>
                <a:cubicBezTo>
                  <a:pt x="69459" y="21637"/>
                  <a:pt x="71739" y="3701"/>
                  <a:pt x="71739" y="3414"/>
                </a:cubicBezTo>
                <a:cubicBezTo>
                  <a:pt x="71739" y="0"/>
                  <a:pt x="68321" y="0"/>
                  <a:pt x="66045" y="0"/>
                </a:cubicBezTo>
                <a:cubicBezTo>
                  <a:pt x="61206" y="0"/>
                  <a:pt x="60919" y="569"/>
                  <a:pt x="59781" y="5695"/>
                </a:cubicBezTo>
                <a:cubicBezTo>
                  <a:pt x="53235" y="33591"/>
                  <a:pt x="36436" y="57222"/>
                  <a:pt x="4270" y="70601"/>
                </a:cubicBezTo>
                <a:cubicBezTo>
                  <a:pt x="1138" y="71739"/>
                  <a:pt x="0" y="72308"/>
                  <a:pt x="0" y="74302"/>
                </a:cubicBezTo>
                <a:cubicBezTo>
                  <a:pt x="0" y="76296"/>
                  <a:pt x="1421" y="76865"/>
                  <a:pt x="4270" y="78003"/>
                </a:cubicBezTo>
                <a:cubicBezTo>
                  <a:pt x="33874" y="90244"/>
                  <a:pt x="52948" y="112450"/>
                  <a:pt x="60068" y="144334"/>
                </a:cubicBezTo>
                <a:cubicBezTo>
                  <a:pt x="60919" y="147749"/>
                  <a:pt x="61206" y="148604"/>
                  <a:pt x="66045" y="148604"/>
                </a:cubicBezTo>
                <a:cubicBezTo>
                  <a:pt x="68321" y="148604"/>
                  <a:pt x="71739" y="148604"/>
                  <a:pt x="71739" y="145186"/>
                </a:cubicBezTo>
                <a:cubicBezTo>
                  <a:pt x="71739" y="144616"/>
                  <a:pt x="69177" y="126681"/>
                  <a:pt x="57218" y="107611"/>
                </a:cubicBezTo>
                <a:cubicBezTo>
                  <a:pt x="51528" y="99067"/>
                  <a:pt x="43270" y="89106"/>
                  <a:pt x="31029" y="79993"/>
                </a:cubicBezTo>
                <a:lnTo>
                  <a:pt x="242546" y="799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0E46AD69-1924-44FF-AC0D-51AE5A9D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425" y="1259264"/>
            <a:ext cx="93945" cy="189602"/>
          </a:xfrm>
          <a:custGeom xmlns:a="http://schemas.openxmlformats.org/drawingml/2006/main">
            <a:pathLst>
              <a:path w="93945" h="189602">
                <a:moveTo>
                  <a:pt x="58360" y="7393"/>
                </a:moveTo>
                <a:cubicBezTo>
                  <a:pt x="58360" y="573"/>
                  <a:pt x="58360" y="0"/>
                  <a:pt x="51814" y="0"/>
                </a:cubicBezTo>
                <a:cubicBezTo>
                  <a:pt x="34165" y="18144"/>
                  <a:pt x="9109" y="18144"/>
                  <a:pt x="0" y="18144"/>
                </a:cubicBezTo>
                <a:lnTo>
                  <a:pt x="0" y="26967"/>
                </a:lnTo>
                <a:cubicBezTo>
                  <a:pt x="5694" y="26967"/>
                  <a:pt x="22493" y="26967"/>
                  <a:pt x="37292" y="19569"/>
                </a:cubicBezTo>
                <a:lnTo>
                  <a:pt x="37292" y="167105"/>
                </a:lnTo>
                <a:cubicBezTo>
                  <a:pt x="37292" y="177361"/>
                  <a:pt x="36441" y="180780"/>
                  <a:pt x="10820" y="180780"/>
                </a:cubicBezTo>
                <a:lnTo>
                  <a:pt x="1707" y="180780"/>
                </a:lnTo>
                <a:lnTo>
                  <a:pt x="1707" y="189602"/>
                </a:lnTo>
                <a:cubicBezTo>
                  <a:pt x="11672" y="188750"/>
                  <a:pt x="36441" y="188750"/>
                  <a:pt x="47826" y="188750"/>
                </a:cubicBezTo>
                <a:cubicBezTo>
                  <a:pt x="59216" y="188750"/>
                  <a:pt x="83980" y="188750"/>
                  <a:pt x="93945" y="189602"/>
                </a:cubicBezTo>
                <a:lnTo>
                  <a:pt x="93945" y="180780"/>
                </a:lnTo>
                <a:lnTo>
                  <a:pt x="84836" y="180780"/>
                </a:lnTo>
                <a:cubicBezTo>
                  <a:pt x="59216" y="180780"/>
                  <a:pt x="58360" y="177648"/>
                  <a:pt x="58360" y="167105"/>
                </a:cubicBezTo>
                <a:lnTo>
                  <a:pt x="58360" y="73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6D259246-B543-4596-B6AE-31CE24D8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699" y="1322928"/>
            <a:ext cx="104766" cy="128996"/>
          </a:xfrm>
          <a:custGeom xmlns:a="http://schemas.openxmlformats.org/drawingml/2006/main">
            <a:pathLst>
              <a:path w="104766" h="128996">
                <a:moveTo>
                  <a:pt x="96509" y="19452"/>
                </a:moveTo>
                <a:cubicBezTo>
                  <a:pt x="88537" y="19739"/>
                  <a:pt x="82843" y="26002"/>
                  <a:pt x="82843" y="32266"/>
                </a:cubicBezTo>
                <a:cubicBezTo>
                  <a:pt x="82843" y="36254"/>
                  <a:pt x="85406" y="40524"/>
                  <a:pt x="91670" y="40524"/>
                </a:cubicBezTo>
                <a:cubicBezTo>
                  <a:pt x="97934" y="40524"/>
                  <a:pt x="104766" y="35685"/>
                  <a:pt x="104766" y="24582"/>
                </a:cubicBezTo>
                <a:cubicBezTo>
                  <a:pt x="104766" y="11711"/>
                  <a:pt x="92525" y="0"/>
                  <a:pt x="70888" y="0"/>
                </a:cubicBezTo>
                <a:cubicBezTo>
                  <a:pt x="33309" y="0"/>
                  <a:pt x="22775" y="29134"/>
                  <a:pt x="22775" y="41658"/>
                </a:cubicBezTo>
                <a:cubicBezTo>
                  <a:pt x="22775" y="63820"/>
                  <a:pt x="43844" y="68082"/>
                  <a:pt x="52097" y="69785"/>
                </a:cubicBezTo>
                <a:cubicBezTo>
                  <a:pt x="66900" y="72625"/>
                  <a:pt x="81704" y="75753"/>
                  <a:pt x="81704" y="91395"/>
                </a:cubicBezTo>
                <a:cubicBezTo>
                  <a:pt x="81704" y="98798"/>
                  <a:pt x="75158" y="122737"/>
                  <a:pt x="40998" y="122737"/>
                </a:cubicBezTo>
                <a:cubicBezTo>
                  <a:pt x="37010" y="122737"/>
                  <a:pt x="15091" y="122737"/>
                  <a:pt x="8541" y="107624"/>
                </a:cubicBezTo>
                <a:cubicBezTo>
                  <a:pt x="19361" y="109049"/>
                  <a:pt x="26476" y="100505"/>
                  <a:pt x="26476" y="92534"/>
                </a:cubicBezTo>
                <a:cubicBezTo>
                  <a:pt x="26476" y="85987"/>
                  <a:pt x="21924" y="82568"/>
                  <a:pt x="15943" y="82568"/>
                </a:cubicBezTo>
                <a:cubicBezTo>
                  <a:pt x="8541" y="82568"/>
                  <a:pt x="0" y="88550"/>
                  <a:pt x="0" y="101360"/>
                </a:cubicBezTo>
                <a:cubicBezTo>
                  <a:pt x="0" y="117602"/>
                  <a:pt x="16229" y="128996"/>
                  <a:pt x="40711" y="128996"/>
                </a:cubicBezTo>
                <a:cubicBezTo>
                  <a:pt x="86830" y="128996"/>
                  <a:pt x="97934" y="94528"/>
                  <a:pt x="97934" y="81717"/>
                </a:cubicBezTo>
                <a:cubicBezTo>
                  <a:pt x="97934" y="71492"/>
                  <a:pt x="92525" y="64389"/>
                  <a:pt x="89107" y="60979"/>
                </a:cubicBezTo>
                <a:cubicBezTo>
                  <a:pt x="81422" y="53022"/>
                  <a:pt x="73164" y="51601"/>
                  <a:pt x="60641" y="49047"/>
                </a:cubicBezTo>
                <a:cubicBezTo>
                  <a:pt x="50389" y="46775"/>
                  <a:pt x="39004" y="44786"/>
                  <a:pt x="39004" y="31984"/>
                </a:cubicBezTo>
                <a:cubicBezTo>
                  <a:pt x="39004" y="23726"/>
                  <a:pt x="45837" y="6264"/>
                  <a:pt x="70888" y="6264"/>
                </a:cubicBezTo>
                <a:cubicBezTo>
                  <a:pt x="78003" y="6264"/>
                  <a:pt x="92238" y="8271"/>
                  <a:pt x="96509" y="194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E5239722-5488-4241-9778-B1668CBB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5961" y="1270810"/>
            <a:ext cx="87395" cy="181114"/>
          </a:xfrm>
          <a:custGeom xmlns:a="http://schemas.openxmlformats.org/drawingml/2006/main">
            <a:pathLst>
              <a:path w="87395" h="181114">
                <a:moveTo>
                  <a:pt x="52096" y="64281"/>
                </a:moveTo>
                <a:lnTo>
                  <a:pt x="78854" y="64281"/>
                </a:lnTo>
                <a:cubicBezTo>
                  <a:pt x="84549" y="64281"/>
                  <a:pt x="87395" y="64281"/>
                  <a:pt x="87395" y="58586"/>
                </a:cubicBezTo>
                <a:cubicBezTo>
                  <a:pt x="87395" y="55454"/>
                  <a:pt x="84549" y="55454"/>
                  <a:pt x="79424" y="55454"/>
                </a:cubicBezTo>
                <a:lnTo>
                  <a:pt x="54373" y="55454"/>
                </a:lnTo>
                <a:cubicBezTo>
                  <a:pt x="64624" y="15078"/>
                  <a:pt x="66044" y="9391"/>
                  <a:pt x="66044" y="7684"/>
                </a:cubicBezTo>
                <a:cubicBezTo>
                  <a:pt x="66044" y="2845"/>
                  <a:pt x="62630" y="0"/>
                  <a:pt x="57791" y="0"/>
                </a:cubicBezTo>
                <a:cubicBezTo>
                  <a:pt x="56935" y="0"/>
                  <a:pt x="48964" y="282"/>
                  <a:pt x="46401" y="10243"/>
                </a:cubicBezTo>
                <a:lnTo>
                  <a:pt x="35298" y="55454"/>
                </a:lnTo>
                <a:lnTo>
                  <a:pt x="8540" y="55454"/>
                </a:lnTo>
                <a:cubicBezTo>
                  <a:pt x="2845" y="55454"/>
                  <a:pt x="0" y="55454"/>
                  <a:pt x="0" y="60866"/>
                </a:cubicBezTo>
                <a:cubicBezTo>
                  <a:pt x="0" y="64281"/>
                  <a:pt x="2276" y="64281"/>
                  <a:pt x="7970" y="64281"/>
                </a:cubicBezTo>
                <a:lnTo>
                  <a:pt x="33022" y="64281"/>
                </a:lnTo>
                <a:cubicBezTo>
                  <a:pt x="12523" y="145008"/>
                  <a:pt x="11385" y="149838"/>
                  <a:pt x="11385" y="154955"/>
                </a:cubicBezTo>
                <a:cubicBezTo>
                  <a:pt x="11385" y="170307"/>
                  <a:pt x="22206" y="181114"/>
                  <a:pt x="37579" y="181114"/>
                </a:cubicBezTo>
                <a:cubicBezTo>
                  <a:pt x="66613" y="181114"/>
                  <a:pt x="82842" y="139608"/>
                  <a:pt x="82842" y="137332"/>
                </a:cubicBezTo>
                <a:cubicBezTo>
                  <a:pt x="82842" y="134491"/>
                  <a:pt x="80566" y="134491"/>
                  <a:pt x="79424" y="134491"/>
                </a:cubicBezTo>
                <a:cubicBezTo>
                  <a:pt x="76865" y="134491"/>
                  <a:pt x="76578" y="135343"/>
                  <a:pt x="75153" y="138470"/>
                </a:cubicBezTo>
                <a:cubicBezTo>
                  <a:pt x="62912" y="168030"/>
                  <a:pt x="47826" y="174855"/>
                  <a:pt x="38148" y="174855"/>
                </a:cubicBezTo>
                <a:cubicBezTo>
                  <a:pt x="32166" y="174855"/>
                  <a:pt x="29321" y="171158"/>
                  <a:pt x="29321" y="161779"/>
                </a:cubicBezTo>
                <a:cubicBezTo>
                  <a:pt x="29321" y="154955"/>
                  <a:pt x="29890" y="152966"/>
                  <a:pt x="31028" y="148135"/>
                </a:cubicBezTo>
                <a:lnTo>
                  <a:pt x="52096" y="6428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D184E36E-CCCE-4087-93F7-04B05B07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277" y="1322928"/>
            <a:ext cx="109318" cy="128996"/>
          </a:xfrm>
          <a:custGeom xmlns:a="http://schemas.openxmlformats.org/drawingml/2006/main">
            <a:pathLst>
              <a:path w="109318" h="128996">
                <a:moveTo>
                  <a:pt x="40142" y="60050"/>
                </a:moveTo>
                <a:cubicBezTo>
                  <a:pt x="48395" y="60050"/>
                  <a:pt x="69463" y="59481"/>
                  <a:pt x="83698" y="53504"/>
                </a:cubicBezTo>
                <a:cubicBezTo>
                  <a:pt x="103623" y="44968"/>
                  <a:pt x="105048" y="28179"/>
                  <a:pt x="105048" y="24191"/>
                </a:cubicBezTo>
                <a:cubicBezTo>
                  <a:pt x="105048" y="11672"/>
                  <a:pt x="94232" y="0"/>
                  <a:pt x="74588" y="0"/>
                </a:cubicBezTo>
                <a:cubicBezTo>
                  <a:pt x="42987" y="0"/>
                  <a:pt x="0" y="27610"/>
                  <a:pt x="0" y="77434"/>
                </a:cubicBezTo>
                <a:cubicBezTo>
                  <a:pt x="0" y="106495"/>
                  <a:pt x="16797" y="128996"/>
                  <a:pt x="44694" y="128996"/>
                </a:cubicBezTo>
                <a:cubicBezTo>
                  <a:pt x="85405" y="128996"/>
                  <a:pt x="109318" y="98802"/>
                  <a:pt x="109318" y="95383"/>
                </a:cubicBezTo>
                <a:cubicBezTo>
                  <a:pt x="109318" y="93672"/>
                  <a:pt x="107611" y="91678"/>
                  <a:pt x="105904" y="91678"/>
                </a:cubicBezTo>
                <a:cubicBezTo>
                  <a:pt x="104479" y="91678"/>
                  <a:pt x="103910" y="92247"/>
                  <a:pt x="102203" y="94528"/>
                </a:cubicBezTo>
                <a:cubicBezTo>
                  <a:pt x="79710" y="122737"/>
                  <a:pt x="48682" y="122737"/>
                  <a:pt x="45263" y="122737"/>
                </a:cubicBezTo>
                <a:cubicBezTo>
                  <a:pt x="23061" y="122737"/>
                  <a:pt x="20498" y="98802"/>
                  <a:pt x="20498" y="89684"/>
                </a:cubicBezTo>
                <a:cubicBezTo>
                  <a:pt x="20498" y="86265"/>
                  <a:pt x="20781" y="77434"/>
                  <a:pt x="25051" y="60050"/>
                </a:cubicBezTo>
                <a:lnTo>
                  <a:pt x="40142" y="60050"/>
                </a:lnTo>
                <a:moveTo>
                  <a:pt x="26762" y="53790"/>
                </a:moveTo>
                <a:cubicBezTo>
                  <a:pt x="37861" y="10534"/>
                  <a:pt x="67186" y="6264"/>
                  <a:pt x="74588" y="6264"/>
                </a:cubicBezTo>
                <a:cubicBezTo>
                  <a:pt x="87968" y="6264"/>
                  <a:pt x="95652" y="14517"/>
                  <a:pt x="95652" y="24191"/>
                </a:cubicBezTo>
                <a:cubicBezTo>
                  <a:pt x="95652" y="53790"/>
                  <a:pt x="50107" y="53790"/>
                  <a:pt x="38434" y="53790"/>
                </a:cubicBezTo>
                <a:lnTo>
                  <a:pt x="26762" y="537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F6BCFA48-91BB-45A0-9DAC-1C6F749A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733" y="1322928"/>
            <a:ext cx="148604" cy="181262"/>
          </a:xfrm>
          <a:custGeom xmlns:a="http://schemas.openxmlformats.org/drawingml/2006/main">
            <a:pathLst>
              <a:path w="148604" h="181262">
                <a:moveTo>
                  <a:pt x="21924" y="160719"/>
                </a:moveTo>
                <a:cubicBezTo>
                  <a:pt x="19644" y="170437"/>
                  <a:pt x="19074" y="172440"/>
                  <a:pt x="6551" y="172440"/>
                </a:cubicBezTo>
                <a:cubicBezTo>
                  <a:pt x="3132" y="172440"/>
                  <a:pt x="0" y="172440"/>
                  <a:pt x="0" y="177848"/>
                </a:cubicBezTo>
                <a:cubicBezTo>
                  <a:pt x="0" y="180124"/>
                  <a:pt x="1425" y="181262"/>
                  <a:pt x="3701" y="181262"/>
                </a:cubicBezTo>
                <a:cubicBezTo>
                  <a:pt x="11390" y="181262"/>
                  <a:pt x="19644" y="180410"/>
                  <a:pt x="27614" y="180410"/>
                </a:cubicBezTo>
                <a:cubicBezTo>
                  <a:pt x="37010" y="180410"/>
                  <a:pt x="46688" y="181262"/>
                  <a:pt x="55797" y="181262"/>
                </a:cubicBezTo>
                <a:cubicBezTo>
                  <a:pt x="57222" y="181262"/>
                  <a:pt x="60923" y="181262"/>
                  <a:pt x="60923" y="175571"/>
                </a:cubicBezTo>
                <a:cubicBezTo>
                  <a:pt x="60923" y="172440"/>
                  <a:pt x="58078" y="172440"/>
                  <a:pt x="54090" y="172440"/>
                </a:cubicBezTo>
                <a:cubicBezTo>
                  <a:pt x="39856" y="172440"/>
                  <a:pt x="39856" y="170437"/>
                  <a:pt x="39856" y="167865"/>
                </a:cubicBezTo>
                <a:cubicBezTo>
                  <a:pt x="39856" y="164438"/>
                  <a:pt x="51814" y="117893"/>
                  <a:pt x="53808" y="110774"/>
                </a:cubicBezTo>
                <a:cubicBezTo>
                  <a:pt x="57509" y="119031"/>
                  <a:pt x="65480" y="128996"/>
                  <a:pt x="79997" y="128996"/>
                </a:cubicBezTo>
                <a:cubicBezTo>
                  <a:pt x="113020" y="128996"/>
                  <a:pt x="148604" y="87425"/>
                  <a:pt x="148604" y="45563"/>
                </a:cubicBezTo>
                <a:cubicBezTo>
                  <a:pt x="148604" y="18796"/>
                  <a:pt x="132380" y="0"/>
                  <a:pt x="110743" y="0"/>
                </a:cubicBezTo>
                <a:cubicBezTo>
                  <a:pt x="96509" y="0"/>
                  <a:pt x="82843" y="10252"/>
                  <a:pt x="73451" y="21359"/>
                </a:cubicBezTo>
                <a:cubicBezTo>
                  <a:pt x="70601" y="5982"/>
                  <a:pt x="58360" y="0"/>
                  <a:pt x="47826" y="0"/>
                </a:cubicBezTo>
                <a:cubicBezTo>
                  <a:pt x="34734" y="0"/>
                  <a:pt x="29326" y="11107"/>
                  <a:pt x="26763" y="16233"/>
                </a:cubicBezTo>
                <a:cubicBezTo>
                  <a:pt x="21637" y="25916"/>
                  <a:pt x="17936" y="43000"/>
                  <a:pt x="17936" y="43856"/>
                </a:cubicBezTo>
                <a:cubicBezTo>
                  <a:pt x="17936" y="46701"/>
                  <a:pt x="20782" y="46701"/>
                  <a:pt x="21355" y="46701"/>
                </a:cubicBezTo>
                <a:cubicBezTo>
                  <a:pt x="24200" y="46701"/>
                  <a:pt x="24483" y="46419"/>
                  <a:pt x="26193" y="40155"/>
                </a:cubicBezTo>
                <a:cubicBezTo>
                  <a:pt x="31033" y="19934"/>
                  <a:pt x="36728" y="6264"/>
                  <a:pt x="46975" y="6264"/>
                </a:cubicBezTo>
                <a:cubicBezTo>
                  <a:pt x="51814" y="6264"/>
                  <a:pt x="55797" y="8544"/>
                  <a:pt x="55797" y="19365"/>
                </a:cubicBezTo>
                <a:cubicBezTo>
                  <a:pt x="55797" y="25916"/>
                  <a:pt x="54946" y="29048"/>
                  <a:pt x="53808" y="33887"/>
                </a:cubicBezTo>
                <a:lnTo>
                  <a:pt x="21924" y="160719"/>
                </a:lnTo>
                <a:moveTo>
                  <a:pt x="72026" y="37019"/>
                </a:moveTo>
                <a:cubicBezTo>
                  <a:pt x="74020" y="29330"/>
                  <a:pt x="81704" y="21359"/>
                  <a:pt x="86830" y="17089"/>
                </a:cubicBezTo>
                <a:cubicBezTo>
                  <a:pt x="96795" y="8258"/>
                  <a:pt x="105049" y="6264"/>
                  <a:pt x="109887" y="6264"/>
                </a:cubicBezTo>
                <a:cubicBezTo>
                  <a:pt x="121277" y="6264"/>
                  <a:pt x="128110" y="16233"/>
                  <a:pt x="128110" y="33035"/>
                </a:cubicBezTo>
                <a:cubicBezTo>
                  <a:pt x="128110" y="49833"/>
                  <a:pt x="118714" y="82582"/>
                  <a:pt x="113588" y="93402"/>
                </a:cubicBezTo>
                <a:cubicBezTo>
                  <a:pt x="103911" y="113337"/>
                  <a:pt x="90245" y="122737"/>
                  <a:pt x="79711" y="122737"/>
                </a:cubicBezTo>
                <a:cubicBezTo>
                  <a:pt x="60923" y="122737"/>
                  <a:pt x="57222" y="99101"/>
                  <a:pt x="57222" y="97390"/>
                </a:cubicBezTo>
                <a:cubicBezTo>
                  <a:pt x="57222" y="96821"/>
                  <a:pt x="57222" y="96252"/>
                  <a:pt x="58078" y="92833"/>
                </a:cubicBezTo>
                <a:lnTo>
                  <a:pt x="72026" y="37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157037F1-AD09-4E39-8075-E5579B9C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840" y="1322928"/>
            <a:ext cx="104766" cy="128996"/>
          </a:xfrm>
          <a:custGeom xmlns:a="http://schemas.openxmlformats.org/drawingml/2006/main">
            <a:pathLst>
              <a:path w="104766" h="128996">
                <a:moveTo>
                  <a:pt x="96509" y="19452"/>
                </a:moveTo>
                <a:cubicBezTo>
                  <a:pt x="88537" y="19739"/>
                  <a:pt x="82843" y="26002"/>
                  <a:pt x="82843" y="32267"/>
                </a:cubicBezTo>
                <a:cubicBezTo>
                  <a:pt x="82843" y="36254"/>
                  <a:pt x="85405" y="40524"/>
                  <a:pt x="91670" y="40524"/>
                </a:cubicBezTo>
                <a:cubicBezTo>
                  <a:pt x="97934" y="40524"/>
                  <a:pt x="104766" y="35685"/>
                  <a:pt x="104766" y="24582"/>
                </a:cubicBezTo>
                <a:cubicBezTo>
                  <a:pt x="104766" y="11711"/>
                  <a:pt x="92525" y="0"/>
                  <a:pt x="70888" y="0"/>
                </a:cubicBezTo>
                <a:cubicBezTo>
                  <a:pt x="33309" y="0"/>
                  <a:pt x="22775" y="29134"/>
                  <a:pt x="22775" y="41658"/>
                </a:cubicBezTo>
                <a:cubicBezTo>
                  <a:pt x="22775" y="63820"/>
                  <a:pt x="43843" y="68082"/>
                  <a:pt x="52097" y="69785"/>
                </a:cubicBezTo>
                <a:cubicBezTo>
                  <a:pt x="66900" y="72625"/>
                  <a:pt x="81704" y="75753"/>
                  <a:pt x="81704" y="91395"/>
                </a:cubicBezTo>
                <a:cubicBezTo>
                  <a:pt x="81704" y="98798"/>
                  <a:pt x="75158" y="122737"/>
                  <a:pt x="40998" y="122737"/>
                </a:cubicBezTo>
                <a:cubicBezTo>
                  <a:pt x="37010" y="122737"/>
                  <a:pt x="15091" y="122737"/>
                  <a:pt x="8540" y="107624"/>
                </a:cubicBezTo>
                <a:cubicBezTo>
                  <a:pt x="19361" y="109049"/>
                  <a:pt x="26476" y="100505"/>
                  <a:pt x="26476" y="92534"/>
                </a:cubicBezTo>
                <a:cubicBezTo>
                  <a:pt x="26476" y="85987"/>
                  <a:pt x="21924" y="82569"/>
                  <a:pt x="15943" y="82569"/>
                </a:cubicBezTo>
                <a:cubicBezTo>
                  <a:pt x="8540" y="82569"/>
                  <a:pt x="0" y="88550"/>
                  <a:pt x="0" y="101360"/>
                </a:cubicBezTo>
                <a:cubicBezTo>
                  <a:pt x="0" y="117602"/>
                  <a:pt x="16229" y="128996"/>
                  <a:pt x="40711" y="128996"/>
                </a:cubicBezTo>
                <a:cubicBezTo>
                  <a:pt x="86830" y="128996"/>
                  <a:pt x="97934" y="94528"/>
                  <a:pt x="97934" y="81717"/>
                </a:cubicBezTo>
                <a:cubicBezTo>
                  <a:pt x="97934" y="71492"/>
                  <a:pt x="92525" y="64389"/>
                  <a:pt x="89107" y="60979"/>
                </a:cubicBezTo>
                <a:cubicBezTo>
                  <a:pt x="81422" y="53022"/>
                  <a:pt x="73164" y="51601"/>
                  <a:pt x="60641" y="49047"/>
                </a:cubicBezTo>
                <a:cubicBezTo>
                  <a:pt x="50389" y="46775"/>
                  <a:pt x="39004" y="44786"/>
                  <a:pt x="39004" y="31984"/>
                </a:cubicBezTo>
                <a:cubicBezTo>
                  <a:pt x="39004" y="23726"/>
                  <a:pt x="45837" y="6264"/>
                  <a:pt x="70888" y="6264"/>
                </a:cubicBezTo>
                <a:cubicBezTo>
                  <a:pt x="78003" y="6264"/>
                  <a:pt x="92238" y="8271"/>
                  <a:pt x="96509" y="194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E3D09A7B-55D8-4481-BF57-733D095D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764" y="1322900"/>
            <a:ext cx="148604" cy="181262"/>
          </a:xfrm>
          <a:custGeom xmlns:a="http://schemas.openxmlformats.org/drawingml/2006/main">
            <a:pathLst>
              <a:path w="148604" h="181262">
                <a:moveTo>
                  <a:pt x="21924" y="160719"/>
                </a:moveTo>
                <a:cubicBezTo>
                  <a:pt x="19644" y="170437"/>
                  <a:pt x="19074" y="172439"/>
                  <a:pt x="6551" y="172439"/>
                </a:cubicBezTo>
                <a:cubicBezTo>
                  <a:pt x="3132" y="172439"/>
                  <a:pt x="0" y="172439"/>
                  <a:pt x="0" y="177848"/>
                </a:cubicBezTo>
                <a:cubicBezTo>
                  <a:pt x="0" y="180124"/>
                  <a:pt x="1425" y="181262"/>
                  <a:pt x="3701" y="181262"/>
                </a:cubicBezTo>
                <a:cubicBezTo>
                  <a:pt x="11390" y="181262"/>
                  <a:pt x="19644" y="180410"/>
                  <a:pt x="27614" y="180410"/>
                </a:cubicBezTo>
                <a:cubicBezTo>
                  <a:pt x="37010" y="180410"/>
                  <a:pt x="46688" y="181262"/>
                  <a:pt x="55797" y="181262"/>
                </a:cubicBezTo>
                <a:cubicBezTo>
                  <a:pt x="57222" y="181262"/>
                  <a:pt x="60923" y="181262"/>
                  <a:pt x="60923" y="175571"/>
                </a:cubicBezTo>
                <a:cubicBezTo>
                  <a:pt x="60923" y="172439"/>
                  <a:pt x="58078" y="172439"/>
                  <a:pt x="54090" y="172439"/>
                </a:cubicBezTo>
                <a:cubicBezTo>
                  <a:pt x="39856" y="172439"/>
                  <a:pt x="39856" y="170437"/>
                  <a:pt x="39856" y="167865"/>
                </a:cubicBezTo>
                <a:cubicBezTo>
                  <a:pt x="39856" y="164438"/>
                  <a:pt x="51814" y="117893"/>
                  <a:pt x="53808" y="110774"/>
                </a:cubicBezTo>
                <a:cubicBezTo>
                  <a:pt x="57509" y="119031"/>
                  <a:pt x="65480" y="128996"/>
                  <a:pt x="79997" y="128996"/>
                </a:cubicBezTo>
                <a:cubicBezTo>
                  <a:pt x="113020" y="128996"/>
                  <a:pt x="148604" y="87425"/>
                  <a:pt x="148604" y="45563"/>
                </a:cubicBezTo>
                <a:cubicBezTo>
                  <a:pt x="148604" y="18796"/>
                  <a:pt x="132380" y="0"/>
                  <a:pt x="110743" y="0"/>
                </a:cubicBezTo>
                <a:cubicBezTo>
                  <a:pt x="96509" y="0"/>
                  <a:pt x="82843" y="10252"/>
                  <a:pt x="73451" y="21359"/>
                </a:cubicBezTo>
                <a:cubicBezTo>
                  <a:pt x="70601" y="5982"/>
                  <a:pt x="58360" y="0"/>
                  <a:pt x="47826" y="0"/>
                </a:cubicBezTo>
                <a:cubicBezTo>
                  <a:pt x="34734" y="0"/>
                  <a:pt x="29326" y="11107"/>
                  <a:pt x="26763" y="16233"/>
                </a:cubicBezTo>
                <a:cubicBezTo>
                  <a:pt x="21637" y="25916"/>
                  <a:pt x="17936" y="43000"/>
                  <a:pt x="17936" y="43856"/>
                </a:cubicBezTo>
                <a:cubicBezTo>
                  <a:pt x="17936" y="46701"/>
                  <a:pt x="20782" y="46701"/>
                  <a:pt x="21355" y="46701"/>
                </a:cubicBezTo>
                <a:cubicBezTo>
                  <a:pt x="24200" y="46701"/>
                  <a:pt x="24483" y="46419"/>
                  <a:pt x="26193" y="40155"/>
                </a:cubicBezTo>
                <a:cubicBezTo>
                  <a:pt x="31033" y="19934"/>
                  <a:pt x="36728" y="6264"/>
                  <a:pt x="46975" y="6264"/>
                </a:cubicBezTo>
                <a:cubicBezTo>
                  <a:pt x="51814" y="6264"/>
                  <a:pt x="55797" y="8544"/>
                  <a:pt x="55797" y="19365"/>
                </a:cubicBezTo>
                <a:cubicBezTo>
                  <a:pt x="55797" y="25916"/>
                  <a:pt x="54946" y="29048"/>
                  <a:pt x="53808" y="33887"/>
                </a:cubicBezTo>
                <a:lnTo>
                  <a:pt x="21924" y="160719"/>
                </a:lnTo>
                <a:moveTo>
                  <a:pt x="72026" y="37019"/>
                </a:moveTo>
                <a:cubicBezTo>
                  <a:pt x="74020" y="29330"/>
                  <a:pt x="81704" y="21359"/>
                  <a:pt x="86830" y="17089"/>
                </a:cubicBezTo>
                <a:cubicBezTo>
                  <a:pt x="96795" y="8258"/>
                  <a:pt x="105049" y="6264"/>
                  <a:pt x="109887" y="6264"/>
                </a:cubicBezTo>
                <a:cubicBezTo>
                  <a:pt x="121277" y="6264"/>
                  <a:pt x="128110" y="16233"/>
                  <a:pt x="128110" y="33035"/>
                </a:cubicBezTo>
                <a:cubicBezTo>
                  <a:pt x="128110" y="49833"/>
                  <a:pt x="118714" y="82582"/>
                  <a:pt x="113588" y="93402"/>
                </a:cubicBezTo>
                <a:cubicBezTo>
                  <a:pt x="103911" y="113337"/>
                  <a:pt x="90245" y="122737"/>
                  <a:pt x="79711" y="122737"/>
                </a:cubicBezTo>
                <a:cubicBezTo>
                  <a:pt x="60923" y="122737"/>
                  <a:pt x="57222" y="99101"/>
                  <a:pt x="57222" y="97390"/>
                </a:cubicBezTo>
                <a:cubicBezTo>
                  <a:pt x="57222" y="96821"/>
                  <a:pt x="57222" y="96252"/>
                  <a:pt x="58078" y="92833"/>
                </a:cubicBezTo>
                <a:lnTo>
                  <a:pt x="72026" y="37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66864330-6C94-41AF-B40E-FF249EB7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166" y="1322900"/>
            <a:ext cx="109318" cy="128996"/>
          </a:xfrm>
          <a:custGeom xmlns:a="http://schemas.openxmlformats.org/drawingml/2006/main">
            <a:pathLst>
              <a:path w="109318" h="128996">
                <a:moveTo>
                  <a:pt x="40142" y="60050"/>
                </a:moveTo>
                <a:cubicBezTo>
                  <a:pt x="48395" y="60050"/>
                  <a:pt x="69462" y="59481"/>
                  <a:pt x="83698" y="53504"/>
                </a:cubicBezTo>
                <a:cubicBezTo>
                  <a:pt x="103623" y="44968"/>
                  <a:pt x="105048" y="28179"/>
                  <a:pt x="105048" y="24191"/>
                </a:cubicBezTo>
                <a:cubicBezTo>
                  <a:pt x="105048" y="11672"/>
                  <a:pt x="94232" y="0"/>
                  <a:pt x="74588" y="0"/>
                </a:cubicBezTo>
                <a:cubicBezTo>
                  <a:pt x="42986" y="0"/>
                  <a:pt x="0" y="27610"/>
                  <a:pt x="0" y="77434"/>
                </a:cubicBezTo>
                <a:cubicBezTo>
                  <a:pt x="0" y="106495"/>
                  <a:pt x="16797" y="128996"/>
                  <a:pt x="44694" y="128996"/>
                </a:cubicBezTo>
                <a:cubicBezTo>
                  <a:pt x="85405" y="128996"/>
                  <a:pt x="109318" y="98802"/>
                  <a:pt x="109318" y="95383"/>
                </a:cubicBezTo>
                <a:cubicBezTo>
                  <a:pt x="109318" y="93672"/>
                  <a:pt x="107611" y="91678"/>
                  <a:pt x="105904" y="91678"/>
                </a:cubicBezTo>
                <a:cubicBezTo>
                  <a:pt x="104479" y="91678"/>
                  <a:pt x="103910" y="92247"/>
                  <a:pt x="102202" y="94528"/>
                </a:cubicBezTo>
                <a:cubicBezTo>
                  <a:pt x="79710" y="122737"/>
                  <a:pt x="48682" y="122737"/>
                  <a:pt x="45263" y="122737"/>
                </a:cubicBezTo>
                <a:cubicBezTo>
                  <a:pt x="23061" y="122737"/>
                  <a:pt x="20498" y="98802"/>
                  <a:pt x="20498" y="89684"/>
                </a:cubicBezTo>
                <a:cubicBezTo>
                  <a:pt x="20498" y="86265"/>
                  <a:pt x="20781" y="77434"/>
                  <a:pt x="25051" y="60050"/>
                </a:cubicBezTo>
                <a:lnTo>
                  <a:pt x="40142" y="60050"/>
                </a:lnTo>
                <a:moveTo>
                  <a:pt x="26762" y="53790"/>
                </a:moveTo>
                <a:cubicBezTo>
                  <a:pt x="37861" y="10534"/>
                  <a:pt x="67186" y="6264"/>
                  <a:pt x="74588" y="6264"/>
                </a:cubicBezTo>
                <a:cubicBezTo>
                  <a:pt x="87968" y="6264"/>
                  <a:pt x="95652" y="14517"/>
                  <a:pt x="95652" y="24191"/>
                </a:cubicBezTo>
                <a:cubicBezTo>
                  <a:pt x="95652" y="53790"/>
                  <a:pt x="50107" y="53790"/>
                  <a:pt x="38434" y="53790"/>
                </a:cubicBezTo>
                <a:lnTo>
                  <a:pt x="26762" y="537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F9A11285-D9C6-4030-A4AC-98B63F71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987" y="1322900"/>
            <a:ext cx="115864" cy="128996"/>
          </a:xfrm>
          <a:custGeom xmlns:a="http://schemas.openxmlformats.org/drawingml/2006/main">
            <a:pathLst>
              <a:path w="115864" h="128996">
                <a:moveTo>
                  <a:pt x="16798" y="109066"/>
                </a:moveTo>
                <a:cubicBezTo>
                  <a:pt x="15943" y="113337"/>
                  <a:pt x="14235" y="119887"/>
                  <a:pt x="14235" y="121312"/>
                </a:cubicBezTo>
                <a:cubicBezTo>
                  <a:pt x="14235" y="126438"/>
                  <a:pt x="18219" y="128996"/>
                  <a:pt x="22489" y="128996"/>
                </a:cubicBezTo>
                <a:cubicBezTo>
                  <a:pt x="25907" y="128996"/>
                  <a:pt x="31029" y="126720"/>
                  <a:pt x="33022" y="121025"/>
                </a:cubicBezTo>
                <a:cubicBezTo>
                  <a:pt x="33592" y="119887"/>
                  <a:pt x="43274" y="81157"/>
                  <a:pt x="44412" y="76031"/>
                </a:cubicBezTo>
                <a:cubicBezTo>
                  <a:pt x="46688" y="66635"/>
                  <a:pt x="51814" y="46701"/>
                  <a:pt x="53521" y="39012"/>
                </a:cubicBezTo>
                <a:cubicBezTo>
                  <a:pt x="54659" y="35307"/>
                  <a:pt x="62631" y="21928"/>
                  <a:pt x="69463" y="15669"/>
                </a:cubicBezTo>
                <a:cubicBezTo>
                  <a:pt x="71740" y="13675"/>
                  <a:pt x="79997" y="6264"/>
                  <a:pt x="92238" y="6264"/>
                </a:cubicBezTo>
                <a:cubicBezTo>
                  <a:pt x="99640" y="6264"/>
                  <a:pt x="103911" y="9687"/>
                  <a:pt x="104193" y="9687"/>
                </a:cubicBezTo>
                <a:cubicBezTo>
                  <a:pt x="95653" y="11112"/>
                  <a:pt x="89389" y="17945"/>
                  <a:pt x="89389" y="25347"/>
                </a:cubicBezTo>
                <a:cubicBezTo>
                  <a:pt x="89389" y="29899"/>
                  <a:pt x="92521" y="35307"/>
                  <a:pt x="100210" y="35307"/>
                </a:cubicBezTo>
                <a:cubicBezTo>
                  <a:pt x="107894" y="35307"/>
                  <a:pt x="115864" y="28761"/>
                  <a:pt x="115864" y="18514"/>
                </a:cubicBezTo>
                <a:cubicBezTo>
                  <a:pt x="115864" y="8549"/>
                  <a:pt x="106756" y="0"/>
                  <a:pt x="92238" y="0"/>
                </a:cubicBezTo>
                <a:cubicBezTo>
                  <a:pt x="73734" y="0"/>
                  <a:pt x="61206" y="13957"/>
                  <a:pt x="55797" y="21928"/>
                </a:cubicBezTo>
                <a:cubicBezTo>
                  <a:pt x="53521" y="9118"/>
                  <a:pt x="43274" y="0"/>
                  <a:pt x="29891" y="0"/>
                </a:cubicBezTo>
                <a:cubicBezTo>
                  <a:pt x="16798" y="0"/>
                  <a:pt x="11385" y="11112"/>
                  <a:pt x="8827" y="16238"/>
                </a:cubicBezTo>
                <a:cubicBezTo>
                  <a:pt x="3702" y="25916"/>
                  <a:pt x="0" y="43000"/>
                  <a:pt x="0" y="43852"/>
                </a:cubicBezTo>
                <a:cubicBezTo>
                  <a:pt x="0" y="46701"/>
                  <a:pt x="2845" y="46701"/>
                  <a:pt x="3415" y="46701"/>
                </a:cubicBezTo>
                <a:cubicBezTo>
                  <a:pt x="6264" y="46701"/>
                  <a:pt x="6546" y="46415"/>
                  <a:pt x="8258" y="40151"/>
                </a:cubicBezTo>
                <a:cubicBezTo>
                  <a:pt x="13097" y="19939"/>
                  <a:pt x="18788" y="6264"/>
                  <a:pt x="29039" y="6264"/>
                </a:cubicBezTo>
                <a:cubicBezTo>
                  <a:pt x="33879" y="6264"/>
                  <a:pt x="37861" y="8549"/>
                  <a:pt x="37861" y="19365"/>
                </a:cubicBezTo>
                <a:cubicBezTo>
                  <a:pt x="37861" y="25347"/>
                  <a:pt x="37010" y="28479"/>
                  <a:pt x="33309" y="43283"/>
                </a:cubicBezTo>
                <a:lnTo>
                  <a:pt x="16798" y="1090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B1E660E6-2260-4694-A988-DDEBEEA1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576" y="1322900"/>
            <a:ext cx="109318" cy="128996"/>
          </a:xfrm>
          <a:custGeom xmlns:a="http://schemas.openxmlformats.org/drawingml/2006/main">
            <a:pathLst>
              <a:path w="109318" h="128996">
                <a:moveTo>
                  <a:pt x="40142" y="60050"/>
                </a:moveTo>
                <a:cubicBezTo>
                  <a:pt x="48395" y="60050"/>
                  <a:pt x="69462" y="59481"/>
                  <a:pt x="83698" y="53504"/>
                </a:cubicBezTo>
                <a:cubicBezTo>
                  <a:pt x="103623" y="44968"/>
                  <a:pt x="105048" y="28179"/>
                  <a:pt x="105048" y="24191"/>
                </a:cubicBezTo>
                <a:cubicBezTo>
                  <a:pt x="105048" y="11672"/>
                  <a:pt x="94232" y="0"/>
                  <a:pt x="74588" y="0"/>
                </a:cubicBezTo>
                <a:cubicBezTo>
                  <a:pt x="42986" y="0"/>
                  <a:pt x="0" y="27610"/>
                  <a:pt x="0" y="77434"/>
                </a:cubicBezTo>
                <a:cubicBezTo>
                  <a:pt x="0" y="106494"/>
                  <a:pt x="16797" y="128996"/>
                  <a:pt x="44694" y="128996"/>
                </a:cubicBezTo>
                <a:cubicBezTo>
                  <a:pt x="85405" y="128996"/>
                  <a:pt x="109318" y="98802"/>
                  <a:pt x="109318" y="95383"/>
                </a:cubicBezTo>
                <a:cubicBezTo>
                  <a:pt x="109318" y="93671"/>
                  <a:pt x="107611" y="91678"/>
                  <a:pt x="105904" y="91678"/>
                </a:cubicBezTo>
                <a:cubicBezTo>
                  <a:pt x="104479" y="91678"/>
                  <a:pt x="103910" y="92247"/>
                  <a:pt x="102202" y="94527"/>
                </a:cubicBezTo>
                <a:cubicBezTo>
                  <a:pt x="79710" y="122737"/>
                  <a:pt x="48682" y="122737"/>
                  <a:pt x="45263" y="122737"/>
                </a:cubicBezTo>
                <a:cubicBezTo>
                  <a:pt x="23061" y="122737"/>
                  <a:pt x="20498" y="98802"/>
                  <a:pt x="20498" y="89684"/>
                </a:cubicBezTo>
                <a:cubicBezTo>
                  <a:pt x="20498" y="86265"/>
                  <a:pt x="20781" y="77434"/>
                  <a:pt x="25051" y="60050"/>
                </a:cubicBezTo>
                <a:lnTo>
                  <a:pt x="40142" y="60050"/>
                </a:lnTo>
                <a:moveTo>
                  <a:pt x="26762" y="53790"/>
                </a:moveTo>
                <a:cubicBezTo>
                  <a:pt x="37861" y="10534"/>
                  <a:pt x="67186" y="6264"/>
                  <a:pt x="74588" y="6264"/>
                </a:cubicBezTo>
                <a:cubicBezTo>
                  <a:pt x="87968" y="6264"/>
                  <a:pt x="95652" y="14517"/>
                  <a:pt x="95652" y="24191"/>
                </a:cubicBezTo>
                <a:cubicBezTo>
                  <a:pt x="95652" y="53790"/>
                  <a:pt x="50107" y="53790"/>
                  <a:pt x="38434" y="53790"/>
                </a:cubicBezTo>
                <a:lnTo>
                  <a:pt x="26762" y="537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4CF97BBA-63EF-4AF4-BE5B-A07E3F8D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2" y="1322900"/>
            <a:ext cx="148604" cy="181261"/>
          </a:xfrm>
          <a:custGeom xmlns:a="http://schemas.openxmlformats.org/drawingml/2006/main">
            <a:pathLst>
              <a:path w="148604" h="181261">
                <a:moveTo>
                  <a:pt x="21924" y="160719"/>
                </a:moveTo>
                <a:cubicBezTo>
                  <a:pt x="19644" y="170437"/>
                  <a:pt x="19074" y="172439"/>
                  <a:pt x="6551" y="172439"/>
                </a:cubicBezTo>
                <a:cubicBezTo>
                  <a:pt x="3132" y="172439"/>
                  <a:pt x="0" y="172439"/>
                  <a:pt x="0" y="177847"/>
                </a:cubicBezTo>
                <a:cubicBezTo>
                  <a:pt x="0" y="180123"/>
                  <a:pt x="1425" y="181261"/>
                  <a:pt x="3701" y="181261"/>
                </a:cubicBezTo>
                <a:cubicBezTo>
                  <a:pt x="11390" y="181261"/>
                  <a:pt x="19644" y="180410"/>
                  <a:pt x="27614" y="180410"/>
                </a:cubicBezTo>
                <a:cubicBezTo>
                  <a:pt x="37010" y="180410"/>
                  <a:pt x="46688" y="181261"/>
                  <a:pt x="55797" y="181261"/>
                </a:cubicBezTo>
                <a:cubicBezTo>
                  <a:pt x="57222" y="181261"/>
                  <a:pt x="60923" y="181261"/>
                  <a:pt x="60923" y="175571"/>
                </a:cubicBezTo>
                <a:cubicBezTo>
                  <a:pt x="60923" y="172439"/>
                  <a:pt x="58078" y="172439"/>
                  <a:pt x="54090" y="172439"/>
                </a:cubicBezTo>
                <a:cubicBezTo>
                  <a:pt x="39856" y="172439"/>
                  <a:pt x="39856" y="170437"/>
                  <a:pt x="39856" y="167865"/>
                </a:cubicBezTo>
                <a:cubicBezTo>
                  <a:pt x="39856" y="164437"/>
                  <a:pt x="51814" y="117893"/>
                  <a:pt x="53808" y="110773"/>
                </a:cubicBezTo>
                <a:cubicBezTo>
                  <a:pt x="57509" y="119031"/>
                  <a:pt x="65480" y="128996"/>
                  <a:pt x="79997" y="128996"/>
                </a:cubicBezTo>
                <a:cubicBezTo>
                  <a:pt x="113019" y="128996"/>
                  <a:pt x="148604" y="87425"/>
                  <a:pt x="148604" y="45563"/>
                </a:cubicBezTo>
                <a:cubicBezTo>
                  <a:pt x="148604" y="18796"/>
                  <a:pt x="132380" y="0"/>
                  <a:pt x="110743" y="0"/>
                </a:cubicBezTo>
                <a:cubicBezTo>
                  <a:pt x="96509" y="0"/>
                  <a:pt x="82842" y="10251"/>
                  <a:pt x="73451" y="21359"/>
                </a:cubicBezTo>
                <a:cubicBezTo>
                  <a:pt x="70601" y="5981"/>
                  <a:pt x="58360" y="0"/>
                  <a:pt x="47826" y="0"/>
                </a:cubicBezTo>
                <a:cubicBezTo>
                  <a:pt x="34734" y="0"/>
                  <a:pt x="29326" y="11107"/>
                  <a:pt x="26763" y="16233"/>
                </a:cubicBezTo>
                <a:cubicBezTo>
                  <a:pt x="21637" y="25915"/>
                  <a:pt x="17936" y="43000"/>
                  <a:pt x="17936" y="43856"/>
                </a:cubicBezTo>
                <a:cubicBezTo>
                  <a:pt x="17936" y="46701"/>
                  <a:pt x="20782" y="46701"/>
                  <a:pt x="21355" y="46701"/>
                </a:cubicBezTo>
                <a:cubicBezTo>
                  <a:pt x="24200" y="46701"/>
                  <a:pt x="24483" y="46419"/>
                  <a:pt x="26193" y="40155"/>
                </a:cubicBezTo>
                <a:cubicBezTo>
                  <a:pt x="31033" y="19934"/>
                  <a:pt x="36728" y="6264"/>
                  <a:pt x="46975" y="6264"/>
                </a:cubicBezTo>
                <a:cubicBezTo>
                  <a:pt x="51814" y="6264"/>
                  <a:pt x="55797" y="8544"/>
                  <a:pt x="55797" y="19365"/>
                </a:cubicBezTo>
                <a:cubicBezTo>
                  <a:pt x="55797" y="25915"/>
                  <a:pt x="54946" y="29047"/>
                  <a:pt x="53808" y="33887"/>
                </a:cubicBezTo>
                <a:lnTo>
                  <a:pt x="21924" y="160719"/>
                </a:lnTo>
                <a:moveTo>
                  <a:pt x="72026" y="37019"/>
                </a:moveTo>
                <a:cubicBezTo>
                  <a:pt x="74020" y="29330"/>
                  <a:pt x="81704" y="21359"/>
                  <a:pt x="86830" y="17089"/>
                </a:cubicBezTo>
                <a:cubicBezTo>
                  <a:pt x="96795" y="8258"/>
                  <a:pt x="105049" y="6264"/>
                  <a:pt x="109887" y="6264"/>
                </a:cubicBezTo>
                <a:cubicBezTo>
                  <a:pt x="121277" y="6264"/>
                  <a:pt x="128110" y="16233"/>
                  <a:pt x="128110" y="33035"/>
                </a:cubicBezTo>
                <a:cubicBezTo>
                  <a:pt x="128110" y="49833"/>
                  <a:pt x="118714" y="82581"/>
                  <a:pt x="113588" y="93402"/>
                </a:cubicBezTo>
                <a:cubicBezTo>
                  <a:pt x="103911" y="113336"/>
                  <a:pt x="90245" y="122737"/>
                  <a:pt x="79711" y="122737"/>
                </a:cubicBezTo>
                <a:cubicBezTo>
                  <a:pt x="60923" y="122737"/>
                  <a:pt x="57222" y="99101"/>
                  <a:pt x="57222" y="97390"/>
                </a:cubicBezTo>
                <a:cubicBezTo>
                  <a:pt x="57222" y="96821"/>
                  <a:pt x="57222" y="96252"/>
                  <a:pt x="58078" y="92833"/>
                </a:cubicBezTo>
                <a:lnTo>
                  <a:pt x="72026" y="37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DF527E61-9D3E-43A9-A3A0-34F38416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2593" y="1260591"/>
            <a:ext cx="75158" cy="191305"/>
          </a:xfrm>
          <a:custGeom xmlns:a="http://schemas.openxmlformats.org/drawingml/2006/main">
            <a:pathLst>
              <a:path w="75158" h="191305">
                <a:moveTo>
                  <a:pt x="72596" y="10247"/>
                </a:moveTo>
                <a:cubicBezTo>
                  <a:pt x="72596" y="4552"/>
                  <a:pt x="68608" y="0"/>
                  <a:pt x="62061" y="0"/>
                </a:cubicBezTo>
                <a:cubicBezTo>
                  <a:pt x="54373" y="0"/>
                  <a:pt x="46688" y="7402"/>
                  <a:pt x="46688" y="15086"/>
                </a:cubicBezTo>
                <a:cubicBezTo>
                  <a:pt x="46688" y="20494"/>
                  <a:pt x="50672" y="25334"/>
                  <a:pt x="57505" y="25334"/>
                </a:cubicBezTo>
                <a:cubicBezTo>
                  <a:pt x="64056" y="25334"/>
                  <a:pt x="72596" y="18787"/>
                  <a:pt x="72596" y="10247"/>
                </a:cubicBezTo>
                <a:moveTo>
                  <a:pt x="50959" y="117267"/>
                </a:moveTo>
                <a:cubicBezTo>
                  <a:pt x="54373" y="109010"/>
                  <a:pt x="54373" y="108441"/>
                  <a:pt x="57222" y="100752"/>
                </a:cubicBezTo>
                <a:cubicBezTo>
                  <a:pt x="59498" y="95057"/>
                  <a:pt x="60923" y="91070"/>
                  <a:pt x="60923" y="85661"/>
                </a:cubicBezTo>
                <a:cubicBezTo>
                  <a:pt x="60923" y="72847"/>
                  <a:pt x="51814" y="62309"/>
                  <a:pt x="37580" y="62309"/>
                </a:cubicBezTo>
                <a:cubicBezTo>
                  <a:pt x="10817" y="62309"/>
                  <a:pt x="0" y="103602"/>
                  <a:pt x="0" y="106165"/>
                </a:cubicBezTo>
                <a:cubicBezTo>
                  <a:pt x="0" y="109010"/>
                  <a:pt x="2845" y="109010"/>
                  <a:pt x="3415" y="109010"/>
                </a:cubicBezTo>
                <a:cubicBezTo>
                  <a:pt x="6264" y="109010"/>
                  <a:pt x="6546" y="108441"/>
                  <a:pt x="7971" y="103884"/>
                </a:cubicBezTo>
                <a:cubicBezTo>
                  <a:pt x="15660" y="77117"/>
                  <a:pt x="27045" y="68573"/>
                  <a:pt x="36723" y="68573"/>
                </a:cubicBezTo>
                <a:cubicBezTo>
                  <a:pt x="38999" y="68573"/>
                  <a:pt x="43844" y="68573"/>
                  <a:pt x="43844" y="77686"/>
                </a:cubicBezTo>
                <a:cubicBezTo>
                  <a:pt x="43844" y="83668"/>
                  <a:pt x="41849" y="89649"/>
                  <a:pt x="40711" y="92494"/>
                </a:cubicBezTo>
                <a:cubicBezTo>
                  <a:pt x="38431" y="99901"/>
                  <a:pt x="25621" y="132931"/>
                  <a:pt x="21068" y="145177"/>
                </a:cubicBezTo>
                <a:cubicBezTo>
                  <a:pt x="18219" y="152579"/>
                  <a:pt x="14518" y="161979"/>
                  <a:pt x="14518" y="167956"/>
                </a:cubicBezTo>
                <a:cubicBezTo>
                  <a:pt x="14518" y="181340"/>
                  <a:pt x="24200" y="191305"/>
                  <a:pt x="37861" y="191305"/>
                </a:cubicBezTo>
                <a:cubicBezTo>
                  <a:pt x="64624" y="191305"/>
                  <a:pt x="75158" y="150016"/>
                  <a:pt x="75158" y="147453"/>
                </a:cubicBezTo>
                <a:cubicBezTo>
                  <a:pt x="75158" y="144608"/>
                  <a:pt x="72596" y="144608"/>
                  <a:pt x="71739" y="144608"/>
                </a:cubicBezTo>
                <a:cubicBezTo>
                  <a:pt x="68895" y="144608"/>
                  <a:pt x="68895" y="145460"/>
                  <a:pt x="67470" y="149734"/>
                </a:cubicBezTo>
                <a:cubicBezTo>
                  <a:pt x="62344" y="167674"/>
                  <a:pt x="52952" y="185045"/>
                  <a:pt x="38431" y="185045"/>
                </a:cubicBezTo>
                <a:cubicBezTo>
                  <a:pt x="33592" y="185045"/>
                  <a:pt x="31602" y="182195"/>
                  <a:pt x="31602" y="175645"/>
                </a:cubicBezTo>
                <a:cubicBezTo>
                  <a:pt x="31602" y="168525"/>
                  <a:pt x="33309" y="164542"/>
                  <a:pt x="39856" y="147171"/>
                </a:cubicBezTo>
                <a:lnTo>
                  <a:pt x="50959" y="1172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96192F29-C59F-40EF-A06D-CAB360B5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355" y="1322900"/>
            <a:ext cx="104766" cy="128996"/>
          </a:xfrm>
          <a:custGeom xmlns:a="http://schemas.openxmlformats.org/drawingml/2006/main">
            <a:pathLst>
              <a:path w="104766" h="128996">
                <a:moveTo>
                  <a:pt x="96509" y="19452"/>
                </a:moveTo>
                <a:cubicBezTo>
                  <a:pt x="88537" y="19739"/>
                  <a:pt x="82842" y="26002"/>
                  <a:pt x="82842" y="32266"/>
                </a:cubicBezTo>
                <a:cubicBezTo>
                  <a:pt x="82842" y="36254"/>
                  <a:pt x="85405" y="40524"/>
                  <a:pt x="91669" y="40524"/>
                </a:cubicBezTo>
                <a:cubicBezTo>
                  <a:pt x="97933" y="40524"/>
                  <a:pt x="104766" y="35685"/>
                  <a:pt x="104766" y="24582"/>
                </a:cubicBezTo>
                <a:cubicBezTo>
                  <a:pt x="104766" y="11711"/>
                  <a:pt x="92525" y="0"/>
                  <a:pt x="70888" y="0"/>
                </a:cubicBezTo>
                <a:cubicBezTo>
                  <a:pt x="33309" y="0"/>
                  <a:pt x="22775" y="29134"/>
                  <a:pt x="22775" y="41658"/>
                </a:cubicBezTo>
                <a:cubicBezTo>
                  <a:pt x="22775" y="63820"/>
                  <a:pt x="43843" y="68081"/>
                  <a:pt x="52097" y="69785"/>
                </a:cubicBezTo>
                <a:cubicBezTo>
                  <a:pt x="66900" y="72625"/>
                  <a:pt x="81704" y="75753"/>
                  <a:pt x="81704" y="91395"/>
                </a:cubicBezTo>
                <a:cubicBezTo>
                  <a:pt x="81704" y="98797"/>
                  <a:pt x="75158" y="122737"/>
                  <a:pt x="40998" y="122737"/>
                </a:cubicBezTo>
                <a:cubicBezTo>
                  <a:pt x="37010" y="122737"/>
                  <a:pt x="15091" y="122737"/>
                  <a:pt x="8540" y="107624"/>
                </a:cubicBezTo>
                <a:cubicBezTo>
                  <a:pt x="19361" y="109049"/>
                  <a:pt x="26476" y="100504"/>
                  <a:pt x="26476" y="92533"/>
                </a:cubicBezTo>
                <a:cubicBezTo>
                  <a:pt x="26476" y="85987"/>
                  <a:pt x="21924" y="82569"/>
                  <a:pt x="15943" y="82569"/>
                </a:cubicBezTo>
                <a:cubicBezTo>
                  <a:pt x="8540" y="82569"/>
                  <a:pt x="0" y="88550"/>
                  <a:pt x="0" y="101360"/>
                </a:cubicBezTo>
                <a:cubicBezTo>
                  <a:pt x="0" y="117602"/>
                  <a:pt x="16229" y="128996"/>
                  <a:pt x="40711" y="128996"/>
                </a:cubicBezTo>
                <a:cubicBezTo>
                  <a:pt x="86830" y="128996"/>
                  <a:pt x="97933" y="94527"/>
                  <a:pt x="97933" y="81717"/>
                </a:cubicBezTo>
                <a:cubicBezTo>
                  <a:pt x="97933" y="71492"/>
                  <a:pt x="92525" y="64389"/>
                  <a:pt x="89106" y="60980"/>
                </a:cubicBezTo>
                <a:cubicBezTo>
                  <a:pt x="81422" y="53021"/>
                  <a:pt x="73164" y="51601"/>
                  <a:pt x="60641" y="49047"/>
                </a:cubicBezTo>
                <a:cubicBezTo>
                  <a:pt x="50389" y="46775"/>
                  <a:pt x="39004" y="44785"/>
                  <a:pt x="39004" y="31984"/>
                </a:cubicBezTo>
                <a:cubicBezTo>
                  <a:pt x="39004" y="23726"/>
                  <a:pt x="45837" y="6264"/>
                  <a:pt x="70888" y="6264"/>
                </a:cubicBezTo>
                <a:cubicBezTo>
                  <a:pt x="78003" y="6264"/>
                  <a:pt x="92238" y="8271"/>
                  <a:pt x="96509" y="194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BED9AC06-A5E8-40F6-8ACE-2F4E9B11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739" y="1322900"/>
            <a:ext cx="121846" cy="128996"/>
          </a:xfrm>
          <a:custGeom xmlns:a="http://schemas.openxmlformats.org/drawingml/2006/main">
            <a:pathLst>
              <a:path w="121846" h="128996">
                <a:moveTo>
                  <a:pt x="121846" y="48126"/>
                </a:moveTo>
                <a:cubicBezTo>
                  <a:pt x="121846" y="18509"/>
                  <a:pt x="101916" y="0"/>
                  <a:pt x="76296" y="0"/>
                </a:cubicBezTo>
                <a:cubicBezTo>
                  <a:pt x="38147" y="0"/>
                  <a:pt x="0" y="40437"/>
                  <a:pt x="0" y="80874"/>
                </a:cubicBezTo>
                <a:cubicBezTo>
                  <a:pt x="0" y="109066"/>
                  <a:pt x="19074" y="128996"/>
                  <a:pt x="45550" y="128996"/>
                </a:cubicBezTo>
                <a:cubicBezTo>
                  <a:pt x="83415" y="128996"/>
                  <a:pt x="121846" y="89701"/>
                  <a:pt x="121846" y="48126"/>
                </a:cubicBezTo>
                <a:moveTo>
                  <a:pt x="45836" y="122737"/>
                </a:moveTo>
                <a:cubicBezTo>
                  <a:pt x="33595" y="122737"/>
                  <a:pt x="21068" y="113905"/>
                  <a:pt x="21068" y="91695"/>
                </a:cubicBezTo>
                <a:cubicBezTo>
                  <a:pt x="21068" y="77742"/>
                  <a:pt x="28469" y="46988"/>
                  <a:pt x="37579" y="32466"/>
                </a:cubicBezTo>
                <a:cubicBezTo>
                  <a:pt x="51814" y="10538"/>
                  <a:pt x="68043" y="6264"/>
                  <a:pt x="76013" y="6264"/>
                </a:cubicBezTo>
                <a:cubicBezTo>
                  <a:pt x="92524" y="6264"/>
                  <a:pt x="101064" y="19934"/>
                  <a:pt x="101064" y="37019"/>
                </a:cubicBezTo>
                <a:cubicBezTo>
                  <a:pt x="101064" y="48126"/>
                  <a:pt x="95370" y="78025"/>
                  <a:pt x="84554" y="96538"/>
                </a:cubicBezTo>
                <a:cubicBezTo>
                  <a:pt x="74588" y="113054"/>
                  <a:pt x="58929" y="122737"/>
                  <a:pt x="45836" y="12273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24C74697-96D7-4A45-9998-E243F4F3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525" y="1251174"/>
            <a:ext cx="135507" cy="200722"/>
          </a:xfrm>
          <a:custGeom xmlns:a="http://schemas.openxmlformats.org/drawingml/2006/main">
            <a:pathLst>
              <a:path w="135507" h="200722">
                <a:moveTo>
                  <a:pt x="135507" y="3132"/>
                </a:moveTo>
                <a:cubicBezTo>
                  <a:pt x="135507" y="2849"/>
                  <a:pt x="135507" y="0"/>
                  <a:pt x="131806" y="0"/>
                </a:cubicBezTo>
                <a:cubicBezTo>
                  <a:pt x="127537" y="0"/>
                  <a:pt x="100491" y="2563"/>
                  <a:pt x="95652" y="3132"/>
                </a:cubicBezTo>
                <a:cubicBezTo>
                  <a:pt x="93376" y="3419"/>
                  <a:pt x="91669" y="4843"/>
                  <a:pt x="91669" y="8544"/>
                </a:cubicBezTo>
                <a:cubicBezTo>
                  <a:pt x="91669" y="11959"/>
                  <a:pt x="94227" y="11959"/>
                  <a:pt x="98498" y="11959"/>
                </a:cubicBezTo>
                <a:cubicBezTo>
                  <a:pt x="112164" y="11959"/>
                  <a:pt x="112732" y="13952"/>
                  <a:pt x="112732" y="16798"/>
                </a:cubicBezTo>
                <a:lnTo>
                  <a:pt x="111881" y="22488"/>
                </a:lnTo>
                <a:lnTo>
                  <a:pt x="94797" y="89953"/>
                </a:lnTo>
                <a:cubicBezTo>
                  <a:pt x="89675" y="79415"/>
                  <a:pt x="81417" y="71726"/>
                  <a:pt x="68607" y="71726"/>
                </a:cubicBezTo>
                <a:cubicBezTo>
                  <a:pt x="35298" y="71726"/>
                  <a:pt x="0" y="113588"/>
                  <a:pt x="0" y="155163"/>
                </a:cubicBezTo>
                <a:cubicBezTo>
                  <a:pt x="0" y="181931"/>
                  <a:pt x="15656" y="200722"/>
                  <a:pt x="37861" y="200722"/>
                </a:cubicBezTo>
                <a:cubicBezTo>
                  <a:pt x="43556" y="200722"/>
                  <a:pt x="57791" y="199584"/>
                  <a:pt x="74871" y="179368"/>
                </a:cubicBezTo>
                <a:cubicBezTo>
                  <a:pt x="77148" y="191331"/>
                  <a:pt x="87112" y="200722"/>
                  <a:pt x="100778" y="200722"/>
                </a:cubicBezTo>
                <a:cubicBezTo>
                  <a:pt x="110743" y="200722"/>
                  <a:pt x="117289" y="194176"/>
                  <a:pt x="121841" y="185063"/>
                </a:cubicBezTo>
                <a:cubicBezTo>
                  <a:pt x="126685" y="174811"/>
                  <a:pt x="130381" y="157440"/>
                  <a:pt x="130381" y="156870"/>
                </a:cubicBezTo>
                <a:cubicBezTo>
                  <a:pt x="130381" y="154025"/>
                  <a:pt x="127823" y="154025"/>
                  <a:pt x="126967" y="154025"/>
                </a:cubicBezTo>
                <a:cubicBezTo>
                  <a:pt x="124122" y="154025"/>
                  <a:pt x="123836" y="155163"/>
                  <a:pt x="122984" y="159151"/>
                </a:cubicBezTo>
                <a:cubicBezTo>
                  <a:pt x="118140" y="177660"/>
                  <a:pt x="113019" y="194463"/>
                  <a:pt x="101347" y="194463"/>
                </a:cubicBezTo>
                <a:cubicBezTo>
                  <a:pt x="93659" y="194463"/>
                  <a:pt x="92807" y="187056"/>
                  <a:pt x="92807" y="181361"/>
                </a:cubicBezTo>
                <a:cubicBezTo>
                  <a:pt x="92807" y="174528"/>
                  <a:pt x="93376" y="172534"/>
                  <a:pt x="94514" y="167691"/>
                </a:cubicBezTo>
                <a:lnTo>
                  <a:pt x="135507" y="3132"/>
                </a:lnTo>
                <a:moveTo>
                  <a:pt x="76296" y="163708"/>
                </a:moveTo>
                <a:cubicBezTo>
                  <a:pt x="74871" y="168833"/>
                  <a:pt x="74871" y="169402"/>
                  <a:pt x="70601" y="174242"/>
                </a:cubicBezTo>
                <a:cubicBezTo>
                  <a:pt x="58073" y="189906"/>
                  <a:pt x="46401" y="194463"/>
                  <a:pt x="38430" y="194463"/>
                </a:cubicBezTo>
                <a:cubicBezTo>
                  <a:pt x="24200" y="194463"/>
                  <a:pt x="20212" y="178799"/>
                  <a:pt x="20212" y="167691"/>
                </a:cubicBezTo>
                <a:cubicBezTo>
                  <a:pt x="20212" y="153456"/>
                  <a:pt x="29321" y="118427"/>
                  <a:pt x="35867" y="105330"/>
                </a:cubicBezTo>
                <a:cubicBezTo>
                  <a:pt x="44694" y="88528"/>
                  <a:pt x="57504" y="77990"/>
                  <a:pt x="68894" y="77990"/>
                </a:cubicBezTo>
                <a:cubicBezTo>
                  <a:pt x="87399" y="77990"/>
                  <a:pt x="91382" y="101343"/>
                  <a:pt x="91382" y="103050"/>
                </a:cubicBezTo>
                <a:cubicBezTo>
                  <a:pt x="91382" y="104761"/>
                  <a:pt x="90813" y="106468"/>
                  <a:pt x="90526" y="107893"/>
                </a:cubicBezTo>
                <a:lnTo>
                  <a:pt x="76296" y="16370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990B4776-0295-4BED-BC73-6B1BE06F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551" y="1322900"/>
            <a:ext cx="109318" cy="128996"/>
          </a:xfrm>
          <a:custGeom xmlns:a="http://schemas.openxmlformats.org/drawingml/2006/main">
            <a:pathLst>
              <a:path w="109318" h="128996">
                <a:moveTo>
                  <a:pt x="40142" y="60050"/>
                </a:moveTo>
                <a:cubicBezTo>
                  <a:pt x="48395" y="60050"/>
                  <a:pt x="69462" y="59481"/>
                  <a:pt x="83698" y="53504"/>
                </a:cubicBezTo>
                <a:cubicBezTo>
                  <a:pt x="103623" y="44968"/>
                  <a:pt x="105048" y="28179"/>
                  <a:pt x="105048" y="24191"/>
                </a:cubicBezTo>
                <a:cubicBezTo>
                  <a:pt x="105048" y="11672"/>
                  <a:pt x="94232" y="0"/>
                  <a:pt x="74588" y="0"/>
                </a:cubicBezTo>
                <a:cubicBezTo>
                  <a:pt x="42986" y="0"/>
                  <a:pt x="0" y="27610"/>
                  <a:pt x="0" y="77434"/>
                </a:cubicBezTo>
                <a:cubicBezTo>
                  <a:pt x="0" y="106494"/>
                  <a:pt x="16797" y="128996"/>
                  <a:pt x="44694" y="128996"/>
                </a:cubicBezTo>
                <a:cubicBezTo>
                  <a:pt x="85405" y="128996"/>
                  <a:pt x="109318" y="98802"/>
                  <a:pt x="109318" y="95383"/>
                </a:cubicBezTo>
                <a:cubicBezTo>
                  <a:pt x="109318" y="93671"/>
                  <a:pt x="107611" y="91678"/>
                  <a:pt x="105903" y="91678"/>
                </a:cubicBezTo>
                <a:cubicBezTo>
                  <a:pt x="104479" y="91678"/>
                  <a:pt x="103910" y="92247"/>
                  <a:pt x="102202" y="94527"/>
                </a:cubicBezTo>
                <a:cubicBezTo>
                  <a:pt x="79710" y="122737"/>
                  <a:pt x="48682" y="122737"/>
                  <a:pt x="45263" y="122737"/>
                </a:cubicBezTo>
                <a:cubicBezTo>
                  <a:pt x="23061" y="122737"/>
                  <a:pt x="20498" y="98802"/>
                  <a:pt x="20498" y="89684"/>
                </a:cubicBezTo>
                <a:cubicBezTo>
                  <a:pt x="20498" y="86265"/>
                  <a:pt x="20781" y="77434"/>
                  <a:pt x="25051" y="60050"/>
                </a:cubicBezTo>
                <a:lnTo>
                  <a:pt x="40142" y="60050"/>
                </a:lnTo>
                <a:moveTo>
                  <a:pt x="26762" y="53790"/>
                </a:moveTo>
                <a:cubicBezTo>
                  <a:pt x="37861" y="10534"/>
                  <a:pt x="67186" y="6264"/>
                  <a:pt x="74588" y="6264"/>
                </a:cubicBezTo>
                <a:cubicBezTo>
                  <a:pt x="87968" y="6264"/>
                  <a:pt x="95652" y="14517"/>
                  <a:pt x="95652" y="24191"/>
                </a:cubicBezTo>
                <a:cubicBezTo>
                  <a:pt x="95652" y="53790"/>
                  <a:pt x="50107" y="53790"/>
                  <a:pt x="38434" y="53790"/>
                </a:cubicBezTo>
                <a:lnTo>
                  <a:pt x="26762" y="537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A6C9F9D3-3FDE-4E3A-8028-F1A5A0F2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793" y="1630367"/>
            <a:ext cx="130381" cy="128996"/>
          </a:xfrm>
          <a:custGeom xmlns:a="http://schemas.openxmlformats.org/drawingml/2006/main">
            <a:pathLst>
              <a:path w="130381" h="128996">
                <a:moveTo>
                  <a:pt x="94797" y="18227"/>
                </a:moveTo>
                <a:cubicBezTo>
                  <a:pt x="89675" y="7689"/>
                  <a:pt x="81417" y="0"/>
                  <a:pt x="68607" y="0"/>
                </a:cubicBezTo>
                <a:cubicBezTo>
                  <a:pt x="35298" y="0"/>
                  <a:pt x="0" y="41862"/>
                  <a:pt x="0" y="83437"/>
                </a:cubicBezTo>
                <a:cubicBezTo>
                  <a:pt x="0" y="110204"/>
                  <a:pt x="15656" y="128996"/>
                  <a:pt x="37861" y="128996"/>
                </a:cubicBezTo>
                <a:cubicBezTo>
                  <a:pt x="43556" y="128996"/>
                  <a:pt x="57791" y="127858"/>
                  <a:pt x="74871" y="107642"/>
                </a:cubicBezTo>
                <a:cubicBezTo>
                  <a:pt x="77148" y="119605"/>
                  <a:pt x="87112" y="128996"/>
                  <a:pt x="100778" y="128996"/>
                </a:cubicBezTo>
                <a:cubicBezTo>
                  <a:pt x="110743" y="128996"/>
                  <a:pt x="117289" y="122450"/>
                  <a:pt x="121841" y="113336"/>
                </a:cubicBezTo>
                <a:cubicBezTo>
                  <a:pt x="126685" y="103085"/>
                  <a:pt x="130381" y="85714"/>
                  <a:pt x="130381" y="85144"/>
                </a:cubicBezTo>
                <a:cubicBezTo>
                  <a:pt x="130381" y="82299"/>
                  <a:pt x="127823" y="82299"/>
                  <a:pt x="126967" y="82299"/>
                </a:cubicBezTo>
                <a:cubicBezTo>
                  <a:pt x="124122" y="82299"/>
                  <a:pt x="123836" y="83437"/>
                  <a:pt x="122984" y="87425"/>
                </a:cubicBezTo>
                <a:cubicBezTo>
                  <a:pt x="118140" y="105934"/>
                  <a:pt x="113019" y="122737"/>
                  <a:pt x="101347" y="122737"/>
                </a:cubicBezTo>
                <a:cubicBezTo>
                  <a:pt x="93659" y="122737"/>
                  <a:pt x="92807" y="115330"/>
                  <a:pt x="92807" y="109635"/>
                </a:cubicBezTo>
                <a:cubicBezTo>
                  <a:pt x="92807" y="103371"/>
                  <a:pt x="93376" y="101091"/>
                  <a:pt x="96508" y="88563"/>
                </a:cubicBezTo>
                <a:cubicBezTo>
                  <a:pt x="99640" y="76604"/>
                  <a:pt x="100209" y="73755"/>
                  <a:pt x="102767" y="62934"/>
                </a:cubicBezTo>
                <a:lnTo>
                  <a:pt x="113019" y="23066"/>
                </a:lnTo>
                <a:cubicBezTo>
                  <a:pt x="115013" y="15095"/>
                  <a:pt x="115013" y="14526"/>
                  <a:pt x="115013" y="13384"/>
                </a:cubicBezTo>
                <a:cubicBezTo>
                  <a:pt x="115013" y="8544"/>
                  <a:pt x="111594" y="5695"/>
                  <a:pt x="106755" y="5695"/>
                </a:cubicBezTo>
                <a:cubicBezTo>
                  <a:pt x="99923" y="5695"/>
                  <a:pt x="95652" y="11963"/>
                  <a:pt x="94797" y="18227"/>
                </a:cubicBezTo>
                <a:moveTo>
                  <a:pt x="76296" y="91982"/>
                </a:moveTo>
                <a:cubicBezTo>
                  <a:pt x="74871" y="97107"/>
                  <a:pt x="74871" y="97676"/>
                  <a:pt x="70601" y="102516"/>
                </a:cubicBezTo>
                <a:cubicBezTo>
                  <a:pt x="58073" y="118180"/>
                  <a:pt x="46401" y="122737"/>
                  <a:pt x="38430" y="122737"/>
                </a:cubicBezTo>
                <a:cubicBezTo>
                  <a:pt x="24200" y="122737"/>
                  <a:pt x="20212" y="107073"/>
                  <a:pt x="20212" y="95965"/>
                </a:cubicBezTo>
                <a:cubicBezTo>
                  <a:pt x="20212" y="81730"/>
                  <a:pt x="29321" y="46701"/>
                  <a:pt x="35867" y="33604"/>
                </a:cubicBezTo>
                <a:cubicBezTo>
                  <a:pt x="44694" y="16802"/>
                  <a:pt x="57504" y="6264"/>
                  <a:pt x="68894" y="6264"/>
                </a:cubicBezTo>
                <a:cubicBezTo>
                  <a:pt x="87398" y="6264"/>
                  <a:pt x="91382" y="29617"/>
                  <a:pt x="91382" y="31324"/>
                </a:cubicBezTo>
                <a:cubicBezTo>
                  <a:pt x="91382" y="33035"/>
                  <a:pt x="90813" y="34743"/>
                  <a:pt x="90526" y="36167"/>
                </a:cubicBezTo>
                <a:lnTo>
                  <a:pt x="76296" y="919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79496F6B-9237-4C9D-9BB9-767E0122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251" y="1674580"/>
            <a:ext cx="67355" cy="126390"/>
          </a:xfrm>
          <a:custGeom xmlns:a="http://schemas.openxmlformats.org/drawingml/2006/main">
            <a:pathLst>
              <a:path w="67355" h="126390">
                <a:moveTo>
                  <a:pt x="40651" y="45799"/>
                </a:moveTo>
                <a:lnTo>
                  <a:pt x="60978" y="45799"/>
                </a:lnTo>
                <a:cubicBezTo>
                  <a:pt x="64764" y="45799"/>
                  <a:pt x="67355" y="45799"/>
                  <a:pt x="67355" y="41414"/>
                </a:cubicBezTo>
                <a:cubicBezTo>
                  <a:pt x="67355" y="38623"/>
                  <a:pt x="64764" y="38623"/>
                  <a:pt x="61377" y="38623"/>
                </a:cubicBezTo>
                <a:lnTo>
                  <a:pt x="42445" y="38623"/>
                </a:lnTo>
                <a:lnTo>
                  <a:pt x="49819" y="9162"/>
                </a:lnTo>
                <a:cubicBezTo>
                  <a:pt x="50019" y="8164"/>
                  <a:pt x="50418" y="7170"/>
                  <a:pt x="50418" y="6373"/>
                </a:cubicBezTo>
                <a:cubicBezTo>
                  <a:pt x="50418" y="2788"/>
                  <a:pt x="47626" y="0"/>
                  <a:pt x="43640" y="0"/>
                </a:cubicBezTo>
                <a:cubicBezTo>
                  <a:pt x="38659" y="0"/>
                  <a:pt x="35671" y="3387"/>
                  <a:pt x="34275" y="8563"/>
                </a:cubicBezTo>
                <a:cubicBezTo>
                  <a:pt x="32879" y="13540"/>
                  <a:pt x="35470" y="3983"/>
                  <a:pt x="26704" y="38623"/>
                </a:cubicBezTo>
                <a:lnTo>
                  <a:pt x="6376" y="38623"/>
                </a:lnTo>
                <a:cubicBezTo>
                  <a:pt x="2591" y="38623"/>
                  <a:pt x="0" y="38623"/>
                  <a:pt x="0" y="43008"/>
                </a:cubicBezTo>
                <a:cubicBezTo>
                  <a:pt x="0" y="45799"/>
                  <a:pt x="2390" y="45799"/>
                  <a:pt x="5978" y="45799"/>
                </a:cubicBezTo>
                <a:lnTo>
                  <a:pt x="24910" y="45799"/>
                </a:lnTo>
                <a:lnTo>
                  <a:pt x="13151" y="92757"/>
                </a:lnTo>
                <a:cubicBezTo>
                  <a:pt x="11956" y="97731"/>
                  <a:pt x="10162" y="104895"/>
                  <a:pt x="10162" y="107480"/>
                </a:cubicBezTo>
                <a:cubicBezTo>
                  <a:pt x="10162" y="119220"/>
                  <a:pt x="20127" y="126390"/>
                  <a:pt x="31487" y="126390"/>
                </a:cubicBezTo>
                <a:cubicBezTo>
                  <a:pt x="53604" y="126390"/>
                  <a:pt x="66160" y="98528"/>
                  <a:pt x="66160" y="95941"/>
                </a:cubicBezTo>
                <a:cubicBezTo>
                  <a:pt x="66160" y="93353"/>
                  <a:pt x="63569" y="93353"/>
                  <a:pt x="62970" y="93353"/>
                </a:cubicBezTo>
                <a:cubicBezTo>
                  <a:pt x="60580" y="93353"/>
                  <a:pt x="60379" y="93751"/>
                  <a:pt x="58786" y="97135"/>
                </a:cubicBezTo>
                <a:cubicBezTo>
                  <a:pt x="53207" y="109669"/>
                  <a:pt x="43044" y="120810"/>
                  <a:pt x="32082" y="120810"/>
                </a:cubicBezTo>
                <a:cubicBezTo>
                  <a:pt x="27898" y="120810"/>
                  <a:pt x="25110" y="118226"/>
                  <a:pt x="25110" y="111062"/>
                </a:cubicBezTo>
                <a:cubicBezTo>
                  <a:pt x="25110" y="109073"/>
                  <a:pt x="25907" y="104895"/>
                  <a:pt x="26305" y="102904"/>
                </a:cubicBezTo>
                <a:lnTo>
                  <a:pt x="40651" y="457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3BDA5ACA-2F10-4515-AFAA-3B2D6BA6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847" y="1651774"/>
            <a:ext cx="189884" cy="66722"/>
          </a:xfrm>
          <a:custGeom xmlns:a="http://schemas.openxmlformats.org/drawingml/2006/main">
            <a:pathLst>
              <a:path w="189884" h="66722">
                <a:moveTo>
                  <a:pt x="189884" y="9396"/>
                </a:moveTo>
                <a:cubicBezTo>
                  <a:pt x="189884" y="3132"/>
                  <a:pt x="188172" y="286"/>
                  <a:pt x="185896" y="286"/>
                </a:cubicBezTo>
                <a:cubicBezTo>
                  <a:pt x="184471" y="286"/>
                  <a:pt x="182195" y="2280"/>
                  <a:pt x="181913" y="7688"/>
                </a:cubicBezTo>
                <a:cubicBezTo>
                  <a:pt x="180770" y="35076"/>
                  <a:pt x="161983" y="50780"/>
                  <a:pt x="142058" y="50780"/>
                </a:cubicBezTo>
                <a:cubicBezTo>
                  <a:pt x="124122" y="50780"/>
                  <a:pt x="110456" y="38504"/>
                  <a:pt x="96508" y="26224"/>
                </a:cubicBezTo>
                <a:cubicBezTo>
                  <a:pt x="81986" y="13097"/>
                  <a:pt x="67186" y="0"/>
                  <a:pt x="47826" y="0"/>
                </a:cubicBezTo>
                <a:cubicBezTo>
                  <a:pt x="16797" y="0"/>
                  <a:pt x="0" y="31362"/>
                  <a:pt x="0" y="57331"/>
                </a:cubicBezTo>
                <a:cubicBezTo>
                  <a:pt x="0" y="66439"/>
                  <a:pt x="3701" y="66439"/>
                  <a:pt x="3983" y="66439"/>
                </a:cubicBezTo>
                <a:cubicBezTo>
                  <a:pt x="7115" y="66439"/>
                  <a:pt x="7970" y="60745"/>
                  <a:pt x="7970" y="59893"/>
                </a:cubicBezTo>
                <a:cubicBezTo>
                  <a:pt x="9108" y="28509"/>
                  <a:pt x="30459" y="15946"/>
                  <a:pt x="47826" y="15946"/>
                </a:cubicBezTo>
                <a:cubicBezTo>
                  <a:pt x="65761" y="15946"/>
                  <a:pt x="79427" y="28222"/>
                  <a:pt x="93375" y="40502"/>
                </a:cubicBezTo>
                <a:cubicBezTo>
                  <a:pt x="107893" y="53630"/>
                  <a:pt x="122697" y="66722"/>
                  <a:pt x="142058" y="66722"/>
                </a:cubicBezTo>
                <a:cubicBezTo>
                  <a:pt x="173086" y="66722"/>
                  <a:pt x="189884" y="35363"/>
                  <a:pt x="189884" y="93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F1B3CBF7-8AB0-403F-9A51-ECD1CEFF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370" y="1633703"/>
            <a:ext cx="153726" cy="125660"/>
          </a:xfrm>
          <a:custGeom xmlns:a="http://schemas.openxmlformats.org/drawingml/2006/main">
            <a:pathLst>
              <a:path w="153726" h="125660">
                <a:moveTo>
                  <a:pt x="67756" y="16516"/>
                </a:moveTo>
                <a:lnTo>
                  <a:pt x="99922" y="16516"/>
                </a:lnTo>
                <a:cubicBezTo>
                  <a:pt x="90526" y="58578"/>
                  <a:pt x="87968" y="70801"/>
                  <a:pt x="87968" y="89840"/>
                </a:cubicBezTo>
                <a:cubicBezTo>
                  <a:pt x="87968" y="94106"/>
                  <a:pt x="87968" y="101777"/>
                  <a:pt x="90244" y="111442"/>
                </a:cubicBezTo>
                <a:cubicBezTo>
                  <a:pt x="93089" y="123953"/>
                  <a:pt x="96221" y="125660"/>
                  <a:pt x="100491" y="125660"/>
                </a:cubicBezTo>
                <a:cubicBezTo>
                  <a:pt x="106186" y="125660"/>
                  <a:pt x="112164" y="120539"/>
                  <a:pt x="112164" y="114852"/>
                </a:cubicBezTo>
                <a:cubicBezTo>
                  <a:pt x="112164" y="113145"/>
                  <a:pt x="112164" y="112580"/>
                  <a:pt x="110456" y="108602"/>
                </a:cubicBezTo>
                <a:cubicBezTo>
                  <a:pt x="102199" y="88137"/>
                  <a:pt x="102199" y="69663"/>
                  <a:pt x="102199" y="61705"/>
                </a:cubicBezTo>
                <a:cubicBezTo>
                  <a:pt x="102199" y="46640"/>
                  <a:pt x="104192" y="31294"/>
                  <a:pt x="107325" y="16516"/>
                </a:cubicBezTo>
                <a:lnTo>
                  <a:pt x="139778" y="16516"/>
                </a:lnTo>
                <a:cubicBezTo>
                  <a:pt x="143478" y="16516"/>
                  <a:pt x="153726" y="16516"/>
                  <a:pt x="153726" y="6833"/>
                </a:cubicBezTo>
                <a:cubicBezTo>
                  <a:pt x="153726" y="0"/>
                  <a:pt x="147748" y="0"/>
                  <a:pt x="142340" y="0"/>
                </a:cubicBezTo>
                <a:lnTo>
                  <a:pt x="46971" y="0"/>
                </a:lnTo>
                <a:cubicBezTo>
                  <a:pt x="40711" y="0"/>
                  <a:pt x="29890" y="0"/>
                  <a:pt x="17367" y="13384"/>
                </a:cubicBezTo>
                <a:cubicBezTo>
                  <a:pt x="7402" y="24473"/>
                  <a:pt x="0" y="37544"/>
                  <a:pt x="0" y="38965"/>
                </a:cubicBezTo>
                <a:cubicBezTo>
                  <a:pt x="0" y="39251"/>
                  <a:pt x="0" y="41810"/>
                  <a:pt x="3414" y="41810"/>
                </a:cubicBezTo>
                <a:cubicBezTo>
                  <a:pt x="5694" y="41810"/>
                  <a:pt x="6264" y="40672"/>
                  <a:pt x="7971" y="38400"/>
                </a:cubicBezTo>
                <a:cubicBezTo>
                  <a:pt x="21919" y="16516"/>
                  <a:pt x="38430" y="16516"/>
                  <a:pt x="44125" y="16516"/>
                </a:cubicBezTo>
                <a:lnTo>
                  <a:pt x="60354" y="16516"/>
                </a:lnTo>
                <a:cubicBezTo>
                  <a:pt x="51240" y="50902"/>
                  <a:pt x="35871" y="85292"/>
                  <a:pt x="23913" y="111156"/>
                </a:cubicBezTo>
                <a:cubicBezTo>
                  <a:pt x="21637" y="115421"/>
                  <a:pt x="21637" y="115990"/>
                  <a:pt x="21637" y="117980"/>
                </a:cubicBezTo>
                <a:cubicBezTo>
                  <a:pt x="21637" y="123384"/>
                  <a:pt x="26189" y="125660"/>
                  <a:pt x="29890" y="125660"/>
                </a:cubicBezTo>
                <a:cubicBezTo>
                  <a:pt x="38430" y="125660"/>
                  <a:pt x="40711" y="117693"/>
                  <a:pt x="44125" y="107177"/>
                </a:cubicBezTo>
                <a:cubicBezTo>
                  <a:pt x="48113" y="94106"/>
                  <a:pt x="48113" y="93537"/>
                  <a:pt x="51814" y="79324"/>
                </a:cubicBezTo>
                <a:lnTo>
                  <a:pt x="67756" y="165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51FE053F-F872-41F1-923E-DC340E8F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514" y="1658714"/>
            <a:ext cx="89275" cy="142256"/>
          </a:xfrm>
          <a:custGeom xmlns:a="http://schemas.openxmlformats.org/drawingml/2006/main">
            <a:pathLst>
              <a:path w="89275" h="142256">
                <a:moveTo>
                  <a:pt x="89275" y="43245"/>
                </a:moveTo>
                <a:cubicBezTo>
                  <a:pt x="89275" y="22319"/>
                  <a:pt x="81306" y="0"/>
                  <a:pt x="61775" y="0"/>
                </a:cubicBezTo>
                <a:cubicBezTo>
                  <a:pt x="31884" y="0"/>
                  <a:pt x="0" y="53407"/>
                  <a:pt x="0" y="99033"/>
                </a:cubicBezTo>
                <a:cubicBezTo>
                  <a:pt x="0" y="122735"/>
                  <a:pt x="9168" y="142256"/>
                  <a:pt x="27500" y="142256"/>
                </a:cubicBezTo>
                <a:cubicBezTo>
                  <a:pt x="57792" y="142256"/>
                  <a:pt x="89275" y="87876"/>
                  <a:pt x="89275" y="43245"/>
                </a:cubicBezTo>
                <a:moveTo>
                  <a:pt x="22520" y="67555"/>
                </a:moveTo>
                <a:cubicBezTo>
                  <a:pt x="32681" y="24511"/>
                  <a:pt x="49819" y="5583"/>
                  <a:pt x="61577" y="5583"/>
                </a:cubicBezTo>
                <a:cubicBezTo>
                  <a:pt x="74330" y="5583"/>
                  <a:pt x="74330" y="27701"/>
                  <a:pt x="74330" y="31486"/>
                </a:cubicBezTo>
                <a:cubicBezTo>
                  <a:pt x="74330" y="39258"/>
                  <a:pt x="72737" y="50816"/>
                  <a:pt x="68553" y="67555"/>
                </a:cubicBezTo>
                <a:lnTo>
                  <a:pt x="22520" y="67555"/>
                </a:lnTo>
                <a:moveTo>
                  <a:pt x="66759" y="74728"/>
                </a:moveTo>
                <a:cubicBezTo>
                  <a:pt x="61179" y="96442"/>
                  <a:pt x="56596" y="107197"/>
                  <a:pt x="50616" y="116958"/>
                </a:cubicBezTo>
                <a:cubicBezTo>
                  <a:pt x="44440" y="127317"/>
                  <a:pt x="36467" y="136677"/>
                  <a:pt x="27700" y="136677"/>
                </a:cubicBezTo>
                <a:cubicBezTo>
                  <a:pt x="16739" y="136677"/>
                  <a:pt x="14945" y="121540"/>
                  <a:pt x="14945" y="110782"/>
                </a:cubicBezTo>
                <a:cubicBezTo>
                  <a:pt x="14945" y="97637"/>
                  <a:pt x="18734" y="82099"/>
                  <a:pt x="20726" y="74728"/>
                </a:cubicBezTo>
                <a:lnTo>
                  <a:pt x="66759" y="747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df-path-100031">
            <a:extLst xmlns:a="http://schemas.openxmlformats.org/drawingml/2006/main">
              <a:ext uri="{FF2B5EF4-FFF2-40B4-BE49-F238E27FC236}">
                <a16:creationId xmlns:a16="http://schemas.microsoft.com/office/drawing/2014/main" id="{EA97A4FD-0878-416B-A134-29784B48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932" y="1542794"/>
            <a:ext cx="66044" cy="284681"/>
          </a:xfrm>
          <a:custGeom xmlns:a="http://schemas.openxmlformats.org/drawingml/2006/main">
            <a:pathLst>
              <a:path w="66044" h="284681">
                <a:moveTo>
                  <a:pt x="66044" y="281835"/>
                </a:moveTo>
                <a:cubicBezTo>
                  <a:pt x="66044" y="280984"/>
                  <a:pt x="66044" y="280411"/>
                  <a:pt x="61205" y="275572"/>
                </a:cubicBezTo>
                <a:cubicBezTo>
                  <a:pt x="25620" y="239704"/>
                  <a:pt x="16510" y="185897"/>
                  <a:pt x="16510" y="142340"/>
                </a:cubicBezTo>
                <a:cubicBezTo>
                  <a:pt x="16510" y="92807"/>
                  <a:pt x="27327" y="43274"/>
                  <a:pt x="62343" y="7689"/>
                </a:cubicBezTo>
                <a:cubicBezTo>
                  <a:pt x="66044" y="4275"/>
                  <a:pt x="66044" y="3701"/>
                  <a:pt x="66044" y="2850"/>
                </a:cubicBezTo>
                <a:cubicBezTo>
                  <a:pt x="66044" y="856"/>
                  <a:pt x="64906" y="0"/>
                  <a:pt x="63198" y="0"/>
                </a:cubicBezTo>
                <a:cubicBezTo>
                  <a:pt x="60350" y="0"/>
                  <a:pt x="34729" y="19361"/>
                  <a:pt x="17931" y="55515"/>
                </a:cubicBezTo>
                <a:cubicBezTo>
                  <a:pt x="3414" y="86830"/>
                  <a:pt x="0" y="118427"/>
                  <a:pt x="0" y="142340"/>
                </a:cubicBezTo>
                <a:cubicBezTo>
                  <a:pt x="0" y="164546"/>
                  <a:pt x="3127" y="198993"/>
                  <a:pt x="18787" y="231164"/>
                </a:cubicBezTo>
                <a:cubicBezTo>
                  <a:pt x="35867" y="266180"/>
                  <a:pt x="60350" y="284681"/>
                  <a:pt x="63198" y="284681"/>
                </a:cubicBezTo>
                <a:cubicBezTo>
                  <a:pt x="64906" y="284681"/>
                  <a:pt x="66044" y="283829"/>
                  <a:pt x="66044" y="2818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df-path-100032">
            <a:extLst xmlns:a="http://schemas.openxmlformats.org/drawingml/2006/main">
              <a:ext uri="{FF2B5EF4-FFF2-40B4-BE49-F238E27FC236}">
                <a16:creationId xmlns:a16="http://schemas.microsoft.com/office/drawing/2014/main" id="{8387622A-AF4D-4519-B3E3-B5585A4D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862" y="1630367"/>
            <a:ext cx="130381" cy="128996"/>
          </a:xfrm>
          <a:custGeom xmlns:a="http://schemas.openxmlformats.org/drawingml/2006/main">
            <a:pathLst>
              <a:path w="130381" h="128996">
                <a:moveTo>
                  <a:pt x="94797" y="18227"/>
                </a:moveTo>
                <a:cubicBezTo>
                  <a:pt x="89675" y="7689"/>
                  <a:pt x="81417" y="0"/>
                  <a:pt x="68607" y="0"/>
                </a:cubicBezTo>
                <a:cubicBezTo>
                  <a:pt x="35298" y="0"/>
                  <a:pt x="0" y="41862"/>
                  <a:pt x="0" y="83437"/>
                </a:cubicBezTo>
                <a:cubicBezTo>
                  <a:pt x="0" y="110204"/>
                  <a:pt x="15656" y="128996"/>
                  <a:pt x="37861" y="128996"/>
                </a:cubicBezTo>
                <a:cubicBezTo>
                  <a:pt x="43556" y="128996"/>
                  <a:pt x="57791" y="127858"/>
                  <a:pt x="74871" y="107642"/>
                </a:cubicBezTo>
                <a:cubicBezTo>
                  <a:pt x="77148" y="119605"/>
                  <a:pt x="87112" y="128996"/>
                  <a:pt x="100778" y="128996"/>
                </a:cubicBezTo>
                <a:cubicBezTo>
                  <a:pt x="110743" y="128996"/>
                  <a:pt x="117289" y="122450"/>
                  <a:pt x="121841" y="113336"/>
                </a:cubicBezTo>
                <a:cubicBezTo>
                  <a:pt x="126685" y="103085"/>
                  <a:pt x="130381" y="85714"/>
                  <a:pt x="130381" y="85144"/>
                </a:cubicBezTo>
                <a:cubicBezTo>
                  <a:pt x="130381" y="82299"/>
                  <a:pt x="127823" y="82299"/>
                  <a:pt x="126967" y="82299"/>
                </a:cubicBezTo>
                <a:cubicBezTo>
                  <a:pt x="124122" y="82299"/>
                  <a:pt x="123835" y="83437"/>
                  <a:pt x="122984" y="87425"/>
                </a:cubicBezTo>
                <a:cubicBezTo>
                  <a:pt x="118140" y="105934"/>
                  <a:pt x="113019" y="122737"/>
                  <a:pt x="101347" y="122737"/>
                </a:cubicBezTo>
                <a:cubicBezTo>
                  <a:pt x="93658" y="122737"/>
                  <a:pt x="92807" y="115330"/>
                  <a:pt x="92807" y="109635"/>
                </a:cubicBezTo>
                <a:cubicBezTo>
                  <a:pt x="92807" y="103371"/>
                  <a:pt x="93376" y="101091"/>
                  <a:pt x="96508" y="88563"/>
                </a:cubicBezTo>
                <a:cubicBezTo>
                  <a:pt x="99640" y="76604"/>
                  <a:pt x="100209" y="73755"/>
                  <a:pt x="102767" y="62934"/>
                </a:cubicBezTo>
                <a:lnTo>
                  <a:pt x="113019" y="23066"/>
                </a:lnTo>
                <a:cubicBezTo>
                  <a:pt x="115013" y="15095"/>
                  <a:pt x="115013" y="14526"/>
                  <a:pt x="115013" y="13384"/>
                </a:cubicBezTo>
                <a:cubicBezTo>
                  <a:pt x="115013" y="8544"/>
                  <a:pt x="111594" y="5695"/>
                  <a:pt x="106755" y="5695"/>
                </a:cubicBezTo>
                <a:cubicBezTo>
                  <a:pt x="99923" y="5695"/>
                  <a:pt x="95652" y="11963"/>
                  <a:pt x="94797" y="18227"/>
                </a:cubicBezTo>
                <a:moveTo>
                  <a:pt x="76296" y="91982"/>
                </a:moveTo>
                <a:cubicBezTo>
                  <a:pt x="74871" y="97107"/>
                  <a:pt x="74871" y="97676"/>
                  <a:pt x="70601" y="102516"/>
                </a:cubicBezTo>
                <a:cubicBezTo>
                  <a:pt x="58073" y="118180"/>
                  <a:pt x="46401" y="122737"/>
                  <a:pt x="38430" y="122737"/>
                </a:cubicBezTo>
                <a:cubicBezTo>
                  <a:pt x="24200" y="122737"/>
                  <a:pt x="20212" y="107073"/>
                  <a:pt x="20212" y="95965"/>
                </a:cubicBezTo>
                <a:cubicBezTo>
                  <a:pt x="20212" y="81730"/>
                  <a:pt x="29321" y="46701"/>
                  <a:pt x="35867" y="33604"/>
                </a:cubicBezTo>
                <a:cubicBezTo>
                  <a:pt x="44694" y="16802"/>
                  <a:pt x="57504" y="6264"/>
                  <a:pt x="68894" y="6264"/>
                </a:cubicBezTo>
                <a:cubicBezTo>
                  <a:pt x="87398" y="6264"/>
                  <a:pt x="91382" y="29617"/>
                  <a:pt x="91382" y="31324"/>
                </a:cubicBezTo>
                <a:cubicBezTo>
                  <a:pt x="91382" y="33035"/>
                  <a:pt x="90813" y="34743"/>
                  <a:pt x="90526" y="36167"/>
                </a:cubicBezTo>
                <a:lnTo>
                  <a:pt x="76296" y="919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df-path-100033">
            <a:extLst xmlns:a="http://schemas.openxmlformats.org/drawingml/2006/main">
              <a:ext uri="{FF2B5EF4-FFF2-40B4-BE49-F238E27FC236}">
                <a16:creationId xmlns:a16="http://schemas.microsoft.com/office/drawing/2014/main" id="{4C0CB7D4-15CC-44A5-AF2F-B77E887E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2321" y="1674580"/>
            <a:ext cx="67355" cy="126390"/>
          </a:xfrm>
          <a:custGeom xmlns:a="http://schemas.openxmlformats.org/drawingml/2006/main">
            <a:pathLst>
              <a:path w="67355" h="126390">
                <a:moveTo>
                  <a:pt x="40651" y="45799"/>
                </a:moveTo>
                <a:lnTo>
                  <a:pt x="60978" y="45799"/>
                </a:lnTo>
                <a:cubicBezTo>
                  <a:pt x="64764" y="45799"/>
                  <a:pt x="67355" y="45799"/>
                  <a:pt x="67355" y="41414"/>
                </a:cubicBezTo>
                <a:cubicBezTo>
                  <a:pt x="67355" y="38623"/>
                  <a:pt x="64764" y="38623"/>
                  <a:pt x="61377" y="38623"/>
                </a:cubicBezTo>
                <a:lnTo>
                  <a:pt x="42445" y="38623"/>
                </a:lnTo>
                <a:lnTo>
                  <a:pt x="49819" y="9162"/>
                </a:lnTo>
                <a:cubicBezTo>
                  <a:pt x="50019" y="8164"/>
                  <a:pt x="50418" y="7170"/>
                  <a:pt x="50418" y="6373"/>
                </a:cubicBezTo>
                <a:cubicBezTo>
                  <a:pt x="50418" y="2788"/>
                  <a:pt x="47626" y="0"/>
                  <a:pt x="43640" y="0"/>
                </a:cubicBezTo>
                <a:cubicBezTo>
                  <a:pt x="38659" y="0"/>
                  <a:pt x="35671" y="3387"/>
                  <a:pt x="34275" y="8563"/>
                </a:cubicBezTo>
                <a:cubicBezTo>
                  <a:pt x="32879" y="13540"/>
                  <a:pt x="35470" y="3983"/>
                  <a:pt x="26704" y="38623"/>
                </a:cubicBezTo>
                <a:lnTo>
                  <a:pt x="6376" y="38623"/>
                </a:lnTo>
                <a:cubicBezTo>
                  <a:pt x="2591" y="38623"/>
                  <a:pt x="0" y="38623"/>
                  <a:pt x="0" y="43008"/>
                </a:cubicBezTo>
                <a:cubicBezTo>
                  <a:pt x="0" y="45799"/>
                  <a:pt x="2390" y="45799"/>
                  <a:pt x="5978" y="45799"/>
                </a:cubicBezTo>
                <a:lnTo>
                  <a:pt x="24910" y="45799"/>
                </a:lnTo>
                <a:lnTo>
                  <a:pt x="13151" y="92757"/>
                </a:lnTo>
                <a:cubicBezTo>
                  <a:pt x="11956" y="97731"/>
                  <a:pt x="10162" y="104895"/>
                  <a:pt x="10162" y="107480"/>
                </a:cubicBezTo>
                <a:cubicBezTo>
                  <a:pt x="10162" y="119220"/>
                  <a:pt x="20127" y="126390"/>
                  <a:pt x="31487" y="126390"/>
                </a:cubicBezTo>
                <a:cubicBezTo>
                  <a:pt x="53604" y="126390"/>
                  <a:pt x="66160" y="98528"/>
                  <a:pt x="66160" y="95941"/>
                </a:cubicBezTo>
                <a:cubicBezTo>
                  <a:pt x="66160" y="93353"/>
                  <a:pt x="63569" y="93353"/>
                  <a:pt x="62970" y="93353"/>
                </a:cubicBezTo>
                <a:cubicBezTo>
                  <a:pt x="60580" y="93353"/>
                  <a:pt x="60379" y="93751"/>
                  <a:pt x="58786" y="97135"/>
                </a:cubicBezTo>
                <a:cubicBezTo>
                  <a:pt x="53207" y="109669"/>
                  <a:pt x="43044" y="120810"/>
                  <a:pt x="32082" y="120810"/>
                </a:cubicBezTo>
                <a:cubicBezTo>
                  <a:pt x="27898" y="120810"/>
                  <a:pt x="25110" y="118226"/>
                  <a:pt x="25110" y="111062"/>
                </a:cubicBezTo>
                <a:cubicBezTo>
                  <a:pt x="25110" y="109073"/>
                  <a:pt x="25907" y="104895"/>
                  <a:pt x="26305" y="102904"/>
                </a:cubicBezTo>
                <a:lnTo>
                  <a:pt x="40651" y="457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df-path-100034">
            <a:extLst xmlns:a="http://schemas.openxmlformats.org/drawingml/2006/main">
              <a:ext uri="{FF2B5EF4-FFF2-40B4-BE49-F238E27FC236}">
                <a16:creationId xmlns:a16="http://schemas.microsoft.com/office/drawing/2014/main" id="{8E8399A2-549A-443F-8796-D77AD375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133" y="1542794"/>
            <a:ext cx="11390" cy="284680"/>
          </a:xfrm>
          <a:custGeom xmlns:a="http://schemas.openxmlformats.org/drawingml/2006/main">
            <a:pathLst>
              <a:path w="11390" h="284680">
                <a:moveTo>
                  <a:pt x="11390" y="10251"/>
                </a:moveTo>
                <a:cubicBezTo>
                  <a:pt x="11390" y="5125"/>
                  <a:pt x="11390" y="0"/>
                  <a:pt x="5695" y="0"/>
                </a:cubicBezTo>
                <a:cubicBezTo>
                  <a:pt x="0" y="0"/>
                  <a:pt x="0" y="5125"/>
                  <a:pt x="0" y="10251"/>
                </a:cubicBezTo>
                <a:lnTo>
                  <a:pt x="0" y="274433"/>
                </a:lnTo>
                <a:cubicBezTo>
                  <a:pt x="0" y="279559"/>
                  <a:pt x="0" y="284680"/>
                  <a:pt x="5695" y="284680"/>
                </a:cubicBezTo>
                <a:cubicBezTo>
                  <a:pt x="11390" y="284680"/>
                  <a:pt x="11390" y="279559"/>
                  <a:pt x="11390" y="274433"/>
                </a:cubicBezTo>
                <a:lnTo>
                  <a:pt x="11390" y="102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df-path-100035">
            <a:extLst xmlns:a="http://schemas.openxmlformats.org/drawingml/2006/main">
              <a:ext uri="{FF2B5EF4-FFF2-40B4-BE49-F238E27FC236}">
                <a16:creationId xmlns:a16="http://schemas.microsoft.com/office/drawing/2014/main" id="{E258DCC5-6259-4C31-9888-4FF2DB9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222" y="1630367"/>
            <a:ext cx="104766" cy="128996"/>
          </a:xfrm>
          <a:custGeom xmlns:a="http://schemas.openxmlformats.org/drawingml/2006/main">
            <a:pathLst>
              <a:path w="104766" h="128996">
                <a:moveTo>
                  <a:pt x="96508" y="19452"/>
                </a:moveTo>
                <a:cubicBezTo>
                  <a:pt x="88537" y="19739"/>
                  <a:pt x="82842" y="26002"/>
                  <a:pt x="82842" y="32266"/>
                </a:cubicBezTo>
                <a:cubicBezTo>
                  <a:pt x="82842" y="36254"/>
                  <a:pt x="85405" y="40524"/>
                  <a:pt x="91669" y="40524"/>
                </a:cubicBezTo>
                <a:cubicBezTo>
                  <a:pt x="97933" y="40524"/>
                  <a:pt x="104766" y="35685"/>
                  <a:pt x="104766" y="24582"/>
                </a:cubicBezTo>
                <a:cubicBezTo>
                  <a:pt x="104766" y="11711"/>
                  <a:pt x="92525" y="0"/>
                  <a:pt x="70888" y="0"/>
                </a:cubicBezTo>
                <a:cubicBezTo>
                  <a:pt x="33309" y="0"/>
                  <a:pt x="22775" y="29134"/>
                  <a:pt x="22775" y="41658"/>
                </a:cubicBezTo>
                <a:cubicBezTo>
                  <a:pt x="22775" y="63820"/>
                  <a:pt x="43843" y="68081"/>
                  <a:pt x="52097" y="69785"/>
                </a:cubicBezTo>
                <a:cubicBezTo>
                  <a:pt x="66900" y="72625"/>
                  <a:pt x="81704" y="75753"/>
                  <a:pt x="81704" y="91395"/>
                </a:cubicBezTo>
                <a:cubicBezTo>
                  <a:pt x="81704" y="98797"/>
                  <a:pt x="75158" y="122737"/>
                  <a:pt x="40998" y="122737"/>
                </a:cubicBezTo>
                <a:cubicBezTo>
                  <a:pt x="37010" y="122737"/>
                  <a:pt x="15091" y="122737"/>
                  <a:pt x="8540" y="107624"/>
                </a:cubicBezTo>
                <a:cubicBezTo>
                  <a:pt x="19361" y="109049"/>
                  <a:pt x="26476" y="100504"/>
                  <a:pt x="26476" y="92533"/>
                </a:cubicBezTo>
                <a:cubicBezTo>
                  <a:pt x="26476" y="85987"/>
                  <a:pt x="21924" y="82569"/>
                  <a:pt x="15943" y="82569"/>
                </a:cubicBezTo>
                <a:cubicBezTo>
                  <a:pt x="8540" y="82569"/>
                  <a:pt x="0" y="88550"/>
                  <a:pt x="0" y="101360"/>
                </a:cubicBezTo>
                <a:cubicBezTo>
                  <a:pt x="0" y="117602"/>
                  <a:pt x="16229" y="128996"/>
                  <a:pt x="40711" y="128996"/>
                </a:cubicBezTo>
                <a:cubicBezTo>
                  <a:pt x="86830" y="128996"/>
                  <a:pt x="97933" y="94527"/>
                  <a:pt x="97933" y="81717"/>
                </a:cubicBezTo>
                <a:cubicBezTo>
                  <a:pt x="97933" y="71492"/>
                  <a:pt x="92525" y="64389"/>
                  <a:pt x="89106" y="60980"/>
                </a:cubicBezTo>
                <a:cubicBezTo>
                  <a:pt x="81421" y="53021"/>
                  <a:pt x="73164" y="51601"/>
                  <a:pt x="60641" y="49047"/>
                </a:cubicBezTo>
                <a:cubicBezTo>
                  <a:pt x="50389" y="46775"/>
                  <a:pt x="39004" y="44785"/>
                  <a:pt x="39004" y="31984"/>
                </a:cubicBezTo>
                <a:cubicBezTo>
                  <a:pt x="39004" y="23726"/>
                  <a:pt x="45837" y="6264"/>
                  <a:pt x="70888" y="6264"/>
                </a:cubicBezTo>
                <a:cubicBezTo>
                  <a:pt x="78003" y="6264"/>
                  <a:pt x="92238" y="8271"/>
                  <a:pt x="96508" y="194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df-path-100036">
            <a:extLst xmlns:a="http://schemas.openxmlformats.org/drawingml/2006/main">
              <a:ext uri="{FF2B5EF4-FFF2-40B4-BE49-F238E27FC236}">
                <a16:creationId xmlns:a16="http://schemas.microsoft.com/office/drawing/2014/main" id="{70EB0D3B-9411-4D70-B53F-93936D10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3235" y="1674580"/>
            <a:ext cx="67355" cy="126390"/>
          </a:xfrm>
          <a:custGeom xmlns:a="http://schemas.openxmlformats.org/drawingml/2006/main">
            <a:pathLst>
              <a:path w="67355" h="126390">
                <a:moveTo>
                  <a:pt x="40651" y="45799"/>
                </a:moveTo>
                <a:lnTo>
                  <a:pt x="60978" y="45799"/>
                </a:lnTo>
                <a:cubicBezTo>
                  <a:pt x="64764" y="45799"/>
                  <a:pt x="67355" y="45799"/>
                  <a:pt x="67355" y="41414"/>
                </a:cubicBezTo>
                <a:cubicBezTo>
                  <a:pt x="67355" y="38623"/>
                  <a:pt x="64764" y="38623"/>
                  <a:pt x="61377" y="38623"/>
                </a:cubicBezTo>
                <a:lnTo>
                  <a:pt x="42445" y="38623"/>
                </a:lnTo>
                <a:lnTo>
                  <a:pt x="49819" y="9162"/>
                </a:lnTo>
                <a:cubicBezTo>
                  <a:pt x="50019" y="8164"/>
                  <a:pt x="50418" y="7170"/>
                  <a:pt x="50418" y="6373"/>
                </a:cubicBezTo>
                <a:cubicBezTo>
                  <a:pt x="50418" y="2788"/>
                  <a:pt x="47626" y="0"/>
                  <a:pt x="43640" y="0"/>
                </a:cubicBezTo>
                <a:cubicBezTo>
                  <a:pt x="38659" y="0"/>
                  <a:pt x="35671" y="3387"/>
                  <a:pt x="34275" y="8563"/>
                </a:cubicBezTo>
                <a:cubicBezTo>
                  <a:pt x="32879" y="13540"/>
                  <a:pt x="35469" y="3983"/>
                  <a:pt x="26704" y="38623"/>
                </a:cubicBezTo>
                <a:lnTo>
                  <a:pt x="6376" y="38623"/>
                </a:lnTo>
                <a:cubicBezTo>
                  <a:pt x="2591" y="38623"/>
                  <a:pt x="0" y="38623"/>
                  <a:pt x="0" y="43008"/>
                </a:cubicBezTo>
                <a:cubicBezTo>
                  <a:pt x="0" y="45799"/>
                  <a:pt x="2390" y="45799"/>
                  <a:pt x="5978" y="45799"/>
                </a:cubicBezTo>
                <a:lnTo>
                  <a:pt x="24910" y="45799"/>
                </a:lnTo>
                <a:lnTo>
                  <a:pt x="13151" y="92757"/>
                </a:lnTo>
                <a:cubicBezTo>
                  <a:pt x="11956" y="97731"/>
                  <a:pt x="10162" y="104895"/>
                  <a:pt x="10162" y="107480"/>
                </a:cubicBezTo>
                <a:cubicBezTo>
                  <a:pt x="10162" y="119220"/>
                  <a:pt x="20127" y="126390"/>
                  <a:pt x="31487" y="126390"/>
                </a:cubicBezTo>
                <a:cubicBezTo>
                  <a:pt x="53604" y="126390"/>
                  <a:pt x="66160" y="98528"/>
                  <a:pt x="66160" y="95941"/>
                </a:cubicBezTo>
                <a:cubicBezTo>
                  <a:pt x="66160" y="93353"/>
                  <a:pt x="63569" y="93353"/>
                  <a:pt x="62970" y="93353"/>
                </a:cubicBezTo>
                <a:cubicBezTo>
                  <a:pt x="60580" y="93353"/>
                  <a:pt x="60379" y="93751"/>
                  <a:pt x="58786" y="97135"/>
                </a:cubicBezTo>
                <a:cubicBezTo>
                  <a:pt x="53207" y="109669"/>
                  <a:pt x="43044" y="120810"/>
                  <a:pt x="32082" y="120810"/>
                </a:cubicBezTo>
                <a:cubicBezTo>
                  <a:pt x="27898" y="120810"/>
                  <a:pt x="25110" y="118226"/>
                  <a:pt x="25110" y="111062"/>
                </a:cubicBezTo>
                <a:cubicBezTo>
                  <a:pt x="25110" y="109073"/>
                  <a:pt x="25907" y="104895"/>
                  <a:pt x="26305" y="102904"/>
                </a:cubicBezTo>
                <a:lnTo>
                  <a:pt x="40651" y="457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df-path-100037">
            <a:extLst xmlns:a="http://schemas.openxmlformats.org/drawingml/2006/main">
              <a:ext uri="{FF2B5EF4-FFF2-40B4-BE49-F238E27FC236}">
                <a16:creationId xmlns:a16="http://schemas.microsoft.com/office/drawing/2014/main" id="{7EA8267F-A6C6-4F0D-B984-D4122BE1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304" y="1542794"/>
            <a:ext cx="66045" cy="284680"/>
          </a:xfrm>
          <a:custGeom xmlns:a="http://schemas.openxmlformats.org/drawingml/2006/main">
            <a:pathLst>
              <a:path w="66045" h="284680">
                <a:moveTo>
                  <a:pt x="66045" y="142340"/>
                </a:moveTo>
                <a:cubicBezTo>
                  <a:pt x="66045" y="120139"/>
                  <a:pt x="62917" y="85691"/>
                  <a:pt x="47258" y="53521"/>
                </a:cubicBezTo>
                <a:cubicBezTo>
                  <a:pt x="30177" y="18505"/>
                  <a:pt x="5695" y="0"/>
                  <a:pt x="2845" y="0"/>
                </a:cubicBezTo>
                <a:cubicBezTo>
                  <a:pt x="1138" y="0"/>
                  <a:pt x="0" y="1142"/>
                  <a:pt x="0" y="2849"/>
                </a:cubicBezTo>
                <a:cubicBezTo>
                  <a:pt x="0" y="3701"/>
                  <a:pt x="0" y="4274"/>
                  <a:pt x="5408" y="9396"/>
                </a:cubicBezTo>
                <a:cubicBezTo>
                  <a:pt x="33309" y="37579"/>
                  <a:pt x="49534" y="82842"/>
                  <a:pt x="49534" y="142340"/>
                </a:cubicBezTo>
                <a:cubicBezTo>
                  <a:pt x="49534" y="191022"/>
                  <a:pt x="39004" y="241124"/>
                  <a:pt x="3701" y="276996"/>
                </a:cubicBezTo>
                <a:cubicBezTo>
                  <a:pt x="0" y="280411"/>
                  <a:pt x="0" y="280984"/>
                  <a:pt x="0" y="281835"/>
                </a:cubicBezTo>
                <a:cubicBezTo>
                  <a:pt x="0" y="283542"/>
                  <a:pt x="1138" y="284680"/>
                  <a:pt x="2845" y="284680"/>
                </a:cubicBezTo>
                <a:cubicBezTo>
                  <a:pt x="5695" y="284680"/>
                  <a:pt x="31315" y="265324"/>
                  <a:pt x="48113" y="229170"/>
                </a:cubicBezTo>
                <a:cubicBezTo>
                  <a:pt x="62630" y="197855"/>
                  <a:pt x="66045" y="166253"/>
                  <a:pt x="66045" y="14234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df-path-100038">
            <a:extLst xmlns:a="http://schemas.openxmlformats.org/drawingml/2006/main">
              <a:ext uri="{FF2B5EF4-FFF2-40B4-BE49-F238E27FC236}">
                <a16:creationId xmlns:a16="http://schemas.microsoft.com/office/drawing/2014/main" id="{60C67350-0BED-4447-A649-302FD4A2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0255" y="1943519"/>
            <a:ext cx="104766" cy="128996"/>
          </a:xfrm>
          <a:custGeom xmlns:a="http://schemas.openxmlformats.org/drawingml/2006/main">
            <a:pathLst>
              <a:path w="104766" h="128996">
                <a:moveTo>
                  <a:pt x="96508" y="19452"/>
                </a:moveTo>
                <a:cubicBezTo>
                  <a:pt x="88537" y="19739"/>
                  <a:pt x="82842" y="26002"/>
                  <a:pt x="82842" y="32266"/>
                </a:cubicBezTo>
                <a:cubicBezTo>
                  <a:pt x="82842" y="36254"/>
                  <a:pt x="85405" y="40524"/>
                  <a:pt x="91669" y="40524"/>
                </a:cubicBezTo>
                <a:cubicBezTo>
                  <a:pt x="97933" y="40524"/>
                  <a:pt x="104766" y="35685"/>
                  <a:pt x="104766" y="24582"/>
                </a:cubicBezTo>
                <a:cubicBezTo>
                  <a:pt x="104766" y="11711"/>
                  <a:pt x="92525" y="0"/>
                  <a:pt x="70888" y="0"/>
                </a:cubicBezTo>
                <a:cubicBezTo>
                  <a:pt x="33309" y="0"/>
                  <a:pt x="22775" y="29134"/>
                  <a:pt x="22775" y="41658"/>
                </a:cubicBezTo>
                <a:cubicBezTo>
                  <a:pt x="22775" y="63820"/>
                  <a:pt x="43843" y="68082"/>
                  <a:pt x="52097" y="69785"/>
                </a:cubicBezTo>
                <a:cubicBezTo>
                  <a:pt x="66900" y="72625"/>
                  <a:pt x="81704" y="75753"/>
                  <a:pt x="81704" y="91395"/>
                </a:cubicBezTo>
                <a:cubicBezTo>
                  <a:pt x="81704" y="98797"/>
                  <a:pt x="75158" y="122737"/>
                  <a:pt x="40998" y="122737"/>
                </a:cubicBezTo>
                <a:cubicBezTo>
                  <a:pt x="37010" y="122737"/>
                  <a:pt x="15091" y="122737"/>
                  <a:pt x="8540" y="107624"/>
                </a:cubicBezTo>
                <a:cubicBezTo>
                  <a:pt x="19361" y="109049"/>
                  <a:pt x="26476" y="100504"/>
                  <a:pt x="26476" y="92533"/>
                </a:cubicBezTo>
                <a:cubicBezTo>
                  <a:pt x="26476" y="85987"/>
                  <a:pt x="21924" y="82569"/>
                  <a:pt x="15943" y="82569"/>
                </a:cubicBezTo>
                <a:cubicBezTo>
                  <a:pt x="8540" y="82569"/>
                  <a:pt x="0" y="88550"/>
                  <a:pt x="0" y="101360"/>
                </a:cubicBezTo>
                <a:cubicBezTo>
                  <a:pt x="0" y="117602"/>
                  <a:pt x="16229" y="128996"/>
                  <a:pt x="40711" y="128996"/>
                </a:cubicBezTo>
                <a:cubicBezTo>
                  <a:pt x="86830" y="128996"/>
                  <a:pt x="97933" y="94527"/>
                  <a:pt x="97933" y="81717"/>
                </a:cubicBezTo>
                <a:cubicBezTo>
                  <a:pt x="97933" y="71492"/>
                  <a:pt x="92525" y="64389"/>
                  <a:pt x="89106" y="60980"/>
                </a:cubicBezTo>
                <a:cubicBezTo>
                  <a:pt x="81421" y="53021"/>
                  <a:pt x="73164" y="51601"/>
                  <a:pt x="60641" y="49047"/>
                </a:cubicBezTo>
                <a:cubicBezTo>
                  <a:pt x="50389" y="46775"/>
                  <a:pt x="39004" y="44785"/>
                  <a:pt x="39004" y="31984"/>
                </a:cubicBezTo>
                <a:cubicBezTo>
                  <a:pt x="39004" y="23726"/>
                  <a:pt x="45837" y="6264"/>
                  <a:pt x="70888" y="6264"/>
                </a:cubicBezTo>
                <a:cubicBezTo>
                  <a:pt x="78003" y="6264"/>
                  <a:pt x="92238" y="8271"/>
                  <a:pt x="96508" y="194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df-path-100039">
            <a:extLst xmlns:a="http://schemas.openxmlformats.org/drawingml/2006/main">
              <a:ext uri="{FF2B5EF4-FFF2-40B4-BE49-F238E27FC236}">
                <a16:creationId xmlns:a16="http://schemas.microsoft.com/office/drawing/2014/main" id="{B0724F91-EF13-4FF6-91F9-23815E3C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268" y="1987704"/>
            <a:ext cx="67355" cy="126390"/>
          </a:xfrm>
          <a:custGeom xmlns:a="http://schemas.openxmlformats.org/drawingml/2006/main">
            <a:pathLst>
              <a:path w="67355" h="126390">
                <a:moveTo>
                  <a:pt x="40651" y="45799"/>
                </a:moveTo>
                <a:lnTo>
                  <a:pt x="60978" y="45799"/>
                </a:lnTo>
                <a:cubicBezTo>
                  <a:pt x="64764" y="45799"/>
                  <a:pt x="67355" y="45799"/>
                  <a:pt x="67355" y="41414"/>
                </a:cubicBezTo>
                <a:cubicBezTo>
                  <a:pt x="67355" y="38623"/>
                  <a:pt x="64764" y="38623"/>
                  <a:pt x="61377" y="38623"/>
                </a:cubicBezTo>
                <a:lnTo>
                  <a:pt x="42445" y="38623"/>
                </a:lnTo>
                <a:lnTo>
                  <a:pt x="49819" y="9162"/>
                </a:lnTo>
                <a:cubicBezTo>
                  <a:pt x="50019" y="8164"/>
                  <a:pt x="50418" y="7170"/>
                  <a:pt x="50418" y="6373"/>
                </a:cubicBezTo>
                <a:cubicBezTo>
                  <a:pt x="50418" y="2788"/>
                  <a:pt x="47626" y="0"/>
                  <a:pt x="43640" y="0"/>
                </a:cubicBezTo>
                <a:cubicBezTo>
                  <a:pt x="38659" y="0"/>
                  <a:pt x="35671" y="3387"/>
                  <a:pt x="34275" y="8563"/>
                </a:cubicBezTo>
                <a:cubicBezTo>
                  <a:pt x="32879" y="13540"/>
                  <a:pt x="35469" y="3983"/>
                  <a:pt x="26704" y="38623"/>
                </a:cubicBezTo>
                <a:lnTo>
                  <a:pt x="6376" y="38623"/>
                </a:lnTo>
                <a:cubicBezTo>
                  <a:pt x="2591" y="38623"/>
                  <a:pt x="0" y="38623"/>
                  <a:pt x="0" y="43008"/>
                </a:cubicBezTo>
                <a:cubicBezTo>
                  <a:pt x="0" y="45799"/>
                  <a:pt x="2390" y="45799"/>
                  <a:pt x="5978" y="45799"/>
                </a:cubicBezTo>
                <a:lnTo>
                  <a:pt x="24910" y="45799"/>
                </a:lnTo>
                <a:lnTo>
                  <a:pt x="13151" y="92757"/>
                </a:lnTo>
                <a:cubicBezTo>
                  <a:pt x="11956" y="97731"/>
                  <a:pt x="10162" y="104895"/>
                  <a:pt x="10162" y="107480"/>
                </a:cubicBezTo>
                <a:cubicBezTo>
                  <a:pt x="10162" y="119220"/>
                  <a:pt x="20127" y="126390"/>
                  <a:pt x="31487" y="126390"/>
                </a:cubicBezTo>
                <a:cubicBezTo>
                  <a:pt x="53604" y="126390"/>
                  <a:pt x="66160" y="98528"/>
                  <a:pt x="66160" y="95941"/>
                </a:cubicBezTo>
                <a:cubicBezTo>
                  <a:pt x="66160" y="93353"/>
                  <a:pt x="63569" y="93353"/>
                  <a:pt x="62970" y="93353"/>
                </a:cubicBezTo>
                <a:cubicBezTo>
                  <a:pt x="60580" y="93353"/>
                  <a:pt x="60379" y="93751"/>
                  <a:pt x="58786" y="97135"/>
                </a:cubicBezTo>
                <a:cubicBezTo>
                  <a:pt x="53207" y="109669"/>
                  <a:pt x="43044" y="120810"/>
                  <a:pt x="32082" y="120810"/>
                </a:cubicBezTo>
                <a:cubicBezTo>
                  <a:pt x="27898" y="120810"/>
                  <a:pt x="25110" y="118226"/>
                  <a:pt x="25110" y="111062"/>
                </a:cubicBezTo>
                <a:cubicBezTo>
                  <a:pt x="25110" y="109073"/>
                  <a:pt x="25907" y="104895"/>
                  <a:pt x="26305" y="102904"/>
                </a:cubicBezTo>
                <a:lnTo>
                  <a:pt x="40651" y="457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path-100040">
            <a:extLst xmlns:a="http://schemas.openxmlformats.org/drawingml/2006/main">
              <a:ext uri="{FF2B5EF4-FFF2-40B4-BE49-F238E27FC236}">
                <a16:creationId xmlns:a16="http://schemas.microsoft.com/office/drawing/2014/main" id="{082B38BF-08BB-442D-A145-EE1EF176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830" y="1988769"/>
            <a:ext cx="146669" cy="146927"/>
          </a:xfrm>
          <a:custGeom xmlns:a="http://schemas.openxmlformats.org/drawingml/2006/main">
            <a:pathLst>
              <a:path w="146669" h="146927">
                <a:moveTo>
                  <a:pt x="78317" y="78268"/>
                </a:moveTo>
                <a:lnTo>
                  <a:pt x="139295" y="78268"/>
                </a:lnTo>
                <a:cubicBezTo>
                  <a:pt x="141886" y="78268"/>
                  <a:pt x="146669" y="78268"/>
                  <a:pt x="146669" y="73485"/>
                </a:cubicBezTo>
                <a:cubicBezTo>
                  <a:pt x="146669" y="68501"/>
                  <a:pt x="142083" y="68501"/>
                  <a:pt x="139295" y="68501"/>
                </a:cubicBezTo>
                <a:lnTo>
                  <a:pt x="78317" y="68501"/>
                </a:lnTo>
                <a:lnTo>
                  <a:pt x="78317" y="7370"/>
                </a:lnTo>
                <a:cubicBezTo>
                  <a:pt x="78317" y="4783"/>
                  <a:pt x="78317" y="0"/>
                  <a:pt x="73534" y="0"/>
                </a:cubicBezTo>
                <a:cubicBezTo>
                  <a:pt x="68550" y="0"/>
                  <a:pt x="68550" y="4585"/>
                  <a:pt x="68550" y="7370"/>
                </a:cubicBezTo>
                <a:lnTo>
                  <a:pt x="68550" y="68501"/>
                </a:lnTo>
                <a:lnTo>
                  <a:pt x="7374" y="68501"/>
                </a:lnTo>
                <a:cubicBezTo>
                  <a:pt x="4783" y="68501"/>
                  <a:pt x="0" y="68501"/>
                  <a:pt x="0" y="73284"/>
                </a:cubicBezTo>
                <a:cubicBezTo>
                  <a:pt x="0" y="78268"/>
                  <a:pt x="4583" y="78268"/>
                  <a:pt x="7374" y="78268"/>
                </a:cubicBezTo>
                <a:lnTo>
                  <a:pt x="68550" y="78268"/>
                </a:lnTo>
                <a:lnTo>
                  <a:pt x="68550" y="139550"/>
                </a:lnTo>
                <a:cubicBezTo>
                  <a:pt x="68550" y="142144"/>
                  <a:pt x="68550" y="146927"/>
                  <a:pt x="73333" y="146927"/>
                </a:cubicBezTo>
                <a:cubicBezTo>
                  <a:pt x="78317" y="146927"/>
                  <a:pt x="78317" y="142344"/>
                  <a:pt x="78317" y="139550"/>
                </a:cubicBezTo>
                <a:lnTo>
                  <a:pt x="78317" y="782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100041">
            <a:extLst xmlns:a="http://schemas.openxmlformats.org/drawingml/2006/main">
              <a:ext uri="{FF2B5EF4-FFF2-40B4-BE49-F238E27FC236}">
                <a16:creationId xmlns:a16="http://schemas.microsoft.com/office/drawing/2014/main" id="{E4659C0B-F235-48A8-9B0C-C96DBC36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368" y="1979817"/>
            <a:ext cx="72536" cy="132332"/>
          </a:xfrm>
          <a:custGeom xmlns:a="http://schemas.openxmlformats.org/drawingml/2006/main">
            <a:pathLst>
              <a:path w="72536" h="132332">
                <a:moveTo>
                  <a:pt x="45036" y="5568"/>
                </a:moveTo>
                <a:cubicBezTo>
                  <a:pt x="45036" y="201"/>
                  <a:pt x="44637" y="0"/>
                  <a:pt x="39058" y="0"/>
                </a:cubicBezTo>
                <a:cubicBezTo>
                  <a:pt x="26305" y="12479"/>
                  <a:pt x="8170" y="12677"/>
                  <a:pt x="0" y="12677"/>
                </a:cubicBezTo>
                <a:lnTo>
                  <a:pt x="0" y="19850"/>
                </a:lnTo>
                <a:cubicBezTo>
                  <a:pt x="4783" y="19850"/>
                  <a:pt x="17934" y="19850"/>
                  <a:pt x="28896" y="14270"/>
                </a:cubicBezTo>
                <a:lnTo>
                  <a:pt x="28896" y="115985"/>
                </a:lnTo>
                <a:cubicBezTo>
                  <a:pt x="28896" y="122568"/>
                  <a:pt x="28896" y="125159"/>
                  <a:pt x="8967" y="125159"/>
                </a:cubicBezTo>
                <a:lnTo>
                  <a:pt x="1395" y="125159"/>
                </a:lnTo>
                <a:lnTo>
                  <a:pt x="1395" y="132332"/>
                </a:lnTo>
                <a:cubicBezTo>
                  <a:pt x="4980" y="132134"/>
                  <a:pt x="29492" y="131535"/>
                  <a:pt x="36865" y="131535"/>
                </a:cubicBezTo>
                <a:cubicBezTo>
                  <a:pt x="43044" y="131535"/>
                  <a:pt x="68152" y="132134"/>
                  <a:pt x="72536" y="132332"/>
                </a:cubicBezTo>
                <a:lnTo>
                  <a:pt x="72536" y="125159"/>
                </a:lnTo>
                <a:lnTo>
                  <a:pt x="64964" y="125159"/>
                </a:lnTo>
                <a:cubicBezTo>
                  <a:pt x="45036" y="125159"/>
                  <a:pt x="45036" y="122568"/>
                  <a:pt x="45036" y="115985"/>
                </a:cubicBezTo>
                <a:lnTo>
                  <a:pt x="45036" y="55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df-path-100042">
            <a:extLst xmlns:a="http://schemas.openxmlformats.org/drawingml/2006/main">
              <a:ext uri="{FF2B5EF4-FFF2-40B4-BE49-F238E27FC236}">
                <a16:creationId xmlns:a16="http://schemas.microsoft.com/office/drawing/2014/main" id="{BC90E2A4-4065-4667-B6ED-CD5F07A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099" y="1964926"/>
            <a:ext cx="189883" cy="66722"/>
          </a:xfrm>
          <a:custGeom xmlns:a="http://schemas.openxmlformats.org/drawingml/2006/main">
            <a:pathLst>
              <a:path w="189883" h="66722">
                <a:moveTo>
                  <a:pt x="189883" y="9396"/>
                </a:moveTo>
                <a:cubicBezTo>
                  <a:pt x="189883" y="3132"/>
                  <a:pt x="188172" y="286"/>
                  <a:pt x="185896" y="286"/>
                </a:cubicBezTo>
                <a:cubicBezTo>
                  <a:pt x="184471" y="286"/>
                  <a:pt x="182195" y="2280"/>
                  <a:pt x="181913" y="7688"/>
                </a:cubicBezTo>
                <a:cubicBezTo>
                  <a:pt x="180770" y="35076"/>
                  <a:pt x="161983" y="50780"/>
                  <a:pt x="142058" y="50780"/>
                </a:cubicBezTo>
                <a:cubicBezTo>
                  <a:pt x="124122" y="50780"/>
                  <a:pt x="110456" y="38504"/>
                  <a:pt x="96508" y="26224"/>
                </a:cubicBezTo>
                <a:cubicBezTo>
                  <a:pt x="81986" y="13097"/>
                  <a:pt x="67186" y="0"/>
                  <a:pt x="47826" y="0"/>
                </a:cubicBezTo>
                <a:cubicBezTo>
                  <a:pt x="16797" y="0"/>
                  <a:pt x="0" y="31362"/>
                  <a:pt x="0" y="57331"/>
                </a:cubicBezTo>
                <a:cubicBezTo>
                  <a:pt x="0" y="66439"/>
                  <a:pt x="3701" y="66439"/>
                  <a:pt x="3983" y="66439"/>
                </a:cubicBezTo>
                <a:cubicBezTo>
                  <a:pt x="7115" y="66439"/>
                  <a:pt x="7970" y="60745"/>
                  <a:pt x="7970" y="59893"/>
                </a:cubicBezTo>
                <a:cubicBezTo>
                  <a:pt x="9108" y="28509"/>
                  <a:pt x="30459" y="15946"/>
                  <a:pt x="47826" y="15946"/>
                </a:cubicBezTo>
                <a:cubicBezTo>
                  <a:pt x="65761" y="15946"/>
                  <a:pt x="79427" y="28222"/>
                  <a:pt x="93375" y="40502"/>
                </a:cubicBezTo>
                <a:cubicBezTo>
                  <a:pt x="107893" y="53630"/>
                  <a:pt x="122697" y="66722"/>
                  <a:pt x="142058" y="66722"/>
                </a:cubicBezTo>
                <a:cubicBezTo>
                  <a:pt x="173086" y="66722"/>
                  <a:pt x="189883" y="35363"/>
                  <a:pt x="189883" y="939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df-path-100043">
            <a:extLst xmlns:a="http://schemas.openxmlformats.org/drawingml/2006/main">
              <a:ext uri="{FF2B5EF4-FFF2-40B4-BE49-F238E27FC236}">
                <a16:creationId xmlns:a16="http://schemas.microsoft.com/office/drawing/2014/main" id="{1D881D18-590D-4681-8A46-CAF904E5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823" y="1943519"/>
            <a:ext cx="148604" cy="181261"/>
          </a:xfrm>
          <a:custGeom xmlns:a="http://schemas.openxmlformats.org/drawingml/2006/main">
            <a:pathLst>
              <a:path w="148604" h="181261">
                <a:moveTo>
                  <a:pt x="21924" y="160719"/>
                </a:moveTo>
                <a:cubicBezTo>
                  <a:pt x="19644" y="170437"/>
                  <a:pt x="19074" y="172439"/>
                  <a:pt x="6551" y="172439"/>
                </a:cubicBezTo>
                <a:cubicBezTo>
                  <a:pt x="3132" y="172439"/>
                  <a:pt x="0" y="172439"/>
                  <a:pt x="0" y="177847"/>
                </a:cubicBezTo>
                <a:cubicBezTo>
                  <a:pt x="0" y="180123"/>
                  <a:pt x="1425" y="181261"/>
                  <a:pt x="3701" y="181261"/>
                </a:cubicBezTo>
                <a:cubicBezTo>
                  <a:pt x="11390" y="181261"/>
                  <a:pt x="19644" y="180410"/>
                  <a:pt x="27614" y="180410"/>
                </a:cubicBezTo>
                <a:cubicBezTo>
                  <a:pt x="37010" y="180410"/>
                  <a:pt x="46688" y="181261"/>
                  <a:pt x="55797" y="181261"/>
                </a:cubicBezTo>
                <a:cubicBezTo>
                  <a:pt x="57222" y="181261"/>
                  <a:pt x="60923" y="181261"/>
                  <a:pt x="60923" y="175571"/>
                </a:cubicBezTo>
                <a:cubicBezTo>
                  <a:pt x="60923" y="172439"/>
                  <a:pt x="58078" y="172439"/>
                  <a:pt x="54090" y="172439"/>
                </a:cubicBezTo>
                <a:cubicBezTo>
                  <a:pt x="39856" y="172439"/>
                  <a:pt x="39856" y="170437"/>
                  <a:pt x="39856" y="167865"/>
                </a:cubicBezTo>
                <a:cubicBezTo>
                  <a:pt x="39856" y="164437"/>
                  <a:pt x="51814" y="117893"/>
                  <a:pt x="53807" y="110773"/>
                </a:cubicBezTo>
                <a:cubicBezTo>
                  <a:pt x="57508" y="119031"/>
                  <a:pt x="65480" y="128996"/>
                  <a:pt x="79997" y="128996"/>
                </a:cubicBezTo>
                <a:cubicBezTo>
                  <a:pt x="113019" y="128996"/>
                  <a:pt x="148604" y="87425"/>
                  <a:pt x="148604" y="45563"/>
                </a:cubicBezTo>
                <a:cubicBezTo>
                  <a:pt x="148604" y="18796"/>
                  <a:pt x="132380" y="0"/>
                  <a:pt x="110743" y="0"/>
                </a:cubicBezTo>
                <a:cubicBezTo>
                  <a:pt x="96508" y="0"/>
                  <a:pt x="82842" y="10252"/>
                  <a:pt x="73451" y="21359"/>
                </a:cubicBezTo>
                <a:cubicBezTo>
                  <a:pt x="70601" y="5982"/>
                  <a:pt x="58360" y="0"/>
                  <a:pt x="47826" y="0"/>
                </a:cubicBezTo>
                <a:cubicBezTo>
                  <a:pt x="34734" y="0"/>
                  <a:pt x="29326" y="11107"/>
                  <a:pt x="26763" y="16233"/>
                </a:cubicBezTo>
                <a:cubicBezTo>
                  <a:pt x="21637" y="25916"/>
                  <a:pt x="17936" y="43000"/>
                  <a:pt x="17936" y="43856"/>
                </a:cubicBezTo>
                <a:cubicBezTo>
                  <a:pt x="17936" y="46701"/>
                  <a:pt x="20782" y="46701"/>
                  <a:pt x="21355" y="46701"/>
                </a:cubicBezTo>
                <a:cubicBezTo>
                  <a:pt x="24200" y="46701"/>
                  <a:pt x="24483" y="46419"/>
                  <a:pt x="26193" y="40155"/>
                </a:cubicBezTo>
                <a:cubicBezTo>
                  <a:pt x="31033" y="19934"/>
                  <a:pt x="36728" y="6264"/>
                  <a:pt x="46975" y="6264"/>
                </a:cubicBezTo>
                <a:cubicBezTo>
                  <a:pt x="51814" y="6264"/>
                  <a:pt x="55797" y="8545"/>
                  <a:pt x="55797" y="19365"/>
                </a:cubicBezTo>
                <a:cubicBezTo>
                  <a:pt x="55797" y="25916"/>
                  <a:pt x="54946" y="29048"/>
                  <a:pt x="53807" y="33887"/>
                </a:cubicBezTo>
                <a:lnTo>
                  <a:pt x="21924" y="160719"/>
                </a:lnTo>
                <a:moveTo>
                  <a:pt x="72026" y="37019"/>
                </a:moveTo>
                <a:cubicBezTo>
                  <a:pt x="74020" y="29330"/>
                  <a:pt x="81704" y="21359"/>
                  <a:pt x="86830" y="17089"/>
                </a:cubicBezTo>
                <a:cubicBezTo>
                  <a:pt x="96795" y="8258"/>
                  <a:pt x="105049" y="6264"/>
                  <a:pt x="109887" y="6264"/>
                </a:cubicBezTo>
                <a:cubicBezTo>
                  <a:pt x="121277" y="6264"/>
                  <a:pt x="128110" y="16233"/>
                  <a:pt x="128110" y="33035"/>
                </a:cubicBezTo>
                <a:cubicBezTo>
                  <a:pt x="128110" y="49833"/>
                  <a:pt x="118714" y="82582"/>
                  <a:pt x="113588" y="93402"/>
                </a:cubicBezTo>
                <a:cubicBezTo>
                  <a:pt x="103911" y="113336"/>
                  <a:pt x="90244" y="122737"/>
                  <a:pt x="79711" y="122737"/>
                </a:cubicBezTo>
                <a:cubicBezTo>
                  <a:pt x="60923" y="122737"/>
                  <a:pt x="57222" y="99101"/>
                  <a:pt x="57222" y="97390"/>
                </a:cubicBezTo>
                <a:cubicBezTo>
                  <a:pt x="57222" y="96821"/>
                  <a:pt x="57222" y="96252"/>
                  <a:pt x="58078" y="92833"/>
                </a:cubicBezTo>
                <a:lnTo>
                  <a:pt x="72026" y="37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df-path-100044">
            <a:extLst xmlns:a="http://schemas.openxmlformats.org/drawingml/2006/main">
              <a:ext uri="{FF2B5EF4-FFF2-40B4-BE49-F238E27FC236}">
                <a16:creationId xmlns:a16="http://schemas.microsoft.com/office/drawing/2014/main" id="{D0B36364-BF31-47F8-BD07-EDB4973F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337" y="1855947"/>
            <a:ext cx="66044" cy="284680"/>
          </a:xfrm>
          <a:custGeom xmlns:a="http://schemas.openxmlformats.org/drawingml/2006/main">
            <a:pathLst>
              <a:path w="66044" h="284680">
                <a:moveTo>
                  <a:pt x="66044" y="281835"/>
                </a:moveTo>
                <a:cubicBezTo>
                  <a:pt x="66044" y="280984"/>
                  <a:pt x="66044" y="280411"/>
                  <a:pt x="61205" y="275571"/>
                </a:cubicBezTo>
                <a:cubicBezTo>
                  <a:pt x="25620" y="239704"/>
                  <a:pt x="16510" y="185896"/>
                  <a:pt x="16510" y="142340"/>
                </a:cubicBezTo>
                <a:cubicBezTo>
                  <a:pt x="16510" y="92807"/>
                  <a:pt x="27327" y="43274"/>
                  <a:pt x="62343" y="7689"/>
                </a:cubicBezTo>
                <a:cubicBezTo>
                  <a:pt x="66044" y="4274"/>
                  <a:pt x="66044" y="3701"/>
                  <a:pt x="66044" y="2849"/>
                </a:cubicBezTo>
                <a:cubicBezTo>
                  <a:pt x="66044" y="855"/>
                  <a:pt x="64906" y="0"/>
                  <a:pt x="63198" y="0"/>
                </a:cubicBezTo>
                <a:cubicBezTo>
                  <a:pt x="60350" y="0"/>
                  <a:pt x="34729" y="19361"/>
                  <a:pt x="17931" y="55514"/>
                </a:cubicBezTo>
                <a:cubicBezTo>
                  <a:pt x="3414" y="86830"/>
                  <a:pt x="0" y="118427"/>
                  <a:pt x="0" y="142340"/>
                </a:cubicBezTo>
                <a:cubicBezTo>
                  <a:pt x="0" y="164546"/>
                  <a:pt x="3127" y="198993"/>
                  <a:pt x="18787" y="231164"/>
                </a:cubicBezTo>
                <a:cubicBezTo>
                  <a:pt x="35867" y="266180"/>
                  <a:pt x="60350" y="284680"/>
                  <a:pt x="63198" y="284680"/>
                </a:cubicBezTo>
                <a:cubicBezTo>
                  <a:pt x="64906" y="284680"/>
                  <a:pt x="66044" y="283829"/>
                  <a:pt x="66044" y="2818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df-path-100045">
            <a:extLst xmlns:a="http://schemas.openxmlformats.org/drawingml/2006/main">
              <a:ext uri="{FF2B5EF4-FFF2-40B4-BE49-F238E27FC236}">
                <a16:creationId xmlns:a16="http://schemas.microsoft.com/office/drawing/2014/main" id="{7AFEDB4B-4387-4707-8711-B4D49A37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682" y="1943519"/>
            <a:ext cx="104766" cy="128996"/>
          </a:xfrm>
          <a:custGeom xmlns:a="http://schemas.openxmlformats.org/drawingml/2006/main">
            <a:pathLst>
              <a:path w="104766" h="128996">
                <a:moveTo>
                  <a:pt x="96508" y="19452"/>
                </a:moveTo>
                <a:cubicBezTo>
                  <a:pt x="88537" y="19739"/>
                  <a:pt x="82842" y="26002"/>
                  <a:pt x="82842" y="32266"/>
                </a:cubicBezTo>
                <a:cubicBezTo>
                  <a:pt x="82842" y="36254"/>
                  <a:pt x="85405" y="40524"/>
                  <a:pt x="91669" y="40524"/>
                </a:cubicBezTo>
                <a:cubicBezTo>
                  <a:pt x="97933" y="40524"/>
                  <a:pt x="104766" y="35685"/>
                  <a:pt x="104766" y="24582"/>
                </a:cubicBezTo>
                <a:cubicBezTo>
                  <a:pt x="104766" y="11711"/>
                  <a:pt x="92525" y="0"/>
                  <a:pt x="70888" y="0"/>
                </a:cubicBezTo>
                <a:cubicBezTo>
                  <a:pt x="33309" y="0"/>
                  <a:pt x="22775" y="29134"/>
                  <a:pt x="22775" y="41658"/>
                </a:cubicBezTo>
                <a:cubicBezTo>
                  <a:pt x="22775" y="63820"/>
                  <a:pt x="43843" y="68082"/>
                  <a:pt x="52097" y="69785"/>
                </a:cubicBezTo>
                <a:cubicBezTo>
                  <a:pt x="66900" y="72625"/>
                  <a:pt x="81704" y="75753"/>
                  <a:pt x="81704" y="91395"/>
                </a:cubicBezTo>
                <a:cubicBezTo>
                  <a:pt x="81704" y="98797"/>
                  <a:pt x="75158" y="122737"/>
                  <a:pt x="40998" y="122737"/>
                </a:cubicBezTo>
                <a:cubicBezTo>
                  <a:pt x="37010" y="122737"/>
                  <a:pt x="15091" y="122737"/>
                  <a:pt x="8540" y="107624"/>
                </a:cubicBezTo>
                <a:cubicBezTo>
                  <a:pt x="19361" y="109049"/>
                  <a:pt x="26476" y="100504"/>
                  <a:pt x="26476" y="92533"/>
                </a:cubicBezTo>
                <a:cubicBezTo>
                  <a:pt x="26476" y="85987"/>
                  <a:pt x="21924" y="82569"/>
                  <a:pt x="15943" y="82569"/>
                </a:cubicBezTo>
                <a:cubicBezTo>
                  <a:pt x="8540" y="82569"/>
                  <a:pt x="0" y="88550"/>
                  <a:pt x="0" y="101360"/>
                </a:cubicBezTo>
                <a:cubicBezTo>
                  <a:pt x="0" y="117602"/>
                  <a:pt x="16229" y="128996"/>
                  <a:pt x="40711" y="128996"/>
                </a:cubicBezTo>
                <a:cubicBezTo>
                  <a:pt x="86830" y="128996"/>
                  <a:pt x="97933" y="94527"/>
                  <a:pt x="97933" y="81717"/>
                </a:cubicBezTo>
                <a:cubicBezTo>
                  <a:pt x="97933" y="71492"/>
                  <a:pt x="92525" y="64389"/>
                  <a:pt x="89106" y="60980"/>
                </a:cubicBezTo>
                <a:cubicBezTo>
                  <a:pt x="81421" y="53021"/>
                  <a:pt x="73164" y="51601"/>
                  <a:pt x="60641" y="49047"/>
                </a:cubicBezTo>
                <a:cubicBezTo>
                  <a:pt x="50389" y="46775"/>
                  <a:pt x="39004" y="44785"/>
                  <a:pt x="39004" y="31984"/>
                </a:cubicBezTo>
                <a:cubicBezTo>
                  <a:pt x="39004" y="23726"/>
                  <a:pt x="45837" y="6264"/>
                  <a:pt x="70888" y="6264"/>
                </a:cubicBezTo>
                <a:cubicBezTo>
                  <a:pt x="78003" y="6264"/>
                  <a:pt x="92238" y="8271"/>
                  <a:pt x="96508" y="194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df-path-100046">
            <a:extLst xmlns:a="http://schemas.openxmlformats.org/drawingml/2006/main">
              <a:ext uri="{FF2B5EF4-FFF2-40B4-BE49-F238E27FC236}">
                <a16:creationId xmlns:a16="http://schemas.microsoft.com/office/drawing/2014/main" id="{0FDB7FE8-25F7-4537-8071-C8D04CBE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696" y="1987704"/>
            <a:ext cx="67355" cy="126390"/>
          </a:xfrm>
          <a:custGeom xmlns:a="http://schemas.openxmlformats.org/drawingml/2006/main">
            <a:pathLst>
              <a:path w="67355" h="126390">
                <a:moveTo>
                  <a:pt x="40651" y="45799"/>
                </a:moveTo>
                <a:lnTo>
                  <a:pt x="60978" y="45799"/>
                </a:lnTo>
                <a:cubicBezTo>
                  <a:pt x="64764" y="45799"/>
                  <a:pt x="67355" y="45799"/>
                  <a:pt x="67355" y="41414"/>
                </a:cubicBezTo>
                <a:cubicBezTo>
                  <a:pt x="67355" y="38623"/>
                  <a:pt x="64764" y="38623"/>
                  <a:pt x="61377" y="38623"/>
                </a:cubicBezTo>
                <a:lnTo>
                  <a:pt x="42445" y="38623"/>
                </a:lnTo>
                <a:lnTo>
                  <a:pt x="49819" y="9162"/>
                </a:lnTo>
                <a:cubicBezTo>
                  <a:pt x="50019" y="8164"/>
                  <a:pt x="50418" y="7170"/>
                  <a:pt x="50418" y="6373"/>
                </a:cubicBezTo>
                <a:cubicBezTo>
                  <a:pt x="50418" y="2788"/>
                  <a:pt x="47626" y="0"/>
                  <a:pt x="43640" y="0"/>
                </a:cubicBezTo>
                <a:cubicBezTo>
                  <a:pt x="38659" y="0"/>
                  <a:pt x="35671" y="3387"/>
                  <a:pt x="34275" y="8563"/>
                </a:cubicBezTo>
                <a:cubicBezTo>
                  <a:pt x="32879" y="13540"/>
                  <a:pt x="35469" y="3983"/>
                  <a:pt x="26704" y="38623"/>
                </a:cubicBezTo>
                <a:lnTo>
                  <a:pt x="6376" y="38623"/>
                </a:lnTo>
                <a:cubicBezTo>
                  <a:pt x="2591" y="38623"/>
                  <a:pt x="0" y="38623"/>
                  <a:pt x="0" y="43008"/>
                </a:cubicBezTo>
                <a:cubicBezTo>
                  <a:pt x="0" y="45799"/>
                  <a:pt x="2390" y="45799"/>
                  <a:pt x="5978" y="45799"/>
                </a:cubicBezTo>
                <a:lnTo>
                  <a:pt x="24910" y="45799"/>
                </a:lnTo>
                <a:lnTo>
                  <a:pt x="13151" y="92757"/>
                </a:lnTo>
                <a:cubicBezTo>
                  <a:pt x="11956" y="97731"/>
                  <a:pt x="10162" y="104895"/>
                  <a:pt x="10162" y="107480"/>
                </a:cubicBezTo>
                <a:cubicBezTo>
                  <a:pt x="10162" y="119220"/>
                  <a:pt x="20127" y="126390"/>
                  <a:pt x="31487" y="126390"/>
                </a:cubicBezTo>
                <a:cubicBezTo>
                  <a:pt x="53604" y="126390"/>
                  <a:pt x="66160" y="98528"/>
                  <a:pt x="66160" y="95941"/>
                </a:cubicBezTo>
                <a:cubicBezTo>
                  <a:pt x="66160" y="93353"/>
                  <a:pt x="63569" y="93353"/>
                  <a:pt x="62970" y="93353"/>
                </a:cubicBezTo>
                <a:cubicBezTo>
                  <a:pt x="60580" y="93353"/>
                  <a:pt x="60379" y="93751"/>
                  <a:pt x="58786" y="97136"/>
                </a:cubicBezTo>
                <a:cubicBezTo>
                  <a:pt x="53206" y="109669"/>
                  <a:pt x="43044" y="120810"/>
                  <a:pt x="32082" y="120810"/>
                </a:cubicBezTo>
                <a:cubicBezTo>
                  <a:pt x="27898" y="120810"/>
                  <a:pt x="25110" y="118226"/>
                  <a:pt x="25110" y="111062"/>
                </a:cubicBezTo>
                <a:cubicBezTo>
                  <a:pt x="25110" y="109073"/>
                  <a:pt x="25907" y="104895"/>
                  <a:pt x="26305" y="102904"/>
                </a:cubicBezTo>
                <a:lnTo>
                  <a:pt x="40651" y="457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df-path-100047">
            <a:extLst xmlns:a="http://schemas.openxmlformats.org/drawingml/2006/main">
              <a:ext uri="{FF2B5EF4-FFF2-40B4-BE49-F238E27FC236}">
                <a16:creationId xmlns:a16="http://schemas.microsoft.com/office/drawing/2014/main" id="{B3B211CD-452E-4EE0-B1A1-ACCA969B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257" y="1988769"/>
            <a:ext cx="146668" cy="146927"/>
          </a:xfrm>
          <a:custGeom xmlns:a="http://schemas.openxmlformats.org/drawingml/2006/main">
            <a:pathLst>
              <a:path w="146668" h="146927">
                <a:moveTo>
                  <a:pt x="78317" y="78268"/>
                </a:moveTo>
                <a:lnTo>
                  <a:pt x="139295" y="78268"/>
                </a:lnTo>
                <a:cubicBezTo>
                  <a:pt x="141886" y="78268"/>
                  <a:pt x="146668" y="78268"/>
                  <a:pt x="146668" y="73485"/>
                </a:cubicBezTo>
                <a:cubicBezTo>
                  <a:pt x="146668" y="68501"/>
                  <a:pt x="142083" y="68501"/>
                  <a:pt x="139295" y="68501"/>
                </a:cubicBezTo>
                <a:lnTo>
                  <a:pt x="78317" y="68501"/>
                </a:lnTo>
                <a:lnTo>
                  <a:pt x="78317" y="7370"/>
                </a:lnTo>
                <a:cubicBezTo>
                  <a:pt x="78317" y="4783"/>
                  <a:pt x="78317" y="0"/>
                  <a:pt x="73534" y="0"/>
                </a:cubicBezTo>
                <a:cubicBezTo>
                  <a:pt x="68550" y="0"/>
                  <a:pt x="68550" y="4585"/>
                  <a:pt x="68550" y="7370"/>
                </a:cubicBezTo>
                <a:lnTo>
                  <a:pt x="68550" y="68501"/>
                </a:lnTo>
                <a:lnTo>
                  <a:pt x="7374" y="68501"/>
                </a:lnTo>
                <a:cubicBezTo>
                  <a:pt x="4783" y="68501"/>
                  <a:pt x="0" y="68501"/>
                  <a:pt x="0" y="73284"/>
                </a:cubicBezTo>
                <a:cubicBezTo>
                  <a:pt x="0" y="78268"/>
                  <a:pt x="4583" y="78268"/>
                  <a:pt x="7374" y="78268"/>
                </a:cubicBezTo>
                <a:lnTo>
                  <a:pt x="68550" y="78268"/>
                </a:lnTo>
                <a:lnTo>
                  <a:pt x="68550" y="139550"/>
                </a:lnTo>
                <a:cubicBezTo>
                  <a:pt x="68550" y="142144"/>
                  <a:pt x="68550" y="146927"/>
                  <a:pt x="73333" y="146927"/>
                </a:cubicBezTo>
                <a:cubicBezTo>
                  <a:pt x="78317" y="146927"/>
                  <a:pt x="78317" y="142344"/>
                  <a:pt x="78317" y="139550"/>
                </a:cubicBezTo>
                <a:lnTo>
                  <a:pt x="78317" y="782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df-path-100048">
            <a:extLst xmlns:a="http://schemas.openxmlformats.org/drawingml/2006/main">
              <a:ext uri="{FF2B5EF4-FFF2-40B4-BE49-F238E27FC236}">
                <a16:creationId xmlns:a16="http://schemas.microsoft.com/office/drawing/2014/main" id="{29CBE4C5-ECF8-400F-A718-67C0506F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794" y="1979817"/>
            <a:ext cx="72536" cy="132332"/>
          </a:xfrm>
          <a:custGeom xmlns:a="http://schemas.openxmlformats.org/drawingml/2006/main">
            <a:pathLst>
              <a:path w="72536" h="132332">
                <a:moveTo>
                  <a:pt x="45036" y="5568"/>
                </a:moveTo>
                <a:cubicBezTo>
                  <a:pt x="45036" y="201"/>
                  <a:pt x="44637" y="0"/>
                  <a:pt x="39058" y="0"/>
                </a:cubicBezTo>
                <a:cubicBezTo>
                  <a:pt x="26305" y="12479"/>
                  <a:pt x="8170" y="12677"/>
                  <a:pt x="0" y="12677"/>
                </a:cubicBezTo>
                <a:lnTo>
                  <a:pt x="0" y="19850"/>
                </a:lnTo>
                <a:cubicBezTo>
                  <a:pt x="4783" y="19850"/>
                  <a:pt x="17934" y="19850"/>
                  <a:pt x="28896" y="14270"/>
                </a:cubicBezTo>
                <a:lnTo>
                  <a:pt x="28896" y="115985"/>
                </a:lnTo>
                <a:cubicBezTo>
                  <a:pt x="28896" y="122568"/>
                  <a:pt x="28896" y="125159"/>
                  <a:pt x="8967" y="125159"/>
                </a:cubicBezTo>
                <a:lnTo>
                  <a:pt x="1395" y="125159"/>
                </a:lnTo>
                <a:lnTo>
                  <a:pt x="1395" y="132332"/>
                </a:lnTo>
                <a:cubicBezTo>
                  <a:pt x="4980" y="132134"/>
                  <a:pt x="29492" y="131535"/>
                  <a:pt x="36865" y="131535"/>
                </a:cubicBezTo>
                <a:cubicBezTo>
                  <a:pt x="43044" y="131535"/>
                  <a:pt x="68151" y="132134"/>
                  <a:pt x="72536" y="132332"/>
                </a:cubicBezTo>
                <a:lnTo>
                  <a:pt x="72536" y="125159"/>
                </a:lnTo>
                <a:lnTo>
                  <a:pt x="64964" y="125159"/>
                </a:lnTo>
                <a:cubicBezTo>
                  <a:pt x="45036" y="125159"/>
                  <a:pt x="45036" y="122568"/>
                  <a:pt x="45036" y="115985"/>
                </a:cubicBezTo>
                <a:lnTo>
                  <a:pt x="45036" y="55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df-path-100049">
            <a:extLst xmlns:a="http://schemas.openxmlformats.org/drawingml/2006/main">
              <a:ext uri="{FF2B5EF4-FFF2-40B4-BE49-F238E27FC236}">
                <a16:creationId xmlns:a16="http://schemas.microsoft.com/office/drawing/2014/main" id="{AFA23071-E4F6-47EC-9066-55C275D8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745" y="1855947"/>
            <a:ext cx="11390" cy="284680"/>
          </a:xfrm>
          <a:custGeom xmlns:a="http://schemas.openxmlformats.org/drawingml/2006/main">
            <a:pathLst>
              <a:path w="11390" h="284680">
                <a:moveTo>
                  <a:pt x="11390" y="10252"/>
                </a:moveTo>
                <a:cubicBezTo>
                  <a:pt x="11390" y="5126"/>
                  <a:pt x="11390" y="0"/>
                  <a:pt x="5695" y="0"/>
                </a:cubicBezTo>
                <a:cubicBezTo>
                  <a:pt x="0" y="0"/>
                  <a:pt x="0" y="5126"/>
                  <a:pt x="0" y="10252"/>
                </a:cubicBezTo>
                <a:lnTo>
                  <a:pt x="0" y="274433"/>
                </a:lnTo>
                <a:cubicBezTo>
                  <a:pt x="0" y="279559"/>
                  <a:pt x="0" y="284680"/>
                  <a:pt x="5695" y="284680"/>
                </a:cubicBezTo>
                <a:cubicBezTo>
                  <a:pt x="11390" y="284680"/>
                  <a:pt x="11390" y="279559"/>
                  <a:pt x="11390" y="274433"/>
                </a:cubicBezTo>
                <a:lnTo>
                  <a:pt x="11390" y="102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df-path-100050">
            <a:extLst xmlns:a="http://schemas.openxmlformats.org/drawingml/2006/main">
              <a:ext uri="{FF2B5EF4-FFF2-40B4-BE49-F238E27FC236}">
                <a16:creationId xmlns:a16="http://schemas.microsoft.com/office/drawing/2014/main" id="{38149A3F-8BBD-4FD4-BE27-2B8AF3D7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833" y="1943519"/>
            <a:ext cx="104766" cy="128996"/>
          </a:xfrm>
          <a:custGeom xmlns:a="http://schemas.openxmlformats.org/drawingml/2006/main">
            <a:pathLst>
              <a:path w="104766" h="128996">
                <a:moveTo>
                  <a:pt x="96508" y="19452"/>
                </a:moveTo>
                <a:cubicBezTo>
                  <a:pt x="88537" y="19739"/>
                  <a:pt x="82842" y="26002"/>
                  <a:pt x="82842" y="32266"/>
                </a:cubicBezTo>
                <a:cubicBezTo>
                  <a:pt x="82842" y="36254"/>
                  <a:pt x="85405" y="40524"/>
                  <a:pt x="91669" y="40524"/>
                </a:cubicBezTo>
                <a:cubicBezTo>
                  <a:pt x="97933" y="40524"/>
                  <a:pt x="104766" y="35685"/>
                  <a:pt x="104766" y="24582"/>
                </a:cubicBezTo>
                <a:cubicBezTo>
                  <a:pt x="104766" y="11711"/>
                  <a:pt x="92525" y="0"/>
                  <a:pt x="70888" y="0"/>
                </a:cubicBezTo>
                <a:cubicBezTo>
                  <a:pt x="33309" y="0"/>
                  <a:pt x="22775" y="29134"/>
                  <a:pt x="22775" y="41658"/>
                </a:cubicBezTo>
                <a:cubicBezTo>
                  <a:pt x="22775" y="63820"/>
                  <a:pt x="43843" y="68082"/>
                  <a:pt x="52097" y="69785"/>
                </a:cubicBezTo>
                <a:cubicBezTo>
                  <a:pt x="66900" y="72625"/>
                  <a:pt x="81704" y="75753"/>
                  <a:pt x="81704" y="91395"/>
                </a:cubicBezTo>
                <a:cubicBezTo>
                  <a:pt x="81704" y="98797"/>
                  <a:pt x="75158" y="122737"/>
                  <a:pt x="40998" y="122737"/>
                </a:cubicBezTo>
                <a:cubicBezTo>
                  <a:pt x="37010" y="122737"/>
                  <a:pt x="15091" y="122737"/>
                  <a:pt x="8540" y="107624"/>
                </a:cubicBezTo>
                <a:cubicBezTo>
                  <a:pt x="19361" y="109049"/>
                  <a:pt x="26476" y="100504"/>
                  <a:pt x="26476" y="92533"/>
                </a:cubicBezTo>
                <a:cubicBezTo>
                  <a:pt x="26476" y="85987"/>
                  <a:pt x="21924" y="82569"/>
                  <a:pt x="15943" y="82569"/>
                </a:cubicBezTo>
                <a:cubicBezTo>
                  <a:pt x="8540" y="82569"/>
                  <a:pt x="0" y="88550"/>
                  <a:pt x="0" y="101360"/>
                </a:cubicBezTo>
                <a:cubicBezTo>
                  <a:pt x="0" y="117602"/>
                  <a:pt x="16229" y="128996"/>
                  <a:pt x="40711" y="128996"/>
                </a:cubicBezTo>
                <a:cubicBezTo>
                  <a:pt x="86830" y="128996"/>
                  <a:pt x="97933" y="94527"/>
                  <a:pt x="97933" y="81717"/>
                </a:cubicBezTo>
                <a:cubicBezTo>
                  <a:pt x="97933" y="71492"/>
                  <a:pt x="92525" y="64389"/>
                  <a:pt x="89106" y="60980"/>
                </a:cubicBezTo>
                <a:cubicBezTo>
                  <a:pt x="81421" y="53021"/>
                  <a:pt x="73164" y="51601"/>
                  <a:pt x="60641" y="49047"/>
                </a:cubicBezTo>
                <a:cubicBezTo>
                  <a:pt x="50389" y="46775"/>
                  <a:pt x="39004" y="44785"/>
                  <a:pt x="39004" y="31984"/>
                </a:cubicBezTo>
                <a:cubicBezTo>
                  <a:pt x="39004" y="23726"/>
                  <a:pt x="45837" y="6264"/>
                  <a:pt x="70888" y="6264"/>
                </a:cubicBezTo>
                <a:cubicBezTo>
                  <a:pt x="78003" y="6264"/>
                  <a:pt x="92238" y="8271"/>
                  <a:pt x="96508" y="194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df-path-100051">
            <a:extLst xmlns:a="http://schemas.openxmlformats.org/drawingml/2006/main">
              <a:ext uri="{FF2B5EF4-FFF2-40B4-BE49-F238E27FC236}">
                <a16:creationId xmlns:a16="http://schemas.microsoft.com/office/drawing/2014/main" id="{05A2B914-38EA-4437-8EDC-2294958A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848" y="1987704"/>
            <a:ext cx="67355" cy="126390"/>
          </a:xfrm>
          <a:custGeom xmlns:a="http://schemas.openxmlformats.org/drawingml/2006/main">
            <a:pathLst>
              <a:path w="67355" h="126390">
                <a:moveTo>
                  <a:pt x="40651" y="45799"/>
                </a:moveTo>
                <a:lnTo>
                  <a:pt x="60978" y="45799"/>
                </a:lnTo>
                <a:cubicBezTo>
                  <a:pt x="64764" y="45799"/>
                  <a:pt x="67355" y="45799"/>
                  <a:pt x="67355" y="41414"/>
                </a:cubicBezTo>
                <a:cubicBezTo>
                  <a:pt x="67355" y="38623"/>
                  <a:pt x="64764" y="38623"/>
                  <a:pt x="61377" y="38623"/>
                </a:cubicBezTo>
                <a:lnTo>
                  <a:pt x="42445" y="38623"/>
                </a:lnTo>
                <a:lnTo>
                  <a:pt x="49819" y="9162"/>
                </a:lnTo>
                <a:cubicBezTo>
                  <a:pt x="50019" y="8164"/>
                  <a:pt x="50418" y="7170"/>
                  <a:pt x="50418" y="6373"/>
                </a:cubicBezTo>
                <a:cubicBezTo>
                  <a:pt x="50418" y="2788"/>
                  <a:pt x="47626" y="0"/>
                  <a:pt x="43640" y="0"/>
                </a:cubicBezTo>
                <a:cubicBezTo>
                  <a:pt x="38659" y="0"/>
                  <a:pt x="35671" y="3387"/>
                  <a:pt x="34275" y="8563"/>
                </a:cubicBezTo>
                <a:cubicBezTo>
                  <a:pt x="32879" y="13540"/>
                  <a:pt x="35469" y="3983"/>
                  <a:pt x="26704" y="38623"/>
                </a:cubicBezTo>
                <a:lnTo>
                  <a:pt x="6376" y="38623"/>
                </a:lnTo>
                <a:cubicBezTo>
                  <a:pt x="2591" y="38623"/>
                  <a:pt x="0" y="38623"/>
                  <a:pt x="0" y="43008"/>
                </a:cubicBezTo>
                <a:cubicBezTo>
                  <a:pt x="0" y="45799"/>
                  <a:pt x="2390" y="45799"/>
                  <a:pt x="5978" y="45799"/>
                </a:cubicBezTo>
                <a:lnTo>
                  <a:pt x="24910" y="45799"/>
                </a:lnTo>
                <a:lnTo>
                  <a:pt x="13151" y="92757"/>
                </a:lnTo>
                <a:cubicBezTo>
                  <a:pt x="11956" y="97731"/>
                  <a:pt x="10162" y="104895"/>
                  <a:pt x="10162" y="107480"/>
                </a:cubicBezTo>
                <a:cubicBezTo>
                  <a:pt x="10162" y="119220"/>
                  <a:pt x="20127" y="126390"/>
                  <a:pt x="31487" y="126390"/>
                </a:cubicBezTo>
                <a:cubicBezTo>
                  <a:pt x="53604" y="126390"/>
                  <a:pt x="66160" y="98528"/>
                  <a:pt x="66160" y="95941"/>
                </a:cubicBezTo>
                <a:cubicBezTo>
                  <a:pt x="66160" y="93353"/>
                  <a:pt x="63569" y="93353"/>
                  <a:pt x="62970" y="93353"/>
                </a:cubicBezTo>
                <a:cubicBezTo>
                  <a:pt x="60580" y="93353"/>
                  <a:pt x="60379" y="93751"/>
                  <a:pt x="58786" y="97136"/>
                </a:cubicBezTo>
                <a:cubicBezTo>
                  <a:pt x="53206" y="109669"/>
                  <a:pt x="43044" y="120810"/>
                  <a:pt x="32082" y="120810"/>
                </a:cubicBezTo>
                <a:cubicBezTo>
                  <a:pt x="27898" y="120810"/>
                  <a:pt x="25110" y="118226"/>
                  <a:pt x="25110" y="111062"/>
                </a:cubicBezTo>
                <a:cubicBezTo>
                  <a:pt x="25110" y="109073"/>
                  <a:pt x="25907" y="104895"/>
                  <a:pt x="26305" y="102904"/>
                </a:cubicBezTo>
                <a:lnTo>
                  <a:pt x="40651" y="457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df-path-100052">
            <a:extLst xmlns:a="http://schemas.openxmlformats.org/drawingml/2006/main">
              <a:ext uri="{FF2B5EF4-FFF2-40B4-BE49-F238E27FC236}">
                <a16:creationId xmlns:a16="http://schemas.microsoft.com/office/drawing/2014/main" id="{70B33796-61E5-4767-B9B3-8701A317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175" y="2039284"/>
            <a:ext cx="33304" cy="85218"/>
          </a:xfrm>
          <a:custGeom xmlns:a="http://schemas.openxmlformats.org/drawingml/2006/main">
            <a:pathLst>
              <a:path w="33304" h="85218">
                <a:moveTo>
                  <a:pt x="33304" y="29890"/>
                </a:moveTo>
                <a:cubicBezTo>
                  <a:pt x="33304" y="11103"/>
                  <a:pt x="26189" y="0"/>
                  <a:pt x="15086" y="0"/>
                </a:cubicBezTo>
                <a:cubicBezTo>
                  <a:pt x="5690" y="0"/>
                  <a:pt x="0" y="7115"/>
                  <a:pt x="0" y="15086"/>
                </a:cubicBezTo>
                <a:cubicBezTo>
                  <a:pt x="0" y="22775"/>
                  <a:pt x="5690" y="30173"/>
                  <a:pt x="15086" y="30173"/>
                </a:cubicBezTo>
                <a:cubicBezTo>
                  <a:pt x="18500" y="30173"/>
                  <a:pt x="22201" y="29035"/>
                  <a:pt x="25051" y="26476"/>
                </a:cubicBezTo>
                <a:cubicBezTo>
                  <a:pt x="25902" y="25903"/>
                  <a:pt x="26189" y="25620"/>
                  <a:pt x="26471" y="25620"/>
                </a:cubicBezTo>
                <a:cubicBezTo>
                  <a:pt x="26758" y="25620"/>
                  <a:pt x="27045" y="25903"/>
                  <a:pt x="27045" y="29890"/>
                </a:cubicBezTo>
                <a:cubicBezTo>
                  <a:pt x="27045" y="51002"/>
                  <a:pt x="17080" y="68116"/>
                  <a:pt x="7684" y="77530"/>
                </a:cubicBezTo>
                <a:cubicBezTo>
                  <a:pt x="4552" y="80666"/>
                  <a:pt x="4552" y="81235"/>
                  <a:pt x="4552" y="82091"/>
                </a:cubicBezTo>
                <a:cubicBezTo>
                  <a:pt x="4552" y="84080"/>
                  <a:pt x="5977" y="85218"/>
                  <a:pt x="7402" y="85218"/>
                </a:cubicBezTo>
                <a:cubicBezTo>
                  <a:pt x="10529" y="85218"/>
                  <a:pt x="33304" y="63269"/>
                  <a:pt x="33304" y="2989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df-path-100053">
            <a:extLst xmlns:a="http://schemas.openxmlformats.org/drawingml/2006/main">
              <a:ext uri="{FF2B5EF4-FFF2-40B4-BE49-F238E27FC236}">
                <a16:creationId xmlns:a16="http://schemas.microsoft.com/office/drawing/2014/main" id="{AC417E85-9076-497F-898F-A2033983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761" y="1943519"/>
            <a:ext cx="130381" cy="128996"/>
          </a:xfrm>
          <a:custGeom xmlns:a="http://schemas.openxmlformats.org/drawingml/2006/main">
            <a:pathLst>
              <a:path w="130381" h="128996">
                <a:moveTo>
                  <a:pt x="94796" y="18227"/>
                </a:moveTo>
                <a:cubicBezTo>
                  <a:pt x="89675" y="7689"/>
                  <a:pt x="81417" y="0"/>
                  <a:pt x="68607" y="0"/>
                </a:cubicBezTo>
                <a:cubicBezTo>
                  <a:pt x="35298" y="0"/>
                  <a:pt x="0" y="41862"/>
                  <a:pt x="0" y="83437"/>
                </a:cubicBezTo>
                <a:cubicBezTo>
                  <a:pt x="0" y="110204"/>
                  <a:pt x="15655" y="128996"/>
                  <a:pt x="37861" y="128996"/>
                </a:cubicBezTo>
                <a:cubicBezTo>
                  <a:pt x="43556" y="128996"/>
                  <a:pt x="57791" y="127858"/>
                  <a:pt x="74871" y="107642"/>
                </a:cubicBezTo>
                <a:cubicBezTo>
                  <a:pt x="77148" y="119605"/>
                  <a:pt x="87112" y="128996"/>
                  <a:pt x="100778" y="128996"/>
                </a:cubicBezTo>
                <a:cubicBezTo>
                  <a:pt x="110743" y="128996"/>
                  <a:pt x="117289" y="122450"/>
                  <a:pt x="121841" y="113336"/>
                </a:cubicBezTo>
                <a:cubicBezTo>
                  <a:pt x="126685" y="103085"/>
                  <a:pt x="130381" y="85714"/>
                  <a:pt x="130381" y="85145"/>
                </a:cubicBezTo>
                <a:cubicBezTo>
                  <a:pt x="130381" y="82299"/>
                  <a:pt x="127823" y="82299"/>
                  <a:pt x="126967" y="82299"/>
                </a:cubicBezTo>
                <a:cubicBezTo>
                  <a:pt x="124122" y="82299"/>
                  <a:pt x="123835" y="83437"/>
                  <a:pt x="122984" y="87425"/>
                </a:cubicBezTo>
                <a:cubicBezTo>
                  <a:pt x="118140" y="105934"/>
                  <a:pt x="113019" y="122737"/>
                  <a:pt x="101347" y="122737"/>
                </a:cubicBezTo>
                <a:cubicBezTo>
                  <a:pt x="93658" y="122737"/>
                  <a:pt x="92807" y="115330"/>
                  <a:pt x="92807" y="109635"/>
                </a:cubicBezTo>
                <a:cubicBezTo>
                  <a:pt x="92807" y="103371"/>
                  <a:pt x="93376" y="101091"/>
                  <a:pt x="96508" y="88563"/>
                </a:cubicBezTo>
                <a:cubicBezTo>
                  <a:pt x="99640" y="76604"/>
                  <a:pt x="100209" y="73755"/>
                  <a:pt x="102767" y="62934"/>
                </a:cubicBezTo>
                <a:lnTo>
                  <a:pt x="113019" y="23066"/>
                </a:lnTo>
                <a:cubicBezTo>
                  <a:pt x="115012" y="15095"/>
                  <a:pt x="115012" y="14526"/>
                  <a:pt x="115012" y="13384"/>
                </a:cubicBezTo>
                <a:cubicBezTo>
                  <a:pt x="115012" y="8545"/>
                  <a:pt x="111594" y="5695"/>
                  <a:pt x="106755" y="5695"/>
                </a:cubicBezTo>
                <a:cubicBezTo>
                  <a:pt x="99922" y="5695"/>
                  <a:pt x="95652" y="11963"/>
                  <a:pt x="94796" y="18227"/>
                </a:cubicBezTo>
                <a:moveTo>
                  <a:pt x="76296" y="91982"/>
                </a:moveTo>
                <a:cubicBezTo>
                  <a:pt x="74871" y="97107"/>
                  <a:pt x="74871" y="97677"/>
                  <a:pt x="70601" y="102516"/>
                </a:cubicBezTo>
                <a:cubicBezTo>
                  <a:pt x="58073" y="118180"/>
                  <a:pt x="46401" y="122737"/>
                  <a:pt x="38430" y="122737"/>
                </a:cubicBezTo>
                <a:cubicBezTo>
                  <a:pt x="24200" y="122737"/>
                  <a:pt x="20212" y="107073"/>
                  <a:pt x="20212" y="95965"/>
                </a:cubicBezTo>
                <a:cubicBezTo>
                  <a:pt x="20212" y="81730"/>
                  <a:pt x="29321" y="46701"/>
                  <a:pt x="35867" y="33604"/>
                </a:cubicBezTo>
                <a:cubicBezTo>
                  <a:pt x="44694" y="16802"/>
                  <a:pt x="57504" y="6264"/>
                  <a:pt x="68894" y="6264"/>
                </a:cubicBezTo>
                <a:cubicBezTo>
                  <a:pt x="87398" y="6264"/>
                  <a:pt x="91382" y="29617"/>
                  <a:pt x="91382" y="31324"/>
                </a:cubicBezTo>
                <a:cubicBezTo>
                  <a:pt x="91382" y="33035"/>
                  <a:pt x="90813" y="34743"/>
                  <a:pt x="90526" y="36167"/>
                </a:cubicBezTo>
                <a:lnTo>
                  <a:pt x="76296" y="9198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df-path-100054">
            <a:extLst xmlns:a="http://schemas.openxmlformats.org/drawingml/2006/main">
              <a:ext uri="{FF2B5EF4-FFF2-40B4-BE49-F238E27FC236}">
                <a16:creationId xmlns:a16="http://schemas.microsoft.com/office/drawing/2014/main" id="{ED0C0099-D619-4E1E-91E4-4CE31A99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9067" y="1987704"/>
            <a:ext cx="67355" cy="126390"/>
          </a:xfrm>
          <a:custGeom xmlns:a="http://schemas.openxmlformats.org/drawingml/2006/main">
            <a:pathLst>
              <a:path w="67355" h="126390">
                <a:moveTo>
                  <a:pt x="40651" y="45799"/>
                </a:moveTo>
                <a:lnTo>
                  <a:pt x="60978" y="45799"/>
                </a:lnTo>
                <a:cubicBezTo>
                  <a:pt x="64764" y="45799"/>
                  <a:pt x="67355" y="45799"/>
                  <a:pt x="67355" y="41414"/>
                </a:cubicBezTo>
                <a:cubicBezTo>
                  <a:pt x="67355" y="38623"/>
                  <a:pt x="64764" y="38623"/>
                  <a:pt x="61377" y="38623"/>
                </a:cubicBezTo>
                <a:lnTo>
                  <a:pt x="42445" y="38623"/>
                </a:lnTo>
                <a:lnTo>
                  <a:pt x="49819" y="9162"/>
                </a:lnTo>
                <a:cubicBezTo>
                  <a:pt x="50019" y="8164"/>
                  <a:pt x="50418" y="7170"/>
                  <a:pt x="50418" y="6373"/>
                </a:cubicBezTo>
                <a:cubicBezTo>
                  <a:pt x="50418" y="2788"/>
                  <a:pt x="47626" y="0"/>
                  <a:pt x="43640" y="0"/>
                </a:cubicBezTo>
                <a:cubicBezTo>
                  <a:pt x="38659" y="0"/>
                  <a:pt x="35671" y="3387"/>
                  <a:pt x="34275" y="8563"/>
                </a:cubicBezTo>
                <a:cubicBezTo>
                  <a:pt x="32879" y="13540"/>
                  <a:pt x="35469" y="3983"/>
                  <a:pt x="26704" y="38623"/>
                </a:cubicBezTo>
                <a:lnTo>
                  <a:pt x="6376" y="38623"/>
                </a:lnTo>
                <a:cubicBezTo>
                  <a:pt x="2591" y="38623"/>
                  <a:pt x="0" y="38623"/>
                  <a:pt x="0" y="43008"/>
                </a:cubicBezTo>
                <a:cubicBezTo>
                  <a:pt x="0" y="45799"/>
                  <a:pt x="2390" y="45799"/>
                  <a:pt x="5978" y="45799"/>
                </a:cubicBezTo>
                <a:lnTo>
                  <a:pt x="24910" y="45799"/>
                </a:lnTo>
                <a:lnTo>
                  <a:pt x="13151" y="92757"/>
                </a:lnTo>
                <a:cubicBezTo>
                  <a:pt x="11956" y="97731"/>
                  <a:pt x="10162" y="104895"/>
                  <a:pt x="10162" y="107480"/>
                </a:cubicBezTo>
                <a:cubicBezTo>
                  <a:pt x="10162" y="119220"/>
                  <a:pt x="20127" y="126390"/>
                  <a:pt x="31487" y="126390"/>
                </a:cubicBezTo>
                <a:cubicBezTo>
                  <a:pt x="53604" y="126390"/>
                  <a:pt x="66160" y="98528"/>
                  <a:pt x="66160" y="95941"/>
                </a:cubicBezTo>
                <a:cubicBezTo>
                  <a:pt x="66160" y="93353"/>
                  <a:pt x="63569" y="93353"/>
                  <a:pt x="62970" y="93353"/>
                </a:cubicBezTo>
                <a:cubicBezTo>
                  <a:pt x="60580" y="93353"/>
                  <a:pt x="60379" y="93751"/>
                  <a:pt x="58786" y="97136"/>
                </a:cubicBezTo>
                <a:cubicBezTo>
                  <a:pt x="53206" y="109669"/>
                  <a:pt x="43044" y="120810"/>
                  <a:pt x="32082" y="120810"/>
                </a:cubicBezTo>
                <a:cubicBezTo>
                  <a:pt x="27898" y="120810"/>
                  <a:pt x="25110" y="118226"/>
                  <a:pt x="25110" y="111062"/>
                </a:cubicBezTo>
                <a:cubicBezTo>
                  <a:pt x="25110" y="109073"/>
                  <a:pt x="25907" y="104895"/>
                  <a:pt x="26305" y="102904"/>
                </a:cubicBezTo>
                <a:lnTo>
                  <a:pt x="40651" y="457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df-path-100055">
            <a:extLst xmlns:a="http://schemas.openxmlformats.org/drawingml/2006/main">
              <a:ext uri="{FF2B5EF4-FFF2-40B4-BE49-F238E27FC236}">
                <a16:creationId xmlns:a16="http://schemas.microsoft.com/office/drawing/2014/main" id="{B36FB177-B0D4-48CF-9F0B-E64F5BE5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7163" y="1855947"/>
            <a:ext cx="66045" cy="284680"/>
          </a:xfrm>
          <a:custGeom xmlns:a="http://schemas.openxmlformats.org/drawingml/2006/main">
            <a:pathLst>
              <a:path w="66045" h="284680">
                <a:moveTo>
                  <a:pt x="66045" y="142340"/>
                </a:moveTo>
                <a:cubicBezTo>
                  <a:pt x="66045" y="120139"/>
                  <a:pt x="62917" y="85692"/>
                  <a:pt x="47257" y="53521"/>
                </a:cubicBezTo>
                <a:cubicBezTo>
                  <a:pt x="30177" y="18505"/>
                  <a:pt x="5695" y="0"/>
                  <a:pt x="2845" y="0"/>
                </a:cubicBezTo>
                <a:cubicBezTo>
                  <a:pt x="1138" y="0"/>
                  <a:pt x="0" y="1142"/>
                  <a:pt x="0" y="2849"/>
                </a:cubicBezTo>
                <a:cubicBezTo>
                  <a:pt x="0" y="3701"/>
                  <a:pt x="0" y="4274"/>
                  <a:pt x="5408" y="9396"/>
                </a:cubicBezTo>
                <a:cubicBezTo>
                  <a:pt x="33309" y="37579"/>
                  <a:pt x="49534" y="82842"/>
                  <a:pt x="49534" y="142340"/>
                </a:cubicBezTo>
                <a:cubicBezTo>
                  <a:pt x="49534" y="191022"/>
                  <a:pt x="39004" y="241124"/>
                  <a:pt x="3701" y="276996"/>
                </a:cubicBezTo>
                <a:cubicBezTo>
                  <a:pt x="0" y="280410"/>
                  <a:pt x="0" y="280984"/>
                  <a:pt x="0" y="281835"/>
                </a:cubicBezTo>
                <a:cubicBezTo>
                  <a:pt x="0" y="283542"/>
                  <a:pt x="1138" y="284680"/>
                  <a:pt x="2845" y="284680"/>
                </a:cubicBezTo>
                <a:cubicBezTo>
                  <a:pt x="5695" y="284680"/>
                  <a:pt x="31315" y="265324"/>
                  <a:pt x="48113" y="229170"/>
                </a:cubicBezTo>
                <a:cubicBezTo>
                  <a:pt x="62630" y="197855"/>
                  <a:pt x="66045" y="166253"/>
                  <a:pt x="66045" y="14234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df-path-100056">
            <a:extLst xmlns:a="http://schemas.openxmlformats.org/drawingml/2006/main">
              <a:ext uri="{FF2B5EF4-FFF2-40B4-BE49-F238E27FC236}">
                <a16:creationId xmlns:a16="http://schemas.microsoft.com/office/drawing/2014/main" id="{AC62A25C-0914-47DA-AB53-AA501E9B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580" y="2178551"/>
            <a:ext cx="227745" cy="223418"/>
          </a:xfrm>
          <a:custGeom xmlns:a="http://schemas.openxmlformats.org/drawingml/2006/main">
            <a:pathLst>
              <a:path w="227745" h="223418">
                <a:moveTo>
                  <a:pt x="128675" y="27384"/>
                </a:moveTo>
                <a:lnTo>
                  <a:pt x="175931" y="27384"/>
                </a:lnTo>
                <a:cubicBezTo>
                  <a:pt x="213510" y="27384"/>
                  <a:pt x="227745" y="5695"/>
                  <a:pt x="227745" y="1993"/>
                </a:cubicBezTo>
                <a:cubicBezTo>
                  <a:pt x="227745" y="573"/>
                  <a:pt x="226603" y="0"/>
                  <a:pt x="225182" y="0"/>
                </a:cubicBezTo>
                <a:cubicBezTo>
                  <a:pt x="222050" y="0"/>
                  <a:pt x="214648" y="2849"/>
                  <a:pt x="207533" y="8001"/>
                </a:cubicBezTo>
                <a:cubicBezTo>
                  <a:pt x="205253" y="9730"/>
                  <a:pt x="204683" y="9730"/>
                  <a:pt x="199276" y="9730"/>
                </a:cubicBezTo>
                <a:lnTo>
                  <a:pt x="74872" y="9730"/>
                </a:lnTo>
                <a:cubicBezTo>
                  <a:pt x="39569" y="9730"/>
                  <a:pt x="0" y="40185"/>
                  <a:pt x="0" y="63512"/>
                </a:cubicBezTo>
                <a:cubicBezTo>
                  <a:pt x="0" y="65219"/>
                  <a:pt x="0" y="66926"/>
                  <a:pt x="2276" y="66926"/>
                </a:cubicBezTo>
                <a:cubicBezTo>
                  <a:pt x="9109" y="66926"/>
                  <a:pt x="27045" y="57539"/>
                  <a:pt x="27614" y="50710"/>
                </a:cubicBezTo>
                <a:cubicBezTo>
                  <a:pt x="27897" y="45875"/>
                  <a:pt x="28466" y="40467"/>
                  <a:pt x="34160" y="33070"/>
                </a:cubicBezTo>
                <a:cubicBezTo>
                  <a:pt x="37006" y="29660"/>
                  <a:pt x="39286" y="27384"/>
                  <a:pt x="51810" y="27384"/>
                </a:cubicBezTo>
                <a:lnTo>
                  <a:pt x="108463" y="27384"/>
                </a:lnTo>
                <a:cubicBezTo>
                  <a:pt x="103624" y="30511"/>
                  <a:pt x="102486" y="34777"/>
                  <a:pt x="101916" y="37622"/>
                </a:cubicBezTo>
                <a:lnTo>
                  <a:pt x="69463" y="166496"/>
                </a:lnTo>
                <a:cubicBezTo>
                  <a:pt x="66045" y="180436"/>
                  <a:pt x="60067" y="198367"/>
                  <a:pt x="51810" y="216872"/>
                </a:cubicBezTo>
                <a:cubicBezTo>
                  <a:pt x="50102" y="220286"/>
                  <a:pt x="50102" y="220855"/>
                  <a:pt x="50102" y="221424"/>
                </a:cubicBezTo>
                <a:cubicBezTo>
                  <a:pt x="50102" y="223132"/>
                  <a:pt x="51240" y="223418"/>
                  <a:pt x="52665" y="223418"/>
                </a:cubicBezTo>
                <a:cubicBezTo>
                  <a:pt x="58360" y="223418"/>
                  <a:pt x="72309" y="215730"/>
                  <a:pt x="76578" y="209753"/>
                </a:cubicBezTo>
                <a:cubicBezTo>
                  <a:pt x="78286" y="206907"/>
                  <a:pt x="90813" y="177877"/>
                  <a:pt x="96790" y="154264"/>
                </a:cubicBezTo>
                <a:lnTo>
                  <a:pt x="128675" y="273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df-path-100057">
            <a:extLst xmlns:a="http://schemas.openxmlformats.org/drawingml/2006/main">
              <a:ext uri="{FF2B5EF4-FFF2-40B4-BE49-F238E27FC236}">
                <a16:creationId xmlns:a16="http://schemas.microsoft.com/office/drawing/2014/main" id="{FF1E03F8-1DBD-45E5-9580-2A3938C6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865" y="2167906"/>
            <a:ext cx="50020" cy="103232"/>
          </a:xfrm>
          <a:custGeom xmlns:a="http://schemas.openxmlformats.org/drawingml/2006/main">
            <a:pathLst>
              <a:path w="50020" h="103232">
                <a:moveTo>
                  <a:pt x="48226" y="17338"/>
                </a:moveTo>
                <a:cubicBezTo>
                  <a:pt x="49819" y="13951"/>
                  <a:pt x="50020" y="12354"/>
                  <a:pt x="50020" y="10962"/>
                </a:cubicBezTo>
                <a:cubicBezTo>
                  <a:pt x="50020" y="4783"/>
                  <a:pt x="44440" y="0"/>
                  <a:pt x="38262" y="0"/>
                </a:cubicBezTo>
                <a:cubicBezTo>
                  <a:pt x="30690" y="0"/>
                  <a:pt x="28297" y="6179"/>
                  <a:pt x="27303" y="9365"/>
                </a:cubicBezTo>
                <a:lnTo>
                  <a:pt x="998" y="95661"/>
                </a:lnTo>
                <a:cubicBezTo>
                  <a:pt x="797" y="96059"/>
                  <a:pt x="0" y="98650"/>
                  <a:pt x="0" y="98850"/>
                </a:cubicBezTo>
                <a:cubicBezTo>
                  <a:pt x="0" y="101240"/>
                  <a:pt x="6179" y="103232"/>
                  <a:pt x="7772" y="103232"/>
                </a:cubicBezTo>
                <a:cubicBezTo>
                  <a:pt x="9168" y="103232"/>
                  <a:pt x="9366" y="102834"/>
                  <a:pt x="10761" y="99845"/>
                </a:cubicBezTo>
                <a:lnTo>
                  <a:pt x="48226" y="173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df-path-100058">
            <a:extLst xmlns:a="http://schemas.openxmlformats.org/drawingml/2006/main">
              <a:ext uri="{FF2B5EF4-FFF2-40B4-BE49-F238E27FC236}">
                <a16:creationId xmlns:a16="http://schemas.microsoft.com/office/drawing/2014/main" id="{1EDEECBD-E44D-4830-9DF7-467A44EC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340" y="2569823"/>
            <a:ext cx="115864" cy="128996"/>
          </a:xfrm>
          <a:custGeom xmlns:a="http://schemas.openxmlformats.org/drawingml/2006/main">
            <a:pathLst>
              <a:path w="115864" h="128996">
                <a:moveTo>
                  <a:pt x="16798" y="109066"/>
                </a:moveTo>
                <a:cubicBezTo>
                  <a:pt x="15943" y="113336"/>
                  <a:pt x="14235" y="119887"/>
                  <a:pt x="14235" y="121312"/>
                </a:cubicBezTo>
                <a:cubicBezTo>
                  <a:pt x="14235" y="126437"/>
                  <a:pt x="18219" y="128996"/>
                  <a:pt x="22489" y="128996"/>
                </a:cubicBezTo>
                <a:cubicBezTo>
                  <a:pt x="25907" y="128996"/>
                  <a:pt x="31029" y="126720"/>
                  <a:pt x="33022" y="121025"/>
                </a:cubicBezTo>
                <a:cubicBezTo>
                  <a:pt x="33592" y="119887"/>
                  <a:pt x="43274" y="81157"/>
                  <a:pt x="44412" y="76031"/>
                </a:cubicBezTo>
                <a:cubicBezTo>
                  <a:pt x="46688" y="66635"/>
                  <a:pt x="51814" y="46701"/>
                  <a:pt x="53521" y="39012"/>
                </a:cubicBezTo>
                <a:cubicBezTo>
                  <a:pt x="54659" y="35307"/>
                  <a:pt x="62631" y="21928"/>
                  <a:pt x="69463" y="15668"/>
                </a:cubicBezTo>
                <a:cubicBezTo>
                  <a:pt x="71739" y="13675"/>
                  <a:pt x="79997" y="6264"/>
                  <a:pt x="92238" y="6264"/>
                </a:cubicBezTo>
                <a:cubicBezTo>
                  <a:pt x="99640" y="6264"/>
                  <a:pt x="103911" y="9687"/>
                  <a:pt x="104192" y="9687"/>
                </a:cubicBezTo>
                <a:cubicBezTo>
                  <a:pt x="95652" y="11112"/>
                  <a:pt x="89388" y="17945"/>
                  <a:pt x="89388" y="25347"/>
                </a:cubicBezTo>
                <a:cubicBezTo>
                  <a:pt x="89388" y="29899"/>
                  <a:pt x="92521" y="35307"/>
                  <a:pt x="100210" y="35307"/>
                </a:cubicBezTo>
                <a:cubicBezTo>
                  <a:pt x="107894" y="35307"/>
                  <a:pt x="115864" y="28761"/>
                  <a:pt x="115864" y="18514"/>
                </a:cubicBezTo>
                <a:cubicBezTo>
                  <a:pt x="115864" y="8549"/>
                  <a:pt x="106755" y="0"/>
                  <a:pt x="92238" y="0"/>
                </a:cubicBezTo>
                <a:cubicBezTo>
                  <a:pt x="73734" y="0"/>
                  <a:pt x="61206" y="13957"/>
                  <a:pt x="55797" y="21928"/>
                </a:cubicBezTo>
                <a:cubicBezTo>
                  <a:pt x="53521" y="9118"/>
                  <a:pt x="43274" y="0"/>
                  <a:pt x="29891" y="0"/>
                </a:cubicBezTo>
                <a:cubicBezTo>
                  <a:pt x="16798" y="0"/>
                  <a:pt x="11385" y="11112"/>
                  <a:pt x="8827" y="16237"/>
                </a:cubicBezTo>
                <a:cubicBezTo>
                  <a:pt x="3701" y="25916"/>
                  <a:pt x="0" y="43000"/>
                  <a:pt x="0" y="43851"/>
                </a:cubicBezTo>
                <a:cubicBezTo>
                  <a:pt x="0" y="46701"/>
                  <a:pt x="2845" y="46701"/>
                  <a:pt x="3415" y="46701"/>
                </a:cubicBezTo>
                <a:cubicBezTo>
                  <a:pt x="6264" y="46701"/>
                  <a:pt x="6546" y="46414"/>
                  <a:pt x="8258" y="40150"/>
                </a:cubicBezTo>
                <a:cubicBezTo>
                  <a:pt x="13097" y="19939"/>
                  <a:pt x="18787" y="6264"/>
                  <a:pt x="29039" y="6264"/>
                </a:cubicBezTo>
                <a:cubicBezTo>
                  <a:pt x="33878" y="6264"/>
                  <a:pt x="37861" y="8549"/>
                  <a:pt x="37861" y="19365"/>
                </a:cubicBezTo>
                <a:cubicBezTo>
                  <a:pt x="37861" y="25347"/>
                  <a:pt x="37010" y="28479"/>
                  <a:pt x="33309" y="43282"/>
                </a:cubicBezTo>
                <a:lnTo>
                  <a:pt x="16798" y="1090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df-path-100059">
            <a:extLst xmlns:a="http://schemas.openxmlformats.org/drawingml/2006/main">
              <a:ext uri="{FF2B5EF4-FFF2-40B4-BE49-F238E27FC236}">
                <a16:creationId xmlns:a16="http://schemas.microsoft.com/office/drawing/2014/main" id="{7C8287B8-7A5B-46D0-BABD-07BC9D50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55" y="2591243"/>
            <a:ext cx="189311" cy="66700"/>
          </a:xfrm>
          <a:custGeom xmlns:a="http://schemas.openxmlformats.org/drawingml/2006/main">
            <a:pathLst>
              <a:path w="189311" h="66700">
                <a:moveTo>
                  <a:pt x="179632" y="11385"/>
                </a:moveTo>
                <a:cubicBezTo>
                  <a:pt x="183903" y="11385"/>
                  <a:pt x="189311" y="11385"/>
                  <a:pt x="189311" y="5695"/>
                </a:cubicBezTo>
                <a:cubicBezTo>
                  <a:pt x="189311" y="0"/>
                  <a:pt x="183903" y="0"/>
                  <a:pt x="179915" y="0"/>
                </a:cubicBezTo>
                <a:lnTo>
                  <a:pt x="9392" y="0"/>
                </a:lnTo>
                <a:cubicBezTo>
                  <a:pt x="5408" y="0"/>
                  <a:pt x="0" y="0"/>
                  <a:pt x="0" y="5695"/>
                </a:cubicBezTo>
                <a:cubicBezTo>
                  <a:pt x="0" y="11385"/>
                  <a:pt x="5408" y="11385"/>
                  <a:pt x="9679" y="11385"/>
                </a:cubicBezTo>
                <a:lnTo>
                  <a:pt x="179632" y="11385"/>
                </a:lnTo>
                <a:moveTo>
                  <a:pt x="179915" y="66700"/>
                </a:moveTo>
                <a:cubicBezTo>
                  <a:pt x="183903" y="66700"/>
                  <a:pt x="189311" y="66700"/>
                  <a:pt x="189311" y="61005"/>
                </a:cubicBezTo>
                <a:cubicBezTo>
                  <a:pt x="189311" y="55310"/>
                  <a:pt x="183903" y="55310"/>
                  <a:pt x="179632" y="55310"/>
                </a:cubicBezTo>
                <a:lnTo>
                  <a:pt x="9679" y="55310"/>
                </a:lnTo>
                <a:cubicBezTo>
                  <a:pt x="5408" y="55310"/>
                  <a:pt x="0" y="55310"/>
                  <a:pt x="0" y="61005"/>
                </a:cubicBezTo>
                <a:cubicBezTo>
                  <a:pt x="0" y="66700"/>
                  <a:pt x="5408" y="66700"/>
                  <a:pt x="9392" y="66700"/>
                </a:cubicBezTo>
                <a:lnTo>
                  <a:pt x="179915" y="667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df-path-100060">
            <a:extLst xmlns:a="http://schemas.openxmlformats.org/drawingml/2006/main">
              <a:ext uri="{FF2B5EF4-FFF2-40B4-BE49-F238E27FC236}">
                <a16:creationId xmlns:a16="http://schemas.microsoft.com/office/drawing/2014/main" id="{3F75CDC8-1D33-4201-96F2-EFA6E9AF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5686" y="2501433"/>
            <a:ext cx="131806" cy="194328"/>
          </a:xfrm>
          <a:custGeom xmlns:a="http://schemas.openxmlformats.org/drawingml/2006/main">
            <a:pathLst>
              <a:path w="131806" h="194328">
                <a:moveTo>
                  <a:pt x="96790" y="21915"/>
                </a:moveTo>
                <a:cubicBezTo>
                  <a:pt x="99353" y="11672"/>
                  <a:pt x="100204" y="8827"/>
                  <a:pt x="122698" y="8827"/>
                </a:cubicBezTo>
                <a:cubicBezTo>
                  <a:pt x="129530" y="8827"/>
                  <a:pt x="131806" y="8827"/>
                  <a:pt x="131806" y="3418"/>
                </a:cubicBezTo>
                <a:cubicBezTo>
                  <a:pt x="131806" y="0"/>
                  <a:pt x="128675" y="0"/>
                  <a:pt x="127537" y="0"/>
                </a:cubicBezTo>
                <a:cubicBezTo>
                  <a:pt x="119278" y="0"/>
                  <a:pt x="98215" y="855"/>
                  <a:pt x="89958" y="855"/>
                </a:cubicBezTo>
                <a:cubicBezTo>
                  <a:pt x="81417" y="855"/>
                  <a:pt x="60636" y="0"/>
                  <a:pt x="52097" y="0"/>
                </a:cubicBezTo>
                <a:cubicBezTo>
                  <a:pt x="50102" y="0"/>
                  <a:pt x="46401" y="0"/>
                  <a:pt x="46401" y="5695"/>
                </a:cubicBezTo>
                <a:cubicBezTo>
                  <a:pt x="46401" y="8827"/>
                  <a:pt x="48964" y="8827"/>
                  <a:pt x="54373" y="8827"/>
                </a:cubicBezTo>
                <a:cubicBezTo>
                  <a:pt x="66331" y="8827"/>
                  <a:pt x="74015" y="8827"/>
                  <a:pt x="74015" y="14235"/>
                </a:cubicBezTo>
                <a:cubicBezTo>
                  <a:pt x="74015" y="15655"/>
                  <a:pt x="74015" y="16224"/>
                  <a:pt x="73447" y="18787"/>
                </a:cubicBezTo>
                <a:lnTo>
                  <a:pt x="35016" y="172135"/>
                </a:lnTo>
                <a:cubicBezTo>
                  <a:pt x="32453" y="182660"/>
                  <a:pt x="31597" y="185505"/>
                  <a:pt x="9109" y="185505"/>
                </a:cubicBezTo>
                <a:cubicBezTo>
                  <a:pt x="2563" y="185505"/>
                  <a:pt x="0" y="185505"/>
                  <a:pt x="0" y="191200"/>
                </a:cubicBezTo>
                <a:cubicBezTo>
                  <a:pt x="0" y="194328"/>
                  <a:pt x="3415" y="194328"/>
                  <a:pt x="4270" y="194328"/>
                </a:cubicBezTo>
                <a:cubicBezTo>
                  <a:pt x="12523" y="194328"/>
                  <a:pt x="33305" y="193476"/>
                  <a:pt x="41562" y="193476"/>
                </a:cubicBezTo>
                <a:cubicBezTo>
                  <a:pt x="50102" y="193476"/>
                  <a:pt x="71171" y="194328"/>
                  <a:pt x="79711" y="194328"/>
                </a:cubicBezTo>
                <a:cubicBezTo>
                  <a:pt x="81987" y="194328"/>
                  <a:pt x="85405" y="194328"/>
                  <a:pt x="85405" y="188920"/>
                </a:cubicBezTo>
                <a:cubicBezTo>
                  <a:pt x="85405" y="185505"/>
                  <a:pt x="83125" y="185505"/>
                  <a:pt x="76861" y="185505"/>
                </a:cubicBezTo>
                <a:cubicBezTo>
                  <a:pt x="71739" y="185505"/>
                  <a:pt x="70314" y="185505"/>
                  <a:pt x="64620" y="184936"/>
                </a:cubicBezTo>
                <a:cubicBezTo>
                  <a:pt x="58643" y="184367"/>
                  <a:pt x="57504" y="183229"/>
                  <a:pt x="57504" y="180097"/>
                </a:cubicBezTo>
                <a:cubicBezTo>
                  <a:pt x="57504" y="177825"/>
                  <a:pt x="58073" y="175549"/>
                  <a:pt x="58643" y="173555"/>
                </a:cubicBezTo>
                <a:lnTo>
                  <a:pt x="96790" y="219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df-path-100061">
            <a:extLst xmlns:a="http://schemas.openxmlformats.org/drawingml/2006/main">
              <a:ext uri="{FF2B5EF4-FFF2-40B4-BE49-F238E27FC236}">
                <a16:creationId xmlns:a16="http://schemas.microsoft.com/office/drawing/2014/main" id="{A85D40FA-E743-49F5-B102-09919C34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084" y="2600088"/>
            <a:ext cx="114981" cy="179037"/>
          </a:xfrm>
          <a:custGeom xmlns:a="http://schemas.openxmlformats.org/drawingml/2006/main">
            <a:pathLst>
              <a:path w="114981" h="179037">
                <a:moveTo>
                  <a:pt x="84094" y="2591"/>
                </a:moveTo>
                <a:cubicBezTo>
                  <a:pt x="84094" y="0"/>
                  <a:pt x="81704" y="0"/>
                  <a:pt x="80706" y="0"/>
                </a:cubicBezTo>
                <a:cubicBezTo>
                  <a:pt x="77718" y="0"/>
                  <a:pt x="77520" y="998"/>
                  <a:pt x="76720" y="4385"/>
                </a:cubicBezTo>
                <a:lnTo>
                  <a:pt x="65363" y="50014"/>
                </a:lnTo>
                <a:cubicBezTo>
                  <a:pt x="30091" y="51610"/>
                  <a:pt x="0" y="76921"/>
                  <a:pt x="0" y="103631"/>
                </a:cubicBezTo>
                <a:cubicBezTo>
                  <a:pt x="0" y="126153"/>
                  <a:pt x="20525" y="139705"/>
                  <a:pt x="42646" y="140502"/>
                </a:cubicBezTo>
                <a:cubicBezTo>
                  <a:pt x="41050" y="146693"/>
                  <a:pt x="39657" y="153084"/>
                  <a:pt x="38061" y="159275"/>
                </a:cubicBezTo>
                <a:cubicBezTo>
                  <a:pt x="35671" y="168662"/>
                  <a:pt x="33877" y="176048"/>
                  <a:pt x="33877" y="176647"/>
                </a:cubicBezTo>
                <a:cubicBezTo>
                  <a:pt x="33877" y="179037"/>
                  <a:pt x="36468" y="179037"/>
                  <a:pt x="37066" y="179037"/>
                </a:cubicBezTo>
                <a:cubicBezTo>
                  <a:pt x="40055" y="179037"/>
                  <a:pt x="40253" y="178441"/>
                  <a:pt x="41250" y="174254"/>
                </a:cubicBezTo>
                <a:lnTo>
                  <a:pt x="49622" y="140700"/>
                </a:lnTo>
                <a:cubicBezTo>
                  <a:pt x="83696" y="139307"/>
                  <a:pt x="114981" y="114194"/>
                  <a:pt x="114981" y="87086"/>
                </a:cubicBezTo>
                <a:cubicBezTo>
                  <a:pt x="114981" y="66160"/>
                  <a:pt x="96649" y="51212"/>
                  <a:pt x="72338" y="50214"/>
                </a:cubicBezTo>
                <a:lnTo>
                  <a:pt x="84094" y="2591"/>
                </a:lnTo>
                <a:moveTo>
                  <a:pt x="44041" y="134922"/>
                </a:moveTo>
                <a:cubicBezTo>
                  <a:pt x="28695" y="134126"/>
                  <a:pt x="14547" y="125755"/>
                  <a:pt x="14547" y="107018"/>
                </a:cubicBezTo>
                <a:cubicBezTo>
                  <a:pt x="14547" y="87086"/>
                  <a:pt x="29693" y="58984"/>
                  <a:pt x="63770" y="55794"/>
                </a:cubicBezTo>
                <a:lnTo>
                  <a:pt x="44041" y="134922"/>
                </a:lnTo>
                <a:moveTo>
                  <a:pt x="70742" y="55794"/>
                </a:moveTo>
                <a:cubicBezTo>
                  <a:pt x="86089" y="56393"/>
                  <a:pt x="100435" y="64764"/>
                  <a:pt x="100435" y="83699"/>
                </a:cubicBezTo>
                <a:cubicBezTo>
                  <a:pt x="100435" y="105424"/>
                  <a:pt x="83297" y="132131"/>
                  <a:pt x="51014" y="134922"/>
                </a:cubicBezTo>
                <a:lnTo>
                  <a:pt x="70742" y="5579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df-path-100062">
            <a:extLst xmlns:a="http://schemas.openxmlformats.org/drawingml/2006/main">
              <a:ext uri="{FF2B5EF4-FFF2-40B4-BE49-F238E27FC236}">
                <a16:creationId xmlns:a16="http://schemas.microsoft.com/office/drawing/2014/main" id="{3148C154-E1C4-4285-B818-F5F708BA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453" y="2482250"/>
            <a:ext cx="66044" cy="284680"/>
          </a:xfrm>
          <a:custGeom xmlns:a="http://schemas.openxmlformats.org/drawingml/2006/main">
            <a:pathLst>
              <a:path w="66044" h="284680">
                <a:moveTo>
                  <a:pt x="66044" y="281835"/>
                </a:moveTo>
                <a:cubicBezTo>
                  <a:pt x="66044" y="280983"/>
                  <a:pt x="66044" y="280410"/>
                  <a:pt x="61205" y="275571"/>
                </a:cubicBezTo>
                <a:cubicBezTo>
                  <a:pt x="25620" y="239704"/>
                  <a:pt x="16510" y="185896"/>
                  <a:pt x="16510" y="142340"/>
                </a:cubicBezTo>
                <a:cubicBezTo>
                  <a:pt x="16510" y="92807"/>
                  <a:pt x="27327" y="43274"/>
                  <a:pt x="62343" y="7689"/>
                </a:cubicBezTo>
                <a:cubicBezTo>
                  <a:pt x="66044" y="4274"/>
                  <a:pt x="66044" y="3701"/>
                  <a:pt x="66044" y="2850"/>
                </a:cubicBezTo>
                <a:cubicBezTo>
                  <a:pt x="66044" y="856"/>
                  <a:pt x="64906" y="0"/>
                  <a:pt x="63198" y="0"/>
                </a:cubicBezTo>
                <a:cubicBezTo>
                  <a:pt x="60349" y="0"/>
                  <a:pt x="34729" y="19361"/>
                  <a:pt x="17931" y="55515"/>
                </a:cubicBezTo>
                <a:cubicBezTo>
                  <a:pt x="3414" y="86830"/>
                  <a:pt x="0" y="118427"/>
                  <a:pt x="0" y="142340"/>
                </a:cubicBezTo>
                <a:cubicBezTo>
                  <a:pt x="0" y="164546"/>
                  <a:pt x="3127" y="198993"/>
                  <a:pt x="18787" y="231164"/>
                </a:cubicBezTo>
                <a:cubicBezTo>
                  <a:pt x="35867" y="266180"/>
                  <a:pt x="60349" y="284680"/>
                  <a:pt x="63198" y="284680"/>
                </a:cubicBezTo>
                <a:cubicBezTo>
                  <a:pt x="64906" y="284680"/>
                  <a:pt x="66044" y="283829"/>
                  <a:pt x="66044" y="2818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df-path-100063">
            <a:extLst xmlns:a="http://schemas.openxmlformats.org/drawingml/2006/main">
              <a:ext uri="{FF2B5EF4-FFF2-40B4-BE49-F238E27FC236}">
                <a16:creationId xmlns:a16="http://schemas.microsoft.com/office/drawing/2014/main" id="{99DEED73-22B2-40B6-9AF4-2AC4D527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768" y="2495039"/>
            <a:ext cx="168816" cy="207116"/>
          </a:xfrm>
          <a:custGeom xmlns:a="http://schemas.openxmlformats.org/drawingml/2006/main">
            <a:pathLst>
              <a:path w="168816" h="207116">
                <a:moveTo>
                  <a:pt x="168816" y="2850"/>
                </a:moveTo>
                <a:cubicBezTo>
                  <a:pt x="168816" y="1994"/>
                  <a:pt x="168247" y="0"/>
                  <a:pt x="165684" y="0"/>
                </a:cubicBezTo>
                <a:cubicBezTo>
                  <a:pt x="164264" y="0"/>
                  <a:pt x="163977" y="287"/>
                  <a:pt x="160563" y="4274"/>
                </a:cubicBezTo>
                <a:lnTo>
                  <a:pt x="146897" y="20507"/>
                </a:lnTo>
                <a:cubicBezTo>
                  <a:pt x="139495" y="7120"/>
                  <a:pt x="124691" y="0"/>
                  <a:pt x="106187" y="0"/>
                </a:cubicBezTo>
                <a:cubicBezTo>
                  <a:pt x="70032" y="0"/>
                  <a:pt x="35872" y="32762"/>
                  <a:pt x="35872" y="67235"/>
                </a:cubicBezTo>
                <a:cubicBezTo>
                  <a:pt x="35872" y="90314"/>
                  <a:pt x="50959" y="103419"/>
                  <a:pt x="65480" y="107693"/>
                </a:cubicBezTo>
                <a:lnTo>
                  <a:pt x="95939" y="115669"/>
                </a:lnTo>
                <a:cubicBezTo>
                  <a:pt x="106473" y="118232"/>
                  <a:pt x="122128" y="122506"/>
                  <a:pt x="122128" y="145872"/>
                </a:cubicBezTo>
                <a:cubicBezTo>
                  <a:pt x="122128" y="171514"/>
                  <a:pt x="98784" y="198294"/>
                  <a:pt x="70888" y="198294"/>
                </a:cubicBezTo>
                <a:cubicBezTo>
                  <a:pt x="52669" y="198294"/>
                  <a:pt x="21068" y="192025"/>
                  <a:pt x="21068" y="156696"/>
                </a:cubicBezTo>
                <a:cubicBezTo>
                  <a:pt x="21068" y="149859"/>
                  <a:pt x="22493" y="143022"/>
                  <a:pt x="22775" y="141311"/>
                </a:cubicBezTo>
                <a:cubicBezTo>
                  <a:pt x="23062" y="140173"/>
                  <a:pt x="23345" y="139886"/>
                  <a:pt x="23345" y="139317"/>
                </a:cubicBezTo>
                <a:cubicBezTo>
                  <a:pt x="23345" y="136467"/>
                  <a:pt x="21355" y="136185"/>
                  <a:pt x="19930" y="136185"/>
                </a:cubicBezTo>
                <a:cubicBezTo>
                  <a:pt x="18505" y="136185"/>
                  <a:pt x="17936" y="136467"/>
                  <a:pt x="17085" y="137323"/>
                </a:cubicBezTo>
                <a:cubicBezTo>
                  <a:pt x="15943" y="138461"/>
                  <a:pt x="0" y="203419"/>
                  <a:pt x="0" y="204271"/>
                </a:cubicBezTo>
                <a:cubicBezTo>
                  <a:pt x="0" y="205978"/>
                  <a:pt x="1425" y="207116"/>
                  <a:pt x="3132" y="207116"/>
                </a:cubicBezTo>
                <a:cubicBezTo>
                  <a:pt x="4557" y="207116"/>
                  <a:pt x="4839" y="206833"/>
                  <a:pt x="8258" y="202846"/>
                </a:cubicBezTo>
                <a:lnTo>
                  <a:pt x="22206" y="186613"/>
                </a:lnTo>
                <a:cubicBezTo>
                  <a:pt x="34447" y="203133"/>
                  <a:pt x="53807" y="207116"/>
                  <a:pt x="70319" y="207116"/>
                </a:cubicBezTo>
                <a:cubicBezTo>
                  <a:pt x="109035" y="207116"/>
                  <a:pt x="142627" y="169233"/>
                  <a:pt x="142627" y="133904"/>
                </a:cubicBezTo>
                <a:cubicBezTo>
                  <a:pt x="142627" y="114244"/>
                  <a:pt x="132949" y="104557"/>
                  <a:pt x="128679" y="100569"/>
                </a:cubicBezTo>
                <a:cubicBezTo>
                  <a:pt x="122128" y="94015"/>
                  <a:pt x="117858" y="92877"/>
                  <a:pt x="92524" y="86321"/>
                </a:cubicBezTo>
                <a:cubicBezTo>
                  <a:pt x="86260" y="84614"/>
                  <a:pt x="76014" y="81765"/>
                  <a:pt x="73451" y="81196"/>
                </a:cubicBezTo>
                <a:cubicBezTo>
                  <a:pt x="65762" y="78633"/>
                  <a:pt x="56084" y="70367"/>
                  <a:pt x="56084" y="55267"/>
                </a:cubicBezTo>
                <a:cubicBezTo>
                  <a:pt x="56084" y="32193"/>
                  <a:pt x="78859" y="7975"/>
                  <a:pt x="105904" y="7975"/>
                </a:cubicBezTo>
                <a:cubicBezTo>
                  <a:pt x="129530" y="7975"/>
                  <a:pt x="146897" y="20225"/>
                  <a:pt x="146897" y="52135"/>
                </a:cubicBezTo>
                <a:cubicBezTo>
                  <a:pt x="146897" y="61253"/>
                  <a:pt x="145759" y="66379"/>
                  <a:pt x="145759" y="68090"/>
                </a:cubicBezTo>
                <a:cubicBezTo>
                  <a:pt x="145759" y="68373"/>
                  <a:pt x="145759" y="70940"/>
                  <a:pt x="149173" y="70940"/>
                </a:cubicBezTo>
                <a:cubicBezTo>
                  <a:pt x="152023" y="70940"/>
                  <a:pt x="152305" y="70084"/>
                  <a:pt x="153443" y="65241"/>
                </a:cubicBezTo>
                <a:lnTo>
                  <a:pt x="168816" y="28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df-path-100064">
            <a:extLst xmlns:a="http://schemas.openxmlformats.org/drawingml/2006/main">
              <a:ext uri="{FF2B5EF4-FFF2-40B4-BE49-F238E27FC236}">
                <a16:creationId xmlns:a16="http://schemas.microsoft.com/office/drawing/2014/main" id="{47D5E14C-749B-49F7-8ED3-6863B8F0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083" y="2504472"/>
            <a:ext cx="79509" cy="89907"/>
          </a:xfrm>
          <a:custGeom xmlns:a="http://schemas.openxmlformats.org/drawingml/2006/main">
            <a:pathLst>
              <a:path w="79509" h="89907">
                <a:moveTo>
                  <a:pt x="71740" y="13044"/>
                </a:moveTo>
                <a:cubicBezTo>
                  <a:pt x="66558" y="14240"/>
                  <a:pt x="63369" y="18427"/>
                  <a:pt x="63369" y="22410"/>
                </a:cubicBezTo>
                <a:cubicBezTo>
                  <a:pt x="63369" y="26995"/>
                  <a:pt x="67355" y="28786"/>
                  <a:pt x="69945" y="28786"/>
                </a:cubicBezTo>
                <a:cubicBezTo>
                  <a:pt x="71937" y="28786"/>
                  <a:pt x="79509" y="27591"/>
                  <a:pt x="79509" y="17429"/>
                </a:cubicBezTo>
                <a:cubicBezTo>
                  <a:pt x="79509" y="4385"/>
                  <a:pt x="65162" y="0"/>
                  <a:pt x="53006" y="0"/>
                </a:cubicBezTo>
                <a:cubicBezTo>
                  <a:pt x="21920" y="0"/>
                  <a:pt x="16341" y="23009"/>
                  <a:pt x="16341" y="29185"/>
                </a:cubicBezTo>
                <a:cubicBezTo>
                  <a:pt x="16341" y="36540"/>
                  <a:pt x="20525" y="41311"/>
                  <a:pt x="23313" y="43698"/>
                </a:cubicBezTo>
                <a:cubicBezTo>
                  <a:pt x="28495" y="47672"/>
                  <a:pt x="32083" y="48469"/>
                  <a:pt x="45833" y="50853"/>
                </a:cubicBezTo>
                <a:cubicBezTo>
                  <a:pt x="50017" y="51649"/>
                  <a:pt x="62769" y="54033"/>
                  <a:pt x="62769" y="63992"/>
                </a:cubicBezTo>
                <a:cubicBezTo>
                  <a:pt x="62769" y="67379"/>
                  <a:pt x="60581" y="74950"/>
                  <a:pt x="52209" y="79940"/>
                </a:cubicBezTo>
                <a:cubicBezTo>
                  <a:pt x="44437" y="84328"/>
                  <a:pt x="34673" y="84328"/>
                  <a:pt x="32280" y="84328"/>
                </a:cubicBezTo>
                <a:cubicBezTo>
                  <a:pt x="24311" y="84328"/>
                  <a:pt x="12951" y="82534"/>
                  <a:pt x="8368" y="75948"/>
                </a:cubicBezTo>
                <a:cubicBezTo>
                  <a:pt x="14946" y="75151"/>
                  <a:pt x="19331" y="70167"/>
                  <a:pt x="19331" y="64588"/>
                </a:cubicBezTo>
                <a:cubicBezTo>
                  <a:pt x="19331" y="59607"/>
                  <a:pt x="15742" y="57214"/>
                  <a:pt x="11558" y="57214"/>
                </a:cubicBezTo>
                <a:cubicBezTo>
                  <a:pt x="5778" y="57214"/>
                  <a:pt x="0" y="61799"/>
                  <a:pt x="0" y="70565"/>
                </a:cubicBezTo>
                <a:cubicBezTo>
                  <a:pt x="0" y="82534"/>
                  <a:pt x="12753" y="89907"/>
                  <a:pt x="32083" y="89907"/>
                </a:cubicBezTo>
                <a:cubicBezTo>
                  <a:pt x="68751" y="89907"/>
                  <a:pt x="75526" y="64788"/>
                  <a:pt x="75526" y="57016"/>
                </a:cubicBezTo>
                <a:cubicBezTo>
                  <a:pt x="75526" y="38726"/>
                  <a:pt x="55399" y="35151"/>
                  <a:pt x="48025" y="33758"/>
                </a:cubicBezTo>
                <a:cubicBezTo>
                  <a:pt x="46231" y="33359"/>
                  <a:pt x="41251" y="32566"/>
                  <a:pt x="40053" y="32167"/>
                </a:cubicBezTo>
                <a:cubicBezTo>
                  <a:pt x="32679" y="30775"/>
                  <a:pt x="29094" y="26594"/>
                  <a:pt x="29094" y="22212"/>
                </a:cubicBezTo>
                <a:cubicBezTo>
                  <a:pt x="29094" y="17627"/>
                  <a:pt x="32679" y="12239"/>
                  <a:pt x="37063" y="9414"/>
                </a:cubicBezTo>
                <a:cubicBezTo>
                  <a:pt x="42446" y="5984"/>
                  <a:pt x="49421" y="5583"/>
                  <a:pt x="52808" y="5583"/>
                </a:cubicBezTo>
                <a:cubicBezTo>
                  <a:pt x="56992" y="5583"/>
                  <a:pt x="67355" y="6188"/>
                  <a:pt x="71740" y="1304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df-path-100065">
            <a:extLst xmlns:a="http://schemas.openxmlformats.org/drawingml/2006/main">
              <a:ext uri="{FF2B5EF4-FFF2-40B4-BE49-F238E27FC236}">
                <a16:creationId xmlns:a16="http://schemas.microsoft.com/office/drawing/2014/main" id="{79E2A295-DE46-487F-AEA5-3082C081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116" y="2573159"/>
            <a:ext cx="31029" cy="177647"/>
          </a:xfrm>
          <a:custGeom xmlns:a="http://schemas.openxmlformats.org/drawingml/2006/main">
            <a:pathLst>
              <a:path w="31029" h="177647">
                <a:moveTo>
                  <a:pt x="30173" y="15091"/>
                </a:moveTo>
                <a:cubicBezTo>
                  <a:pt x="30173" y="6833"/>
                  <a:pt x="23345" y="0"/>
                  <a:pt x="15086" y="0"/>
                </a:cubicBezTo>
                <a:cubicBezTo>
                  <a:pt x="6829" y="0"/>
                  <a:pt x="0" y="6833"/>
                  <a:pt x="0" y="15091"/>
                </a:cubicBezTo>
                <a:cubicBezTo>
                  <a:pt x="0" y="23344"/>
                  <a:pt x="6829" y="30177"/>
                  <a:pt x="15086" y="30177"/>
                </a:cubicBezTo>
                <a:cubicBezTo>
                  <a:pt x="23345" y="30177"/>
                  <a:pt x="30173" y="23344"/>
                  <a:pt x="30173" y="15091"/>
                </a:cubicBezTo>
                <a:moveTo>
                  <a:pt x="24765" y="119474"/>
                </a:moveTo>
                <a:cubicBezTo>
                  <a:pt x="24765" y="127453"/>
                  <a:pt x="24765" y="149703"/>
                  <a:pt x="6546" y="170814"/>
                </a:cubicBezTo>
                <a:cubicBezTo>
                  <a:pt x="4553" y="173095"/>
                  <a:pt x="4553" y="173664"/>
                  <a:pt x="4553" y="174519"/>
                </a:cubicBezTo>
                <a:cubicBezTo>
                  <a:pt x="4553" y="176509"/>
                  <a:pt x="5978" y="177647"/>
                  <a:pt x="7403" y="177647"/>
                </a:cubicBezTo>
                <a:cubicBezTo>
                  <a:pt x="10530" y="177647"/>
                  <a:pt x="31029" y="154842"/>
                  <a:pt x="31029" y="121750"/>
                </a:cubicBezTo>
                <a:cubicBezTo>
                  <a:pt x="31029" y="113492"/>
                  <a:pt x="30459" y="92429"/>
                  <a:pt x="15086" y="92429"/>
                </a:cubicBezTo>
                <a:cubicBezTo>
                  <a:pt x="5121" y="92429"/>
                  <a:pt x="0" y="100113"/>
                  <a:pt x="0" y="107515"/>
                </a:cubicBezTo>
                <a:cubicBezTo>
                  <a:pt x="0" y="114917"/>
                  <a:pt x="4840" y="122601"/>
                  <a:pt x="15086" y="122601"/>
                </a:cubicBezTo>
                <a:cubicBezTo>
                  <a:pt x="16511" y="122601"/>
                  <a:pt x="17081" y="122601"/>
                  <a:pt x="17363" y="122319"/>
                </a:cubicBezTo>
                <a:cubicBezTo>
                  <a:pt x="19357" y="122032"/>
                  <a:pt x="22489" y="121463"/>
                  <a:pt x="24765" y="1194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df-path-100066">
            <a:extLst xmlns:a="http://schemas.openxmlformats.org/drawingml/2006/main">
              <a:ext uri="{FF2B5EF4-FFF2-40B4-BE49-F238E27FC236}">
                <a16:creationId xmlns:a16="http://schemas.microsoft.com/office/drawing/2014/main" id="{41E3D25D-571E-4B83-AE4F-4CD92C9B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64" y="2495039"/>
            <a:ext cx="168816" cy="207116"/>
          </a:xfrm>
          <a:custGeom xmlns:a="http://schemas.openxmlformats.org/drawingml/2006/main">
            <a:pathLst>
              <a:path w="168816" h="207116">
                <a:moveTo>
                  <a:pt x="168816" y="2850"/>
                </a:moveTo>
                <a:cubicBezTo>
                  <a:pt x="168816" y="1994"/>
                  <a:pt x="168247" y="0"/>
                  <a:pt x="165684" y="0"/>
                </a:cubicBezTo>
                <a:cubicBezTo>
                  <a:pt x="164264" y="0"/>
                  <a:pt x="163977" y="287"/>
                  <a:pt x="160563" y="4274"/>
                </a:cubicBezTo>
                <a:lnTo>
                  <a:pt x="146897" y="20507"/>
                </a:lnTo>
                <a:cubicBezTo>
                  <a:pt x="139495" y="7120"/>
                  <a:pt x="124691" y="0"/>
                  <a:pt x="106187" y="0"/>
                </a:cubicBezTo>
                <a:cubicBezTo>
                  <a:pt x="70032" y="0"/>
                  <a:pt x="35872" y="32762"/>
                  <a:pt x="35872" y="67235"/>
                </a:cubicBezTo>
                <a:cubicBezTo>
                  <a:pt x="35872" y="90314"/>
                  <a:pt x="50959" y="103419"/>
                  <a:pt x="65480" y="107693"/>
                </a:cubicBezTo>
                <a:lnTo>
                  <a:pt x="95939" y="115669"/>
                </a:lnTo>
                <a:cubicBezTo>
                  <a:pt x="106473" y="118232"/>
                  <a:pt x="122128" y="122506"/>
                  <a:pt x="122128" y="145872"/>
                </a:cubicBezTo>
                <a:cubicBezTo>
                  <a:pt x="122128" y="171514"/>
                  <a:pt x="98784" y="198294"/>
                  <a:pt x="70888" y="198294"/>
                </a:cubicBezTo>
                <a:cubicBezTo>
                  <a:pt x="52669" y="198294"/>
                  <a:pt x="21068" y="192025"/>
                  <a:pt x="21068" y="156696"/>
                </a:cubicBezTo>
                <a:cubicBezTo>
                  <a:pt x="21068" y="149859"/>
                  <a:pt x="22493" y="143022"/>
                  <a:pt x="22775" y="141311"/>
                </a:cubicBezTo>
                <a:cubicBezTo>
                  <a:pt x="23062" y="140173"/>
                  <a:pt x="23345" y="139886"/>
                  <a:pt x="23345" y="139317"/>
                </a:cubicBezTo>
                <a:cubicBezTo>
                  <a:pt x="23345" y="136467"/>
                  <a:pt x="21355" y="136185"/>
                  <a:pt x="19930" y="136185"/>
                </a:cubicBezTo>
                <a:cubicBezTo>
                  <a:pt x="18505" y="136185"/>
                  <a:pt x="17936" y="136467"/>
                  <a:pt x="17085" y="137323"/>
                </a:cubicBezTo>
                <a:cubicBezTo>
                  <a:pt x="15943" y="138461"/>
                  <a:pt x="0" y="203419"/>
                  <a:pt x="0" y="204271"/>
                </a:cubicBezTo>
                <a:cubicBezTo>
                  <a:pt x="0" y="205978"/>
                  <a:pt x="1425" y="207116"/>
                  <a:pt x="3132" y="207116"/>
                </a:cubicBezTo>
                <a:cubicBezTo>
                  <a:pt x="4557" y="207116"/>
                  <a:pt x="4839" y="206833"/>
                  <a:pt x="8258" y="202846"/>
                </a:cubicBezTo>
                <a:lnTo>
                  <a:pt x="22206" y="186613"/>
                </a:lnTo>
                <a:cubicBezTo>
                  <a:pt x="34447" y="203133"/>
                  <a:pt x="53807" y="207116"/>
                  <a:pt x="70319" y="207116"/>
                </a:cubicBezTo>
                <a:cubicBezTo>
                  <a:pt x="109035" y="207116"/>
                  <a:pt x="142627" y="169233"/>
                  <a:pt x="142627" y="133904"/>
                </a:cubicBezTo>
                <a:cubicBezTo>
                  <a:pt x="142627" y="114244"/>
                  <a:pt x="132949" y="104557"/>
                  <a:pt x="128679" y="100569"/>
                </a:cubicBezTo>
                <a:cubicBezTo>
                  <a:pt x="122128" y="94015"/>
                  <a:pt x="117858" y="92877"/>
                  <a:pt x="92524" y="86321"/>
                </a:cubicBezTo>
                <a:cubicBezTo>
                  <a:pt x="86260" y="84614"/>
                  <a:pt x="76014" y="81765"/>
                  <a:pt x="73451" y="81196"/>
                </a:cubicBezTo>
                <a:cubicBezTo>
                  <a:pt x="65762" y="78633"/>
                  <a:pt x="56084" y="70367"/>
                  <a:pt x="56084" y="55267"/>
                </a:cubicBezTo>
                <a:cubicBezTo>
                  <a:pt x="56084" y="32193"/>
                  <a:pt x="78859" y="7975"/>
                  <a:pt x="105904" y="7975"/>
                </a:cubicBezTo>
                <a:cubicBezTo>
                  <a:pt x="129530" y="7975"/>
                  <a:pt x="146897" y="20225"/>
                  <a:pt x="146897" y="52135"/>
                </a:cubicBezTo>
                <a:cubicBezTo>
                  <a:pt x="146897" y="61253"/>
                  <a:pt x="145759" y="66379"/>
                  <a:pt x="145759" y="68090"/>
                </a:cubicBezTo>
                <a:cubicBezTo>
                  <a:pt x="145759" y="68373"/>
                  <a:pt x="145759" y="70940"/>
                  <a:pt x="149173" y="70940"/>
                </a:cubicBezTo>
                <a:cubicBezTo>
                  <a:pt x="152023" y="70940"/>
                  <a:pt x="152305" y="70084"/>
                  <a:pt x="153443" y="65241"/>
                </a:cubicBezTo>
                <a:lnTo>
                  <a:pt x="168816" y="28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df-path-100067">
            <a:extLst xmlns:a="http://schemas.openxmlformats.org/drawingml/2006/main">
              <a:ext uri="{FF2B5EF4-FFF2-40B4-BE49-F238E27FC236}">
                <a16:creationId xmlns:a16="http://schemas.microsoft.com/office/drawing/2014/main" id="{2D942C54-3CAF-4B81-9C4D-A249C8D7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5284" y="2504472"/>
            <a:ext cx="101633" cy="89907"/>
          </a:xfrm>
          <a:custGeom xmlns:a="http://schemas.openxmlformats.org/drawingml/2006/main">
            <a:pathLst>
              <a:path w="101633" h="89907">
                <a:moveTo>
                  <a:pt x="71940" y="11761"/>
                </a:moveTo>
                <a:cubicBezTo>
                  <a:pt x="67753" y="5181"/>
                  <a:pt x="60978" y="0"/>
                  <a:pt x="51415" y="0"/>
                </a:cubicBezTo>
                <a:cubicBezTo>
                  <a:pt x="25907" y="0"/>
                  <a:pt x="0" y="28108"/>
                  <a:pt x="0" y="56819"/>
                </a:cubicBezTo>
                <a:cubicBezTo>
                  <a:pt x="0" y="76154"/>
                  <a:pt x="12953" y="89907"/>
                  <a:pt x="30091" y="89907"/>
                </a:cubicBezTo>
                <a:cubicBezTo>
                  <a:pt x="40852" y="89907"/>
                  <a:pt x="50418" y="83732"/>
                  <a:pt x="58387" y="75957"/>
                </a:cubicBezTo>
                <a:cubicBezTo>
                  <a:pt x="62173" y="87916"/>
                  <a:pt x="73734" y="89907"/>
                  <a:pt x="78915" y="89907"/>
                </a:cubicBezTo>
                <a:cubicBezTo>
                  <a:pt x="86089" y="89907"/>
                  <a:pt x="91069" y="85526"/>
                  <a:pt x="94657" y="79344"/>
                </a:cubicBezTo>
                <a:cubicBezTo>
                  <a:pt x="99042" y="71569"/>
                  <a:pt x="101633" y="60206"/>
                  <a:pt x="101633" y="59409"/>
                </a:cubicBezTo>
                <a:cubicBezTo>
                  <a:pt x="101633" y="56819"/>
                  <a:pt x="99042" y="56819"/>
                  <a:pt x="98443" y="56819"/>
                </a:cubicBezTo>
                <a:cubicBezTo>
                  <a:pt x="95654" y="56819"/>
                  <a:pt x="95453" y="57615"/>
                  <a:pt x="94058" y="62997"/>
                </a:cubicBezTo>
                <a:cubicBezTo>
                  <a:pt x="91668" y="72566"/>
                  <a:pt x="87882" y="84328"/>
                  <a:pt x="79512" y="84328"/>
                </a:cubicBezTo>
                <a:cubicBezTo>
                  <a:pt x="74330" y="84328"/>
                  <a:pt x="72934" y="79943"/>
                  <a:pt x="72934" y="74561"/>
                </a:cubicBezTo>
                <a:cubicBezTo>
                  <a:pt x="72934" y="71171"/>
                  <a:pt x="74531" y="63995"/>
                  <a:pt x="75923" y="58810"/>
                </a:cubicBezTo>
                <a:cubicBezTo>
                  <a:pt x="77319" y="53428"/>
                  <a:pt x="79314" y="45255"/>
                  <a:pt x="80308" y="40867"/>
                </a:cubicBezTo>
                <a:lnTo>
                  <a:pt x="84295" y="25718"/>
                </a:lnTo>
                <a:cubicBezTo>
                  <a:pt x="85490" y="20534"/>
                  <a:pt x="87882" y="11162"/>
                  <a:pt x="87882" y="10168"/>
                </a:cubicBezTo>
                <a:cubicBezTo>
                  <a:pt x="87882" y="5780"/>
                  <a:pt x="84295" y="3789"/>
                  <a:pt x="81105" y="3789"/>
                </a:cubicBezTo>
                <a:cubicBezTo>
                  <a:pt x="77717" y="3789"/>
                  <a:pt x="73135" y="6178"/>
                  <a:pt x="71940" y="11761"/>
                </a:cubicBezTo>
                <a:moveTo>
                  <a:pt x="59184" y="62997"/>
                </a:moveTo>
                <a:cubicBezTo>
                  <a:pt x="57792" y="68580"/>
                  <a:pt x="53407" y="72566"/>
                  <a:pt x="49023" y="76355"/>
                </a:cubicBezTo>
                <a:cubicBezTo>
                  <a:pt x="47228" y="77948"/>
                  <a:pt x="39258" y="84328"/>
                  <a:pt x="30690" y="84328"/>
                </a:cubicBezTo>
                <a:cubicBezTo>
                  <a:pt x="23317" y="84328"/>
                  <a:pt x="16143" y="79146"/>
                  <a:pt x="16143" y="64992"/>
                </a:cubicBezTo>
                <a:cubicBezTo>
                  <a:pt x="16143" y="54425"/>
                  <a:pt x="21920" y="32496"/>
                  <a:pt x="26506" y="24520"/>
                </a:cubicBezTo>
                <a:cubicBezTo>
                  <a:pt x="35671" y="8572"/>
                  <a:pt x="45835" y="5583"/>
                  <a:pt x="51415" y="5583"/>
                </a:cubicBezTo>
                <a:cubicBezTo>
                  <a:pt x="65363" y="5583"/>
                  <a:pt x="69148" y="20731"/>
                  <a:pt x="69148" y="22927"/>
                </a:cubicBezTo>
                <a:cubicBezTo>
                  <a:pt x="69148" y="23723"/>
                  <a:pt x="68751" y="25119"/>
                  <a:pt x="68553" y="25718"/>
                </a:cubicBezTo>
                <a:lnTo>
                  <a:pt x="59184" y="629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df-path-100068">
            <a:extLst xmlns:a="http://schemas.openxmlformats.org/drawingml/2006/main">
              <a:ext uri="{FF2B5EF4-FFF2-40B4-BE49-F238E27FC236}">
                <a16:creationId xmlns:a16="http://schemas.microsoft.com/office/drawing/2014/main" id="{0998C8CD-5EE7-4FCD-981F-8111C8B4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03" y="2482250"/>
            <a:ext cx="11390" cy="284680"/>
          </a:xfrm>
          <a:custGeom xmlns:a="http://schemas.openxmlformats.org/drawingml/2006/main">
            <a:pathLst>
              <a:path w="11390" h="284680">
                <a:moveTo>
                  <a:pt x="11390" y="10252"/>
                </a:moveTo>
                <a:cubicBezTo>
                  <a:pt x="11390" y="5126"/>
                  <a:pt x="11390" y="0"/>
                  <a:pt x="5694" y="0"/>
                </a:cubicBezTo>
                <a:cubicBezTo>
                  <a:pt x="0" y="0"/>
                  <a:pt x="0" y="5126"/>
                  <a:pt x="0" y="10252"/>
                </a:cubicBezTo>
                <a:lnTo>
                  <a:pt x="0" y="274433"/>
                </a:lnTo>
                <a:cubicBezTo>
                  <a:pt x="0" y="279559"/>
                  <a:pt x="0" y="284680"/>
                  <a:pt x="5694" y="284680"/>
                </a:cubicBezTo>
                <a:cubicBezTo>
                  <a:pt x="11390" y="284680"/>
                  <a:pt x="11390" y="279559"/>
                  <a:pt x="11390" y="274433"/>
                </a:cubicBezTo>
                <a:lnTo>
                  <a:pt x="11390" y="102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df-path-100069">
            <a:extLst xmlns:a="http://schemas.openxmlformats.org/drawingml/2006/main">
              <a:ext uri="{FF2B5EF4-FFF2-40B4-BE49-F238E27FC236}">
                <a16:creationId xmlns:a16="http://schemas.microsoft.com/office/drawing/2014/main" id="{E5669B4B-A20E-475E-BBE4-5E95E45D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889" y="2491703"/>
            <a:ext cx="227745" cy="223418"/>
          </a:xfrm>
          <a:custGeom xmlns:a="http://schemas.openxmlformats.org/drawingml/2006/main">
            <a:pathLst>
              <a:path w="227745" h="223418">
                <a:moveTo>
                  <a:pt x="128675" y="27384"/>
                </a:moveTo>
                <a:lnTo>
                  <a:pt x="175931" y="27384"/>
                </a:lnTo>
                <a:cubicBezTo>
                  <a:pt x="213510" y="27384"/>
                  <a:pt x="227745" y="5695"/>
                  <a:pt x="227745" y="1994"/>
                </a:cubicBezTo>
                <a:cubicBezTo>
                  <a:pt x="227745" y="573"/>
                  <a:pt x="226603" y="0"/>
                  <a:pt x="225182" y="0"/>
                </a:cubicBezTo>
                <a:cubicBezTo>
                  <a:pt x="222050" y="0"/>
                  <a:pt x="214648" y="2849"/>
                  <a:pt x="207533" y="8001"/>
                </a:cubicBezTo>
                <a:cubicBezTo>
                  <a:pt x="205253" y="9730"/>
                  <a:pt x="204683" y="9730"/>
                  <a:pt x="199275" y="9730"/>
                </a:cubicBezTo>
                <a:lnTo>
                  <a:pt x="74872" y="9730"/>
                </a:lnTo>
                <a:cubicBezTo>
                  <a:pt x="39569" y="9730"/>
                  <a:pt x="0" y="40185"/>
                  <a:pt x="0" y="63512"/>
                </a:cubicBezTo>
                <a:cubicBezTo>
                  <a:pt x="0" y="65219"/>
                  <a:pt x="0" y="66926"/>
                  <a:pt x="2276" y="66926"/>
                </a:cubicBezTo>
                <a:cubicBezTo>
                  <a:pt x="9109" y="66926"/>
                  <a:pt x="27045" y="57539"/>
                  <a:pt x="27614" y="50710"/>
                </a:cubicBezTo>
                <a:cubicBezTo>
                  <a:pt x="27897" y="45876"/>
                  <a:pt x="28466" y="40467"/>
                  <a:pt x="34160" y="33070"/>
                </a:cubicBezTo>
                <a:cubicBezTo>
                  <a:pt x="37006" y="29660"/>
                  <a:pt x="39286" y="27384"/>
                  <a:pt x="51810" y="27384"/>
                </a:cubicBezTo>
                <a:lnTo>
                  <a:pt x="108463" y="27384"/>
                </a:lnTo>
                <a:cubicBezTo>
                  <a:pt x="103624" y="30511"/>
                  <a:pt x="102486" y="34777"/>
                  <a:pt x="101916" y="37622"/>
                </a:cubicBezTo>
                <a:lnTo>
                  <a:pt x="69463" y="166496"/>
                </a:lnTo>
                <a:cubicBezTo>
                  <a:pt x="66045" y="180436"/>
                  <a:pt x="60067" y="198367"/>
                  <a:pt x="51810" y="216872"/>
                </a:cubicBezTo>
                <a:cubicBezTo>
                  <a:pt x="50102" y="220286"/>
                  <a:pt x="50102" y="220855"/>
                  <a:pt x="50102" y="221424"/>
                </a:cubicBezTo>
                <a:cubicBezTo>
                  <a:pt x="50102" y="223132"/>
                  <a:pt x="51240" y="223418"/>
                  <a:pt x="52665" y="223418"/>
                </a:cubicBezTo>
                <a:cubicBezTo>
                  <a:pt x="58360" y="223418"/>
                  <a:pt x="72309" y="215730"/>
                  <a:pt x="76578" y="209753"/>
                </a:cubicBezTo>
                <a:cubicBezTo>
                  <a:pt x="78286" y="206907"/>
                  <a:pt x="90813" y="177877"/>
                  <a:pt x="96790" y="154264"/>
                </a:cubicBezTo>
                <a:lnTo>
                  <a:pt x="128675" y="273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df-path-100070">
            <a:extLst xmlns:a="http://schemas.openxmlformats.org/drawingml/2006/main">
              <a:ext uri="{FF2B5EF4-FFF2-40B4-BE49-F238E27FC236}">
                <a16:creationId xmlns:a16="http://schemas.microsoft.com/office/drawing/2014/main" id="{B47ED4B0-D1BE-438E-874C-1CE59C26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053" y="2481028"/>
            <a:ext cx="50019" cy="103232"/>
          </a:xfrm>
          <a:custGeom xmlns:a="http://schemas.openxmlformats.org/drawingml/2006/main">
            <a:pathLst>
              <a:path w="50019" h="103232">
                <a:moveTo>
                  <a:pt x="48226" y="17338"/>
                </a:moveTo>
                <a:cubicBezTo>
                  <a:pt x="49819" y="13951"/>
                  <a:pt x="50019" y="12354"/>
                  <a:pt x="50019" y="10962"/>
                </a:cubicBezTo>
                <a:cubicBezTo>
                  <a:pt x="50019" y="4783"/>
                  <a:pt x="44440" y="0"/>
                  <a:pt x="38262" y="0"/>
                </a:cubicBezTo>
                <a:cubicBezTo>
                  <a:pt x="30690" y="0"/>
                  <a:pt x="28297" y="6179"/>
                  <a:pt x="27303" y="9365"/>
                </a:cubicBezTo>
                <a:lnTo>
                  <a:pt x="998" y="95661"/>
                </a:lnTo>
                <a:cubicBezTo>
                  <a:pt x="797" y="96059"/>
                  <a:pt x="0" y="98650"/>
                  <a:pt x="0" y="98850"/>
                </a:cubicBezTo>
                <a:cubicBezTo>
                  <a:pt x="0" y="101240"/>
                  <a:pt x="6179" y="103232"/>
                  <a:pt x="7772" y="103232"/>
                </a:cubicBezTo>
                <a:cubicBezTo>
                  <a:pt x="9168" y="103232"/>
                  <a:pt x="9366" y="102834"/>
                  <a:pt x="10761" y="99845"/>
                </a:cubicBezTo>
                <a:lnTo>
                  <a:pt x="48226" y="1733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df-path-100071">
            <a:extLst xmlns:a="http://schemas.openxmlformats.org/drawingml/2006/main">
              <a:ext uri="{FF2B5EF4-FFF2-40B4-BE49-F238E27FC236}">
                <a16:creationId xmlns:a16="http://schemas.microsoft.com/office/drawing/2014/main" id="{37F25051-8A15-480B-A92A-78FB1C3D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582" y="2482251"/>
            <a:ext cx="66044" cy="284680"/>
          </a:xfrm>
          <a:custGeom xmlns:a="http://schemas.openxmlformats.org/drawingml/2006/main">
            <a:pathLst>
              <a:path w="66044" h="284680">
                <a:moveTo>
                  <a:pt x="66044" y="142340"/>
                </a:moveTo>
                <a:cubicBezTo>
                  <a:pt x="66044" y="120138"/>
                  <a:pt x="62917" y="85691"/>
                  <a:pt x="47257" y="53521"/>
                </a:cubicBezTo>
                <a:cubicBezTo>
                  <a:pt x="30177" y="18505"/>
                  <a:pt x="5695" y="0"/>
                  <a:pt x="2845" y="0"/>
                </a:cubicBezTo>
                <a:cubicBezTo>
                  <a:pt x="1138" y="0"/>
                  <a:pt x="0" y="1142"/>
                  <a:pt x="0" y="2849"/>
                </a:cubicBezTo>
                <a:cubicBezTo>
                  <a:pt x="0" y="3701"/>
                  <a:pt x="0" y="4274"/>
                  <a:pt x="5408" y="9395"/>
                </a:cubicBezTo>
                <a:cubicBezTo>
                  <a:pt x="33309" y="37579"/>
                  <a:pt x="49534" y="82842"/>
                  <a:pt x="49534" y="142340"/>
                </a:cubicBezTo>
                <a:cubicBezTo>
                  <a:pt x="49534" y="191022"/>
                  <a:pt x="39004" y="241124"/>
                  <a:pt x="3701" y="276996"/>
                </a:cubicBezTo>
                <a:cubicBezTo>
                  <a:pt x="0" y="280410"/>
                  <a:pt x="0" y="280983"/>
                  <a:pt x="0" y="281835"/>
                </a:cubicBezTo>
                <a:cubicBezTo>
                  <a:pt x="0" y="283542"/>
                  <a:pt x="1138" y="284680"/>
                  <a:pt x="2845" y="284680"/>
                </a:cubicBezTo>
                <a:cubicBezTo>
                  <a:pt x="5695" y="284680"/>
                  <a:pt x="31315" y="265323"/>
                  <a:pt x="48113" y="229169"/>
                </a:cubicBezTo>
                <a:cubicBezTo>
                  <a:pt x="62630" y="197854"/>
                  <a:pt x="66044" y="166253"/>
                  <a:pt x="66044" y="14234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df-path-100072">
            <a:extLst xmlns:a="http://schemas.openxmlformats.org/drawingml/2006/main">
              <a:ext uri="{FF2B5EF4-FFF2-40B4-BE49-F238E27FC236}">
                <a16:creationId xmlns:a16="http://schemas.microsoft.com/office/drawing/2014/main" id="{0EBB2A26-DF6D-451D-A535-3821153B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953" y="2808191"/>
            <a:ext cx="117572" cy="203780"/>
          </a:xfrm>
          <a:custGeom xmlns:a="http://schemas.openxmlformats.org/drawingml/2006/main">
            <a:pathLst>
              <a:path w="117572" h="203780">
                <a:moveTo>
                  <a:pt x="117572" y="58329"/>
                </a:moveTo>
                <a:cubicBezTo>
                  <a:pt x="117572" y="39551"/>
                  <a:pt x="112450" y="0"/>
                  <a:pt x="83411" y="0"/>
                </a:cubicBezTo>
                <a:cubicBezTo>
                  <a:pt x="43844" y="0"/>
                  <a:pt x="0" y="80236"/>
                  <a:pt x="0" y="145420"/>
                </a:cubicBezTo>
                <a:cubicBezTo>
                  <a:pt x="0" y="172183"/>
                  <a:pt x="8258" y="203780"/>
                  <a:pt x="34160" y="203780"/>
                </a:cubicBezTo>
                <a:cubicBezTo>
                  <a:pt x="74302" y="203780"/>
                  <a:pt x="117572" y="122072"/>
                  <a:pt x="117572" y="58329"/>
                </a:cubicBezTo>
                <a:moveTo>
                  <a:pt x="30177" y="97303"/>
                </a:moveTo>
                <a:cubicBezTo>
                  <a:pt x="35017" y="79097"/>
                  <a:pt x="40711" y="56336"/>
                  <a:pt x="52097" y="36137"/>
                </a:cubicBezTo>
                <a:cubicBezTo>
                  <a:pt x="59785" y="22197"/>
                  <a:pt x="70314" y="6264"/>
                  <a:pt x="83129" y="6264"/>
                </a:cubicBezTo>
                <a:cubicBezTo>
                  <a:pt x="97077" y="6264"/>
                  <a:pt x="98785" y="24473"/>
                  <a:pt x="98785" y="40689"/>
                </a:cubicBezTo>
                <a:cubicBezTo>
                  <a:pt x="98785" y="54628"/>
                  <a:pt x="96509" y="69141"/>
                  <a:pt x="89675" y="97303"/>
                </a:cubicBezTo>
                <a:lnTo>
                  <a:pt x="30177" y="97303"/>
                </a:lnTo>
                <a:moveTo>
                  <a:pt x="87112" y="106416"/>
                </a:moveTo>
                <a:cubicBezTo>
                  <a:pt x="83980" y="119509"/>
                  <a:pt x="78003" y="143708"/>
                  <a:pt x="67187" y="164207"/>
                </a:cubicBezTo>
                <a:cubicBezTo>
                  <a:pt x="57222" y="183568"/>
                  <a:pt x="46401" y="197521"/>
                  <a:pt x="34160" y="197521"/>
                </a:cubicBezTo>
                <a:cubicBezTo>
                  <a:pt x="24769" y="197521"/>
                  <a:pt x="18787" y="189263"/>
                  <a:pt x="18787" y="162787"/>
                </a:cubicBezTo>
                <a:cubicBezTo>
                  <a:pt x="18787" y="150828"/>
                  <a:pt x="20499" y="134317"/>
                  <a:pt x="27901" y="106416"/>
                </a:cubicBezTo>
                <a:lnTo>
                  <a:pt x="87112" y="1064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df-path-100073">
            <a:extLst xmlns:a="http://schemas.openxmlformats.org/drawingml/2006/main">
              <a:ext uri="{FF2B5EF4-FFF2-40B4-BE49-F238E27FC236}">
                <a16:creationId xmlns:a16="http://schemas.microsoft.com/office/drawing/2014/main" id="{176D1F15-8AA1-4DCD-A0A0-63AB62CF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176" y="3124400"/>
            <a:ext cx="149173" cy="256045"/>
          </a:xfrm>
          <a:custGeom xmlns:a="http://schemas.openxmlformats.org/drawingml/2006/main">
            <a:pathLst>
              <a:path w="149173" h="256045">
                <a:moveTo>
                  <a:pt x="110456" y="6833"/>
                </a:moveTo>
                <a:cubicBezTo>
                  <a:pt x="110456" y="6264"/>
                  <a:pt x="111307" y="3132"/>
                  <a:pt x="111307" y="2849"/>
                </a:cubicBezTo>
                <a:cubicBezTo>
                  <a:pt x="111307" y="2563"/>
                  <a:pt x="111307" y="0"/>
                  <a:pt x="107893" y="0"/>
                </a:cubicBezTo>
                <a:cubicBezTo>
                  <a:pt x="105048" y="0"/>
                  <a:pt x="104761" y="856"/>
                  <a:pt x="103623" y="5695"/>
                </a:cubicBezTo>
                <a:lnTo>
                  <a:pt x="87112" y="71444"/>
                </a:lnTo>
                <a:cubicBezTo>
                  <a:pt x="41848" y="72869"/>
                  <a:pt x="0" y="110743"/>
                  <a:pt x="0" y="149472"/>
                </a:cubicBezTo>
                <a:cubicBezTo>
                  <a:pt x="0" y="176526"/>
                  <a:pt x="19925" y="199023"/>
                  <a:pt x="54659" y="201017"/>
                </a:cubicBezTo>
                <a:cubicBezTo>
                  <a:pt x="52378" y="209857"/>
                  <a:pt x="50389" y="218983"/>
                  <a:pt x="48109" y="227823"/>
                </a:cubicBezTo>
                <a:cubicBezTo>
                  <a:pt x="44694" y="241228"/>
                  <a:pt x="41848" y="252062"/>
                  <a:pt x="41848" y="252918"/>
                </a:cubicBezTo>
                <a:cubicBezTo>
                  <a:pt x="41848" y="255763"/>
                  <a:pt x="43838" y="256045"/>
                  <a:pt x="45263" y="256045"/>
                </a:cubicBezTo>
                <a:cubicBezTo>
                  <a:pt x="46688" y="256045"/>
                  <a:pt x="47257" y="255763"/>
                  <a:pt x="48109" y="254907"/>
                </a:cubicBezTo>
                <a:cubicBezTo>
                  <a:pt x="48677" y="254338"/>
                  <a:pt x="50389" y="247501"/>
                  <a:pt x="51240" y="243509"/>
                </a:cubicBezTo>
                <a:lnTo>
                  <a:pt x="62060" y="201017"/>
                </a:lnTo>
                <a:cubicBezTo>
                  <a:pt x="107893" y="199592"/>
                  <a:pt x="149173" y="161149"/>
                  <a:pt x="149173" y="122988"/>
                </a:cubicBezTo>
                <a:cubicBezTo>
                  <a:pt x="149173" y="100491"/>
                  <a:pt x="134082" y="74289"/>
                  <a:pt x="94513" y="71444"/>
                </a:cubicBezTo>
                <a:lnTo>
                  <a:pt x="110456" y="6833"/>
                </a:lnTo>
                <a:moveTo>
                  <a:pt x="56079" y="194753"/>
                </a:moveTo>
                <a:cubicBezTo>
                  <a:pt x="38999" y="193897"/>
                  <a:pt x="18505" y="183932"/>
                  <a:pt x="18505" y="155454"/>
                </a:cubicBezTo>
                <a:cubicBezTo>
                  <a:pt x="18505" y="121277"/>
                  <a:pt x="42987" y="81408"/>
                  <a:pt x="85405" y="77707"/>
                </a:cubicBezTo>
                <a:lnTo>
                  <a:pt x="56079" y="194753"/>
                </a:lnTo>
                <a:moveTo>
                  <a:pt x="92807" y="77707"/>
                </a:moveTo>
                <a:cubicBezTo>
                  <a:pt x="114440" y="78845"/>
                  <a:pt x="130668" y="91947"/>
                  <a:pt x="130668" y="117006"/>
                </a:cubicBezTo>
                <a:cubicBezTo>
                  <a:pt x="130668" y="150611"/>
                  <a:pt x="106186" y="191335"/>
                  <a:pt x="63481" y="194753"/>
                </a:cubicBezTo>
                <a:lnTo>
                  <a:pt x="92807" y="777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5086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2026-10-09T20:25:48.3920000Z</dcterms:created>
  <dcterms:modified xsi:type="dcterms:W3CDTF">2026-10-09T20:25:48.3920000Z</dcterms:modified>
</coreProperties>
</file>