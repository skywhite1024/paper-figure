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defeeb4b13472a" /><Relationship Type="http://schemas.openxmlformats.org/officeDocument/2006/relationships/extended-properties" Target="/docProps/app.xml" Id="Rca253761f6544f0f" /><Relationship Type="http://schemas.openxmlformats.org/officeDocument/2006/relationships/officeDocument" Target="/ppt/presentation.xml" Id="Rc7d90e56cd404093" /></Relationships>
</file>

<file path=ppt/presentation.xml><?xml version="1.0" encoding="utf-8"?>
<p:presentation xmlns:p="http://schemas.openxmlformats.org/presentationml/2006/main">
  <p:sldMasterIdLst>
    <p:sldMasterId xmlns:r="http://schemas.openxmlformats.org/officeDocument/2006/relationships" id="2147483648" r:id="R3ffc99dd6abd42d6"/>
  </p:sldMasterIdLst>
  <p:notesMasterIdLst>
    <p:notesMasterId xmlns:r="http://schemas.openxmlformats.org/officeDocument/2006/relationships" r:id="R8df57496311f488a"/>
  </p:notesMasterIdLst>
  <p:sldIdLst>
    <p:sldId xmlns:r="http://schemas.openxmlformats.org/officeDocument/2006/relationships" id="256" r:id="R42f298d192d74e2f"/>
  </p:sldIdLst>
  <p:sldSz cx="11344275" cy="52006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ea65932e144c11" /><Relationship Type="http://schemas.openxmlformats.org/officeDocument/2006/relationships/slideMaster" Target="/ppt/slideMasters/slideMaster1.xml" Id="R3ffc99dd6abd42d6" /><Relationship Type="http://schemas.openxmlformats.org/officeDocument/2006/relationships/notesMaster" Target="/ppt/notesMasters/notesMaster1.xml" Id="R8df57496311f488a" /><Relationship Type="http://schemas.openxmlformats.org/officeDocument/2006/relationships/presProps" Target="/ppt/presProps.xml" Id="R0783cc393df8405b" /><Relationship Type="http://schemas.openxmlformats.org/officeDocument/2006/relationships/tableStyles" Target="/ppt/tableStyles.xml" Id="Rdaa2c1d2a6964471" /><Relationship Type="http://schemas.openxmlformats.org/officeDocument/2006/relationships/slide" Target="/ppt/slides/slide1.xml" Id="R42f298d192d74e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e67492b4c440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a391791e02424f" /><Relationship Type="http://schemas.openxmlformats.org/officeDocument/2006/relationships/notesMaster" Target="/ppt/notesMasters/notesMaster1.xml" Id="R9646ecd3f0b247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"paper_title": "SkillWrapper: Generative Predicate Invention for Task-Level Robot Planning",</a:t>
            </a:r>
          </a:p>
          <a:p xmlns:a="http://schemas.openxmlformats.org/drawingml/2006/main">
            <a:r>
              <a:t>  "paper_url": "https://arxiv.org/pdf/2511.18203v8",</a:t>
            </a:r>
          </a:p>
          <a:p xmlns:a="http://schemas.openxmlformats.org/drawingml/2006/main">
            <a:r>
              <a:t>  "figure": "Figure 1",</a:t>
            </a:r>
          </a:p>
          <a:p xmlns:a="http://schemas.openxmlformats.org/drawingml/2006/main">
            <a:r>
              <a:t>  "license": "unverified",</a:t>
            </a:r>
          </a:p>
          <a:p xmlns:a="http://schemas.openxmlformats.org/drawingml/2006/main">
            <a:r>
              <a:t>  "notes": "Original SkillWrapper data collection, predicate invention, operator learning and planning arrangement. Native geometry and live ordinary labels/code; mathematical glyphs retain native outlines. Original task photos/icons are individually bounded raster inserts.",</a:t>
            </a:r>
          </a:p>
          <a:p xmlns:a="http://schemas.openxmlformats.org/drawingml/2006/main">
            <a:r>
              <a:t>  "page": 2,</a:t>
            </a:r>
          </a:p>
          <a:p xmlns:a="http://schemas.openxmlformats.org/drawingml/2006/main">
            <a:r>
              <a:t>  "status": "figure_recreation",</a:t>
            </a:r>
          </a:p>
          <a:p xmlns:a="http://schemas.openxmlformats.org/drawingml/2006/main">
            <a:r>
              <a:t>  "source_sha256": "f6d5eb946af1ddcbd7db2f7509f0493cd595172bd16891e0118fe8a62bc55c5a",</a:t>
            </a:r>
          </a:p>
          <a:p xmlns:a="http://schemas.openxmlformats.org/drawingml/2006/main">
            <a:r>
              <a:t>  "source_crop_pdf_points": [</a:t>
            </a:r>
          </a:p>
          <a:p xmlns:a="http://schemas.openxmlformats.org/drawingml/2006/main">
            <a:r>
              <a:t>    107,</a:t>
            </a:r>
          </a:p>
          <a:p xmlns:a="http://schemas.openxmlformats.org/drawingml/2006/main">
            <a:r>
              <a:t>    80,</a:t>
            </a:r>
          </a:p>
          <a:p xmlns:a="http://schemas.openxmlformats.org/drawingml/2006/main">
            <a:r>
              <a:t>    504,</a:t>
            </a:r>
          </a:p>
          <a:p xmlns:a="http://schemas.openxmlformats.org/drawingml/2006/main">
            <a:r>
              <a:t>    262</a:t>
            </a:r>
          </a:p>
          <a:p xmlns:a="http://schemas.openxmlformats.org/drawingml/2006/main">
            <a:r>
              <a:t>  ],</a:t>
            </a:r>
          </a:p>
          <a:p xmlns:a="http://schemas.openxmlformats.org/drawingml/2006/main">
            <a:r>
              <a:t>  "extraction_review": "pending; native geometry extraction is not visual fidelity approval",</a:t>
            </a:r>
          </a:p>
          <a:p xmlns:a="http://schemas.openxmlformats.org/drawingml/2006/main">
            <a:r>
              <a:t>  "font_substitutions": "Arial or Courier New; source fonts recorded per text object",</a:t>
            </a:r>
          </a:p>
          <a:p xmlns:a="http://schemas.openxmlformats.org/drawingml/2006/main">
            <a:r>
              <a:t>  "outlined_font_families": [</a:t>
            </a:r>
          </a:p>
          <a:p xmlns:a="http://schemas.openxmlformats.org/drawingml/2006/main">
            <a:r>
              <a:t>    "CMM",</a:t>
            </a:r>
          </a:p>
          <a:p xmlns:a="http://schemas.openxmlformats.org/drawingml/2006/main">
            <a:r>
              <a:t>    "CMSY",</a:t>
            </a:r>
          </a:p>
          <a:p xmlns:a="http://schemas.openxmlformats.org/drawingml/2006/main">
            <a:r>
              <a:t>    "CMEX",</a:t>
            </a:r>
          </a:p>
          <a:p xmlns:a="http://schemas.openxmlformats.org/drawingml/2006/main">
            <a:r>
              <a:t>    "CambriaMath"</a:t>
            </a:r>
          </a:p>
          <a:p xmlns:a="http://schemas.openxmlformats.org/drawingml/2006/main">
            <a:r>
              <a:t>  ],</a:t>
            </a:r>
          </a:p>
          <a:p xmlns:a="http://schemas.openxmlformats.org/drawingml/2006/main">
            <a:r>
              <a:t>  "outlined_math_limit": "Selected source mathematical fonts preserved as editable glyph outlines, not live equation/text objects.",</a:t>
            </a:r>
          </a:p>
          <a:p xmlns:a="http://schemas.openxmlformats.org/drawingml/2006/main">
            <a:r>
              <a:t>  "dash_fidelity": "PPTX uses the closest supported native preset, not exact PDF dash lengths. Draw.io retains interval lengths; PDF phase/caps are not preserved; zero intervals become 0.001 scene units.",</a:t>
            </a:r>
          </a:p>
          <a:p xmlns:a="http://schemas.openxmlformats.org/drawingml/2006/main">
            <a:r>
              <a:t>  "extraction_warnings": [</a:t>
            </a:r>
          </a:p>
          <a:p xmlns:a="http://schemas.openxmlformats.org/drawingml/2006/main">
            <a:r>
              <a:t>    "65 source clipping groups intersect crop; extracted paths require explicit clipping review",</a:t>
            </a:r>
          </a:p>
          <a:p xmlns:a="http://schemas.openxmlformats.org/drawingml/2006/main">
            <a:r>
              <a:t>    "path partially intersects raster inset: 4",</a:t>
            </a:r>
          </a:p>
          <a:p xmlns:a="http://schemas.openxmlformats.org/drawingml/2006/main">
            <a:r>
              <a:t>    "path partially intersects raster inset: 5",</a:t>
            </a:r>
          </a:p>
          <a:p xmlns:a="http://schemas.openxmlformats.org/drawingml/2006/main">
            <a:r>
              <a:t>    "path partially intersects raster inset: 422",</a:t>
            </a:r>
          </a:p>
          <a:p xmlns:a="http://schemas.openxmlformats.org/drawingml/2006/main">
            <a:r>
              <a:t>    "path partially intersects raster inset: 423",</a:t>
            </a:r>
          </a:p>
          <a:p xmlns:a="http://schemas.openxmlformats.org/drawingml/2006/main">
            <a:r>
              <a:t>    "path partially intersects raster inset: 426",</a:t>
            </a:r>
          </a:p>
          <a:p xmlns:a="http://schemas.openxmlformats.org/drawingml/2006/main">
            <a:r>
              <a:t>    "path partially intersects raster inset: 620",</a:t>
            </a:r>
          </a:p>
          <a:p xmlns:a="http://schemas.openxmlformats.org/drawingml/2006/main">
            <a:r>
              <a:t>    "path partially intersects raster inset: 622",</a:t>
            </a:r>
          </a:p>
          <a:p xmlns:a="http://schemas.openxmlformats.org/drawingml/2006/main">
            <a:r>
              <a:t>    "path partially intersects raster inset: 659",</a:t>
            </a:r>
          </a:p>
          <a:p xmlns:a="http://schemas.openxmlformats.org/drawingml/2006/main">
            <a:r>
              <a:t>    "path partially intersects raster inset: 661",</a:t>
            </a:r>
          </a:p>
          <a:p xmlns:a="http://schemas.openxmlformats.org/drawingml/2006/main">
            <a:r>
              <a:t>    "path partially intersects raster inset: 667",</a:t>
            </a:r>
          </a:p>
          <a:p xmlns:a="http://schemas.openxmlformats.org/drawingml/2006/main">
            <a:r>
              <a:t>    "path partially intersects raster inset: 669",</a:t>
            </a:r>
          </a:p>
          <a:p xmlns:a="http://schemas.openxmlformats.org/drawingml/2006/main">
            <a:r>
              <a:t>    "path partially intersects raster inset: 814",</a:t>
            </a:r>
          </a:p>
          <a:p xmlns:a="http://schemas.openxmlformats.org/drawingml/2006/main">
            <a:r>
              <a:t>    "path partially intersects raster inset: 816",</a:t>
            </a:r>
          </a:p>
          <a:p xmlns:a="http://schemas.openxmlformats.org/drawingml/2006/main">
            <a:r>
              <a:t>    "path partially intersects raster inset: 818",</a:t>
            </a:r>
          </a:p>
          <a:p xmlns:a="http://schemas.openxmlformats.org/drawingml/2006/main">
            <a:r>
              <a:t>    "path partially intersects raster inset: 825",</a:t>
            </a:r>
          </a:p>
          <a:p xmlns:a="http://schemas.openxmlformats.org/drawingml/2006/main">
            <a:r>
              <a:t>    "path partially intersects raster inset: 826",</a:t>
            </a:r>
          </a:p>
          <a:p xmlns:a="http://schemas.openxmlformats.org/drawingml/2006/main">
            <a:r>
              <a:t>    "path partially intersects raster inset: 835",</a:t>
            </a:r>
          </a:p>
          <a:p xmlns:a="http://schemas.openxmlformats.org/drawingml/2006/main">
            <a:r>
              <a:t>    "path partially intersects raster inset: 837",</a:t>
            </a:r>
          </a:p>
          <a:p xmlns:a="http://schemas.openxmlformats.org/drawingml/2006/main">
            <a:r>
              <a:t>    "path partially intersects raster inset: 839",</a:t>
            </a:r>
          </a:p>
          <a:p xmlns:a="http://schemas.openxmlformats.org/drawingml/2006/main">
            <a:r>
              <a:t>    "path partially intersects raster inset: 845",</a:t>
            </a:r>
          </a:p>
          <a:p xmlns:a="http://schemas.openxmlformats.org/drawingml/2006/main">
            <a:r>
              <a:t>    "path partially intersects raster inset: 847",</a:t>
            </a:r>
          </a:p>
          <a:p xmlns:a="http://schemas.openxmlformats.org/drawingml/2006/main">
            <a:r>
              <a:t>    "path partially intersects raster inset: 938",</a:t>
            </a:r>
          </a:p>
          <a:p xmlns:a="http://schemas.openxmlformats.org/drawingml/2006/main">
            <a:r>
              <a:t>    "path partially intersects raster inset: 940",</a:t>
            </a:r>
          </a:p>
          <a:p xmlns:a="http://schemas.openxmlformats.org/drawingml/2006/main">
            <a:r>
              <a:t>    "rotated text needs manual reconstruction: .",</a:t>
            </a:r>
          </a:p>
          <a:p xmlns:a="http://schemas.openxmlformats.org/drawingml/2006/main">
            <a:r>
              <a:t>    "rotated text needs manual reconstruction: .",</a:t>
            </a:r>
          </a:p>
          <a:p xmlns:a="http://schemas.openxmlformats.org/drawingml/2006/main">
            <a:r>
              <a:t>    "rotated text needs manual reconstruction: .",</a:t>
            </a:r>
          </a:p>
          <a:p xmlns:a="http://schemas.openxmlformats.org/drawingml/2006/main">
            <a:r>
              <a:t>    "unhandled image/shading at seq 420: [-49.03314208984375, 70.5283203125, 10112.345703125, 10231.2216796875]; requires reviewed raster region"</a:t>
            </a:r>
          </a:p>
          <a:p xmlns:a="http://schemas.openxmlformats.org/drawingml/2006/main">
            <a:r>
              <a:t>  ],</a:t>
            </a:r>
          </a:p>
          <a:p xmlns:a="http://schemas.openxmlformats.org/drawingml/2006/main">
            <a:r>
              <a:t>  "ignored_invisible_text_spans": 0,</a:t>
            </a:r>
          </a:p>
          <a:p xmlns:a="http://schemas.openxmlformats.org/drawingml/2006/main">
            <a:r>
              <a:t>  "ordinary_label_repair": "Source duplicate stroked character outlines removed; ordinary text character spans merged into coherent live labels/code lines.",</a:t>
            </a:r>
          </a:p>
          <a:p xmlns:a="http://schemas.openxmlformats.org/drawingml/2006/main">
            <a:r>
              <a:t>  "extraction_warnings_reviewed": [</a:t>
            </a:r>
          </a:p>
          <a:p xmlns:a="http://schemas.openxmlformats.org/drawingml/2006/main">
            <a:r>
              <a:t>    "Original photo/icon image instances bounded individually after source-pixel review; duplicate source image paints merged into one discrete crop. Native source paths and ordinary labels preserved. Stroked character contours paired with source live letters removed to prevent double lettering and hidden old labels. Small-caps method caption transcribed as live text. Source mathematical expressions remain native outline paths."</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61f42d754243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1c6411727ef4d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4a21b81cd742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8efd48cfdf48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0109c73bca748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e43e96302044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022C2E-3FAE-4F67-A1CC-3F103A8AFF4C}"/>
              </a:ext>
            </a:extLst>
          </p:cNvPr>
          <p:cNvSpPr>
            <a:spLocks xmlns:a="http://schemas.openxmlformats.org/drawingml/2006/main" noGrp="1"/>
          </p:cNvSpPr>
          <p:nvPr>
            <p:ph type="title" idx="0"/>
          </p:nvPr>
        </p:nvSpPr>
        <p:spPr>
          <a:xfrm xmlns:a="http://schemas.openxmlformats.org/drawingml/2006/main">
            <a:off x="1134428" y="1964690"/>
            <a:ext cx="9075420" cy="75120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C75CE1B-674F-4339-96AD-963AB5BEB180}"/>
              </a:ext>
            </a:extLst>
          </p:cNvPr>
          <p:cNvSpPr>
            <a:spLocks xmlns:a="http://schemas.openxmlformats.org/drawingml/2006/main" noGrp="1"/>
          </p:cNvSpPr>
          <p:nvPr>
            <p:ph type="subTitle" idx="1"/>
          </p:nvPr>
        </p:nvSpPr>
        <p:spPr>
          <a:xfrm xmlns:a="http://schemas.openxmlformats.org/drawingml/2006/main">
            <a:off x="1701641" y="2860358"/>
            <a:ext cx="7940992" cy="5778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93"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8DD704-39E5-4989-B0F4-F1E4B77FBBB9}"/>
              </a:ext>
            </a:extLst>
          </p:cNvPr>
          <p:cNvSpPr>
            <a:spLocks xmlns:a="http://schemas.openxmlformats.org/drawingml/2006/main" noGrp="1"/>
          </p:cNvSpPr>
          <p:nvPr>
            <p:ph type="title" idx="0"/>
          </p:nvPr>
        </p:nvSpPr>
        <p:spPr>
          <a:xfrm xmlns:a="http://schemas.openxmlformats.org/drawingml/2006/main">
            <a:off x="1134428" y="2166938"/>
            <a:ext cx="9075420" cy="8667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8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DC83F1-6650-41EF-83F4-65D002009FC8}"/>
              </a:ext>
            </a:extLst>
          </p:cNvPr>
          <p:cNvSpPr>
            <a:spLocks xmlns:a="http://schemas.openxmlformats.org/drawingml/2006/main" noGrp="1"/>
          </p:cNvSpPr>
          <p:nvPr>
            <p:ph type="title" idx="0"/>
          </p:nvPr>
        </p:nvSpPr>
        <p:spPr>
          <a:xfrm xmlns:a="http://schemas.openxmlformats.org/drawingml/2006/main">
            <a:off x="638115" y="404495"/>
            <a:ext cx="10068044" cy="63563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0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768370E-B31B-4A9D-A524-EC9CA2FDB91E}"/>
              </a:ext>
            </a:extLst>
          </p:cNvPr>
          <p:cNvSpPr>
            <a:spLocks xmlns:a="http://schemas.openxmlformats.org/drawingml/2006/main" noGrp="1"/>
          </p:cNvSpPr>
          <p:nvPr>
            <p:ph type="body" idx="1"/>
          </p:nvPr>
        </p:nvSpPr>
        <p:spPr>
          <a:xfrm xmlns:a="http://schemas.openxmlformats.org/drawingml/2006/main">
            <a:off x="638115" y="1444625"/>
            <a:ext cx="10068044" cy="3235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06" b="0">
                <a:solidFill>
                  <a:schemeClr val="tx1"/>
                </a:solidFill>
                <a:latin typeface="+mn-lt"/>
                <a:ea typeface="+mn-lt"/>
                <a:cs typeface="+mn-lt"/>
              </a:defRPr>
            </a:defPPr>
            <a:lvl1pPr marL="173355" indent="-173355">
              <a:lnSpc>
                <a:spcPct val="110000"/>
              </a:lnSpc>
              <a:spcBef>
                <a:spcPts val="0"/>
              </a:spcBef>
              <a:spcAft>
                <a:spcPts val="910"/>
              </a:spcAft>
              <a:buChar char="•"/>
            </a:lvl1pPr>
            <a:lvl2pPr marL="404495" indent="-173355">
              <a:lnSpc>
                <a:spcPct val="110000"/>
              </a:lnSpc>
              <a:spcBef>
                <a:spcPts val="0"/>
              </a:spcBef>
              <a:spcAft>
                <a:spcPts val="910"/>
              </a:spcAft>
              <a:buChar char="•"/>
            </a:lvl2pPr>
            <a:lvl3pPr marL="635635" indent="-173355">
              <a:lnSpc>
                <a:spcPct val="110000"/>
              </a:lnSpc>
              <a:spcBef>
                <a:spcPts val="0"/>
              </a:spcBef>
              <a:spcAft>
                <a:spcPts val="910"/>
              </a:spcAft>
              <a:buChar char="•"/>
            </a:lvl3pPr>
            <a:lvl4pPr marL="866775" indent="-173355">
              <a:lnSpc>
                <a:spcPct val="110000"/>
              </a:lnSpc>
              <a:spcBef>
                <a:spcPts val="0"/>
              </a:spcBef>
              <a:spcAft>
                <a:spcPts val="910"/>
              </a:spcAft>
              <a:buChar char="•"/>
            </a:lvl4pPr>
            <a:lvl5pPr marL="1097915" indent="-173355">
              <a:lnSpc>
                <a:spcPct val="110000"/>
              </a:lnSpc>
              <a:spcBef>
                <a:spcPts val="0"/>
              </a:spcBef>
              <a:spcAft>
                <a:spcPts val="910"/>
              </a:spcAft>
              <a:buChar char="•"/>
            </a:lvl5pPr>
            <a:lvl6pPr marL="1329055" indent="-173355">
              <a:lnSpc>
                <a:spcPct val="110000"/>
              </a:lnSpc>
              <a:spcBef>
                <a:spcPts val="0"/>
              </a:spcBef>
              <a:spcAft>
                <a:spcPts val="910"/>
              </a:spcAft>
              <a:buChar char="•"/>
            </a:lvl6pPr>
            <a:lvl7pPr marL="1560195" indent="-173355">
              <a:lnSpc>
                <a:spcPct val="110000"/>
              </a:lnSpc>
              <a:spcBef>
                <a:spcPts val="0"/>
              </a:spcBef>
              <a:spcAft>
                <a:spcPts val="910"/>
              </a:spcAft>
              <a:buChar char="•"/>
            </a:lvl7pPr>
            <a:lvl8pPr marL="1791335" indent="-173355">
              <a:lnSpc>
                <a:spcPct val="110000"/>
              </a:lnSpc>
              <a:spcBef>
                <a:spcPts val="0"/>
              </a:spcBef>
              <a:spcAft>
                <a:spcPts val="910"/>
              </a:spcAft>
              <a:buChar char="•"/>
            </a:lvl8pPr>
            <a:lvl9pPr marL="2022475" indent="-173355">
              <a:lnSpc>
                <a:spcPct val="110000"/>
              </a:lnSpc>
              <a:spcBef>
                <a:spcPts val="0"/>
              </a:spcBef>
              <a:spcAft>
                <a:spcPts val="91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3D86C8D-826F-4864-B49D-C1DE6FA6693A}"/>
              </a:ext>
            </a:extLst>
          </p:cNvPr>
          <p:cNvSpPr>
            <a:spLocks xmlns:a="http://schemas.openxmlformats.org/drawingml/2006/main" noGrp="1"/>
          </p:cNvSpPr>
          <p:nvPr>
            <p:ph type="title" idx="0"/>
          </p:nvPr>
        </p:nvSpPr>
        <p:spPr>
          <a:xfrm xmlns:a="http://schemas.openxmlformats.org/drawingml/2006/main">
            <a:off x="638115" y="404495"/>
            <a:ext cx="10068044" cy="63563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0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FE1A92-B0BF-4228-8BF7-E6931D22D98D}"/>
              </a:ext>
            </a:extLst>
          </p:cNvPr>
          <p:cNvSpPr>
            <a:spLocks xmlns:a="http://schemas.openxmlformats.org/drawingml/2006/main" noGrp="1"/>
          </p:cNvSpPr>
          <p:nvPr>
            <p:ph type="body" idx="1"/>
          </p:nvPr>
        </p:nvSpPr>
        <p:spPr>
          <a:xfrm xmlns:a="http://schemas.openxmlformats.org/drawingml/2006/main">
            <a:off x="638115" y="1444625"/>
            <a:ext cx="4679513" cy="3235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93" b="0">
                <a:solidFill>
                  <a:schemeClr val="tx1"/>
                </a:solidFill>
                <a:latin typeface="+mn-lt"/>
                <a:ea typeface="+mn-lt"/>
                <a:cs typeface="+mn-lt"/>
              </a:defRPr>
            </a:defPPr>
            <a:lvl1pPr marL="173355" indent="-173355">
              <a:lnSpc>
                <a:spcPct val="110000"/>
              </a:lnSpc>
              <a:spcBef>
                <a:spcPts val="0"/>
              </a:spcBef>
              <a:spcAft>
                <a:spcPts val="910"/>
              </a:spcAft>
              <a:buChar char="•"/>
            </a:lvl1pPr>
            <a:lvl2pPr marL="404495" indent="-173355">
              <a:lnSpc>
                <a:spcPct val="110000"/>
              </a:lnSpc>
              <a:spcBef>
                <a:spcPts val="0"/>
              </a:spcBef>
              <a:spcAft>
                <a:spcPts val="910"/>
              </a:spcAft>
              <a:buChar char="•"/>
            </a:lvl2pPr>
            <a:lvl3pPr marL="635635" indent="-173355">
              <a:lnSpc>
                <a:spcPct val="110000"/>
              </a:lnSpc>
              <a:spcBef>
                <a:spcPts val="0"/>
              </a:spcBef>
              <a:spcAft>
                <a:spcPts val="910"/>
              </a:spcAft>
              <a:buChar char="•"/>
            </a:lvl3pPr>
            <a:lvl4pPr marL="866775" indent="-173355">
              <a:lnSpc>
                <a:spcPct val="110000"/>
              </a:lnSpc>
              <a:spcBef>
                <a:spcPts val="0"/>
              </a:spcBef>
              <a:spcAft>
                <a:spcPts val="910"/>
              </a:spcAft>
              <a:buChar char="•"/>
            </a:lvl4pPr>
            <a:lvl5pPr marL="1097915" indent="-173355">
              <a:lnSpc>
                <a:spcPct val="110000"/>
              </a:lnSpc>
              <a:spcBef>
                <a:spcPts val="0"/>
              </a:spcBef>
              <a:spcAft>
                <a:spcPts val="910"/>
              </a:spcAft>
              <a:buChar char="•"/>
            </a:lvl5pPr>
            <a:lvl6pPr marL="1329055" indent="-173355">
              <a:lnSpc>
                <a:spcPct val="110000"/>
              </a:lnSpc>
              <a:spcBef>
                <a:spcPts val="0"/>
              </a:spcBef>
              <a:spcAft>
                <a:spcPts val="910"/>
              </a:spcAft>
              <a:buChar char="•"/>
            </a:lvl6pPr>
            <a:lvl7pPr marL="1560195" indent="-173355">
              <a:lnSpc>
                <a:spcPct val="110000"/>
              </a:lnSpc>
              <a:spcBef>
                <a:spcPts val="0"/>
              </a:spcBef>
              <a:spcAft>
                <a:spcPts val="910"/>
              </a:spcAft>
              <a:buChar char="•"/>
            </a:lvl7pPr>
            <a:lvl8pPr marL="1791335" indent="-173355">
              <a:lnSpc>
                <a:spcPct val="110000"/>
              </a:lnSpc>
              <a:spcBef>
                <a:spcPts val="0"/>
              </a:spcBef>
              <a:spcAft>
                <a:spcPts val="910"/>
              </a:spcAft>
              <a:buChar char="•"/>
            </a:lvl8pPr>
            <a:lvl9pPr marL="2022475" indent="-173355">
              <a:lnSpc>
                <a:spcPct val="110000"/>
              </a:lnSpc>
              <a:spcBef>
                <a:spcPts val="0"/>
              </a:spcBef>
              <a:spcAft>
                <a:spcPts val="91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477F952-2C63-4B85-8026-62CE8010B789}"/>
              </a:ext>
            </a:extLst>
          </p:cNvPr>
          <p:cNvSpPr>
            <a:spLocks xmlns:a="http://schemas.openxmlformats.org/drawingml/2006/main" noGrp="1"/>
          </p:cNvSpPr>
          <p:nvPr>
            <p:ph type="body" idx="2"/>
          </p:nvPr>
        </p:nvSpPr>
        <p:spPr>
          <a:xfrm xmlns:a="http://schemas.openxmlformats.org/drawingml/2006/main">
            <a:off x="6026646" y="1444625"/>
            <a:ext cx="4679513" cy="3235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93" b="0">
                <a:solidFill>
                  <a:schemeClr val="tx1"/>
                </a:solidFill>
                <a:latin typeface="+mn-lt"/>
                <a:ea typeface="+mn-lt"/>
                <a:cs typeface="+mn-lt"/>
              </a:defRPr>
            </a:defPPr>
            <a:lvl1pPr marL="173355" indent="-173355">
              <a:lnSpc>
                <a:spcPct val="110000"/>
              </a:lnSpc>
              <a:spcBef>
                <a:spcPts val="0"/>
              </a:spcBef>
              <a:spcAft>
                <a:spcPts val="910"/>
              </a:spcAft>
              <a:buChar char="•"/>
            </a:lvl1pPr>
            <a:lvl2pPr marL="404495" indent="-173355">
              <a:lnSpc>
                <a:spcPct val="110000"/>
              </a:lnSpc>
              <a:spcBef>
                <a:spcPts val="0"/>
              </a:spcBef>
              <a:spcAft>
                <a:spcPts val="910"/>
              </a:spcAft>
              <a:buChar char="•"/>
            </a:lvl2pPr>
            <a:lvl3pPr marL="635635" indent="-173355">
              <a:lnSpc>
                <a:spcPct val="110000"/>
              </a:lnSpc>
              <a:spcBef>
                <a:spcPts val="0"/>
              </a:spcBef>
              <a:spcAft>
                <a:spcPts val="910"/>
              </a:spcAft>
              <a:buChar char="•"/>
            </a:lvl3pPr>
            <a:lvl4pPr marL="866775" indent="-173355">
              <a:lnSpc>
                <a:spcPct val="110000"/>
              </a:lnSpc>
              <a:spcBef>
                <a:spcPts val="0"/>
              </a:spcBef>
              <a:spcAft>
                <a:spcPts val="910"/>
              </a:spcAft>
              <a:buChar char="•"/>
            </a:lvl4pPr>
            <a:lvl5pPr marL="1097915" indent="-173355">
              <a:lnSpc>
                <a:spcPct val="110000"/>
              </a:lnSpc>
              <a:spcBef>
                <a:spcPts val="0"/>
              </a:spcBef>
              <a:spcAft>
                <a:spcPts val="910"/>
              </a:spcAft>
              <a:buChar char="•"/>
            </a:lvl5pPr>
            <a:lvl6pPr marL="1329055" indent="-173355">
              <a:lnSpc>
                <a:spcPct val="110000"/>
              </a:lnSpc>
              <a:spcBef>
                <a:spcPts val="0"/>
              </a:spcBef>
              <a:spcAft>
                <a:spcPts val="910"/>
              </a:spcAft>
              <a:buChar char="•"/>
            </a:lvl6pPr>
            <a:lvl7pPr marL="1560195" indent="-173355">
              <a:lnSpc>
                <a:spcPct val="110000"/>
              </a:lnSpc>
              <a:spcBef>
                <a:spcPts val="0"/>
              </a:spcBef>
              <a:spcAft>
                <a:spcPts val="910"/>
              </a:spcAft>
              <a:buChar char="•"/>
            </a:lvl7pPr>
            <a:lvl8pPr marL="1791335" indent="-173355">
              <a:lnSpc>
                <a:spcPct val="110000"/>
              </a:lnSpc>
              <a:spcBef>
                <a:spcPts val="0"/>
              </a:spcBef>
              <a:spcAft>
                <a:spcPts val="910"/>
              </a:spcAft>
              <a:buChar char="•"/>
            </a:lvl8pPr>
            <a:lvl9pPr marL="2022475" indent="-173355">
              <a:lnSpc>
                <a:spcPct val="110000"/>
              </a:lnSpc>
              <a:spcBef>
                <a:spcPts val="0"/>
              </a:spcBef>
              <a:spcAft>
                <a:spcPts val="91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C091FC-FFED-4BEC-AAD3-7332A2083759}"/>
              </a:ext>
            </a:extLst>
          </p:cNvPr>
          <p:cNvSpPr>
            <a:spLocks xmlns:a="http://schemas.openxmlformats.org/drawingml/2006/main" noGrp="1"/>
          </p:cNvSpPr>
          <p:nvPr>
            <p:ph type="title" idx="0"/>
          </p:nvPr>
        </p:nvSpPr>
        <p:spPr>
          <a:xfrm xmlns:a="http://schemas.openxmlformats.org/drawingml/2006/main">
            <a:off x="638115" y="404495"/>
            <a:ext cx="10068044" cy="63563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0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7667DF-6271-407B-8EB0-D45F59A22E9F}"/>
              </a:ext>
            </a:extLst>
          </p:cNvPr>
          <p:cNvSpPr>
            <a:spLocks xmlns:a="http://schemas.openxmlformats.org/drawingml/2006/main" noGrp="1"/>
          </p:cNvSpPr>
          <p:nvPr>
            <p:ph type="body" idx="1"/>
          </p:nvPr>
        </p:nvSpPr>
        <p:spPr>
          <a:xfrm xmlns:a="http://schemas.openxmlformats.org/drawingml/2006/main">
            <a:off x="638115" y="1444625"/>
            <a:ext cx="4679513" cy="3235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06" b="0">
                <a:solidFill>
                  <a:schemeClr val="tx1"/>
                </a:solidFill>
                <a:latin typeface="+mn-lt"/>
                <a:ea typeface="+mn-lt"/>
                <a:cs typeface="+mn-lt"/>
              </a:defRPr>
            </a:defPPr>
            <a:lvl1pPr marL="173355" indent="-173355">
              <a:lnSpc>
                <a:spcPct val="110000"/>
              </a:lnSpc>
              <a:spcBef>
                <a:spcPts val="0"/>
              </a:spcBef>
              <a:spcAft>
                <a:spcPts val="910"/>
              </a:spcAft>
              <a:buChar char="•"/>
            </a:lvl1pPr>
            <a:lvl2pPr marL="404495" indent="-173355">
              <a:lnSpc>
                <a:spcPct val="110000"/>
              </a:lnSpc>
              <a:spcBef>
                <a:spcPts val="0"/>
              </a:spcBef>
              <a:spcAft>
                <a:spcPts val="910"/>
              </a:spcAft>
              <a:buChar char="•"/>
            </a:lvl2pPr>
            <a:lvl3pPr marL="635635" indent="-173355">
              <a:lnSpc>
                <a:spcPct val="110000"/>
              </a:lnSpc>
              <a:spcBef>
                <a:spcPts val="0"/>
              </a:spcBef>
              <a:spcAft>
                <a:spcPts val="910"/>
              </a:spcAft>
              <a:buChar char="•"/>
            </a:lvl3pPr>
            <a:lvl4pPr marL="866775" indent="-173355">
              <a:lnSpc>
                <a:spcPct val="110000"/>
              </a:lnSpc>
              <a:spcBef>
                <a:spcPts val="0"/>
              </a:spcBef>
              <a:spcAft>
                <a:spcPts val="910"/>
              </a:spcAft>
              <a:buChar char="•"/>
            </a:lvl4pPr>
            <a:lvl5pPr marL="1097915" indent="-173355">
              <a:lnSpc>
                <a:spcPct val="110000"/>
              </a:lnSpc>
              <a:spcBef>
                <a:spcPts val="0"/>
              </a:spcBef>
              <a:spcAft>
                <a:spcPts val="910"/>
              </a:spcAft>
              <a:buChar char="•"/>
            </a:lvl5pPr>
            <a:lvl6pPr marL="1329055" indent="-173355">
              <a:lnSpc>
                <a:spcPct val="110000"/>
              </a:lnSpc>
              <a:spcBef>
                <a:spcPts val="0"/>
              </a:spcBef>
              <a:spcAft>
                <a:spcPts val="910"/>
              </a:spcAft>
              <a:buChar char="•"/>
            </a:lvl6pPr>
            <a:lvl7pPr marL="1560195" indent="-173355">
              <a:lnSpc>
                <a:spcPct val="110000"/>
              </a:lnSpc>
              <a:spcBef>
                <a:spcPts val="0"/>
              </a:spcBef>
              <a:spcAft>
                <a:spcPts val="910"/>
              </a:spcAft>
              <a:buChar char="•"/>
            </a:lvl7pPr>
            <a:lvl8pPr marL="1791335" indent="-173355">
              <a:lnSpc>
                <a:spcPct val="110000"/>
              </a:lnSpc>
              <a:spcBef>
                <a:spcPts val="0"/>
              </a:spcBef>
              <a:spcAft>
                <a:spcPts val="910"/>
              </a:spcAft>
              <a:buChar char="•"/>
            </a:lvl8pPr>
            <a:lvl9pPr marL="2022475" indent="-173355">
              <a:lnSpc>
                <a:spcPct val="110000"/>
              </a:lnSpc>
              <a:spcBef>
                <a:spcPts val="0"/>
              </a:spcBef>
              <a:spcAft>
                <a:spcPts val="91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0dd126a4024831" /><Relationship Type="http://schemas.openxmlformats.org/officeDocument/2006/relationships/slideLayout" Target="/ppt/slideLayouts/slideLayout1.xml" Id="R64a9ea2034564de2" /><Relationship Type="http://schemas.openxmlformats.org/officeDocument/2006/relationships/slideLayout" Target="/ppt/slideLayouts/slideLayout2.xml" Id="R0e569fb1effa480e" /><Relationship Type="http://schemas.openxmlformats.org/officeDocument/2006/relationships/slideLayout" Target="/ppt/slideLayouts/slideLayout3.xml" Id="R54acf731432348f5" /><Relationship Type="http://schemas.openxmlformats.org/officeDocument/2006/relationships/slideLayout" Target="/ppt/slideLayouts/slideLayout4.xml" Id="Rc9638ed8ad1447df" /><Relationship Type="http://schemas.openxmlformats.org/officeDocument/2006/relationships/slideLayout" Target="/ppt/slideLayouts/slideLayout5.xml" Id="R9f9679b2ab06428e" /><Relationship Type="http://schemas.openxmlformats.org/officeDocument/2006/relationships/slideLayout" Target="/ppt/slideLayouts/slideLayout6.xml" Id="R16fd8e92b15c4d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a9ea2034564de2"/>
    <p:sldLayoutId xmlns:r="http://schemas.openxmlformats.org/officeDocument/2006/relationships" id="2147483650" r:id="R0e569fb1effa480e"/>
    <p:sldLayoutId xmlns:r="http://schemas.openxmlformats.org/officeDocument/2006/relationships" id="2147483651" r:id="R54acf731432348f5"/>
    <p:sldLayoutId xmlns:r="http://schemas.openxmlformats.org/officeDocument/2006/relationships" id="2147483652" r:id="Rc9638ed8ad1447df"/>
    <p:sldLayoutId xmlns:r="http://schemas.openxmlformats.org/officeDocument/2006/relationships" id="2147483653" r:id="R9f9679b2ab06428e"/>
    <p:sldLayoutId xmlns:r="http://schemas.openxmlformats.org/officeDocument/2006/relationships" id="2147483654" r:id="R16fd8e92b15c4d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49e113c3aa4d46" /><Relationship Type="http://schemas.openxmlformats.org/officeDocument/2006/relationships/image" Target="/ppt/media/image.png" Id="R4fe49bdd727f4386" /><Relationship Type="http://schemas.openxmlformats.org/officeDocument/2006/relationships/image" Target="/ppt/media/image2.png" Id="R88f27007221147d7" /><Relationship Type="http://schemas.openxmlformats.org/officeDocument/2006/relationships/image" Target="/ppt/media/image3.png" Id="Rb3ce170f525b4743" /><Relationship Type="http://schemas.openxmlformats.org/officeDocument/2006/relationships/image" Target="/ppt/media/image4.png" Id="R70a5b38d65034542" /><Relationship Type="http://schemas.openxmlformats.org/officeDocument/2006/relationships/image" Target="/ppt/media/image5.png" Id="Rea78113c11034dfb" /><Relationship Type="http://schemas.openxmlformats.org/officeDocument/2006/relationships/image" Target="/ppt/media/image6.png" Id="R65f4322501d048f8" /><Relationship Type="http://schemas.openxmlformats.org/officeDocument/2006/relationships/image" Target="/ppt/media/image7.png" Id="R0b2fa90dbd914514" /><Relationship Type="http://schemas.openxmlformats.org/officeDocument/2006/relationships/image" Target="/ppt/media/image8.png" Id="R3c471af41fa546ba" /><Relationship Type="http://schemas.openxmlformats.org/officeDocument/2006/relationships/image" Target="/ppt/media/image9.png" Id="R5f82fabb67424f6f" /><Relationship Type="http://schemas.openxmlformats.org/officeDocument/2006/relationships/image" Target="/ppt/media/image10.png" Id="R2831991c30ab4df1" /><Relationship Type="http://schemas.openxmlformats.org/officeDocument/2006/relationships/image" Target="/ppt/media/image11.png" Id="R2f4244d9d11747c7" /><Relationship Type="http://schemas.openxmlformats.org/officeDocument/2006/relationships/image" Target="/ppt/media/image12.png" Id="R43b5ad6c20714e3e" /><Relationship Type="http://schemas.openxmlformats.org/officeDocument/2006/relationships/image" Target="/ppt/media/image13.png" Id="Rc14e64130c6f424d" /><Relationship Type="http://schemas.openxmlformats.org/officeDocument/2006/relationships/image" Target="/ppt/media/image14.png" Id="R539f3fb3c2044554" /><Relationship Type="http://schemas.openxmlformats.org/officeDocument/2006/relationships/image" Target="/ppt/media/image15.png" Id="R3c01f29a45d74147" /><Relationship Type="http://schemas.openxmlformats.org/officeDocument/2006/relationships/image" Target="/ppt/media/image16.png" Id="R6f86db54d6674272" /><Relationship Type="http://schemas.openxmlformats.org/officeDocument/2006/relationships/image" Target="/ppt/media/image17.png" Id="Rf9fd363af52e4b5c" /><Relationship Type="http://schemas.openxmlformats.org/officeDocument/2006/relationships/image" Target="/ppt/media/image18.png" Id="R6d70719d37d948ea" /><Relationship Type="http://schemas.openxmlformats.org/officeDocument/2006/relationships/image" Target="/ppt/media/image19.png" Id="R5498a2de65824782" /><Relationship Type="http://schemas.openxmlformats.org/officeDocument/2006/relationships/image" Target="/ppt/media/image20.png" Id="R8d8df61a282849cb" /><Relationship Type="http://schemas.openxmlformats.org/officeDocument/2006/relationships/image" Target="/ppt/media/image21.png" Id="R8ab034c6fb91414c" /><Relationship Type="http://schemas.openxmlformats.org/officeDocument/2006/relationships/image" Target="/ppt/media/image22.png" Id="R302156e2a4e94015" /><Relationship Type="http://schemas.openxmlformats.org/officeDocument/2006/relationships/image" Target="/ppt/media/image23.png" Id="Rc406e10207724143" /><Relationship Type="http://schemas.openxmlformats.org/officeDocument/2006/relationships/image" Target="/ppt/media/image24.png" Id="R2e7ae1b847d54e24" /><Relationship Type="http://schemas.openxmlformats.org/officeDocument/2006/relationships/notesSlide" Target="/ppt/notesSlides/notesSlide1.xml" Id="Ra73ebc2e822b42c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9" name="pdf-path-1">
            <a:extLst xmlns:a="http://schemas.openxmlformats.org/drawingml/2006/main">
              <a:ext uri="{FF2B5EF4-FFF2-40B4-BE49-F238E27FC236}">
                <a16:creationId xmlns:a16="http://schemas.microsoft.com/office/drawing/2014/main" id="{29D69ABE-81C3-4430-B63C-3420AE4AD32A}"/>
              </a:ext>
            </a:extLst>
          </p:cNvPr>
          <p:cNvSpPr>
            <a:spLocks xmlns:a="http://schemas.openxmlformats.org/drawingml/2006/main" noGrp="1"/>
          </p:cNvSpPr>
          <p:nvPr/>
        </p:nvSpPr>
        <p:spPr>
          <a:xfrm xmlns:a="http://schemas.openxmlformats.org/drawingml/2006/main" rot="0">
            <a:off x="2298306" y="601905"/>
            <a:ext cx="5882574" cy="4268231"/>
          </a:xfrm>
          <a:custGeom xmlns:a="http://schemas.openxmlformats.org/drawingml/2006/main">
            <a:pathLst>
              <a:path w="5882574" h="4268231">
                <a:moveTo>
                  <a:pt x="161199" y="0"/>
                </a:moveTo>
                <a:lnTo>
                  <a:pt x="5721439" y="0"/>
                </a:lnTo>
                <a:cubicBezTo>
                  <a:pt x="5810749" y="0"/>
                  <a:pt x="5882574" y="73217"/>
                  <a:pt x="5882574" y="164158"/>
                </a:cubicBezTo>
                <a:lnTo>
                  <a:pt x="5882574" y="4104073"/>
                </a:lnTo>
                <a:cubicBezTo>
                  <a:pt x="5882574" y="4195014"/>
                  <a:pt x="5810749" y="4268231"/>
                  <a:pt x="5721439" y="4268231"/>
                </a:cubicBezTo>
                <a:lnTo>
                  <a:pt x="161199" y="4268231"/>
                </a:lnTo>
                <a:cubicBezTo>
                  <a:pt x="71889" y="4268231"/>
                  <a:pt x="0" y="4195014"/>
                  <a:pt x="0" y="4104073"/>
                </a:cubicBezTo>
                <a:lnTo>
                  <a:pt x="0" y="164158"/>
                </a:lnTo>
                <a:cubicBezTo>
                  <a:pt x="0" y="73217"/>
                  <a:pt x="71889" y="0"/>
                  <a:pt x="161199" y="0"/>
                </a:cubicBezTo>
              </a:path>
            </a:pathLst>
          </a:custGeom>
          <a:solidFill xmlns:a="http://schemas.openxmlformats.org/drawingml/2006/main">
            <a:srgbClr val="FFF3CD"/>
          </a:solidFill>
          <a:ln xmlns:a="http://schemas.openxmlformats.org/drawingml/2006/main" w="25743">
            <a:solidFill>
              <a:srgbClr val="F5B041"/>
            </a:solidFill>
            <a:prstDash val="solid"/>
          </a:ln>
        </p:spPr>
      </p:sp>
      <p:sp>
        <p:nvSpPr>
          <p:cNvPr id="2" name="pdf-path-4">
            <a:extLst xmlns:a="http://schemas.openxmlformats.org/drawingml/2006/main">
              <a:ext uri="{FF2B5EF4-FFF2-40B4-BE49-F238E27FC236}">
                <a16:creationId xmlns:a16="http://schemas.microsoft.com/office/drawing/2014/main" id="{A474A6C0-CFD3-4E92-A527-18DB365040E0}"/>
              </a:ext>
            </a:extLst>
          </p:cNvPr>
          <p:cNvSpPr>
            <a:spLocks xmlns:a="http://schemas.openxmlformats.org/drawingml/2006/main" noGrp="1"/>
          </p:cNvSpPr>
          <p:nvPr/>
        </p:nvSpPr>
        <p:spPr>
          <a:xfrm xmlns:a="http://schemas.openxmlformats.org/drawingml/2006/main" rot="0">
            <a:off x="8368548" y="4111527"/>
            <a:ext cx="483452" cy="483017"/>
          </a:xfrm>
          <a:custGeom xmlns:a="http://schemas.openxmlformats.org/drawingml/2006/main">
            <a:pathLst>
              <a:path w="483452" h="483017">
                <a:moveTo>
                  <a:pt x="0" y="0"/>
                </a:moveTo>
                <a:lnTo>
                  <a:pt x="483452" y="0"/>
                </a:lnTo>
                <a:lnTo>
                  <a:pt x="483452" y="483017"/>
                </a:lnTo>
                <a:lnTo>
                  <a:pt x="0" y="483017"/>
                </a:lnTo>
                <a:close/>
              </a:path>
            </a:pathLst>
          </a:custGeom>
          <a:noFill xmlns:a="http://schemas.openxmlformats.org/drawingml/2006/main"/>
          <a:ln xmlns:a="http://schemas.openxmlformats.org/drawingml/2006/main" w="28604">
            <a:solidFill>
              <a:srgbClr val="2E8B57"/>
            </a:solidFill>
            <a:prstDash val="solid"/>
          </a:ln>
        </p:spPr>
      </p:sp>
      <p:sp>
        <p:nvSpPr>
          <p:cNvPr id="3" name="pdf-path-5">
            <a:extLst xmlns:a="http://schemas.openxmlformats.org/drawingml/2006/main">
              <a:ext uri="{FF2B5EF4-FFF2-40B4-BE49-F238E27FC236}">
                <a16:creationId xmlns:a16="http://schemas.microsoft.com/office/drawing/2014/main" id="{BE25DC6E-EBDE-4469-AD2C-4C9B6AECF5B3}"/>
              </a:ext>
            </a:extLst>
          </p:cNvPr>
          <p:cNvSpPr>
            <a:spLocks xmlns:a="http://schemas.openxmlformats.org/drawingml/2006/main" noGrp="1"/>
          </p:cNvSpPr>
          <p:nvPr/>
        </p:nvSpPr>
        <p:spPr>
          <a:xfrm xmlns:a="http://schemas.openxmlformats.org/drawingml/2006/main" rot="0">
            <a:off x="9558735" y="1490400"/>
            <a:ext cx="558288" cy="2499487"/>
          </a:xfrm>
          <a:custGeom xmlns:a="http://schemas.openxmlformats.org/drawingml/2006/main">
            <a:pathLst>
              <a:path w="558288" h="2499487">
                <a:moveTo>
                  <a:pt x="103511" y="0"/>
                </a:moveTo>
                <a:lnTo>
                  <a:pt x="103511" y="2210304"/>
                </a:lnTo>
                <a:lnTo>
                  <a:pt x="0" y="2210304"/>
                </a:lnTo>
                <a:lnTo>
                  <a:pt x="279168" y="2499487"/>
                </a:lnTo>
                <a:lnTo>
                  <a:pt x="558288" y="2210304"/>
                </a:lnTo>
                <a:lnTo>
                  <a:pt x="454842" y="2210304"/>
                </a:lnTo>
                <a:lnTo>
                  <a:pt x="454842" y="0"/>
                </a:lnTo>
                <a:lnTo>
                  <a:pt x="103511" y="0"/>
                </a:lnTo>
              </a:path>
            </a:pathLst>
          </a:custGeom>
          <a:solidFill xmlns:a="http://schemas.openxmlformats.org/drawingml/2006/main">
            <a:srgbClr val="1A252C"/>
          </a:solidFill>
          <a:ln xmlns:a="http://schemas.openxmlformats.org/drawingml/2006/main" w="0">
            <a:noFill/>
            <a:prstDash val="solid"/>
          </a:ln>
        </p:spPr>
      </p:sp>
      <p:sp>
        <p:nvSpPr>
          <p:cNvPr id="4" name="pdf-path-6">
            <a:extLst xmlns:a="http://schemas.openxmlformats.org/drawingml/2006/main">
              <a:ext uri="{FF2B5EF4-FFF2-40B4-BE49-F238E27FC236}">
                <a16:creationId xmlns:a16="http://schemas.microsoft.com/office/drawing/2014/main" id="{E74DF1F3-BC7C-4433-8DEE-F014A0CA5385}"/>
              </a:ext>
            </a:extLst>
          </p:cNvPr>
          <p:cNvSpPr>
            <a:spLocks xmlns:a="http://schemas.openxmlformats.org/drawingml/2006/main" noGrp="1"/>
          </p:cNvSpPr>
          <p:nvPr/>
        </p:nvSpPr>
        <p:spPr>
          <a:xfrm xmlns:a="http://schemas.openxmlformats.org/drawingml/2006/main" rot="0">
            <a:off x="692080" y="1967123"/>
            <a:ext cx="842833" cy="1266600"/>
          </a:xfrm>
          <a:custGeom xmlns:a="http://schemas.openxmlformats.org/drawingml/2006/main">
            <a:pathLst>
              <a:path w="842833" h="1266600">
                <a:moveTo>
                  <a:pt x="40139" y="0"/>
                </a:moveTo>
                <a:lnTo>
                  <a:pt x="802710" y="0"/>
                </a:lnTo>
                <a:cubicBezTo>
                  <a:pt x="824913" y="0"/>
                  <a:pt x="842833" y="21703"/>
                  <a:pt x="842833" y="48672"/>
                </a:cubicBezTo>
                <a:lnTo>
                  <a:pt x="842833" y="1217864"/>
                </a:lnTo>
                <a:cubicBezTo>
                  <a:pt x="842833" y="1244897"/>
                  <a:pt x="824913" y="1266600"/>
                  <a:pt x="802710" y="1266600"/>
                </a:cubicBezTo>
                <a:lnTo>
                  <a:pt x="40139" y="1266600"/>
                </a:lnTo>
                <a:cubicBezTo>
                  <a:pt x="17872" y="1266600"/>
                  <a:pt x="0" y="1244897"/>
                  <a:pt x="0" y="1217864"/>
                </a:cubicBezTo>
                <a:lnTo>
                  <a:pt x="0" y="48672"/>
                </a:lnTo>
                <a:cubicBezTo>
                  <a:pt x="0" y="21703"/>
                  <a:pt x="17872" y="0"/>
                  <a:pt x="40139" y="0"/>
                </a:cubicBezTo>
              </a:path>
            </a:pathLst>
          </a:custGeom>
          <a:solidFill xmlns:a="http://schemas.openxmlformats.org/drawingml/2006/main">
            <a:srgbClr val="EAECEE"/>
          </a:solidFill>
          <a:ln xmlns:a="http://schemas.openxmlformats.org/drawingml/2006/main" w="0">
            <a:noFill/>
            <a:prstDash val="solid"/>
          </a:ln>
        </p:spPr>
      </p:sp>
      <p:sp>
        <p:nvSpPr>
          <p:cNvPr id="5" name="pdf-text-0-0">
            <a:extLst xmlns:a="http://schemas.openxmlformats.org/drawingml/2006/main">
              <a:ext uri="{FF2B5EF4-FFF2-40B4-BE49-F238E27FC236}">
                <a16:creationId xmlns:a16="http://schemas.microsoft.com/office/drawing/2014/main" id="{A5266479-EBCA-4A7E-A542-C322FF949954}"/>
              </a:ext>
            </a:extLst>
          </p:cNvPr>
          <p:cNvSpPr>
            <a:spLocks xmlns:a="http://schemas.openxmlformats.org/drawingml/2006/main" noGrp="1"/>
          </p:cNvSpPr>
          <p:nvPr/>
        </p:nvSpPr>
        <p:spPr>
          <a:xfrm xmlns:a="http://schemas.openxmlformats.org/drawingml/2006/main" rot="0">
            <a:off x="2430844" y="686608"/>
            <a:ext cx="1706753" cy="1611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69" b="1" i="0">
                <a:solidFill>
                  <a:srgbClr val="1A1A1A"/>
                </a:solidFill>
                <a:latin typeface="Arial"/>
                <a:ea typeface="Arial"/>
                <a:cs typeface="Arial"/>
              </a:defRPr>
            </a:defPPr>
          </a:lstStyle>
          <a:p xmlns:a="http://schemas.openxmlformats.org/drawingml/2006/main">
            <a:pPr algn="l">
              <a:defRPr sz="1269" b="1" i="0">
                <a:solidFill>
                  <a:srgbClr val="1A1A1A"/>
                </a:solidFill>
                <a:latin typeface="Arial"/>
                <a:ea typeface="Arial"/>
                <a:cs typeface="Arial"/>
              </a:defRPr>
            </a:pPr>
            <a:r>
              <a:rPr sz="1269" b="1" i="0">
                <a:solidFill>
                  <a:srgbClr val="1A1A1A"/>
                </a:solidFill>
                <a:latin typeface="Arial"/>
                <a:ea typeface="Arial"/>
                <a:cs typeface="Arial"/>
              </a:rPr>
              <a:t>Active Data Collection</a:t>
            </a:r>
          </a:p>
        </p:txBody>
      </p:sp>
      <p:sp>
        <p:nvSpPr>
          <p:cNvPr id="6" name="pdf-text-22-0">
            <a:extLst xmlns:a="http://schemas.openxmlformats.org/drawingml/2006/main">
              <a:ext uri="{FF2B5EF4-FFF2-40B4-BE49-F238E27FC236}">
                <a16:creationId xmlns:a16="http://schemas.microsoft.com/office/drawing/2014/main" id="{CB4BC531-EED4-48A6-A507-2F61D7C36DF9}"/>
              </a:ext>
            </a:extLst>
          </p:cNvPr>
          <p:cNvSpPr>
            <a:spLocks xmlns:a="http://schemas.openxmlformats.org/drawingml/2006/main" noGrp="1"/>
          </p:cNvSpPr>
          <p:nvPr/>
        </p:nvSpPr>
        <p:spPr>
          <a:xfrm xmlns:a="http://schemas.openxmlformats.org/drawingml/2006/main" rot="0">
            <a:off x="4492546" y="685481"/>
            <a:ext cx="170193" cy="1611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69" b="1" i="0">
                <a:solidFill>
                  <a:srgbClr val="1A1A1A"/>
                </a:solidFill>
                <a:latin typeface="Arial"/>
                <a:ea typeface="Arial"/>
                <a:cs typeface="Arial"/>
              </a:defRPr>
            </a:defPPr>
          </a:lstStyle>
          <a:p xmlns:a="http://schemas.openxmlformats.org/drawingml/2006/main">
            <a:pPr algn="l">
              <a:defRPr sz="1269" b="1" i="0">
                <a:solidFill>
                  <a:srgbClr val="1A1A1A"/>
                </a:solidFill>
                <a:latin typeface="Arial"/>
                <a:ea typeface="Arial"/>
                <a:cs typeface="Arial"/>
              </a:defRPr>
            </a:pPr>
            <a:r>
              <a:rPr sz="1269" b="1" i="0">
                <a:solidFill>
                  <a:srgbClr val="1A1A1A"/>
                </a:solidFill>
                <a:latin typeface="Arial"/>
                <a:ea typeface="Arial"/>
                <a:cs typeface="Arial"/>
              </a:rPr>
              <a:t>Pr</a:t>
            </a:r>
          </a:p>
        </p:txBody>
      </p:sp>
      <p:sp>
        <p:nvSpPr>
          <p:cNvPr id="7" name="pdf-text-24-0">
            <a:extLst xmlns:a="http://schemas.openxmlformats.org/drawingml/2006/main">
              <a:ext uri="{FF2B5EF4-FFF2-40B4-BE49-F238E27FC236}">
                <a16:creationId xmlns:a16="http://schemas.microsoft.com/office/drawing/2014/main" id="{0EB682B4-D4E2-429C-BD2B-2D4CE414936D}"/>
              </a:ext>
            </a:extLst>
          </p:cNvPr>
          <p:cNvSpPr>
            <a:spLocks xmlns:a="http://schemas.openxmlformats.org/drawingml/2006/main" noGrp="1"/>
          </p:cNvSpPr>
          <p:nvPr/>
        </p:nvSpPr>
        <p:spPr>
          <a:xfrm xmlns:a="http://schemas.openxmlformats.org/drawingml/2006/main" rot="0">
            <a:off x="4659837" y="685481"/>
            <a:ext cx="1318988" cy="1611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69" b="1" i="0">
                <a:solidFill>
                  <a:srgbClr val="1A1A1A"/>
                </a:solidFill>
                <a:latin typeface="Arial"/>
                <a:ea typeface="Arial"/>
                <a:cs typeface="Arial"/>
              </a:defRPr>
            </a:defPPr>
          </a:lstStyle>
          <a:p xmlns:a="http://schemas.openxmlformats.org/drawingml/2006/main">
            <a:pPr algn="l">
              <a:defRPr sz="1269" b="1" i="0">
                <a:solidFill>
                  <a:srgbClr val="1A1A1A"/>
                </a:solidFill>
                <a:latin typeface="Arial"/>
                <a:ea typeface="Arial"/>
                <a:cs typeface="Arial"/>
              </a:defRPr>
            </a:pPr>
            <a:r>
              <a:rPr sz="1269" b="1" i="0">
                <a:solidFill>
                  <a:srgbClr val="1A1A1A"/>
                </a:solidFill>
                <a:latin typeface="Arial"/>
                <a:ea typeface="Arial"/>
                <a:cs typeface="Arial"/>
              </a:rPr>
              <a:t>edicate Invention</a:t>
            </a:r>
          </a:p>
        </p:txBody>
      </p:sp>
      <p:sp>
        <p:nvSpPr>
          <p:cNvPr id="8" name="pdf-text-41-0">
            <a:extLst xmlns:a="http://schemas.openxmlformats.org/drawingml/2006/main">
              <a:ext uri="{FF2B5EF4-FFF2-40B4-BE49-F238E27FC236}">
                <a16:creationId xmlns:a16="http://schemas.microsoft.com/office/drawing/2014/main" id="{932FC524-0633-465D-9D22-30EF33EB229E}"/>
              </a:ext>
            </a:extLst>
          </p:cNvPr>
          <p:cNvSpPr>
            <a:spLocks xmlns:a="http://schemas.openxmlformats.org/drawingml/2006/main" noGrp="1"/>
          </p:cNvSpPr>
          <p:nvPr/>
        </p:nvSpPr>
        <p:spPr>
          <a:xfrm xmlns:a="http://schemas.openxmlformats.org/drawingml/2006/main" rot="0">
            <a:off x="6472242" y="672198"/>
            <a:ext cx="1411657" cy="1611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69" b="1" i="0">
                <a:solidFill>
                  <a:srgbClr val="1A1A1A"/>
                </a:solidFill>
                <a:latin typeface="Arial"/>
                <a:ea typeface="Arial"/>
                <a:cs typeface="Arial"/>
              </a:defRPr>
            </a:defPPr>
          </a:lstStyle>
          <a:p xmlns:a="http://schemas.openxmlformats.org/drawingml/2006/main">
            <a:pPr algn="l">
              <a:defRPr sz="1269" b="1" i="0">
                <a:solidFill>
                  <a:srgbClr val="1A1A1A"/>
                </a:solidFill>
                <a:latin typeface="Arial"/>
                <a:ea typeface="Arial"/>
                <a:cs typeface="Arial"/>
              </a:defRPr>
            </a:pPr>
            <a:r>
              <a:rPr sz="1269" b="1" i="0">
                <a:solidFill>
                  <a:srgbClr val="1A1A1A"/>
                </a:solidFill>
                <a:latin typeface="Arial"/>
                <a:ea typeface="Arial"/>
                <a:cs typeface="Arial"/>
              </a:rPr>
              <a:t>Operator Learning</a:t>
            </a:r>
          </a:p>
        </p:txBody>
      </p:sp>
      <p:sp>
        <p:nvSpPr>
          <p:cNvPr id="9" name="pdf-path-116">
            <a:extLst xmlns:a="http://schemas.openxmlformats.org/drawingml/2006/main">
              <a:ext uri="{FF2B5EF4-FFF2-40B4-BE49-F238E27FC236}">
                <a16:creationId xmlns:a16="http://schemas.microsoft.com/office/drawing/2014/main" id="{FF1BF7A8-8139-413F-8823-0BDB3258B73F}"/>
              </a:ext>
            </a:extLst>
          </p:cNvPr>
          <p:cNvSpPr>
            <a:spLocks xmlns:a="http://schemas.openxmlformats.org/drawingml/2006/main" noGrp="1"/>
          </p:cNvSpPr>
          <p:nvPr/>
        </p:nvSpPr>
        <p:spPr>
          <a:xfrm xmlns:a="http://schemas.openxmlformats.org/drawingml/2006/main" rot="0">
            <a:off x="9233504" y="1742666"/>
            <a:ext cx="1208752" cy="322012"/>
          </a:xfrm>
          <a:custGeom xmlns:a="http://schemas.openxmlformats.org/drawingml/2006/main">
            <a:pathLst>
              <a:path w="1208752" h="322012">
                <a:moveTo>
                  <a:pt x="80568" y="0"/>
                </a:moveTo>
                <a:lnTo>
                  <a:pt x="1128185" y="0"/>
                </a:lnTo>
                <a:cubicBezTo>
                  <a:pt x="1172831" y="0"/>
                  <a:pt x="1208752" y="35901"/>
                  <a:pt x="1208752" y="80503"/>
                </a:cubicBezTo>
                <a:lnTo>
                  <a:pt x="1208752" y="241509"/>
                </a:lnTo>
                <a:cubicBezTo>
                  <a:pt x="1208752" y="286095"/>
                  <a:pt x="1172831" y="322012"/>
                  <a:pt x="1128185" y="322012"/>
                </a:cubicBezTo>
                <a:lnTo>
                  <a:pt x="80568" y="322012"/>
                </a:lnTo>
                <a:cubicBezTo>
                  <a:pt x="35986" y="322012"/>
                  <a:pt x="0" y="286095"/>
                  <a:pt x="0" y="241509"/>
                </a:cubicBezTo>
                <a:lnTo>
                  <a:pt x="0" y="80503"/>
                </a:lnTo>
                <a:cubicBezTo>
                  <a:pt x="0" y="35901"/>
                  <a:pt x="35986" y="0"/>
                  <a:pt x="80568" y="0"/>
                </a:cubicBezTo>
              </a:path>
            </a:pathLst>
          </a:custGeom>
          <a:solidFill xmlns:a="http://schemas.openxmlformats.org/drawingml/2006/main">
            <a:srgbClr val="E7F5FF"/>
          </a:solidFill>
          <a:ln xmlns:a="http://schemas.openxmlformats.org/drawingml/2006/main" w="17162">
            <a:solidFill>
              <a:srgbClr val="4A5568"/>
            </a:solidFill>
            <a:prstDash val="solid"/>
          </a:ln>
        </p:spPr>
      </p:sp>
      <p:sp>
        <p:nvSpPr>
          <p:cNvPr id="10" name="pdf-text-58-0">
            <a:extLst xmlns:a="http://schemas.openxmlformats.org/drawingml/2006/main">
              <a:ext uri="{FF2B5EF4-FFF2-40B4-BE49-F238E27FC236}">
                <a16:creationId xmlns:a16="http://schemas.microsoft.com/office/drawing/2014/main" id="{7E327A8C-BB3D-4BFD-95C6-1C9F67BB72B0}"/>
              </a:ext>
            </a:extLst>
          </p:cNvPr>
          <p:cNvSpPr>
            <a:spLocks xmlns:a="http://schemas.openxmlformats.org/drawingml/2006/main" noGrp="1"/>
          </p:cNvSpPr>
          <p:nvPr/>
        </p:nvSpPr>
        <p:spPr>
          <a:xfrm xmlns:a="http://schemas.openxmlformats.org/drawingml/2006/main" rot="0">
            <a:off x="9363745" y="1819162"/>
            <a:ext cx="952819" cy="1289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15" b="1" i="0">
                <a:solidFill>
                  <a:srgbClr val="1864AB"/>
                </a:solidFill>
                <a:latin typeface="Arial"/>
                <a:ea typeface="Arial"/>
                <a:cs typeface="Arial"/>
              </a:defRPr>
            </a:defPPr>
          </a:lstStyle>
          <a:p xmlns:a="http://schemas.openxmlformats.org/drawingml/2006/main">
            <a:pPr algn="l">
              <a:defRPr sz="1015" b="1" i="0">
                <a:solidFill>
                  <a:srgbClr val="1864AB"/>
                </a:solidFill>
                <a:latin typeface="Arial"/>
                <a:ea typeface="Arial"/>
                <a:cs typeface="Arial"/>
              </a:defRPr>
            </a:pPr>
            <a:r>
              <a:rPr sz="1015" b="1" i="0">
                <a:solidFill>
                  <a:srgbClr val="1864AB"/>
                </a:solidFill>
                <a:latin typeface="Arial"/>
                <a:ea typeface="Arial"/>
                <a:cs typeface="Arial"/>
              </a:rPr>
              <a:t>Abstract States</a:t>
            </a:r>
          </a:p>
        </p:txBody>
      </p:sp>
      <p:sp>
        <p:nvSpPr>
          <p:cNvPr id="11" name="pdf-text-73-0">
            <a:extLst xmlns:a="http://schemas.openxmlformats.org/drawingml/2006/main">
              <a:ext uri="{FF2B5EF4-FFF2-40B4-BE49-F238E27FC236}">
                <a16:creationId xmlns:a16="http://schemas.microsoft.com/office/drawing/2014/main" id="{3480D2FC-927D-435E-80CC-BFB96496A044}"/>
              </a:ext>
            </a:extLst>
          </p:cNvPr>
          <p:cNvSpPr>
            <a:spLocks xmlns:a="http://schemas.openxmlformats.org/drawingml/2006/main" noGrp="1"/>
          </p:cNvSpPr>
          <p:nvPr/>
        </p:nvSpPr>
        <p:spPr>
          <a:xfrm xmlns:a="http://schemas.openxmlformats.org/drawingml/2006/main" rot="0">
            <a:off x="64705" y="672198"/>
            <a:ext cx="2118051" cy="1611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69" b="1" i="0">
                <a:solidFill>
                  <a:srgbClr val="1A1A1A"/>
                </a:solidFill>
                <a:latin typeface="Arial"/>
                <a:ea typeface="Arial"/>
                <a:cs typeface="Arial"/>
              </a:defRPr>
            </a:defPPr>
          </a:lstStyle>
          <a:p xmlns:a="http://schemas.openxmlformats.org/drawingml/2006/main">
            <a:pPr algn="l">
              <a:defRPr sz="1269" b="1" i="0">
                <a:solidFill>
                  <a:srgbClr val="1A1A1A"/>
                </a:solidFill>
                <a:latin typeface="Arial"/>
                <a:ea typeface="Arial"/>
                <a:cs typeface="Arial"/>
              </a:defRPr>
            </a:pPr>
            <a:r>
              <a:rPr sz="1269" b="1" i="0">
                <a:solidFill>
                  <a:srgbClr val="1A1A1A"/>
                </a:solidFill>
                <a:latin typeface="Arial"/>
                <a:ea typeface="Arial"/>
                <a:cs typeface="Arial"/>
              </a:rPr>
              <a:t>Robot with Black-box Skills</a:t>
            </a:r>
          </a:p>
        </p:txBody>
      </p:sp>
      <p:sp>
        <p:nvSpPr>
          <p:cNvPr id="12" name="pdf-path-194">
            <a:extLst xmlns:a="http://schemas.openxmlformats.org/drawingml/2006/main">
              <a:ext uri="{FF2B5EF4-FFF2-40B4-BE49-F238E27FC236}">
                <a16:creationId xmlns:a16="http://schemas.microsoft.com/office/drawing/2014/main" id="{282249BE-4F7A-4BD9-9AAC-A717B66CCF43}"/>
              </a:ext>
            </a:extLst>
          </p:cNvPr>
          <p:cNvSpPr>
            <a:spLocks xmlns:a="http://schemas.openxmlformats.org/drawingml/2006/main" noGrp="1"/>
          </p:cNvSpPr>
          <p:nvPr/>
        </p:nvSpPr>
        <p:spPr>
          <a:xfrm xmlns:a="http://schemas.openxmlformats.org/drawingml/2006/main" rot="0">
            <a:off x="832525" y="2742093"/>
            <a:ext cx="561959" cy="181562"/>
          </a:xfrm>
          <a:custGeom xmlns:a="http://schemas.openxmlformats.org/drawingml/2006/main">
            <a:pathLst>
              <a:path w="561959" h="181562">
                <a:moveTo>
                  <a:pt x="25970" y="0"/>
                </a:moveTo>
                <a:lnTo>
                  <a:pt x="535973" y="0"/>
                </a:lnTo>
                <a:cubicBezTo>
                  <a:pt x="550383" y="0"/>
                  <a:pt x="561959" y="12127"/>
                  <a:pt x="561959" y="27231"/>
                </a:cubicBezTo>
                <a:lnTo>
                  <a:pt x="561959" y="154331"/>
                </a:lnTo>
                <a:cubicBezTo>
                  <a:pt x="561959" y="169434"/>
                  <a:pt x="550383" y="181562"/>
                  <a:pt x="535973" y="181562"/>
                </a:cubicBezTo>
                <a:lnTo>
                  <a:pt x="25970" y="181562"/>
                </a:lnTo>
                <a:cubicBezTo>
                  <a:pt x="11576" y="181562"/>
                  <a:pt x="0" y="169434"/>
                  <a:pt x="0" y="154331"/>
                </a:cubicBezTo>
                <a:lnTo>
                  <a:pt x="0" y="27231"/>
                </a:lnTo>
                <a:cubicBezTo>
                  <a:pt x="0" y="12127"/>
                  <a:pt x="11576" y="0"/>
                  <a:pt x="25970" y="0"/>
                </a:cubicBezTo>
              </a:path>
            </a:pathLst>
          </a:custGeom>
          <a:solidFill xmlns:a="http://schemas.openxmlformats.org/drawingml/2006/main">
            <a:srgbClr val="FEFEFE"/>
          </a:solidFill>
          <a:ln xmlns:a="http://schemas.openxmlformats.org/drawingml/2006/main" w="7866">
            <a:solidFill>
              <a:srgbClr val="000000"/>
            </a:solidFill>
            <a:prstDash val="solid"/>
          </a:ln>
        </p:spPr>
      </p:sp>
      <p:sp>
        <p:nvSpPr>
          <p:cNvPr id="13" name="pdf-text-100-0">
            <a:extLst xmlns:a="http://schemas.openxmlformats.org/drawingml/2006/main">
              <a:ext uri="{FF2B5EF4-FFF2-40B4-BE49-F238E27FC236}">
                <a16:creationId xmlns:a16="http://schemas.microsoft.com/office/drawing/2014/main" id="{98469EB4-FA04-4A43-A6AF-14E7ACF34A06}"/>
              </a:ext>
            </a:extLst>
          </p:cNvPr>
          <p:cNvSpPr>
            <a:spLocks xmlns:a="http://schemas.openxmlformats.org/drawingml/2006/main" noGrp="1"/>
          </p:cNvSpPr>
          <p:nvPr/>
        </p:nvSpPr>
        <p:spPr>
          <a:xfrm xmlns:a="http://schemas.openxmlformats.org/drawingml/2006/main" rot="0">
            <a:off x="943431" y="2755616"/>
            <a:ext cx="335356" cy="13970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00" b="1" i="0">
                <a:solidFill>
                  <a:srgbClr val="000000"/>
                </a:solidFill>
                <a:latin typeface="Courier New"/>
                <a:ea typeface="Courier New"/>
                <a:cs typeface="Courier New"/>
              </a:defRPr>
            </a:defPPr>
          </a:lstStyle>
          <a:p xmlns:a="http://schemas.openxmlformats.org/drawingml/2006/main">
            <a:pPr algn="l">
              <a:defRPr sz="1100" b="1" i="0">
                <a:solidFill>
                  <a:srgbClr val="000000"/>
                </a:solidFill>
                <a:latin typeface="Courier New"/>
                <a:ea typeface="Courier New"/>
                <a:cs typeface="Courier New"/>
              </a:defRPr>
            </a:pPr>
            <a:r>
              <a:rPr sz="1100" b="1" i="0">
                <a:solidFill>
                  <a:srgbClr val="000000"/>
                </a:solidFill>
                <a:latin typeface="Courier New"/>
                <a:ea typeface="Courier New"/>
                <a:cs typeface="Courier New"/>
              </a:rPr>
              <a:t>Pick</a:t>
            </a:r>
          </a:p>
        </p:txBody>
      </p:sp>
      <p:sp>
        <p:nvSpPr>
          <p:cNvPr id="14" name="pdf-path-204">
            <a:extLst xmlns:a="http://schemas.openxmlformats.org/drawingml/2006/main">
              <a:ext uri="{FF2B5EF4-FFF2-40B4-BE49-F238E27FC236}">
                <a16:creationId xmlns:a16="http://schemas.microsoft.com/office/drawing/2014/main" id="{C76F033D-C516-4129-AF9C-5F518E3E2808}"/>
              </a:ext>
            </a:extLst>
          </p:cNvPr>
          <p:cNvSpPr>
            <a:spLocks xmlns:a="http://schemas.openxmlformats.org/drawingml/2006/main" noGrp="1"/>
          </p:cNvSpPr>
          <p:nvPr/>
        </p:nvSpPr>
        <p:spPr>
          <a:xfrm xmlns:a="http://schemas.openxmlformats.org/drawingml/2006/main" rot="0">
            <a:off x="831463" y="2971522"/>
            <a:ext cx="564083" cy="181514"/>
          </a:xfrm>
          <a:custGeom xmlns:a="http://schemas.openxmlformats.org/drawingml/2006/main">
            <a:pathLst>
              <a:path w="564083" h="181514">
                <a:moveTo>
                  <a:pt x="26035" y="0"/>
                </a:moveTo>
                <a:lnTo>
                  <a:pt x="538049" y="0"/>
                </a:lnTo>
                <a:cubicBezTo>
                  <a:pt x="552443" y="0"/>
                  <a:pt x="564083" y="12144"/>
                  <a:pt x="564083" y="27231"/>
                </a:cubicBezTo>
                <a:lnTo>
                  <a:pt x="564083" y="154283"/>
                </a:lnTo>
                <a:cubicBezTo>
                  <a:pt x="564083" y="169370"/>
                  <a:pt x="552443" y="181514"/>
                  <a:pt x="538049" y="181514"/>
                </a:cubicBezTo>
                <a:lnTo>
                  <a:pt x="26035" y="181514"/>
                </a:lnTo>
                <a:cubicBezTo>
                  <a:pt x="11624" y="181514"/>
                  <a:pt x="0" y="169370"/>
                  <a:pt x="0" y="154283"/>
                </a:cubicBezTo>
                <a:lnTo>
                  <a:pt x="0" y="27231"/>
                </a:lnTo>
                <a:cubicBezTo>
                  <a:pt x="0" y="12144"/>
                  <a:pt x="11624" y="0"/>
                  <a:pt x="26035" y="0"/>
                </a:cubicBezTo>
              </a:path>
            </a:pathLst>
          </a:custGeom>
          <a:solidFill xmlns:a="http://schemas.openxmlformats.org/drawingml/2006/main">
            <a:srgbClr val="FEFEFE"/>
          </a:solidFill>
          <a:ln xmlns:a="http://schemas.openxmlformats.org/drawingml/2006/main" w="7879">
            <a:solidFill>
              <a:srgbClr val="000000"/>
            </a:solidFill>
            <a:prstDash val="solid"/>
          </a:ln>
        </p:spPr>
      </p:sp>
      <p:sp>
        <p:nvSpPr>
          <p:cNvPr id="15" name="pdf-text-104-0">
            <a:extLst xmlns:a="http://schemas.openxmlformats.org/drawingml/2006/main">
              <a:ext uri="{FF2B5EF4-FFF2-40B4-BE49-F238E27FC236}">
                <a16:creationId xmlns:a16="http://schemas.microsoft.com/office/drawing/2014/main" id="{2497C237-00F3-449C-A7B8-62090FD811CF}"/>
              </a:ext>
            </a:extLst>
          </p:cNvPr>
          <p:cNvSpPr>
            <a:spLocks xmlns:a="http://schemas.openxmlformats.org/drawingml/2006/main" noGrp="1"/>
          </p:cNvSpPr>
          <p:nvPr/>
        </p:nvSpPr>
        <p:spPr>
          <a:xfrm xmlns:a="http://schemas.openxmlformats.org/drawingml/2006/main" rot="0">
            <a:off x="900658" y="2983046"/>
            <a:ext cx="424090" cy="1413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13" b="1" i="0">
                <a:solidFill>
                  <a:srgbClr val="000000"/>
                </a:solidFill>
                <a:latin typeface="Courier New"/>
                <a:ea typeface="Courier New"/>
                <a:cs typeface="Courier New"/>
              </a:defRPr>
            </a:defPPr>
          </a:lstStyle>
          <a:p xmlns:a="http://schemas.openxmlformats.org/drawingml/2006/main">
            <a:pPr algn="l">
              <a:defRPr sz="1113" b="1" i="0">
                <a:solidFill>
                  <a:srgbClr val="000000"/>
                </a:solidFill>
                <a:latin typeface="Courier New"/>
                <a:ea typeface="Courier New"/>
                <a:cs typeface="Courier New"/>
              </a:defRPr>
            </a:pPr>
            <a:r>
              <a:rPr sz="1113" b="1" i="0">
                <a:solidFill>
                  <a:srgbClr val="000000"/>
                </a:solidFill>
                <a:latin typeface="Courier New"/>
                <a:ea typeface="Courier New"/>
                <a:cs typeface="Courier New"/>
              </a:rPr>
              <a:t>Place</a:t>
            </a:r>
          </a:p>
        </p:txBody>
      </p:sp>
      <p:sp>
        <p:nvSpPr>
          <p:cNvPr id="16" name="pdf-path-216">
            <a:extLst xmlns:a="http://schemas.openxmlformats.org/drawingml/2006/main">
              <a:ext uri="{FF2B5EF4-FFF2-40B4-BE49-F238E27FC236}">
                <a16:creationId xmlns:a16="http://schemas.microsoft.com/office/drawing/2014/main" id="{46A5BFB7-6427-4A25-91B8-9B883F5B4424}"/>
              </a:ext>
            </a:extLst>
          </p:cNvPr>
          <p:cNvSpPr>
            <a:spLocks xmlns:a="http://schemas.openxmlformats.org/drawingml/2006/main" noGrp="1"/>
          </p:cNvSpPr>
          <p:nvPr/>
        </p:nvSpPr>
        <p:spPr>
          <a:xfrm xmlns:a="http://schemas.openxmlformats.org/drawingml/2006/main" rot="0">
            <a:off x="831463" y="2512712"/>
            <a:ext cx="564083" cy="181514"/>
          </a:xfrm>
          <a:custGeom xmlns:a="http://schemas.openxmlformats.org/drawingml/2006/main">
            <a:pathLst>
              <a:path w="564083" h="181514">
                <a:moveTo>
                  <a:pt x="26035" y="0"/>
                </a:moveTo>
                <a:lnTo>
                  <a:pt x="538049" y="0"/>
                </a:lnTo>
                <a:cubicBezTo>
                  <a:pt x="552443" y="0"/>
                  <a:pt x="564083" y="12144"/>
                  <a:pt x="564083" y="27247"/>
                </a:cubicBezTo>
                <a:lnTo>
                  <a:pt x="564083" y="154283"/>
                </a:lnTo>
                <a:cubicBezTo>
                  <a:pt x="564083" y="169386"/>
                  <a:pt x="552443" y="181514"/>
                  <a:pt x="538049" y="181514"/>
                </a:cubicBezTo>
                <a:lnTo>
                  <a:pt x="26035" y="181514"/>
                </a:lnTo>
                <a:cubicBezTo>
                  <a:pt x="11624" y="181514"/>
                  <a:pt x="0" y="169386"/>
                  <a:pt x="0" y="154283"/>
                </a:cubicBezTo>
                <a:lnTo>
                  <a:pt x="0" y="27247"/>
                </a:lnTo>
                <a:cubicBezTo>
                  <a:pt x="0" y="12144"/>
                  <a:pt x="11624" y="0"/>
                  <a:pt x="26035" y="0"/>
                </a:cubicBezTo>
              </a:path>
            </a:pathLst>
          </a:custGeom>
          <a:solidFill xmlns:a="http://schemas.openxmlformats.org/drawingml/2006/main">
            <a:srgbClr val="FEFEFE"/>
          </a:solidFill>
          <a:ln xmlns:a="http://schemas.openxmlformats.org/drawingml/2006/main" w="7879">
            <a:solidFill>
              <a:srgbClr val="000000"/>
            </a:solidFill>
            <a:prstDash val="solid"/>
          </a:ln>
        </p:spPr>
      </p:sp>
      <p:sp>
        <p:nvSpPr>
          <p:cNvPr id="17" name="pdf-text-109-0">
            <a:extLst xmlns:a="http://schemas.openxmlformats.org/drawingml/2006/main">
              <a:ext uri="{FF2B5EF4-FFF2-40B4-BE49-F238E27FC236}">
                <a16:creationId xmlns:a16="http://schemas.microsoft.com/office/drawing/2014/main" id="{1810F40D-04D9-42B2-AA49-3E54875E71FC}"/>
              </a:ext>
            </a:extLst>
          </p:cNvPr>
          <p:cNvSpPr>
            <a:spLocks xmlns:a="http://schemas.openxmlformats.org/drawingml/2006/main" noGrp="1"/>
          </p:cNvSpPr>
          <p:nvPr/>
        </p:nvSpPr>
        <p:spPr>
          <a:xfrm xmlns:a="http://schemas.openxmlformats.org/drawingml/2006/main" rot="0">
            <a:off x="901340" y="2526208"/>
            <a:ext cx="419197" cy="13970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00" b="1" i="0">
                <a:solidFill>
                  <a:srgbClr val="000000"/>
                </a:solidFill>
                <a:latin typeface="Courier New"/>
                <a:ea typeface="Courier New"/>
                <a:cs typeface="Courier New"/>
              </a:defRPr>
            </a:defPPr>
          </a:lstStyle>
          <a:p xmlns:a="http://schemas.openxmlformats.org/drawingml/2006/main">
            <a:pPr algn="l">
              <a:defRPr sz="1100" b="1" i="0">
                <a:solidFill>
                  <a:srgbClr val="000000"/>
                </a:solidFill>
                <a:latin typeface="Courier New"/>
                <a:ea typeface="Courier New"/>
                <a:cs typeface="Courier New"/>
              </a:defRPr>
            </a:pPr>
            <a:r>
              <a:rPr sz="1100" b="1" i="0">
                <a:solidFill>
                  <a:srgbClr val="000000"/>
                </a:solidFill>
                <a:latin typeface="Courier New"/>
                <a:ea typeface="Courier New"/>
                <a:cs typeface="Courier New"/>
              </a:rPr>
              <a:t>Stack</a:t>
            </a:r>
          </a:p>
        </p:txBody>
      </p:sp>
      <p:sp>
        <p:nvSpPr>
          <p:cNvPr id="18" name="pdf-path-228">
            <a:extLst xmlns:a="http://schemas.openxmlformats.org/drawingml/2006/main">
              <a:ext uri="{FF2B5EF4-FFF2-40B4-BE49-F238E27FC236}">
                <a16:creationId xmlns:a16="http://schemas.microsoft.com/office/drawing/2014/main" id="{BD0437A3-FD8A-4012-80E6-D1A3E74A1FAE}"/>
              </a:ext>
            </a:extLst>
          </p:cNvPr>
          <p:cNvSpPr>
            <a:spLocks xmlns:a="http://schemas.openxmlformats.org/drawingml/2006/main" noGrp="1"/>
          </p:cNvSpPr>
          <p:nvPr/>
        </p:nvSpPr>
        <p:spPr>
          <a:xfrm xmlns:a="http://schemas.openxmlformats.org/drawingml/2006/main" rot="0">
            <a:off x="831463" y="2283346"/>
            <a:ext cx="564083" cy="181514"/>
          </a:xfrm>
          <a:custGeom xmlns:a="http://schemas.openxmlformats.org/drawingml/2006/main">
            <a:pathLst>
              <a:path w="564083" h="181514">
                <a:moveTo>
                  <a:pt x="26035" y="0"/>
                </a:moveTo>
                <a:lnTo>
                  <a:pt x="538049" y="0"/>
                </a:lnTo>
                <a:cubicBezTo>
                  <a:pt x="552443" y="0"/>
                  <a:pt x="564083" y="12144"/>
                  <a:pt x="564083" y="27231"/>
                </a:cubicBezTo>
                <a:lnTo>
                  <a:pt x="564083" y="154283"/>
                </a:lnTo>
                <a:cubicBezTo>
                  <a:pt x="564083" y="169370"/>
                  <a:pt x="552443" y="181514"/>
                  <a:pt x="538049" y="181514"/>
                </a:cubicBezTo>
                <a:lnTo>
                  <a:pt x="26035" y="181514"/>
                </a:lnTo>
                <a:cubicBezTo>
                  <a:pt x="11624" y="181514"/>
                  <a:pt x="0" y="169370"/>
                  <a:pt x="0" y="154283"/>
                </a:cubicBezTo>
                <a:lnTo>
                  <a:pt x="0" y="27231"/>
                </a:lnTo>
                <a:cubicBezTo>
                  <a:pt x="0" y="12144"/>
                  <a:pt x="11624" y="0"/>
                  <a:pt x="26035" y="0"/>
                </a:cubicBezTo>
              </a:path>
            </a:pathLst>
          </a:custGeom>
          <a:solidFill xmlns:a="http://schemas.openxmlformats.org/drawingml/2006/main">
            <a:srgbClr val="FEFEFE"/>
          </a:solidFill>
          <a:ln xmlns:a="http://schemas.openxmlformats.org/drawingml/2006/main" w="7879">
            <a:solidFill>
              <a:srgbClr val="000000"/>
            </a:solidFill>
            <a:prstDash val="solid"/>
          </a:ln>
        </p:spPr>
      </p:sp>
      <p:sp>
        <p:nvSpPr>
          <p:cNvPr id="19" name="pdf-text-114-0">
            <a:extLst xmlns:a="http://schemas.openxmlformats.org/drawingml/2006/main">
              <a:ext uri="{FF2B5EF4-FFF2-40B4-BE49-F238E27FC236}">
                <a16:creationId xmlns:a16="http://schemas.microsoft.com/office/drawing/2014/main" id="{E1CCDDD2-0374-40F6-9D7F-E8EF3D62C7BF}"/>
              </a:ext>
            </a:extLst>
          </p:cNvPr>
          <p:cNvSpPr>
            <a:spLocks xmlns:a="http://schemas.openxmlformats.org/drawingml/2006/main" noGrp="1"/>
          </p:cNvSpPr>
          <p:nvPr/>
        </p:nvSpPr>
        <p:spPr>
          <a:xfrm xmlns:a="http://schemas.openxmlformats.org/drawingml/2006/main" rot="0">
            <a:off x="949945" y="2282374"/>
            <a:ext cx="335357" cy="13970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00" b="1" i="0">
                <a:solidFill>
                  <a:srgbClr val="000000"/>
                </a:solidFill>
                <a:latin typeface="Courier New"/>
                <a:ea typeface="Courier New"/>
                <a:cs typeface="Courier New"/>
              </a:defRPr>
            </a:defPPr>
          </a:lstStyle>
          <a:p xmlns:a="http://schemas.openxmlformats.org/drawingml/2006/main">
            <a:pPr algn="l">
              <a:defRPr sz="1100" b="1" i="0">
                <a:solidFill>
                  <a:srgbClr val="000000"/>
                </a:solidFill>
                <a:latin typeface="Courier New"/>
                <a:ea typeface="Courier New"/>
                <a:cs typeface="Courier New"/>
              </a:defRPr>
            </a:pPr>
            <a:r>
              <a:rPr sz="1100" b="1" i="0">
                <a:solidFill>
                  <a:srgbClr val="000000"/>
                </a:solidFill>
                <a:latin typeface="Courier New"/>
                <a:ea typeface="Courier New"/>
                <a:cs typeface="Courier New"/>
              </a:rPr>
              <a:t>Wipe</a:t>
            </a:r>
          </a:p>
        </p:txBody>
      </p:sp>
      <p:sp>
        <p:nvSpPr>
          <p:cNvPr id="20" name="pdf-path-238">
            <a:extLst xmlns:a="http://schemas.openxmlformats.org/drawingml/2006/main">
              <a:ext uri="{FF2B5EF4-FFF2-40B4-BE49-F238E27FC236}">
                <a16:creationId xmlns:a16="http://schemas.microsoft.com/office/drawing/2014/main" id="{58B4C0BE-A16B-4DF4-A02B-C3073ED03206}"/>
              </a:ext>
            </a:extLst>
          </p:cNvPr>
          <p:cNvSpPr>
            <a:spLocks xmlns:a="http://schemas.openxmlformats.org/drawingml/2006/main" noGrp="1"/>
          </p:cNvSpPr>
          <p:nvPr/>
        </p:nvSpPr>
        <p:spPr>
          <a:xfrm xmlns:a="http://schemas.openxmlformats.org/drawingml/2006/main" rot="0">
            <a:off x="831463" y="2053982"/>
            <a:ext cx="564020" cy="181497"/>
          </a:xfrm>
          <a:custGeom xmlns:a="http://schemas.openxmlformats.org/drawingml/2006/main">
            <a:pathLst>
              <a:path w="564020" h="181497">
                <a:moveTo>
                  <a:pt x="26035" y="0"/>
                </a:moveTo>
                <a:lnTo>
                  <a:pt x="537985" y="0"/>
                </a:lnTo>
                <a:cubicBezTo>
                  <a:pt x="552443" y="0"/>
                  <a:pt x="564020" y="12127"/>
                  <a:pt x="564020" y="27231"/>
                </a:cubicBezTo>
                <a:lnTo>
                  <a:pt x="564020" y="154266"/>
                </a:lnTo>
                <a:cubicBezTo>
                  <a:pt x="564020" y="169370"/>
                  <a:pt x="552443" y="181497"/>
                  <a:pt x="537985" y="181497"/>
                </a:cubicBezTo>
                <a:lnTo>
                  <a:pt x="26035" y="181497"/>
                </a:lnTo>
                <a:cubicBezTo>
                  <a:pt x="11624" y="181497"/>
                  <a:pt x="0" y="169370"/>
                  <a:pt x="0" y="154266"/>
                </a:cubicBezTo>
                <a:lnTo>
                  <a:pt x="0" y="27231"/>
                </a:lnTo>
                <a:cubicBezTo>
                  <a:pt x="0" y="12127"/>
                  <a:pt x="11624" y="0"/>
                  <a:pt x="26035" y="0"/>
                </a:cubicBezTo>
              </a:path>
            </a:pathLst>
          </a:custGeom>
          <a:solidFill xmlns:a="http://schemas.openxmlformats.org/drawingml/2006/main">
            <a:srgbClr val="FEFEFE"/>
          </a:solidFill>
          <a:ln xmlns:a="http://schemas.openxmlformats.org/drawingml/2006/main" w="7879">
            <a:solidFill>
              <a:srgbClr val="000000"/>
            </a:solidFill>
            <a:prstDash val="solid"/>
          </a:ln>
        </p:spPr>
      </p:sp>
      <p:sp>
        <p:nvSpPr>
          <p:cNvPr id="21" name="pdf-text-118-0">
            <a:extLst xmlns:a="http://schemas.openxmlformats.org/drawingml/2006/main">
              <a:ext uri="{FF2B5EF4-FFF2-40B4-BE49-F238E27FC236}">
                <a16:creationId xmlns:a16="http://schemas.microsoft.com/office/drawing/2014/main" id="{231FEA2D-9453-4FBA-9251-5A9932BDFCD7}"/>
              </a:ext>
            </a:extLst>
          </p:cNvPr>
          <p:cNvSpPr>
            <a:spLocks xmlns:a="http://schemas.openxmlformats.org/drawingml/2006/main" noGrp="1"/>
          </p:cNvSpPr>
          <p:nvPr/>
        </p:nvSpPr>
        <p:spPr>
          <a:xfrm xmlns:a="http://schemas.openxmlformats.org/drawingml/2006/main" rot="0">
            <a:off x="937071" y="2058114"/>
            <a:ext cx="348177" cy="14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42" b="1" i="0">
                <a:solidFill>
                  <a:srgbClr val="000000"/>
                </a:solidFill>
                <a:latin typeface="Courier New"/>
                <a:ea typeface="Courier New"/>
                <a:cs typeface="Courier New"/>
              </a:defRPr>
            </a:defPPr>
          </a:lstStyle>
          <a:p xmlns:a="http://schemas.openxmlformats.org/drawingml/2006/main">
            <a:pPr algn="l">
              <a:defRPr sz="1142" b="1" i="0">
                <a:solidFill>
                  <a:srgbClr val="000000"/>
                </a:solidFill>
                <a:latin typeface="Courier New"/>
                <a:ea typeface="Courier New"/>
                <a:cs typeface="Courier New"/>
              </a:defRPr>
            </a:pPr>
            <a:r>
              <a:rPr sz="1142" b="1" i="0">
                <a:solidFill>
                  <a:srgbClr val="000000"/>
                </a:solidFill>
                <a:latin typeface="Courier New"/>
                <a:ea typeface="Courier New"/>
                <a:cs typeface="Courier New"/>
              </a:rPr>
              <a:t>Pour</a:t>
            </a:r>
          </a:p>
        </p:txBody>
      </p:sp>
      <p:sp>
        <p:nvSpPr>
          <p:cNvPr id="22" name="pdf-path-248">
            <a:extLst xmlns:a="http://schemas.openxmlformats.org/drawingml/2006/main">
              <a:ext uri="{FF2B5EF4-FFF2-40B4-BE49-F238E27FC236}">
                <a16:creationId xmlns:a16="http://schemas.microsoft.com/office/drawing/2014/main" id="{5E07F908-D5CF-496E-8CB3-2822C1733D2E}"/>
              </a:ext>
            </a:extLst>
          </p:cNvPr>
          <p:cNvSpPr>
            <a:spLocks xmlns:a="http://schemas.openxmlformats.org/drawingml/2006/main" noGrp="1"/>
          </p:cNvSpPr>
          <p:nvPr/>
        </p:nvSpPr>
        <p:spPr>
          <a:xfrm xmlns:a="http://schemas.openxmlformats.org/drawingml/2006/main" rot="0">
            <a:off x="4240375" y="730082"/>
            <a:ext cx="95" cy="4025146"/>
          </a:xfrm>
          <a:custGeom xmlns:a="http://schemas.openxmlformats.org/drawingml/2006/main">
            <a:pathLst>
              <a:path w="95" h="4025146">
                <a:moveTo>
                  <a:pt x="0" y="0"/>
                </a:moveTo>
                <a:lnTo>
                  <a:pt x="0" y="4025146"/>
                </a:lnTo>
              </a:path>
            </a:pathLst>
          </a:custGeom>
          <a:noFill xmlns:a="http://schemas.openxmlformats.org/drawingml/2006/main"/>
          <a:ln xmlns:a="http://schemas.openxmlformats.org/drawingml/2006/main" w="30339">
            <a:solidFill>
              <a:srgbClr val="000000"/>
            </a:solidFill>
            <a:prstDash val="dash"/>
          </a:ln>
        </p:spPr>
      </p:sp>
      <p:sp>
        <p:nvSpPr>
          <p:cNvPr id="23" name="pdf-path-249">
            <a:extLst xmlns:a="http://schemas.openxmlformats.org/drawingml/2006/main">
              <a:ext uri="{FF2B5EF4-FFF2-40B4-BE49-F238E27FC236}">
                <a16:creationId xmlns:a16="http://schemas.microsoft.com/office/drawing/2014/main" id="{6A37AC4B-A8D9-4CCC-A78E-B52EBC670E8A}"/>
              </a:ext>
            </a:extLst>
          </p:cNvPr>
          <p:cNvSpPr>
            <a:spLocks xmlns:a="http://schemas.openxmlformats.org/drawingml/2006/main" noGrp="1"/>
          </p:cNvSpPr>
          <p:nvPr/>
        </p:nvSpPr>
        <p:spPr>
          <a:xfrm xmlns:a="http://schemas.openxmlformats.org/drawingml/2006/main" rot="0">
            <a:off x="6233386" y="730082"/>
            <a:ext cx="95" cy="4025146"/>
          </a:xfrm>
          <a:custGeom xmlns:a="http://schemas.openxmlformats.org/drawingml/2006/main">
            <a:pathLst>
              <a:path w="95" h="4025146">
                <a:moveTo>
                  <a:pt x="0" y="0"/>
                </a:moveTo>
                <a:lnTo>
                  <a:pt x="0" y="4025146"/>
                </a:lnTo>
              </a:path>
            </a:pathLst>
          </a:custGeom>
          <a:noFill xmlns:a="http://schemas.openxmlformats.org/drawingml/2006/main"/>
          <a:ln xmlns:a="http://schemas.openxmlformats.org/drawingml/2006/main" w="30339">
            <a:solidFill>
              <a:srgbClr val="000000"/>
            </a:solidFill>
            <a:prstDash val="dash"/>
          </a:ln>
        </p:spPr>
      </p:sp>
      <p:sp>
        <p:nvSpPr>
          <p:cNvPr id="24" name="pdf-text-122-0">
            <a:extLst xmlns:a="http://schemas.openxmlformats.org/drawingml/2006/main">
              <a:ext uri="{FF2B5EF4-FFF2-40B4-BE49-F238E27FC236}">
                <a16:creationId xmlns:a16="http://schemas.microsoft.com/office/drawing/2014/main" id="{9EB5DB0C-AD70-4649-A349-17E117391B22}"/>
              </a:ext>
            </a:extLst>
          </p:cNvPr>
          <p:cNvSpPr>
            <a:spLocks xmlns:a="http://schemas.openxmlformats.org/drawingml/2006/main" noGrp="1"/>
          </p:cNvSpPr>
          <p:nvPr/>
        </p:nvSpPr>
        <p:spPr>
          <a:xfrm xmlns:a="http://schemas.openxmlformats.org/drawingml/2006/main" rot="0">
            <a:off x="200246" y="3324856"/>
            <a:ext cx="1235664" cy="1611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69" b="1" i="0">
                <a:solidFill>
                  <a:srgbClr val="1A1A1A"/>
                </a:solidFill>
                <a:latin typeface="Arial"/>
                <a:ea typeface="Arial"/>
                <a:cs typeface="Arial"/>
              </a:defRPr>
            </a:defPPr>
          </a:lstStyle>
          <a:p xmlns:a="http://schemas.openxmlformats.org/drawingml/2006/main">
            <a:pPr algn="l">
              <a:defRPr sz="1269" b="1" i="0">
                <a:solidFill>
                  <a:srgbClr val="1A1A1A"/>
                </a:solidFill>
                <a:latin typeface="Arial"/>
                <a:ea typeface="Arial"/>
                <a:cs typeface="Arial"/>
              </a:defRPr>
            </a:pPr>
            <a:r>
              <a:rPr sz="1269" b="1" i="0">
                <a:solidFill>
                  <a:srgbClr val="1A1A1A"/>
                </a:solidFill>
                <a:latin typeface="Arial"/>
                <a:ea typeface="Arial"/>
                <a:cs typeface="Arial"/>
              </a:rPr>
              <a:t>Interactive envir</a:t>
            </a:r>
          </a:p>
        </p:txBody>
      </p:sp>
      <p:sp>
        <p:nvSpPr>
          <p:cNvPr id="25" name="pdf-text-139-0">
            <a:extLst xmlns:a="http://schemas.openxmlformats.org/drawingml/2006/main">
              <a:ext uri="{FF2B5EF4-FFF2-40B4-BE49-F238E27FC236}">
                <a16:creationId xmlns:a16="http://schemas.microsoft.com/office/drawing/2014/main" id="{98CDF9C8-69FB-4039-A573-536F525117C5}"/>
              </a:ext>
            </a:extLst>
          </p:cNvPr>
          <p:cNvSpPr>
            <a:spLocks xmlns:a="http://schemas.openxmlformats.org/drawingml/2006/main" noGrp="1"/>
          </p:cNvSpPr>
          <p:nvPr/>
        </p:nvSpPr>
        <p:spPr>
          <a:xfrm xmlns:a="http://schemas.openxmlformats.org/drawingml/2006/main" rot="0">
            <a:off x="1433010" y="3324825"/>
            <a:ext cx="584874" cy="1611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69" b="1" i="0">
                <a:solidFill>
                  <a:srgbClr val="1A1A1A"/>
                </a:solidFill>
                <a:latin typeface="Arial"/>
                <a:ea typeface="Arial"/>
                <a:cs typeface="Arial"/>
              </a:defRPr>
            </a:defPPr>
          </a:lstStyle>
          <a:p xmlns:a="http://schemas.openxmlformats.org/drawingml/2006/main">
            <a:pPr algn="l">
              <a:defRPr sz="1269" b="1" i="0">
                <a:solidFill>
                  <a:srgbClr val="1A1A1A"/>
                </a:solidFill>
                <a:latin typeface="Arial"/>
                <a:ea typeface="Arial"/>
                <a:cs typeface="Arial"/>
              </a:defRPr>
            </a:pPr>
            <a:r>
              <a:rPr sz="1269" b="1" i="0">
                <a:solidFill>
                  <a:srgbClr val="1A1A1A"/>
                </a:solidFill>
                <a:latin typeface="Arial"/>
                <a:ea typeface="Arial"/>
                <a:cs typeface="Arial"/>
              </a:rPr>
              <a:t>onment</a:t>
            </a:r>
          </a:p>
        </p:txBody>
      </p:sp>
      <p:sp>
        <p:nvSpPr>
          <p:cNvPr id="26" name="pdf-path-296">
            <a:extLst xmlns:a="http://schemas.openxmlformats.org/drawingml/2006/main">
              <a:ext uri="{FF2B5EF4-FFF2-40B4-BE49-F238E27FC236}">
                <a16:creationId xmlns:a16="http://schemas.microsoft.com/office/drawing/2014/main" id="{E32E1916-C5D9-4465-911A-8D9E2800AC0D}"/>
              </a:ext>
            </a:extLst>
          </p:cNvPr>
          <p:cNvSpPr>
            <a:spLocks xmlns:a="http://schemas.openxmlformats.org/drawingml/2006/main" noGrp="1"/>
          </p:cNvSpPr>
          <p:nvPr/>
        </p:nvSpPr>
        <p:spPr>
          <a:xfrm xmlns:a="http://schemas.openxmlformats.org/drawingml/2006/main" rot="0">
            <a:off x="9317532" y="2249634"/>
            <a:ext cx="1040759" cy="388360"/>
          </a:xfrm>
          <a:custGeom xmlns:a="http://schemas.openxmlformats.org/drawingml/2006/main">
            <a:pathLst>
              <a:path w="1040759" h="388360">
                <a:moveTo>
                  <a:pt x="80568" y="0"/>
                </a:moveTo>
                <a:lnTo>
                  <a:pt x="960191" y="0"/>
                </a:lnTo>
                <a:cubicBezTo>
                  <a:pt x="1004773" y="0"/>
                  <a:pt x="1040759" y="37042"/>
                  <a:pt x="1040759" y="83028"/>
                </a:cubicBezTo>
                <a:lnTo>
                  <a:pt x="1040759" y="305348"/>
                </a:lnTo>
                <a:cubicBezTo>
                  <a:pt x="1040759" y="351317"/>
                  <a:pt x="1004773" y="388360"/>
                  <a:pt x="960191" y="388360"/>
                </a:cubicBezTo>
                <a:lnTo>
                  <a:pt x="80568" y="388360"/>
                </a:lnTo>
                <a:cubicBezTo>
                  <a:pt x="35921" y="388360"/>
                  <a:pt x="0" y="351317"/>
                  <a:pt x="0" y="305348"/>
                </a:cubicBezTo>
                <a:lnTo>
                  <a:pt x="0" y="83028"/>
                </a:lnTo>
                <a:cubicBezTo>
                  <a:pt x="0" y="37042"/>
                  <a:pt x="35921" y="0"/>
                  <a:pt x="80568" y="0"/>
                </a:cubicBezTo>
              </a:path>
            </a:pathLst>
          </a:custGeom>
          <a:solidFill xmlns:a="http://schemas.openxmlformats.org/drawingml/2006/main">
            <a:srgbClr val="FDF2E9"/>
          </a:solidFill>
          <a:ln xmlns:a="http://schemas.openxmlformats.org/drawingml/2006/main" w="14302">
            <a:solidFill>
              <a:srgbClr val="DC7633"/>
            </a:solidFill>
            <a:prstDash val="solid"/>
          </a:ln>
        </p:spPr>
      </p:sp>
      <p:sp>
        <p:nvSpPr>
          <p:cNvPr id="27" name="pdf-text-145-0">
            <a:extLst xmlns:a="http://schemas.openxmlformats.org/drawingml/2006/main">
              <a:ext uri="{FF2B5EF4-FFF2-40B4-BE49-F238E27FC236}">
                <a16:creationId xmlns:a16="http://schemas.microsoft.com/office/drawing/2014/main" id="{10B69CF0-3E67-4D80-B99D-537D2388E3B9}"/>
              </a:ext>
            </a:extLst>
          </p:cNvPr>
          <p:cNvSpPr>
            <a:spLocks xmlns:a="http://schemas.openxmlformats.org/drawingml/2006/main" noGrp="1"/>
          </p:cNvSpPr>
          <p:nvPr/>
        </p:nvSpPr>
        <p:spPr>
          <a:xfrm xmlns:a="http://schemas.openxmlformats.org/drawingml/2006/main" rot="0">
            <a:off x="9814925" y="2381897"/>
            <a:ext cx="409839" cy="1123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0" b="1" i="0">
                <a:solidFill>
                  <a:srgbClr val="DC7633"/>
                </a:solidFill>
                <a:latin typeface="Arial"/>
                <a:ea typeface="Arial"/>
                <a:cs typeface="Arial"/>
              </a:defRPr>
            </a:defPPr>
          </a:lstStyle>
          <a:p xmlns:a="http://schemas.openxmlformats.org/drawingml/2006/main">
            <a:pPr algn="l">
              <a:defRPr sz="880" b="1" i="0">
                <a:solidFill>
                  <a:srgbClr val="DC7633"/>
                </a:solidFill>
                <a:latin typeface="Arial"/>
                <a:ea typeface="Arial"/>
                <a:cs typeface="Arial"/>
              </a:defRPr>
            </a:pPr>
            <a:r>
              <a:rPr sz="880" b="1" i="0">
                <a:solidFill>
                  <a:srgbClr val="DC7633"/>
                </a:solidFill>
                <a:latin typeface="Arial"/>
                <a:ea typeface="Arial"/>
                <a:cs typeface="Arial"/>
              </a:rPr>
              <a:t>Planner</a:t>
            </a:r>
          </a:p>
        </p:txBody>
      </p:sp>
      <p:sp>
        <p:nvSpPr>
          <p:cNvPr id="28" name="pdf-path-313">
            <a:extLst xmlns:a="http://schemas.openxmlformats.org/drawingml/2006/main">
              <a:ext uri="{FF2B5EF4-FFF2-40B4-BE49-F238E27FC236}">
                <a16:creationId xmlns:a16="http://schemas.microsoft.com/office/drawing/2014/main" id="{5B405B6D-132A-4C16-A884-248840FBA43B}"/>
              </a:ext>
            </a:extLst>
          </p:cNvPr>
          <p:cNvSpPr>
            <a:spLocks xmlns:a="http://schemas.openxmlformats.org/drawingml/2006/main" noGrp="1"/>
          </p:cNvSpPr>
          <p:nvPr/>
        </p:nvSpPr>
        <p:spPr>
          <a:xfrm xmlns:a="http://schemas.openxmlformats.org/drawingml/2006/main" rot="0">
            <a:off x="4314084" y="3917998"/>
            <a:ext cx="1845593" cy="859626"/>
          </a:xfrm>
          <a:custGeom xmlns:a="http://schemas.openxmlformats.org/drawingml/2006/main">
            <a:pathLst>
              <a:path w="1845593" h="859626">
                <a:moveTo>
                  <a:pt x="32265" y="0"/>
                </a:moveTo>
                <a:lnTo>
                  <a:pt x="1813328" y="0"/>
                </a:lnTo>
                <a:cubicBezTo>
                  <a:pt x="1831200" y="0"/>
                  <a:pt x="1845593" y="15344"/>
                  <a:pt x="1845593" y="34407"/>
                </a:cubicBezTo>
                <a:lnTo>
                  <a:pt x="1845593" y="825220"/>
                </a:lnTo>
                <a:cubicBezTo>
                  <a:pt x="1845593" y="844282"/>
                  <a:pt x="1831200" y="859626"/>
                  <a:pt x="1813328" y="859626"/>
                </a:cubicBezTo>
                <a:lnTo>
                  <a:pt x="32265" y="859626"/>
                </a:lnTo>
                <a:cubicBezTo>
                  <a:pt x="14410" y="859626"/>
                  <a:pt x="0" y="844282"/>
                  <a:pt x="0" y="825220"/>
                </a:cubicBezTo>
                <a:lnTo>
                  <a:pt x="0" y="34407"/>
                </a:lnTo>
                <a:cubicBezTo>
                  <a:pt x="0" y="15344"/>
                  <a:pt x="14410" y="0"/>
                  <a:pt x="32265" y="0"/>
                </a:cubicBezTo>
              </a:path>
            </a:pathLst>
          </a:custGeom>
          <a:solidFill xmlns:a="http://schemas.openxmlformats.org/drawingml/2006/main">
            <a:srgbClr val="FFFFFF">
              <a:alpha val="86000"/>
            </a:srgbClr>
          </a:solidFill>
          <a:ln xmlns:a="http://schemas.openxmlformats.org/drawingml/2006/main" w="0">
            <a:noFill/>
            <a:prstDash val="solid"/>
          </a:ln>
        </p:spPr>
      </p:sp>
      <p:sp>
        <p:nvSpPr>
          <p:cNvPr id="29" name="pdf-text-152-0">
            <a:extLst xmlns:a="http://schemas.openxmlformats.org/drawingml/2006/main">
              <a:ext uri="{FF2B5EF4-FFF2-40B4-BE49-F238E27FC236}">
                <a16:creationId xmlns:a16="http://schemas.microsoft.com/office/drawing/2014/main" id="{1606419C-E2E6-4189-B618-25D7C891BCE0}"/>
              </a:ext>
            </a:extLst>
          </p:cNvPr>
          <p:cNvSpPr>
            <a:spLocks xmlns:a="http://schemas.openxmlformats.org/drawingml/2006/main" noGrp="1"/>
          </p:cNvSpPr>
          <p:nvPr/>
        </p:nvSpPr>
        <p:spPr>
          <a:xfrm xmlns:a="http://schemas.openxmlformats.org/drawingml/2006/main" rot="0">
            <a:off x="4418633" y="3944976"/>
            <a:ext cx="315322" cy="1128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8" b="1" i="0">
                <a:solidFill>
                  <a:srgbClr val="000000"/>
                </a:solidFill>
                <a:latin typeface="Arial"/>
                <a:ea typeface="Arial"/>
                <a:cs typeface="Arial"/>
              </a:defRPr>
            </a:defPPr>
          </a:lstStyle>
          <a:p xmlns:a="http://schemas.openxmlformats.org/drawingml/2006/main">
            <a:pPr algn="l">
              <a:defRPr sz="888" b="1" i="0">
                <a:solidFill>
                  <a:srgbClr val="000000"/>
                </a:solidFill>
                <a:latin typeface="Arial"/>
                <a:ea typeface="Arial"/>
                <a:cs typeface="Arial"/>
              </a:defRPr>
            </a:pPr>
            <a:r>
              <a:rPr sz="888" b="1" i="0">
                <a:solidFill>
                  <a:srgbClr val="000000"/>
                </a:solidFill>
                <a:latin typeface="Arial"/>
                <a:ea typeface="Arial"/>
                <a:cs typeface="Arial"/>
              </a:rPr>
              <a:t>Name</a:t>
            </a:r>
          </a:p>
        </p:txBody>
      </p:sp>
      <p:sp>
        <p:nvSpPr>
          <p:cNvPr id="30" name="pdf-text-153-0">
            <a:extLst xmlns:a="http://schemas.openxmlformats.org/drawingml/2006/main">
              <a:ext uri="{FF2B5EF4-FFF2-40B4-BE49-F238E27FC236}">
                <a16:creationId xmlns:a16="http://schemas.microsoft.com/office/drawing/2014/main" id="{CCF5AEF3-E89C-4B9C-AE4F-7FB806FFE1E2}"/>
              </a:ext>
            </a:extLst>
          </p:cNvPr>
          <p:cNvSpPr>
            <a:spLocks xmlns:a="http://schemas.openxmlformats.org/drawingml/2006/main" noGrp="1"/>
          </p:cNvSpPr>
          <p:nvPr/>
        </p:nvSpPr>
        <p:spPr>
          <a:xfrm xmlns:a="http://schemas.openxmlformats.org/drawingml/2006/main" rot="0">
            <a:off x="4733955" y="3954336"/>
            <a:ext cx="1014234" cy="1128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8" b="1" i="0">
                <a:solidFill>
                  <a:srgbClr val="000000"/>
                </a:solidFill>
                <a:latin typeface="Courier New"/>
                <a:ea typeface="Courier New"/>
                <a:cs typeface="Courier New"/>
              </a:defRPr>
            </a:defPPr>
          </a:lstStyle>
          <a:p xmlns:a="http://schemas.openxmlformats.org/drawingml/2006/main">
            <a:pPr algn="l">
              <a:defRPr sz="888" b="1" i="0">
                <a:solidFill>
                  <a:srgbClr val="000000"/>
                </a:solidFill>
                <a:latin typeface="Courier New"/>
                <a:ea typeface="Courier New"/>
                <a:cs typeface="Courier New"/>
              </a:defRPr>
            </a:pPr>
            <a:r>
              <a:rPr sz="888" b="1" i="0">
                <a:solidFill>
                  <a:srgbClr val="000000"/>
                </a:solidFill>
                <a:latin typeface="Courier New"/>
                <a:ea typeface="Courier New"/>
                <a:cs typeface="Courier New"/>
              </a:rPr>
              <a:t>: gripper_empty</a:t>
            </a:r>
          </a:p>
        </p:txBody>
      </p:sp>
      <p:sp>
        <p:nvSpPr>
          <p:cNvPr id="31" name="pdf-text-154-0">
            <a:extLst xmlns:a="http://schemas.openxmlformats.org/drawingml/2006/main">
              <a:ext uri="{FF2B5EF4-FFF2-40B4-BE49-F238E27FC236}">
                <a16:creationId xmlns:a16="http://schemas.microsoft.com/office/drawing/2014/main" id="{9F5AF7D5-FAC2-4055-9496-AFE14FFE5D56}"/>
              </a:ext>
            </a:extLst>
          </p:cNvPr>
          <p:cNvSpPr>
            <a:spLocks xmlns:a="http://schemas.openxmlformats.org/drawingml/2006/main" noGrp="1"/>
          </p:cNvSpPr>
          <p:nvPr/>
        </p:nvSpPr>
        <p:spPr>
          <a:xfrm xmlns:a="http://schemas.openxmlformats.org/drawingml/2006/main" rot="0">
            <a:off x="4418633" y="4093302"/>
            <a:ext cx="624551" cy="1128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8" b="1" i="0">
                <a:solidFill>
                  <a:srgbClr val="000000"/>
                </a:solidFill>
                <a:latin typeface="Arial"/>
                <a:ea typeface="Arial"/>
                <a:cs typeface="Arial"/>
              </a:defRPr>
            </a:defPPr>
          </a:lstStyle>
          <a:p xmlns:a="http://schemas.openxmlformats.org/drawingml/2006/main">
            <a:pPr algn="l">
              <a:defRPr sz="888" b="1" i="0">
                <a:solidFill>
                  <a:srgbClr val="000000"/>
                </a:solidFill>
                <a:latin typeface="Arial"/>
                <a:ea typeface="Arial"/>
                <a:cs typeface="Arial"/>
              </a:defRPr>
            </a:pPr>
            <a:r>
              <a:rPr sz="888" b="1" i="0">
                <a:solidFill>
                  <a:srgbClr val="000000"/>
                </a:solidFill>
                <a:latin typeface="Arial"/>
                <a:ea typeface="Arial"/>
                <a:cs typeface="Arial"/>
              </a:rPr>
              <a:t>Parameters</a:t>
            </a:r>
          </a:p>
        </p:txBody>
      </p:sp>
      <p:sp>
        <p:nvSpPr>
          <p:cNvPr id="32" name="pdf-text-155-0">
            <a:extLst xmlns:a="http://schemas.openxmlformats.org/drawingml/2006/main">
              <a:ext uri="{FF2B5EF4-FFF2-40B4-BE49-F238E27FC236}">
                <a16:creationId xmlns:a16="http://schemas.microsoft.com/office/drawing/2014/main" id="{428BC6CE-1A01-40CD-8881-0BA3CF159761}"/>
              </a:ext>
            </a:extLst>
          </p:cNvPr>
          <p:cNvSpPr>
            <a:spLocks xmlns:a="http://schemas.openxmlformats.org/drawingml/2006/main" noGrp="1"/>
          </p:cNvSpPr>
          <p:nvPr/>
        </p:nvSpPr>
        <p:spPr>
          <a:xfrm xmlns:a="http://schemas.openxmlformats.org/drawingml/2006/main" rot="0">
            <a:off x="5043185" y="4102662"/>
            <a:ext cx="608093" cy="1128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8" b="1" i="0">
                <a:solidFill>
                  <a:srgbClr val="000000"/>
                </a:solidFill>
                <a:latin typeface="Courier New"/>
                <a:ea typeface="Courier New"/>
                <a:cs typeface="Courier New"/>
              </a:defRPr>
            </a:defPPr>
          </a:lstStyle>
          <a:p xmlns:a="http://schemas.openxmlformats.org/drawingml/2006/main">
            <a:pPr algn="l">
              <a:defRPr sz="888" b="1" i="0">
                <a:solidFill>
                  <a:srgbClr val="000000"/>
                </a:solidFill>
                <a:latin typeface="Courier New"/>
                <a:ea typeface="Courier New"/>
                <a:cs typeface="Courier New"/>
              </a:defRPr>
            </a:pPr>
            <a:r>
              <a:rPr sz="888" b="1" i="0">
                <a:solidFill>
                  <a:srgbClr val="000000"/>
                </a:solidFill>
                <a:latin typeface="Courier New"/>
                <a:ea typeface="Courier New"/>
                <a:cs typeface="Courier New"/>
              </a:rPr>
              <a:t>: ?robot </a:t>
            </a:r>
          </a:p>
        </p:txBody>
      </p:sp>
      <p:sp>
        <p:nvSpPr>
          <p:cNvPr id="33" name="pdf-text-156-0">
            <a:extLst xmlns:a="http://schemas.openxmlformats.org/drawingml/2006/main">
              <a:ext uri="{FF2B5EF4-FFF2-40B4-BE49-F238E27FC236}">
                <a16:creationId xmlns:a16="http://schemas.microsoft.com/office/drawing/2014/main" id="{2C5BF291-4CB1-4C6D-A3F9-748C873731B9}"/>
              </a:ext>
            </a:extLst>
          </p:cNvPr>
          <p:cNvSpPr>
            <a:spLocks xmlns:a="http://schemas.openxmlformats.org/drawingml/2006/main" noGrp="1"/>
          </p:cNvSpPr>
          <p:nvPr/>
        </p:nvSpPr>
        <p:spPr>
          <a:xfrm xmlns:a="http://schemas.openxmlformats.org/drawingml/2006/main" rot="0">
            <a:off x="4418633" y="4242051"/>
            <a:ext cx="597364" cy="1128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2" b="1" i="0">
                <a:solidFill>
                  <a:srgbClr val="000000"/>
                </a:solidFill>
                <a:latin typeface="Arial"/>
                <a:ea typeface="Arial"/>
                <a:cs typeface="Arial"/>
              </a:defRPr>
            </a:defPPr>
          </a:lstStyle>
          <a:p xmlns:a="http://schemas.openxmlformats.org/drawingml/2006/main">
            <a:pPr algn="l">
              <a:defRPr sz="882" b="1" i="0">
                <a:solidFill>
                  <a:srgbClr val="000000"/>
                </a:solidFill>
                <a:latin typeface="Arial"/>
                <a:ea typeface="Arial"/>
                <a:cs typeface="Arial"/>
              </a:defRPr>
            </a:pPr>
            <a:r>
              <a:rPr sz="882" b="1" i="0">
                <a:solidFill>
                  <a:srgbClr val="000000"/>
                </a:solidFill>
                <a:latin typeface="Arial"/>
                <a:ea typeface="Arial"/>
                <a:cs typeface="Arial"/>
              </a:rPr>
              <a:t>Semantics:</a:t>
            </a:r>
          </a:p>
        </p:txBody>
      </p:sp>
      <p:sp>
        <p:nvSpPr>
          <p:cNvPr id="34" name="pdf-text-158-0">
            <a:extLst xmlns:a="http://schemas.openxmlformats.org/drawingml/2006/main">
              <a:ext uri="{FF2B5EF4-FFF2-40B4-BE49-F238E27FC236}">
                <a16:creationId xmlns:a16="http://schemas.microsoft.com/office/drawing/2014/main" id="{1F8063A4-AC42-443F-BD55-537037377DDE}"/>
              </a:ext>
            </a:extLst>
          </p:cNvPr>
          <p:cNvSpPr>
            <a:spLocks xmlns:a="http://schemas.openxmlformats.org/drawingml/2006/main" noGrp="1"/>
          </p:cNvSpPr>
          <p:nvPr/>
        </p:nvSpPr>
        <p:spPr>
          <a:xfrm xmlns:a="http://schemas.openxmlformats.org/drawingml/2006/main" rot="0">
            <a:off x="4418633" y="4399315"/>
            <a:ext cx="67701" cy="1128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8" b="1" i="0">
                <a:solidFill>
                  <a:srgbClr val="000000"/>
                </a:solidFill>
                <a:latin typeface="Courier New"/>
                <a:ea typeface="Courier New"/>
                <a:cs typeface="Courier New"/>
              </a:defRPr>
            </a:defPPr>
          </a:lstStyle>
          <a:p xmlns:a="http://schemas.openxmlformats.org/drawingml/2006/main">
            <a:pPr algn="l">
              <a:defRPr sz="888" b="1" i="0">
                <a:solidFill>
                  <a:srgbClr val="000000"/>
                </a:solidFill>
                <a:latin typeface="Courier New"/>
                <a:ea typeface="Courier New"/>
                <a:cs typeface="Courier New"/>
              </a:defRPr>
            </a:pPr>
            <a:r>
              <a:rPr sz="888" b="1" i="0">
                <a:solidFill>
                  <a:srgbClr val="000000"/>
                </a:solidFill>
                <a:latin typeface="Courier New"/>
                <a:ea typeface="Courier New"/>
                <a:cs typeface="Courier New"/>
              </a:rPr>
              <a:t>"</a:t>
            </a:r>
          </a:p>
        </p:txBody>
      </p:sp>
      <p:sp>
        <p:nvSpPr>
          <p:cNvPr id="35" name="pdf-text-159-0">
            <a:extLst xmlns:a="http://schemas.openxmlformats.org/drawingml/2006/main">
              <a:ext uri="{FF2B5EF4-FFF2-40B4-BE49-F238E27FC236}">
                <a16:creationId xmlns:a16="http://schemas.microsoft.com/office/drawing/2014/main" id="{043EB84B-23EB-44E9-A89C-BF365C4B9B92}"/>
              </a:ext>
            </a:extLst>
          </p:cNvPr>
          <p:cNvSpPr>
            <a:spLocks xmlns:a="http://schemas.openxmlformats.org/drawingml/2006/main" noGrp="1"/>
          </p:cNvSpPr>
          <p:nvPr/>
        </p:nvSpPr>
        <p:spPr>
          <a:xfrm xmlns:a="http://schemas.openxmlformats.org/drawingml/2006/main" rot="0">
            <a:off x="4486323" y="4389954"/>
            <a:ext cx="1604587" cy="1128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8" b="1" i="0">
                <a:solidFill>
                  <a:srgbClr val="000000"/>
                </a:solidFill>
                <a:latin typeface="Arial"/>
                <a:ea typeface="Arial"/>
                <a:cs typeface="Arial"/>
              </a:defRPr>
            </a:defPPr>
          </a:lstStyle>
          <a:p xmlns:a="http://schemas.openxmlformats.org/drawingml/2006/main">
            <a:pPr algn="l">
              <a:defRPr sz="888" b="1" i="0">
                <a:solidFill>
                  <a:srgbClr val="000000"/>
                </a:solidFill>
                <a:latin typeface="Arial"/>
                <a:ea typeface="Arial"/>
                <a:cs typeface="Arial"/>
              </a:defRPr>
            </a:pPr>
            <a:r>
              <a:rPr sz="888" b="1" i="0">
                <a:solidFill>
                  <a:srgbClr val="000000"/>
                </a:solidFill>
                <a:latin typeface="Arial"/>
                <a:ea typeface="Arial"/>
                <a:cs typeface="Arial"/>
              </a:rPr>
              <a:t>the robot’s gripper is visually </a:t>
            </a:r>
          </a:p>
        </p:txBody>
      </p:sp>
      <p:sp>
        <p:nvSpPr>
          <p:cNvPr id="36" name="pdf-text-159-1">
            <a:extLst xmlns:a="http://schemas.openxmlformats.org/drawingml/2006/main">
              <a:ext uri="{FF2B5EF4-FFF2-40B4-BE49-F238E27FC236}">
                <a16:creationId xmlns:a16="http://schemas.microsoft.com/office/drawing/2014/main" id="{3518E5BB-F95A-4A82-83AF-4D06D29A9E0E}"/>
              </a:ext>
            </a:extLst>
          </p:cNvPr>
          <p:cNvSpPr>
            <a:spLocks xmlns:a="http://schemas.openxmlformats.org/drawingml/2006/main" noGrp="1"/>
          </p:cNvSpPr>
          <p:nvPr/>
        </p:nvSpPr>
        <p:spPr>
          <a:xfrm xmlns:a="http://schemas.openxmlformats.org/drawingml/2006/main" rot="0">
            <a:off x="4486334" y="4538280"/>
            <a:ext cx="1249215" cy="1128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8" b="1" i="0">
                <a:solidFill>
                  <a:srgbClr val="000000"/>
                </a:solidFill>
                <a:latin typeface="Arial"/>
                <a:ea typeface="Arial"/>
                <a:cs typeface="Arial"/>
              </a:defRPr>
            </a:defPPr>
          </a:lstStyle>
          <a:p xmlns:a="http://schemas.openxmlformats.org/drawingml/2006/main">
            <a:pPr algn="l">
              <a:defRPr sz="888" b="1" i="0">
                <a:solidFill>
                  <a:srgbClr val="000000"/>
                </a:solidFill>
                <a:latin typeface="Arial"/>
                <a:ea typeface="Arial"/>
                <a:cs typeface="Arial"/>
              </a:defRPr>
            </a:pPr>
            <a:r>
              <a:rPr sz="888" b="1" i="0">
                <a:solidFill>
                  <a:srgbClr val="000000"/>
                </a:solidFill>
                <a:latin typeface="Arial"/>
                <a:ea typeface="Arial"/>
                <a:cs typeface="Arial"/>
              </a:rPr>
              <a:t>not holding any object.</a:t>
            </a:r>
          </a:p>
        </p:txBody>
      </p:sp>
      <p:sp>
        <p:nvSpPr>
          <p:cNvPr id="37" name="pdf-text-160-0">
            <a:extLst xmlns:a="http://schemas.openxmlformats.org/drawingml/2006/main">
              <a:ext uri="{FF2B5EF4-FFF2-40B4-BE49-F238E27FC236}">
                <a16:creationId xmlns:a16="http://schemas.microsoft.com/office/drawing/2014/main" id="{B2F7ADDF-BCA6-446F-95DA-5FA2AF966A19}"/>
              </a:ext>
            </a:extLst>
          </p:cNvPr>
          <p:cNvSpPr>
            <a:spLocks xmlns:a="http://schemas.openxmlformats.org/drawingml/2006/main" noGrp="1"/>
          </p:cNvSpPr>
          <p:nvPr/>
        </p:nvSpPr>
        <p:spPr>
          <a:xfrm xmlns:a="http://schemas.openxmlformats.org/drawingml/2006/main" rot="0">
            <a:off x="5738032" y="4547640"/>
            <a:ext cx="67701" cy="1128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8" b="1" i="0">
                <a:solidFill>
                  <a:srgbClr val="000000"/>
                </a:solidFill>
                <a:latin typeface="Courier New"/>
                <a:ea typeface="Courier New"/>
                <a:cs typeface="Courier New"/>
              </a:defRPr>
            </a:defPPr>
          </a:lstStyle>
          <a:p xmlns:a="http://schemas.openxmlformats.org/drawingml/2006/main">
            <a:pPr algn="l">
              <a:defRPr sz="888" b="1" i="0">
                <a:solidFill>
                  <a:srgbClr val="000000"/>
                </a:solidFill>
                <a:latin typeface="Courier New"/>
                <a:ea typeface="Courier New"/>
                <a:cs typeface="Courier New"/>
              </a:defRPr>
            </a:pPr>
            <a:r>
              <a:rPr sz="888" b="1" i="0">
                <a:solidFill>
                  <a:srgbClr val="000000"/>
                </a:solidFill>
                <a:latin typeface="Courier New"/>
                <a:ea typeface="Courier New"/>
                <a:cs typeface="Courier New"/>
              </a:rPr>
              <a:t>"</a:t>
            </a:r>
          </a:p>
        </p:txBody>
      </p:sp>
      <p:sp>
        <p:nvSpPr>
          <p:cNvPr id="38" name="pdf-text-161-0">
            <a:extLst xmlns:a="http://schemas.openxmlformats.org/drawingml/2006/main">
              <a:ext uri="{FF2B5EF4-FFF2-40B4-BE49-F238E27FC236}">
                <a16:creationId xmlns:a16="http://schemas.microsoft.com/office/drawing/2014/main" id="{F507DF34-242E-4631-BF40-D8E68E266CC0}"/>
              </a:ext>
            </a:extLst>
          </p:cNvPr>
          <p:cNvSpPr>
            <a:spLocks xmlns:a="http://schemas.openxmlformats.org/drawingml/2006/main" noGrp="1"/>
          </p:cNvSpPr>
          <p:nvPr/>
        </p:nvSpPr>
        <p:spPr>
          <a:xfrm xmlns:a="http://schemas.openxmlformats.org/drawingml/2006/main" rot="0">
            <a:off x="766600" y="4927421"/>
            <a:ext cx="687080" cy="176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2" b="1" i="0">
                <a:solidFill>
                  <a:srgbClr val="000000"/>
                </a:solidFill>
                <a:latin typeface="Arial"/>
                <a:ea typeface="Arial"/>
                <a:cs typeface="Arial"/>
              </a:defRPr>
            </a:defPPr>
          </a:lstStyle>
          <a:p xmlns:a="http://schemas.openxmlformats.org/drawingml/2006/main">
            <a:pPr algn="l">
              <a:defRPr sz="1372" b="1" i="0">
                <a:solidFill>
                  <a:srgbClr val="000000"/>
                </a:solidFill>
                <a:latin typeface="Arial"/>
                <a:ea typeface="Arial"/>
                <a:cs typeface="Arial"/>
              </a:defRPr>
            </a:pPr>
            <a:r>
              <a:rPr sz="1372" b="1" i="0">
                <a:solidFill>
                  <a:srgbClr val="000000"/>
                </a:solidFill>
                <a:latin typeface="Arial"/>
                <a:ea typeface="Arial"/>
                <a:cs typeface="Arial"/>
              </a:rPr>
              <a:t>(a) Input</a:t>
            </a:r>
          </a:p>
        </p:txBody>
      </p:sp>
      <p:sp>
        <p:nvSpPr>
          <p:cNvPr id="39" name="pdf-text-164-0">
            <a:extLst xmlns:a="http://schemas.openxmlformats.org/drawingml/2006/main">
              <a:ext uri="{FF2B5EF4-FFF2-40B4-BE49-F238E27FC236}">
                <a16:creationId xmlns:a16="http://schemas.microsoft.com/office/drawing/2014/main" id="{7410E482-1EE9-45FA-B990-FE05E35C1294}"/>
              </a:ext>
            </a:extLst>
          </p:cNvPr>
          <p:cNvSpPr>
            <a:spLocks xmlns:a="http://schemas.openxmlformats.org/drawingml/2006/main" noGrp="1"/>
          </p:cNvSpPr>
          <p:nvPr/>
        </p:nvSpPr>
        <p:spPr>
          <a:xfrm xmlns:a="http://schemas.openxmlformats.org/drawingml/2006/main" rot="0">
            <a:off x="9091028" y="4926166"/>
            <a:ext cx="1465521" cy="176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91" b="1" i="0">
                <a:solidFill>
                  <a:srgbClr val="000000"/>
                </a:solidFill>
                <a:latin typeface="Arial"/>
                <a:ea typeface="Arial"/>
                <a:cs typeface="Arial"/>
              </a:defRPr>
            </a:defPPr>
          </a:lstStyle>
          <a:p xmlns:a="http://schemas.openxmlformats.org/drawingml/2006/main">
            <a:pPr algn="l">
              <a:defRPr sz="1391" b="1" i="0">
                <a:solidFill>
                  <a:srgbClr val="000000"/>
                </a:solidFill>
                <a:latin typeface="Arial"/>
                <a:ea typeface="Arial"/>
                <a:cs typeface="Arial"/>
              </a:defRPr>
            </a:pPr>
            <a:r>
              <a:rPr sz="1391" b="1" i="0">
                <a:solidFill>
                  <a:srgbClr val="000000"/>
                </a:solidFill>
                <a:latin typeface="Arial"/>
                <a:ea typeface="Arial"/>
                <a:cs typeface="Arial"/>
              </a:rPr>
              <a:t>(c) Inference time</a:t>
            </a:r>
          </a:p>
        </p:txBody>
      </p:sp>
      <p:sp>
        <p:nvSpPr>
          <p:cNvPr id="40" name="pdf-path-315">
            <a:extLst xmlns:a="http://schemas.openxmlformats.org/drawingml/2006/main">
              <a:ext uri="{FF2B5EF4-FFF2-40B4-BE49-F238E27FC236}">
                <a16:creationId xmlns:a16="http://schemas.microsoft.com/office/drawing/2014/main" id="{38A86E5D-0487-4A84-BC98-2948F80C2953}"/>
              </a:ext>
            </a:extLst>
          </p:cNvPr>
          <p:cNvSpPr>
            <a:spLocks xmlns:a="http://schemas.openxmlformats.org/drawingml/2006/main" noGrp="1"/>
          </p:cNvSpPr>
          <p:nvPr/>
        </p:nvSpPr>
        <p:spPr>
          <a:xfrm xmlns:a="http://schemas.openxmlformats.org/drawingml/2006/main" rot="0">
            <a:off x="5236921" y="3333841"/>
            <a:ext cx="95" cy="172024"/>
          </a:xfrm>
          <a:custGeom xmlns:a="http://schemas.openxmlformats.org/drawingml/2006/main">
            <a:pathLst>
              <a:path w="95" h="172024">
                <a:moveTo>
                  <a:pt x="0" y="0"/>
                </a:moveTo>
                <a:lnTo>
                  <a:pt x="0" y="172024"/>
                </a:lnTo>
              </a:path>
            </a:pathLst>
          </a:custGeom>
          <a:noFill xmlns:a="http://schemas.openxmlformats.org/drawingml/2006/main"/>
          <a:ln xmlns:a="http://schemas.openxmlformats.org/drawingml/2006/main" w="41813">
            <a:solidFill>
              <a:srgbClr val="000000"/>
            </a:solidFill>
            <a:prstDash val="solid"/>
          </a:ln>
        </p:spPr>
      </p:sp>
      <p:sp>
        <p:nvSpPr>
          <p:cNvPr id="41" name="pdf-path-316">
            <a:extLst xmlns:a="http://schemas.openxmlformats.org/drawingml/2006/main">
              <a:ext uri="{FF2B5EF4-FFF2-40B4-BE49-F238E27FC236}">
                <a16:creationId xmlns:a16="http://schemas.microsoft.com/office/drawing/2014/main" id="{F41CC717-5900-4D6C-94A2-DA0995E9AF9C}"/>
              </a:ext>
            </a:extLst>
          </p:cNvPr>
          <p:cNvSpPr>
            <a:spLocks xmlns:a="http://schemas.openxmlformats.org/drawingml/2006/main" noGrp="1"/>
          </p:cNvSpPr>
          <p:nvPr/>
        </p:nvSpPr>
        <p:spPr>
          <a:xfrm xmlns:a="http://schemas.openxmlformats.org/drawingml/2006/main" rot="0">
            <a:off x="5195655" y="3481143"/>
            <a:ext cx="82451" cy="74150"/>
          </a:xfrm>
          <a:custGeom xmlns:a="http://schemas.openxmlformats.org/drawingml/2006/main">
            <a:pathLst>
              <a:path w="82451" h="74150">
                <a:moveTo>
                  <a:pt x="41266" y="74150"/>
                </a:moveTo>
                <a:cubicBezTo>
                  <a:pt x="33022" y="49428"/>
                  <a:pt x="16487" y="16487"/>
                  <a:pt x="0" y="0"/>
                </a:cubicBezTo>
                <a:cubicBezTo>
                  <a:pt x="0" y="0"/>
                  <a:pt x="33022" y="0"/>
                  <a:pt x="41266" y="16487"/>
                </a:cubicBezTo>
                <a:cubicBezTo>
                  <a:pt x="49509" y="0"/>
                  <a:pt x="82451" y="0"/>
                  <a:pt x="82451" y="0"/>
                </a:cubicBezTo>
                <a:cubicBezTo>
                  <a:pt x="65980" y="16487"/>
                  <a:pt x="49509" y="49428"/>
                  <a:pt x="41266" y="74150"/>
                </a:cubicBezTo>
              </a:path>
            </a:pathLst>
          </a:custGeom>
          <a:solidFill xmlns:a="http://schemas.openxmlformats.org/drawingml/2006/main">
            <a:srgbClr val="000000"/>
          </a:solidFill>
          <a:ln xmlns:a="http://schemas.openxmlformats.org/drawingml/2006/main" w="19513">
            <a:solidFill>
              <a:srgbClr val="000000"/>
            </a:solidFill>
            <a:prstDash val="solid"/>
          </a:ln>
        </p:spPr>
      </p:sp>
      <p:sp>
        <p:nvSpPr>
          <p:cNvPr id="42" name="pdf-path-318">
            <a:extLst xmlns:a="http://schemas.openxmlformats.org/drawingml/2006/main">
              <a:ext uri="{FF2B5EF4-FFF2-40B4-BE49-F238E27FC236}">
                <a16:creationId xmlns:a16="http://schemas.microsoft.com/office/drawing/2014/main" id="{1A617855-8BF5-41FA-BEB4-8FB45BB080B5}"/>
              </a:ext>
            </a:extLst>
          </p:cNvPr>
          <p:cNvSpPr>
            <a:spLocks xmlns:a="http://schemas.openxmlformats.org/drawingml/2006/main" noGrp="1"/>
          </p:cNvSpPr>
          <p:nvPr/>
        </p:nvSpPr>
        <p:spPr>
          <a:xfrm xmlns:a="http://schemas.openxmlformats.org/drawingml/2006/main" rot="0">
            <a:off x="6367793" y="2766863"/>
            <a:ext cx="1692204" cy="842458"/>
          </a:xfrm>
          <a:custGeom xmlns:a="http://schemas.openxmlformats.org/drawingml/2006/main">
            <a:pathLst>
              <a:path w="1692204" h="842458">
                <a:moveTo>
                  <a:pt x="48366" y="0"/>
                </a:moveTo>
                <a:lnTo>
                  <a:pt x="1643838" y="0"/>
                </a:lnTo>
                <a:cubicBezTo>
                  <a:pt x="1670629" y="0"/>
                  <a:pt x="1692204" y="21521"/>
                  <a:pt x="1692204" y="48301"/>
                </a:cubicBezTo>
                <a:lnTo>
                  <a:pt x="1692204" y="794156"/>
                </a:lnTo>
                <a:cubicBezTo>
                  <a:pt x="1692204" y="820953"/>
                  <a:pt x="1670629" y="842458"/>
                  <a:pt x="1643838" y="842458"/>
                </a:cubicBezTo>
                <a:lnTo>
                  <a:pt x="48366" y="842458"/>
                </a:lnTo>
                <a:cubicBezTo>
                  <a:pt x="21575" y="842458"/>
                  <a:pt x="0" y="820953"/>
                  <a:pt x="0" y="794156"/>
                </a:cubicBezTo>
                <a:lnTo>
                  <a:pt x="0" y="48301"/>
                </a:lnTo>
                <a:cubicBezTo>
                  <a:pt x="0" y="21521"/>
                  <a:pt x="21575" y="0"/>
                  <a:pt x="48366" y="0"/>
                </a:cubicBezTo>
              </a:path>
            </a:pathLst>
          </a:custGeom>
          <a:solidFill xmlns:a="http://schemas.openxmlformats.org/drawingml/2006/main">
            <a:srgbClr val="EAECEE"/>
          </a:solidFill>
          <a:ln xmlns:a="http://schemas.openxmlformats.org/drawingml/2006/main" w="9531">
            <a:solidFill>
              <a:srgbClr val="4A5568"/>
            </a:solidFill>
            <a:prstDash val="solid"/>
          </a:ln>
        </p:spPr>
      </p:sp>
      <p:sp>
        <p:nvSpPr>
          <p:cNvPr id="43" name="pdf-path-320">
            <a:extLst xmlns:a="http://schemas.openxmlformats.org/drawingml/2006/main">
              <a:ext uri="{FF2B5EF4-FFF2-40B4-BE49-F238E27FC236}">
                <a16:creationId xmlns:a16="http://schemas.microsoft.com/office/drawing/2014/main" id="{A425B820-2F22-4D0F-987E-78F3976DF8C2}"/>
              </a:ext>
            </a:extLst>
          </p:cNvPr>
          <p:cNvSpPr>
            <a:spLocks xmlns:a="http://schemas.openxmlformats.org/drawingml/2006/main" noGrp="1"/>
          </p:cNvSpPr>
          <p:nvPr/>
        </p:nvSpPr>
        <p:spPr>
          <a:xfrm xmlns:a="http://schemas.openxmlformats.org/drawingml/2006/main" rot="0">
            <a:off x="6408425" y="2844797"/>
            <a:ext cx="56158" cy="65851"/>
          </a:xfrm>
          <a:custGeom xmlns:a="http://schemas.openxmlformats.org/drawingml/2006/main">
            <a:pathLst>
              <a:path w="56158" h="65851">
                <a:moveTo>
                  <a:pt x="34208" y="35341"/>
                </a:moveTo>
                <a:cubicBezTo>
                  <a:pt x="45412" y="35341"/>
                  <a:pt x="56158" y="27918"/>
                  <a:pt x="56158" y="17920"/>
                </a:cubicBezTo>
                <a:cubicBezTo>
                  <a:pt x="56158" y="8420"/>
                  <a:pt x="46407" y="0"/>
                  <a:pt x="33459" y="0"/>
                </a:cubicBezTo>
                <a:lnTo>
                  <a:pt x="0" y="0"/>
                </a:lnTo>
                <a:lnTo>
                  <a:pt x="0" y="3011"/>
                </a:lnTo>
                <a:lnTo>
                  <a:pt x="2327" y="3011"/>
                </a:lnTo>
                <a:cubicBezTo>
                  <a:pt x="9367" y="3011"/>
                  <a:pt x="9490" y="4089"/>
                  <a:pt x="9490" y="7535"/>
                </a:cubicBezTo>
                <a:lnTo>
                  <a:pt x="9490" y="58300"/>
                </a:lnTo>
                <a:cubicBezTo>
                  <a:pt x="9490" y="61762"/>
                  <a:pt x="9367" y="62824"/>
                  <a:pt x="2327" y="62824"/>
                </a:cubicBezTo>
                <a:lnTo>
                  <a:pt x="0" y="62824"/>
                </a:lnTo>
                <a:lnTo>
                  <a:pt x="0" y="65851"/>
                </a:lnTo>
                <a:cubicBezTo>
                  <a:pt x="3337" y="65529"/>
                  <a:pt x="10055" y="65529"/>
                  <a:pt x="13515" y="65529"/>
                </a:cubicBezTo>
                <a:cubicBezTo>
                  <a:pt x="16974" y="65529"/>
                  <a:pt x="23831" y="65529"/>
                  <a:pt x="27168" y="65851"/>
                </a:cubicBezTo>
                <a:lnTo>
                  <a:pt x="27168" y="62824"/>
                </a:lnTo>
                <a:lnTo>
                  <a:pt x="24842" y="62824"/>
                </a:lnTo>
                <a:cubicBezTo>
                  <a:pt x="17801" y="62824"/>
                  <a:pt x="17679" y="61762"/>
                  <a:pt x="17679" y="58300"/>
                </a:cubicBezTo>
                <a:lnTo>
                  <a:pt x="17679" y="35341"/>
                </a:lnTo>
                <a:lnTo>
                  <a:pt x="34208" y="35341"/>
                </a:lnTo>
                <a:moveTo>
                  <a:pt x="17357" y="6907"/>
                </a:moveTo>
                <a:cubicBezTo>
                  <a:pt x="17357" y="3574"/>
                  <a:pt x="17540" y="3011"/>
                  <a:pt x="21827" y="3011"/>
                </a:cubicBezTo>
                <a:lnTo>
                  <a:pt x="31194" y="3011"/>
                </a:lnTo>
                <a:cubicBezTo>
                  <a:pt x="46668" y="3011"/>
                  <a:pt x="46668" y="13589"/>
                  <a:pt x="46668" y="17920"/>
                </a:cubicBezTo>
                <a:cubicBezTo>
                  <a:pt x="46668" y="22009"/>
                  <a:pt x="46668" y="32893"/>
                  <a:pt x="31194" y="32893"/>
                </a:cubicBezTo>
                <a:lnTo>
                  <a:pt x="17357" y="32893"/>
                </a:lnTo>
                <a:lnTo>
                  <a:pt x="17357" y="6907"/>
                </a:lnTo>
              </a:path>
            </a:pathLst>
          </a:custGeom>
          <a:solidFill xmlns:a="http://schemas.openxmlformats.org/drawingml/2006/main">
            <a:srgbClr val="000000"/>
          </a:solidFill>
          <a:ln xmlns:a="http://schemas.openxmlformats.org/drawingml/2006/main" w="8797">
            <a:solidFill>
              <a:srgbClr val="000000"/>
            </a:solidFill>
            <a:prstDash val="solid"/>
          </a:ln>
        </p:spPr>
      </p:sp>
      <p:sp>
        <p:nvSpPr>
          <p:cNvPr id="44" name="pdf-path-322">
            <a:extLst xmlns:a="http://schemas.openxmlformats.org/drawingml/2006/main">
              <a:ext uri="{FF2B5EF4-FFF2-40B4-BE49-F238E27FC236}">
                <a16:creationId xmlns:a16="http://schemas.microsoft.com/office/drawing/2014/main" id="{B3452726-DF49-490E-AE0B-2D1ECE5EB927}"/>
              </a:ext>
            </a:extLst>
          </p:cNvPr>
          <p:cNvSpPr>
            <a:spLocks xmlns:a="http://schemas.openxmlformats.org/drawingml/2006/main" noGrp="1"/>
          </p:cNvSpPr>
          <p:nvPr/>
        </p:nvSpPr>
        <p:spPr>
          <a:xfrm xmlns:a="http://schemas.openxmlformats.org/drawingml/2006/main" rot="0">
            <a:off x="6475343" y="2861075"/>
            <a:ext cx="50127" cy="50894"/>
          </a:xfrm>
          <a:custGeom xmlns:a="http://schemas.openxmlformats.org/drawingml/2006/main">
            <a:pathLst>
              <a:path w="50127" h="50894">
                <a:moveTo>
                  <a:pt x="12887" y="6488"/>
                </a:moveTo>
                <a:cubicBezTo>
                  <a:pt x="12887" y="4218"/>
                  <a:pt x="13087" y="3155"/>
                  <a:pt x="13899" y="2705"/>
                </a:cubicBezTo>
                <a:cubicBezTo>
                  <a:pt x="14648" y="2399"/>
                  <a:pt x="17112" y="2399"/>
                  <a:pt x="18811" y="2399"/>
                </a:cubicBezTo>
                <a:cubicBezTo>
                  <a:pt x="25530" y="2399"/>
                  <a:pt x="33336" y="2705"/>
                  <a:pt x="33336" y="13025"/>
                </a:cubicBezTo>
                <a:cubicBezTo>
                  <a:pt x="33336" y="16793"/>
                  <a:pt x="32892" y="23716"/>
                  <a:pt x="20939" y="23716"/>
                </a:cubicBezTo>
                <a:lnTo>
                  <a:pt x="12887" y="23716"/>
                </a:lnTo>
                <a:lnTo>
                  <a:pt x="12887" y="6488"/>
                </a:lnTo>
                <a:moveTo>
                  <a:pt x="29111" y="24907"/>
                </a:moveTo>
                <a:cubicBezTo>
                  <a:pt x="35464" y="23281"/>
                  <a:pt x="41188" y="18870"/>
                  <a:pt x="41188" y="13025"/>
                </a:cubicBezTo>
                <a:cubicBezTo>
                  <a:pt x="41188" y="6359"/>
                  <a:pt x="33015" y="0"/>
                  <a:pt x="21949" y="0"/>
                </a:cubicBezTo>
                <a:lnTo>
                  <a:pt x="0" y="0"/>
                </a:lnTo>
                <a:lnTo>
                  <a:pt x="0" y="2399"/>
                </a:lnTo>
                <a:cubicBezTo>
                  <a:pt x="6030" y="2399"/>
                  <a:pt x="6596" y="3026"/>
                  <a:pt x="6596" y="6987"/>
                </a:cubicBezTo>
                <a:lnTo>
                  <a:pt x="6596" y="42586"/>
                </a:lnTo>
                <a:cubicBezTo>
                  <a:pt x="6596" y="46546"/>
                  <a:pt x="6030" y="47110"/>
                  <a:pt x="0" y="47110"/>
                </a:cubicBezTo>
                <a:lnTo>
                  <a:pt x="0" y="49573"/>
                </a:lnTo>
                <a:cubicBezTo>
                  <a:pt x="2709" y="49380"/>
                  <a:pt x="7041" y="49251"/>
                  <a:pt x="9627" y="49251"/>
                </a:cubicBezTo>
                <a:cubicBezTo>
                  <a:pt x="12321" y="49251"/>
                  <a:pt x="17112" y="49380"/>
                  <a:pt x="19500" y="49573"/>
                </a:cubicBezTo>
                <a:lnTo>
                  <a:pt x="19500" y="47110"/>
                </a:lnTo>
                <a:cubicBezTo>
                  <a:pt x="13331" y="47110"/>
                  <a:pt x="12887" y="46546"/>
                  <a:pt x="12887" y="42586"/>
                </a:cubicBezTo>
                <a:lnTo>
                  <a:pt x="12887" y="25857"/>
                </a:lnTo>
                <a:lnTo>
                  <a:pt x="21076" y="25857"/>
                </a:lnTo>
                <a:cubicBezTo>
                  <a:pt x="23403" y="25857"/>
                  <a:pt x="25852" y="25986"/>
                  <a:pt x="28545" y="28868"/>
                </a:cubicBezTo>
                <a:cubicBezTo>
                  <a:pt x="30566" y="31138"/>
                  <a:pt x="30566" y="33408"/>
                  <a:pt x="30566" y="37611"/>
                </a:cubicBezTo>
                <a:cubicBezTo>
                  <a:pt x="30566" y="43021"/>
                  <a:pt x="30566" y="44727"/>
                  <a:pt x="33458" y="47738"/>
                </a:cubicBezTo>
                <a:cubicBezTo>
                  <a:pt x="35158" y="49380"/>
                  <a:pt x="38739" y="50894"/>
                  <a:pt x="42948" y="50894"/>
                </a:cubicBezTo>
                <a:cubicBezTo>
                  <a:pt x="48811" y="50894"/>
                  <a:pt x="50127" y="44856"/>
                  <a:pt x="50127" y="43021"/>
                </a:cubicBezTo>
                <a:cubicBezTo>
                  <a:pt x="50127" y="42457"/>
                  <a:pt x="50127" y="41523"/>
                  <a:pt x="48934" y="41523"/>
                </a:cubicBezTo>
                <a:cubicBezTo>
                  <a:pt x="47923" y="41523"/>
                  <a:pt x="47800" y="42457"/>
                  <a:pt x="47800" y="42779"/>
                </a:cubicBezTo>
                <a:cubicBezTo>
                  <a:pt x="47234" y="48624"/>
                  <a:pt x="43898" y="48816"/>
                  <a:pt x="43209" y="48816"/>
                </a:cubicBezTo>
                <a:cubicBezTo>
                  <a:pt x="41509" y="48816"/>
                  <a:pt x="40622" y="47609"/>
                  <a:pt x="40055" y="46546"/>
                </a:cubicBezTo>
                <a:cubicBezTo>
                  <a:pt x="39305" y="44856"/>
                  <a:pt x="38739" y="42264"/>
                  <a:pt x="37607" y="36113"/>
                </a:cubicBezTo>
                <a:cubicBezTo>
                  <a:pt x="36918" y="32652"/>
                  <a:pt x="35908" y="27805"/>
                  <a:pt x="29111" y="24907"/>
                </a:cubicBezTo>
              </a:path>
            </a:pathLst>
          </a:custGeom>
          <a:solidFill xmlns:a="http://schemas.openxmlformats.org/drawingml/2006/main">
            <a:srgbClr val="000000"/>
          </a:solidFill>
          <a:ln xmlns:a="http://schemas.openxmlformats.org/drawingml/2006/main" w="8797">
            <a:solidFill>
              <a:srgbClr val="000000"/>
            </a:solidFill>
            <a:prstDash val="solid"/>
          </a:ln>
        </p:spPr>
      </p:sp>
      <p:sp>
        <p:nvSpPr>
          <p:cNvPr id="45" name="pdf-path-324">
            <a:extLst xmlns:a="http://schemas.openxmlformats.org/drawingml/2006/main">
              <a:ext uri="{FF2B5EF4-FFF2-40B4-BE49-F238E27FC236}">
                <a16:creationId xmlns:a16="http://schemas.microsoft.com/office/drawing/2014/main" id="{DC18AE21-9B5E-428F-906A-8C9538002565}"/>
              </a:ext>
            </a:extLst>
          </p:cNvPr>
          <p:cNvSpPr>
            <a:spLocks xmlns:a="http://schemas.openxmlformats.org/drawingml/2006/main" noGrp="1"/>
          </p:cNvSpPr>
          <p:nvPr/>
        </p:nvSpPr>
        <p:spPr>
          <a:xfrm xmlns:a="http://schemas.openxmlformats.org/drawingml/2006/main" rot="0">
            <a:off x="6530185" y="2861397"/>
            <a:ext cx="44647" cy="49251"/>
          </a:xfrm>
          <a:custGeom xmlns:a="http://schemas.openxmlformats.org/drawingml/2006/main">
            <a:pathLst>
              <a:path w="44647" h="49251">
                <a:moveTo>
                  <a:pt x="40759" y="0"/>
                </a:moveTo>
                <a:lnTo>
                  <a:pt x="0" y="0"/>
                </a:lnTo>
                <a:lnTo>
                  <a:pt x="0" y="2383"/>
                </a:lnTo>
                <a:cubicBezTo>
                  <a:pt x="6168" y="2383"/>
                  <a:pt x="6612" y="3011"/>
                  <a:pt x="6612" y="6923"/>
                </a:cubicBezTo>
                <a:lnTo>
                  <a:pt x="6612" y="42264"/>
                </a:lnTo>
                <a:cubicBezTo>
                  <a:pt x="6612" y="46225"/>
                  <a:pt x="6168" y="46788"/>
                  <a:pt x="0" y="46788"/>
                </a:cubicBezTo>
                <a:lnTo>
                  <a:pt x="0" y="49251"/>
                </a:lnTo>
                <a:lnTo>
                  <a:pt x="41953" y="49251"/>
                </a:lnTo>
                <a:lnTo>
                  <a:pt x="44647" y="30510"/>
                </a:lnTo>
                <a:lnTo>
                  <a:pt x="42321" y="30510"/>
                </a:lnTo>
                <a:cubicBezTo>
                  <a:pt x="40759" y="42135"/>
                  <a:pt x="38494" y="46788"/>
                  <a:pt x="26861" y="46788"/>
                </a:cubicBezTo>
                <a:lnTo>
                  <a:pt x="16912" y="46788"/>
                </a:lnTo>
                <a:cubicBezTo>
                  <a:pt x="13652" y="46788"/>
                  <a:pt x="13208" y="46546"/>
                  <a:pt x="13208" y="42699"/>
                </a:cubicBezTo>
                <a:lnTo>
                  <a:pt x="13208" y="24908"/>
                </a:lnTo>
                <a:lnTo>
                  <a:pt x="19684" y="24908"/>
                </a:lnTo>
                <a:cubicBezTo>
                  <a:pt x="26418" y="24908"/>
                  <a:pt x="27550" y="26727"/>
                  <a:pt x="27550" y="33215"/>
                </a:cubicBezTo>
                <a:lnTo>
                  <a:pt x="29876" y="33215"/>
                </a:lnTo>
                <a:lnTo>
                  <a:pt x="29876" y="14024"/>
                </a:lnTo>
                <a:lnTo>
                  <a:pt x="27550" y="14024"/>
                </a:lnTo>
                <a:cubicBezTo>
                  <a:pt x="27550" y="20496"/>
                  <a:pt x="26418" y="22509"/>
                  <a:pt x="19684" y="22509"/>
                </a:cubicBezTo>
                <a:lnTo>
                  <a:pt x="13208" y="22509"/>
                </a:lnTo>
                <a:lnTo>
                  <a:pt x="13208" y="6472"/>
                </a:lnTo>
                <a:cubicBezTo>
                  <a:pt x="13208" y="2705"/>
                  <a:pt x="13652" y="2383"/>
                  <a:pt x="16912" y="2383"/>
                </a:cubicBezTo>
                <a:lnTo>
                  <a:pt x="26295" y="2383"/>
                </a:lnTo>
                <a:cubicBezTo>
                  <a:pt x="36918" y="2383"/>
                  <a:pt x="39182" y="5716"/>
                  <a:pt x="40376" y="16294"/>
                </a:cubicBezTo>
                <a:lnTo>
                  <a:pt x="42520" y="16294"/>
                </a:lnTo>
                <a:lnTo>
                  <a:pt x="40759" y="0"/>
                </a:lnTo>
              </a:path>
            </a:pathLst>
          </a:custGeom>
          <a:solidFill xmlns:a="http://schemas.openxmlformats.org/drawingml/2006/main">
            <a:srgbClr val="000000"/>
          </a:solidFill>
          <a:ln xmlns:a="http://schemas.openxmlformats.org/drawingml/2006/main" w="8797">
            <a:solidFill>
              <a:srgbClr val="000000"/>
            </a:solidFill>
            <a:prstDash val="solid"/>
          </a:ln>
        </p:spPr>
      </p:sp>
      <p:sp>
        <p:nvSpPr>
          <p:cNvPr id="46" name="pdf-path-326">
            <a:extLst xmlns:a="http://schemas.openxmlformats.org/drawingml/2006/main">
              <a:ext uri="{FF2B5EF4-FFF2-40B4-BE49-F238E27FC236}">
                <a16:creationId xmlns:a16="http://schemas.microsoft.com/office/drawing/2014/main" id="{4C051C4C-1C41-4321-BEA6-A739F7DDA46C}"/>
              </a:ext>
            </a:extLst>
          </p:cNvPr>
          <p:cNvSpPr>
            <a:spLocks xmlns:a="http://schemas.openxmlformats.org/drawingml/2006/main" noGrp="1"/>
          </p:cNvSpPr>
          <p:nvPr/>
        </p:nvSpPr>
        <p:spPr>
          <a:xfrm xmlns:a="http://schemas.openxmlformats.org/drawingml/2006/main" rot="0">
            <a:off x="6607984" y="2875292"/>
            <a:ext cx="60887" cy="22525"/>
          </a:xfrm>
          <a:custGeom xmlns:a="http://schemas.openxmlformats.org/drawingml/2006/main">
            <a:pathLst>
              <a:path w="60887" h="22525">
                <a:moveTo>
                  <a:pt x="57733" y="3784"/>
                </a:moveTo>
                <a:cubicBezTo>
                  <a:pt x="59188" y="3784"/>
                  <a:pt x="60887" y="3784"/>
                  <a:pt x="60887" y="1949"/>
                </a:cubicBezTo>
                <a:cubicBezTo>
                  <a:pt x="60887" y="0"/>
                  <a:pt x="59188" y="0"/>
                  <a:pt x="57855" y="0"/>
                </a:cubicBezTo>
                <a:lnTo>
                  <a:pt x="3015" y="0"/>
                </a:lnTo>
                <a:cubicBezTo>
                  <a:pt x="1699" y="0"/>
                  <a:pt x="0" y="0"/>
                  <a:pt x="0" y="1949"/>
                </a:cubicBezTo>
                <a:cubicBezTo>
                  <a:pt x="0" y="3784"/>
                  <a:pt x="1699" y="3784"/>
                  <a:pt x="3015" y="3784"/>
                </a:cubicBezTo>
                <a:lnTo>
                  <a:pt x="57733" y="3784"/>
                </a:lnTo>
                <a:moveTo>
                  <a:pt x="57855" y="22525"/>
                </a:moveTo>
                <a:cubicBezTo>
                  <a:pt x="59188" y="22525"/>
                  <a:pt x="60887" y="22525"/>
                  <a:pt x="60887" y="20512"/>
                </a:cubicBezTo>
                <a:cubicBezTo>
                  <a:pt x="60887" y="18741"/>
                  <a:pt x="59188" y="18741"/>
                  <a:pt x="57733" y="18741"/>
                </a:cubicBezTo>
                <a:lnTo>
                  <a:pt x="3015" y="18741"/>
                </a:lnTo>
                <a:cubicBezTo>
                  <a:pt x="1699" y="18741"/>
                  <a:pt x="0" y="18741"/>
                  <a:pt x="0" y="20512"/>
                </a:cubicBezTo>
                <a:cubicBezTo>
                  <a:pt x="0" y="22525"/>
                  <a:pt x="1699" y="22525"/>
                  <a:pt x="3015" y="22525"/>
                </a:cubicBezTo>
                <a:lnTo>
                  <a:pt x="57855" y="22525"/>
                </a:lnTo>
              </a:path>
            </a:pathLst>
          </a:custGeom>
          <a:solidFill xmlns:a="http://schemas.openxmlformats.org/drawingml/2006/main">
            <a:srgbClr val="000000"/>
          </a:solidFill>
          <a:ln xmlns:a="http://schemas.openxmlformats.org/drawingml/2006/main" w="8797">
            <a:solidFill>
              <a:srgbClr val="000000"/>
            </a:solidFill>
            <a:prstDash val="solid"/>
          </a:ln>
        </p:spPr>
      </p:sp>
      <p:sp>
        <p:nvSpPr>
          <p:cNvPr id="47" name="pdf-path-328">
            <a:extLst xmlns:a="http://schemas.openxmlformats.org/drawingml/2006/main">
              <a:ext uri="{FF2B5EF4-FFF2-40B4-BE49-F238E27FC236}">
                <a16:creationId xmlns:a16="http://schemas.microsoft.com/office/drawing/2014/main" id="{5D46C89F-4E34-4AE1-BEB1-F7C224694EDE}"/>
              </a:ext>
            </a:extLst>
          </p:cNvPr>
          <p:cNvSpPr>
            <a:spLocks xmlns:a="http://schemas.openxmlformats.org/drawingml/2006/main" noGrp="1"/>
          </p:cNvSpPr>
          <p:nvPr/>
        </p:nvSpPr>
        <p:spPr>
          <a:xfrm xmlns:a="http://schemas.openxmlformats.org/drawingml/2006/main" rot="0">
            <a:off x="6704579" y="2838374"/>
            <a:ext cx="65923" cy="96362"/>
          </a:xfrm>
          <a:custGeom xmlns:a="http://schemas.openxmlformats.org/drawingml/2006/main">
            <a:pathLst>
              <a:path w="65923" h="96362">
                <a:moveTo>
                  <a:pt x="59632" y="91709"/>
                </a:moveTo>
                <a:cubicBezTo>
                  <a:pt x="59632" y="93093"/>
                  <a:pt x="59632" y="96362"/>
                  <a:pt x="62770" y="96362"/>
                </a:cubicBezTo>
                <a:cubicBezTo>
                  <a:pt x="65923" y="96362"/>
                  <a:pt x="65923" y="93206"/>
                  <a:pt x="65923" y="91709"/>
                </a:cubicBezTo>
                <a:lnTo>
                  <a:pt x="65923" y="33280"/>
                </a:lnTo>
                <a:cubicBezTo>
                  <a:pt x="65923" y="14538"/>
                  <a:pt x="50893" y="0"/>
                  <a:pt x="32908" y="0"/>
                </a:cubicBezTo>
                <a:cubicBezTo>
                  <a:pt x="15107" y="0"/>
                  <a:pt x="0" y="14538"/>
                  <a:pt x="0" y="33280"/>
                </a:cubicBezTo>
                <a:lnTo>
                  <a:pt x="0" y="91709"/>
                </a:lnTo>
                <a:cubicBezTo>
                  <a:pt x="0" y="93093"/>
                  <a:pt x="0" y="96362"/>
                  <a:pt x="3031" y="96362"/>
                </a:cubicBezTo>
                <a:cubicBezTo>
                  <a:pt x="6352" y="96362"/>
                  <a:pt x="6352" y="93206"/>
                  <a:pt x="6352" y="91709"/>
                </a:cubicBezTo>
                <a:lnTo>
                  <a:pt x="6352" y="33714"/>
                </a:lnTo>
                <a:cubicBezTo>
                  <a:pt x="6352" y="17356"/>
                  <a:pt x="19256" y="6665"/>
                  <a:pt x="32908" y="6665"/>
                </a:cubicBezTo>
                <a:cubicBezTo>
                  <a:pt x="46546" y="6665"/>
                  <a:pt x="59632" y="17243"/>
                  <a:pt x="59632" y="33714"/>
                </a:cubicBezTo>
                <a:lnTo>
                  <a:pt x="59632" y="91709"/>
                </a:lnTo>
              </a:path>
            </a:pathLst>
          </a:custGeom>
          <a:solidFill xmlns:a="http://schemas.openxmlformats.org/drawingml/2006/main">
            <a:srgbClr val="000000"/>
          </a:solidFill>
          <a:ln xmlns:a="http://schemas.openxmlformats.org/drawingml/2006/main" w="8797">
            <a:solidFill>
              <a:srgbClr val="000000"/>
            </a:solidFill>
            <a:prstDash val="solid"/>
          </a:ln>
        </p:spPr>
      </p:sp>
      <p:sp>
        <p:nvSpPr>
          <p:cNvPr id="48" name="pdf-path-330">
            <a:extLst xmlns:a="http://schemas.openxmlformats.org/drawingml/2006/main">
              <a:ext uri="{FF2B5EF4-FFF2-40B4-BE49-F238E27FC236}">
                <a16:creationId xmlns:a16="http://schemas.microsoft.com/office/drawing/2014/main" id="{1CFD1B7E-F214-4865-8019-1F127029B75E}"/>
              </a:ext>
            </a:extLst>
          </p:cNvPr>
          <p:cNvSpPr>
            <a:spLocks xmlns:a="http://schemas.openxmlformats.org/drawingml/2006/main" noGrp="1"/>
          </p:cNvSpPr>
          <p:nvPr/>
        </p:nvSpPr>
        <p:spPr>
          <a:xfrm xmlns:a="http://schemas.openxmlformats.org/drawingml/2006/main" rot="0">
            <a:off x="6778171" y="2893469"/>
            <a:ext cx="53142" cy="46048"/>
          </a:xfrm>
          <a:custGeom xmlns:a="http://schemas.openxmlformats.org/drawingml/2006/main">
            <a:pathLst>
              <a:path w="53142" h="46048">
                <a:moveTo>
                  <a:pt x="14219" y="46048"/>
                </a:moveTo>
                <a:cubicBezTo>
                  <a:pt x="31316" y="46048"/>
                  <a:pt x="53142" y="34278"/>
                  <a:pt x="53142" y="15859"/>
                </a:cubicBezTo>
                <a:cubicBezTo>
                  <a:pt x="53142" y="7229"/>
                  <a:pt x="47111" y="4025"/>
                  <a:pt x="44969" y="3027"/>
                </a:cubicBezTo>
                <a:cubicBezTo>
                  <a:pt x="39504" y="0"/>
                  <a:pt x="32892" y="0"/>
                  <a:pt x="26725" y="0"/>
                </a:cubicBezTo>
                <a:cubicBezTo>
                  <a:pt x="20510" y="0"/>
                  <a:pt x="16224" y="0"/>
                  <a:pt x="10500" y="2399"/>
                </a:cubicBezTo>
                <a:cubicBezTo>
                  <a:pt x="2021" y="6038"/>
                  <a:pt x="0" y="11882"/>
                  <a:pt x="0" y="12961"/>
                </a:cubicBezTo>
                <a:cubicBezTo>
                  <a:pt x="0" y="13396"/>
                  <a:pt x="567" y="13589"/>
                  <a:pt x="888" y="13589"/>
                </a:cubicBezTo>
                <a:cubicBezTo>
                  <a:pt x="1699" y="13589"/>
                  <a:pt x="5281" y="12204"/>
                  <a:pt x="6046" y="9821"/>
                </a:cubicBezTo>
                <a:cubicBezTo>
                  <a:pt x="6918" y="7052"/>
                  <a:pt x="7607" y="4653"/>
                  <a:pt x="17923" y="4218"/>
                </a:cubicBezTo>
                <a:cubicBezTo>
                  <a:pt x="16791" y="24473"/>
                  <a:pt x="10193" y="40010"/>
                  <a:pt x="9627" y="41636"/>
                </a:cubicBezTo>
                <a:cubicBezTo>
                  <a:pt x="9505" y="41958"/>
                  <a:pt x="9306" y="41958"/>
                  <a:pt x="9061" y="42135"/>
                </a:cubicBezTo>
                <a:cubicBezTo>
                  <a:pt x="5724" y="43649"/>
                  <a:pt x="5158" y="45162"/>
                  <a:pt x="5158" y="45419"/>
                </a:cubicBezTo>
                <a:cubicBezTo>
                  <a:pt x="5158" y="46048"/>
                  <a:pt x="5724" y="46048"/>
                  <a:pt x="6734" y="46048"/>
                </a:cubicBezTo>
                <a:lnTo>
                  <a:pt x="14219" y="46048"/>
                </a:lnTo>
                <a:moveTo>
                  <a:pt x="14219" y="41958"/>
                </a:moveTo>
                <a:cubicBezTo>
                  <a:pt x="16545" y="36677"/>
                  <a:pt x="22392" y="21703"/>
                  <a:pt x="23709" y="4218"/>
                </a:cubicBezTo>
                <a:cubicBezTo>
                  <a:pt x="29311" y="4218"/>
                  <a:pt x="47111" y="4218"/>
                  <a:pt x="47111" y="18870"/>
                </a:cubicBezTo>
                <a:cubicBezTo>
                  <a:pt x="47111" y="33972"/>
                  <a:pt x="33015" y="41958"/>
                  <a:pt x="18367" y="41958"/>
                </a:cubicBezTo>
                <a:lnTo>
                  <a:pt x="14219" y="41958"/>
                </a:lnTo>
              </a:path>
            </a:pathLst>
          </a:custGeom>
          <a:solidFill xmlns:a="http://schemas.openxmlformats.org/drawingml/2006/main">
            <a:srgbClr val="000000"/>
          </a:solidFill>
          <a:ln xmlns:a="http://schemas.openxmlformats.org/drawingml/2006/main" w="8797">
            <a:solidFill>
              <a:srgbClr val="000000"/>
            </a:solidFill>
            <a:prstDash val="solid"/>
          </a:ln>
        </p:spPr>
      </p:sp>
      <p:sp>
        <p:nvSpPr>
          <p:cNvPr id="49" name="pdf-path-332">
            <a:extLst xmlns:a="http://schemas.openxmlformats.org/drawingml/2006/main">
              <a:ext uri="{FF2B5EF4-FFF2-40B4-BE49-F238E27FC236}">
                <a16:creationId xmlns:a16="http://schemas.microsoft.com/office/drawing/2014/main" id="{7BCDABBA-1D5A-4336-A83E-482DDC75E32D}"/>
              </a:ext>
            </a:extLst>
          </p:cNvPr>
          <p:cNvSpPr>
            <a:spLocks xmlns:a="http://schemas.openxmlformats.org/drawingml/2006/main" noGrp="1"/>
          </p:cNvSpPr>
          <p:nvPr/>
        </p:nvSpPr>
        <p:spPr>
          <a:xfrm xmlns:a="http://schemas.openxmlformats.org/drawingml/2006/main" rot="0">
            <a:off x="6858297" y="2868063"/>
            <a:ext cx="51382" cy="43649"/>
          </a:xfrm>
          <a:custGeom xmlns:a="http://schemas.openxmlformats.org/drawingml/2006/main">
            <a:pathLst>
              <a:path w="51382" h="43649">
                <a:moveTo>
                  <a:pt x="39872" y="19755"/>
                </a:moveTo>
                <a:cubicBezTo>
                  <a:pt x="39872" y="4653"/>
                  <a:pt x="31454" y="0"/>
                  <a:pt x="24658" y="0"/>
                </a:cubicBezTo>
                <a:cubicBezTo>
                  <a:pt x="12015" y="0"/>
                  <a:pt x="0" y="13718"/>
                  <a:pt x="0" y="27291"/>
                </a:cubicBezTo>
                <a:cubicBezTo>
                  <a:pt x="0" y="36355"/>
                  <a:pt x="5403" y="43649"/>
                  <a:pt x="14908" y="43649"/>
                </a:cubicBezTo>
                <a:cubicBezTo>
                  <a:pt x="20632" y="43649"/>
                  <a:pt x="27229" y="41379"/>
                  <a:pt x="34147" y="35470"/>
                </a:cubicBezTo>
                <a:cubicBezTo>
                  <a:pt x="35280" y="40622"/>
                  <a:pt x="38295" y="43649"/>
                  <a:pt x="42459" y="43649"/>
                </a:cubicBezTo>
                <a:cubicBezTo>
                  <a:pt x="47357" y="43649"/>
                  <a:pt x="50250" y="38368"/>
                  <a:pt x="50250" y="36790"/>
                </a:cubicBezTo>
                <a:cubicBezTo>
                  <a:pt x="50250" y="36034"/>
                  <a:pt x="49683" y="35792"/>
                  <a:pt x="49055" y="35792"/>
                </a:cubicBezTo>
                <a:cubicBezTo>
                  <a:pt x="48489" y="35792"/>
                  <a:pt x="48245" y="36034"/>
                  <a:pt x="47923" y="36790"/>
                </a:cubicBezTo>
                <a:cubicBezTo>
                  <a:pt x="46223" y="41507"/>
                  <a:pt x="42888" y="41507"/>
                  <a:pt x="42766" y="41507"/>
                </a:cubicBezTo>
                <a:cubicBezTo>
                  <a:pt x="39872" y="41507"/>
                  <a:pt x="39872" y="33956"/>
                  <a:pt x="39872" y="31702"/>
                </a:cubicBezTo>
                <a:cubicBezTo>
                  <a:pt x="39872" y="29754"/>
                  <a:pt x="39872" y="29432"/>
                  <a:pt x="40882" y="28369"/>
                </a:cubicBezTo>
                <a:cubicBezTo>
                  <a:pt x="49499" y="16857"/>
                  <a:pt x="51382" y="5732"/>
                  <a:pt x="51382" y="5732"/>
                </a:cubicBezTo>
                <a:cubicBezTo>
                  <a:pt x="51382" y="5410"/>
                  <a:pt x="51260" y="4653"/>
                  <a:pt x="50250" y="4653"/>
                </a:cubicBezTo>
                <a:cubicBezTo>
                  <a:pt x="49377" y="4653"/>
                  <a:pt x="49377" y="4975"/>
                  <a:pt x="48933" y="6794"/>
                </a:cubicBezTo>
                <a:cubicBezTo>
                  <a:pt x="47235" y="12832"/>
                  <a:pt x="44219" y="20062"/>
                  <a:pt x="39872" y="25793"/>
                </a:cubicBezTo>
                <a:lnTo>
                  <a:pt x="39872" y="19755"/>
                </a:lnTo>
                <a:moveTo>
                  <a:pt x="33842" y="33022"/>
                </a:moveTo>
                <a:cubicBezTo>
                  <a:pt x="25653" y="40445"/>
                  <a:pt x="18613" y="41507"/>
                  <a:pt x="15030" y="41507"/>
                </a:cubicBezTo>
                <a:cubicBezTo>
                  <a:pt x="9627" y="41507"/>
                  <a:pt x="6735" y="37112"/>
                  <a:pt x="6735" y="30945"/>
                </a:cubicBezTo>
                <a:cubicBezTo>
                  <a:pt x="6735" y="26228"/>
                  <a:pt x="9183" y="15843"/>
                  <a:pt x="12015" y="11013"/>
                </a:cubicBezTo>
                <a:cubicBezTo>
                  <a:pt x="16347" y="3897"/>
                  <a:pt x="21382" y="2077"/>
                  <a:pt x="24536" y="2077"/>
                </a:cubicBezTo>
                <a:cubicBezTo>
                  <a:pt x="33581" y="2077"/>
                  <a:pt x="33581" y="14781"/>
                  <a:pt x="33581" y="22203"/>
                </a:cubicBezTo>
                <a:cubicBezTo>
                  <a:pt x="33581" y="25793"/>
                  <a:pt x="33581" y="31380"/>
                  <a:pt x="33842" y="33022"/>
                </a:cubicBezTo>
              </a:path>
            </a:pathLst>
          </a:custGeom>
          <a:solidFill xmlns:a="http://schemas.openxmlformats.org/drawingml/2006/main">
            <a:srgbClr val="000000"/>
          </a:solidFill>
          <a:ln xmlns:a="http://schemas.openxmlformats.org/drawingml/2006/main" w="8797">
            <a:solidFill>
              <a:srgbClr val="000000"/>
            </a:solidFill>
            <a:prstDash val="solid"/>
          </a:ln>
        </p:spPr>
      </p:sp>
      <p:sp>
        <p:nvSpPr>
          <p:cNvPr id="50" name="pdf-path-334">
            <a:extLst xmlns:a="http://schemas.openxmlformats.org/drawingml/2006/main">
              <a:ext uri="{FF2B5EF4-FFF2-40B4-BE49-F238E27FC236}">
                <a16:creationId xmlns:a16="http://schemas.microsoft.com/office/drawing/2014/main" id="{EFD7FE65-F80B-4630-A854-B5AF52B2BD64}"/>
              </a:ext>
            </a:extLst>
          </p:cNvPr>
          <p:cNvSpPr>
            <a:spLocks xmlns:a="http://schemas.openxmlformats.org/drawingml/2006/main" noGrp="1"/>
          </p:cNvSpPr>
          <p:nvPr/>
        </p:nvSpPr>
        <p:spPr>
          <a:xfrm xmlns:a="http://schemas.openxmlformats.org/drawingml/2006/main" rot="0">
            <a:off x="6922507" y="2838260"/>
            <a:ext cx="21259" cy="96539"/>
          </a:xfrm>
          <a:custGeom xmlns:a="http://schemas.openxmlformats.org/drawingml/2006/main">
            <a:pathLst>
              <a:path w="21259" h="96539">
                <a:moveTo>
                  <a:pt x="21259" y="95461"/>
                </a:moveTo>
                <a:cubicBezTo>
                  <a:pt x="21259" y="95155"/>
                  <a:pt x="21259" y="95026"/>
                  <a:pt x="19683" y="93384"/>
                </a:cubicBezTo>
                <a:cubicBezTo>
                  <a:pt x="8372" y="81244"/>
                  <a:pt x="5356" y="63018"/>
                  <a:pt x="5356" y="48173"/>
                </a:cubicBezTo>
                <a:cubicBezTo>
                  <a:pt x="5356" y="31444"/>
                  <a:pt x="8740" y="14652"/>
                  <a:pt x="20126" y="2753"/>
                </a:cubicBezTo>
                <a:cubicBezTo>
                  <a:pt x="21259" y="1498"/>
                  <a:pt x="21259" y="1369"/>
                  <a:pt x="21259" y="1063"/>
                </a:cubicBezTo>
                <a:cubicBezTo>
                  <a:pt x="21259" y="306"/>
                  <a:pt x="20953" y="0"/>
                  <a:pt x="20387" y="0"/>
                </a:cubicBezTo>
                <a:cubicBezTo>
                  <a:pt x="19377" y="0"/>
                  <a:pt x="11204" y="6666"/>
                  <a:pt x="5723" y="18918"/>
                </a:cubicBezTo>
                <a:cubicBezTo>
                  <a:pt x="1132" y="29496"/>
                  <a:pt x="0" y="40187"/>
                  <a:pt x="0" y="48173"/>
                </a:cubicBezTo>
                <a:cubicBezTo>
                  <a:pt x="0" y="55773"/>
                  <a:pt x="1010" y="67349"/>
                  <a:pt x="6045" y="78426"/>
                </a:cubicBezTo>
                <a:cubicBezTo>
                  <a:pt x="11647" y="90180"/>
                  <a:pt x="19377" y="96539"/>
                  <a:pt x="20387" y="96539"/>
                </a:cubicBezTo>
                <a:cubicBezTo>
                  <a:pt x="20953" y="96539"/>
                  <a:pt x="21259" y="96217"/>
                  <a:pt x="21259" y="95461"/>
                </a:cubicBezTo>
              </a:path>
            </a:pathLst>
          </a:custGeom>
          <a:solidFill xmlns:a="http://schemas.openxmlformats.org/drawingml/2006/main">
            <a:srgbClr val="000000"/>
          </a:solidFill>
          <a:ln xmlns:a="http://schemas.openxmlformats.org/drawingml/2006/main" w="8797">
            <a:solidFill>
              <a:srgbClr val="000000"/>
            </a:solidFill>
            <a:prstDash val="solid"/>
          </a:ln>
        </p:spPr>
      </p:sp>
      <p:sp>
        <p:nvSpPr>
          <p:cNvPr id="51" name="pdf-path-336">
            <a:extLst xmlns:a="http://schemas.openxmlformats.org/drawingml/2006/main">
              <a:ext uri="{FF2B5EF4-FFF2-40B4-BE49-F238E27FC236}">
                <a16:creationId xmlns:a16="http://schemas.microsoft.com/office/drawing/2014/main" id="{FC2AE5B9-EDFC-4E38-8C95-EF147FDCAFBD}"/>
              </a:ext>
            </a:extLst>
          </p:cNvPr>
          <p:cNvSpPr>
            <a:spLocks xmlns:a="http://schemas.openxmlformats.org/drawingml/2006/main" noGrp="1"/>
          </p:cNvSpPr>
          <p:nvPr/>
        </p:nvSpPr>
        <p:spPr>
          <a:xfrm xmlns:a="http://schemas.openxmlformats.org/drawingml/2006/main" rot="0">
            <a:off x="6953837" y="2868063"/>
            <a:ext cx="33703" cy="43649"/>
          </a:xfrm>
          <a:custGeom xmlns:a="http://schemas.openxmlformats.org/drawingml/2006/main">
            <a:pathLst>
              <a:path w="33703" h="43649">
                <a:moveTo>
                  <a:pt x="30994" y="6473"/>
                </a:moveTo>
                <a:cubicBezTo>
                  <a:pt x="28545" y="6601"/>
                  <a:pt x="26663" y="8743"/>
                  <a:pt x="26663" y="10820"/>
                </a:cubicBezTo>
                <a:cubicBezTo>
                  <a:pt x="26663" y="12204"/>
                  <a:pt x="27535" y="13718"/>
                  <a:pt x="29556" y="13718"/>
                </a:cubicBezTo>
                <a:cubicBezTo>
                  <a:pt x="31561" y="13718"/>
                  <a:pt x="33703" y="12076"/>
                  <a:pt x="33703" y="8308"/>
                </a:cubicBezTo>
                <a:cubicBezTo>
                  <a:pt x="33703" y="3897"/>
                  <a:pt x="29862" y="0"/>
                  <a:pt x="22821" y="0"/>
                </a:cubicBezTo>
                <a:cubicBezTo>
                  <a:pt x="10744" y="0"/>
                  <a:pt x="7285" y="9806"/>
                  <a:pt x="7285" y="14024"/>
                </a:cubicBezTo>
                <a:cubicBezTo>
                  <a:pt x="7285" y="21575"/>
                  <a:pt x="14020" y="22959"/>
                  <a:pt x="16791" y="23523"/>
                </a:cubicBezTo>
                <a:cubicBezTo>
                  <a:pt x="21505" y="24586"/>
                  <a:pt x="26219" y="25665"/>
                  <a:pt x="26219" y="30945"/>
                </a:cubicBezTo>
                <a:cubicBezTo>
                  <a:pt x="26219" y="33328"/>
                  <a:pt x="24214" y="41507"/>
                  <a:pt x="13209" y="41507"/>
                </a:cubicBezTo>
                <a:cubicBezTo>
                  <a:pt x="11878" y="41507"/>
                  <a:pt x="4836" y="41507"/>
                  <a:pt x="2694" y="36355"/>
                </a:cubicBezTo>
                <a:cubicBezTo>
                  <a:pt x="6290" y="36790"/>
                  <a:pt x="8617" y="33956"/>
                  <a:pt x="8617" y="31252"/>
                </a:cubicBezTo>
                <a:cubicBezTo>
                  <a:pt x="8617" y="29126"/>
                  <a:pt x="7041" y="27919"/>
                  <a:pt x="5158" y="27919"/>
                </a:cubicBezTo>
                <a:cubicBezTo>
                  <a:pt x="2694" y="27919"/>
                  <a:pt x="0" y="29883"/>
                  <a:pt x="0" y="34278"/>
                </a:cubicBezTo>
                <a:cubicBezTo>
                  <a:pt x="0" y="39688"/>
                  <a:pt x="5280" y="43649"/>
                  <a:pt x="13010" y="43649"/>
                </a:cubicBezTo>
                <a:cubicBezTo>
                  <a:pt x="27979" y="43649"/>
                  <a:pt x="31561" y="32008"/>
                  <a:pt x="31561" y="27613"/>
                </a:cubicBezTo>
                <a:cubicBezTo>
                  <a:pt x="31561" y="24151"/>
                  <a:pt x="29862" y="21704"/>
                  <a:pt x="28668" y="20690"/>
                </a:cubicBezTo>
                <a:cubicBezTo>
                  <a:pt x="26219" y="17920"/>
                  <a:pt x="23509" y="17357"/>
                  <a:pt x="19484" y="16600"/>
                </a:cubicBezTo>
                <a:cubicBezTo>
                  <a:pt x="16224" y="15843"/>
                  <a:pt x="12643" y="15102"/>
                  <a:pt x="12643" y="10691"/>
                </a:cubicBezTo>
                <a:cubicBezTo>
                  <a:pt x="12643" y="7986"/>
                  <a:pt x="14770" y="2077"/>
                  <a:pt x="22821" y="2077"/>
                </a:cubicBezTo>
                <a:cubicBezTo>
                  <a:pt x="25087" y="2077"/>
                  <a:pt x="29678" y="2834"/>
                  <a:pt x="30994" y="6473"/>
                </a:cubicBezTo>
              </a:path>
            </a:pathLst>
          </a:custGeom>
          <a:solidFill xmlns:a="http://schemas.openxmlformats.org/drawingml/2006/main">
            <a:srgbClr val="000000"/>
          </a:solidFill>
          <a:ln xmlns:a="http://schemas.openxmlformats.org/drawingml/2006/main" w="8797">
            <a:solidFill>
              <a:srgbClr val="000000"/>
            </a:solidFill>
            <a:prstDash val="solid"/>
          </a:ln>
        </p:spPr>
      </p:sp>
      <p:sp>
        <p:nvSpPr>
          <p:cNvPr id="52" name="pdf-path-338">
            <a:extLst xmlns:a="http://schemas.openxmlformats.org/drawingml/2006/main">
              <a:ext uri="{FF2B5EF4-FFF2-40B4-BE49-F238E27FC236}">
                <a16:creationId xmlns:a16="http://schemas.microsoft.com/office/drawing/2014/main" id="{E36F05BA-56B5-4392-A8CE-1BEDA96B84F0}"/>
              </a:ext>
            </a:extLst>
          </p:cNvPr>
          <p:cNvSpPr>
            <a:spLocks xmlns:a="http://schemas.openxmlformats.org/drawingml/2006/main" noGrp="1"/>
          </p:cNvSpPr>
          <p:nvPr/>
        </p:nvSpPr>
        <p:spPr>
          <a:xfrm xmlns:a="http://schemas.openxmlformats.org/drawingml/2006/main" rot="0">
            <a:off x="6994963" y="2880395"/>
            <a:ext cx="19440" cy="45275"/>
          </a:xfrm>
          <a:custGeom xmlns:a="http://schemas.openxmlformats.org/drawingml/2006/main">
            <a:pathLst>
              <a:path w="19440" h="45275">
                <a:moveTo>
                  <a:pt x="17802" y="2512"/>
                </a:moveTo>
                <a:cubicBezTo>
                  <a:pt x="17802" y="1498"/>
                  <a:pt x="16975" y="0"/>
                  <a:pt x="15214" y="0"/>
                </a:cubicBezTo>
                <a:cubicBezTo>
                  <a:pt x="13516" y="0"/>
                  <a:pt x="11633" y="1755"/>
                  <a:pt x="11633" y="3768"/>
                </a:cubicBezTo>
                <a:cubicBezTo>
                  <a:pt x="11633" y="4782"/>
                  <a:pt x="12383" y="6280"/>
                  <a:pt x="14219" y="6280"/>
                </a:cubicBezTo>
                <a:cubicBezTo>
                  <a:pt x="15980" y="6280"/>
                  <a:pt x="17802" y="4331"/>
                  <a:pt x="17802" y="2512"/>
                </a:cubicBezTo>
                <a:moveTo>
                  <a:pt x="4776" y="36790"/>
                </a:moveTo>
                <a:cubicBezTo>
                  <a:pt x="4469" y="37724"/>
                  <a:pt x="4210" y="38481"/>
                  <a:pt x="4210" y="39688"/>
                </a:cubicBezTo>
                <a:cubicBezTo>
                  <a:pt x="4210" y="42892"/>
                  <a:pt x="6598" y="45275"/>
                  <a:pt x="10194" y="45275"/>
                </a:cubicBezTo>
                <a:cubicBezTo>
                  <a:pt x="16546" y="45275"/>
                  <a:pt x="19440" y="36034"/>
                  <a:pt x="19440" y="35019"/>
                </a:cubicBezTo>
                <a:cubicBezTo>
                  <a:pt x="19440" y="34085"/>
                  <a:pt x="18552" y="34085"/>
                  <a:pt x="18430" y="34085"/>
                </a:cubicBezTo>
                <a:cubicBezTo>
                  <a:pt x="17541" y="34085"/>
                  <a:pt x="17418" y="34520"/>
                  <a:pt x="17113" y="35277"/>
                </a:cubicBezTo>
                <a:cubicBezTo>
                  <a:pt x="15658" y="40751"/>
                  <a:pt x="12949" y="43456"/>
                  <a:pt x="10378" y="43456"/>
                </a:cubicBezTo>
                <a:cubicBezTo>
                  <a:pt x="9062" y="43456"/>
                  <a:pt x="8801" y="42570"/>
                  <a:pt x="8801" y="41057"/>
                </a:cubicBezTo>
                <a:cubicBezTo>
                  <a:pt x="8801" y="39559"/>
                  <a:pt x="9184" y="38368"/>
                  <a:pt x="9812" y="36790"/>
                </a:cubicBezTo>
                <a:cubicBezTo>
                  <a:pt x="10501" y="35019"/>
                  <a:pt x="11189" y="33200"/>
                  <a:pt x="11817" y="31380"/>
                </a:cubicBezTo>
                <a:cubicBezTo>
                  <a:pt x="12383" y="29738"/>
                  <a:pt x="14786" y="23701"/>
                  <a:pt x="14970" y="22766"/>
                </a:cubicBezTo>
                <a:cubicBezTo>
                  <a:pt x="15214" y="22203"/>
                  <a:pt x="15414" y="21446"/>
                  <a:pt x="15414" y="20690"/>
                </a:cubicBezTo>
                <a:cubicBezTo>
                  <a:pt x="15414" y="17485"/>
                  <a:pt x="12827" y="14894"/>
                  <a:pt x="9367" y="14894"/>
                </a:cubicBezTo>
                <a:cubicBezTo>
                  <a:pt x="2893" y="14894"/>
                  <a:pt x="0" y="24151"/>
                  <a:pt x="0" y="25343"/>
                </a:cubicBezTo>
                <a:cubicBezTo>
                  <a:pt x="0" y="26099"/>
                  <a:pt x="873" y="26099"/>
                  <a:pt x="1195" y="26099"/>
                </a:cubicBezTo>
                <a:cubicBezTo>
                  <a:pt x="2006" y="26099"/>
                  <a:pt x="2006" y="25777"/>
                  <a:pt x="2327" y="25021"/>
                </a:cubicBezTo>
                <a:cubicBezTo>
                  <a:pt x="3903" y="19305"/>
                  <a:pt x="6797" y="16857"/>
                  <a:pt x="9062" y="16857"/>
                </a:cubicBezTo>
                <a:cubicBezTo>
                  <a:pt x="10057" y="16857"/>
                  <a:pt x="10623" y="17357"/>
                  <a:pt x="10623" y="19176"/>
                </a:cubicBezTo>
                <a:cubicBezTo>
                  <a:pt x="10623" y="20818"/>
                  <a:pt x="10378" y="21688"/>
                  <a:pt x="8801" y="25971"/>
                </a:cubicBezTo>
                <a:lnTo>
                  <a:pt x="4776" y="36790"/>
                </a:lnTo>
              </a:path>
            </a:pathLst>
          </a:custGeom>
          <a:solidFill xmlns:a="http://schemas.openxmlformats.org/drawingml/2006/main">
            <a:srgbClr val="000000"/>
          </a:solidFill>
          <a:ln xmlns:a="http://schemas.openxmlformats.org/drawingml/2006/main" w="8797">
            <a:solidFill>
              <a:srgbClr val="000000"/>
            </a:solidFill>
            <a:prstDash val="solid"/>
          </a:ln>
        </p:spPr>
      </p:sp>
      <p:sp>
        <p:nvSpPr>
          <p:cNvPr id="53" name="pdf-path-340">
            <a:extLst xmlns:a="http://schemas.openxmlformats.org/drawingml/2006/main">
              <a:ext uri="{FF2B5EF4-FFF2-40B4-BE49-F238E27FC236}">
                <a16:creationId xmlns:a16="http://schemas.microsoft.com/office/drawing/2014/main" id="{AD61851D-4EC4-4277-9DC3-2159965AE4E7}"/>
              </a:ext>
            </a:extLst>
          </p:cNvPr>
          <p:cNvSpPr>
            <a:spLocks xmlns:a="http://schemas.openxmlformats.org/drawingml/2006/main" noGrp="1"/>
          </p:cNvSpPr>
          <p:nvPr/>
        </p:nvSpPr>
        <p:spPr>
          <a:xfrm xmlns:a="http://schemas.openxmlformats.org/drawingml/2006/main" rot="0">
            <a:off x="7027612" y="2838260"/>
            <a:ext cx="21245" cy="96539"/>
          </a:xfrm>
          <a:custGeom xmlns:a="http://schemas.openxmlformats.org/drawingml/2006/main">
            <a:pathLst>
              <a:path w="21245" h="96539">
                <a:moveTo>
                  <a:pt x="21245" y="48173"/>
                </a:moveTo>
                <a:cubicBezTo>
                  <a:pt x="21245" y="40815"/>
                  <a:pt x="20250" y="29175"/>
                  <a:pt x="15214" y="18162"/>
                </a:cubicBezTo>
                <a:cubicBezTo>
                  <a:pt x="9735" y="6344"/>
                  <a:pt x="1883" y="0"/>
                  <a:pt x="994" y="0"/>
                </a:cubicBezTo>
                <a:cubicBezTo>
                  <a:pt x="428" y="0"/>
                  <a:pt x="0" y="499"/>
                  <a:pt x="0" y="1063"/>
                </a:cubicBezTo>
                <a:cubicBezTo>
                  <a:pt x="0" y="1369"/>
                  <a:pt x="0" y="1498"/>
                  <a:pt x="1699" y="3333"/>
                </a:cubicBezTo>
                <a:cubicBezTo>
                  <a:pt x="10744" y="12881"/>
                  <a:pt x="15903" y="28112"/>
                  <a:pt x="15903" y="48173"/>
                </a:cubicBezTo>
                <a:cubicBezTo>
                  <a:pt x="15903" y="64837"/>
                  <a:pt x="12627" y="81759"/>
                  <a:pt x="1316" y="93835"/>
                </a:cubicBezTo>
                <a:cubicBezTo>
                  <a:pt x="0" y="95026"/>
                  <a:pt x="0" y="95155"/>
                  <a:pt x="0" y="95461"/>
                </a:cubicBezTo>
                <a:cubicBezTo>
                  <a:pt x="0" y="96089"/>
                  <a:pt x="428" y="96539"/>
                  <a:pt x="994" y="96539"/>
                </a:cubicBezTo>
                <a:cubicBezTo>
                  <a:pt x="1883" y="96539"/>
                  <a:pt x="10178" y="89874"/>
                  <a:pt x="15535" y="77670"/>
                </a:cubicBezTo>
                <a:cubicBezTo>
                  <a:pt x="20250" y="67092"/>
                  <a:pt x="21245" y="56352"/>
                  <a:pt x="21245" y="48173"/>
                </a:cubicBezTo>
              </a:path>
            </a:pathLst>
          </a:custGeom>
          <a:solidFill xmlns:a="http://schemas.openxmlformats.org/drawingml/2006/main">
            <a:srgbClr val="000000"/>
          </a:solidFill>
          <a:ln xmlns:a="http://schemas.openxmlformats.org/drawingml/2006/main" w="8797">
            <a:solidFill>
              <a:srgbClr val="000000"/>
            </a:solidFill>
            <a:prstDash val="solid"/>
          </a:ln>
        </p:spPr>
      </p:sp>
      <p:sp>
        <p:nvSpPr>
          <p:cNvPr id="54" name="pdf-text-169-0">
            <a:extLst xmlns:a="http://schemas.openxmlformats.org/drawingml/2006/main">
              <a:ext uri="{FF2B5EF4-FFF2-40B4-BE49-F238E27FC236}">
                <a16:creationId xmlns:a16="http://schemas.microsoft.com/office/drawing/2014/main" id="{9FE9299A-451C-400B-8FB4-A53C8D5F1377}"/>
              </a:ext>
            </a:extLst>
          </p:cNvPr>
          <p:cNvSpPr>
            <a:spLocks xmlns:a="http://schemas.openxmlformats.org/drawingml/2006/main" noGrp="1"/>
          </p:cNvSpPr>
          <p:nvPr/>
        </p:nvSpPr>
        <p:spPr>
          <a:xfrm xmlns:a="http://schemas.openxmlformats.org/drawingml/2006/main" rot="0">
            <a:off x="4434655" y="4931286"/>
            <a:ext cx="212592" cy="176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11" b="1" i="0">
                <a:solidFill>
                  <a:srgbClr val="000000"/>
                </a:solidFill>
                <a:latin typeface="Arial"/>
                <a:ea typeface="Arial"/>
                <a:cs typeface="Arial"/>
              </a:defRPr>
            </a:defPPr>
          </a:lstStyle>
          <a:p xmlns:a="http://schemas.openxmlformats.org/drawingml/2006/main">
            <a:pPr algn="l">
              <a:defRPr sz="1311" b="1" i="0">
                <a:solidFill>
                  <a:srgbClr val="000000"/>
                </a:solidFill>
                <a:latin typeface="Arial"/>
                <a:ea typeface="Arial"/>
                <a:cs typeface="Arial"/>
              </a:defRPr>
            </a:pPr>
            <a:r>
              <a:rPr sz="1311" b="1" i="0">
                <a:solidFill>
                  <a:srgbClr val="000000"/>
                </a:solidFill>
                <a:latin typeface="Arial"/>
                <a:ea typeface="Arial"/>
                <a:cs typeface="Arial"/>
              </a:rPr>
              <a:t>(b)</a:t>
            </a:r>
          </a:p>
        </p:txBody>
      </p:sp>
      <p:sp>
        <p:nvSpPr>
          <p:cNvPr id="55" name="pdf-path-367">
            <a:extLst xmlns:a="http://schemas.openxmlformats.org/drawingml/2006/main">
              <a:ext uri="{FF2B5EF4-FFF2-40B4-BE49-F238E27FC236}">
                <a16:creationId xmlns:a16="http://schemas.microsoft.com/office/drawing/2014/main" id="{29A8C684-5806-4B1B-B8E1-3C9C18D388B7}"/>
              </a:ext>
            </a:extLst>
          </p:cNvPr>
          <p:cNvSpPr>
            <a:spLocks xmlns:a="http://schemas.openxmlformats.org/drawingml/2006/main" noGrp="1"/>
          </p:cNvSpPr>
          <p:nvPr/>
        </p:nvSpPr>
        <p:spPr>
          <a:xfrm xmlns:a="http://schemas.openxmlformats.org/drawingml/2006/main" rot="0">
            <a:off x="5047046" y="91978"/>
            <a:ext cx="51200" cy="105900"/>
          </a:xfrm>
          <a:custGeom xmlns:a="http://schemas.openxmlformats.org/drawingml/2006/main">
            <a:pathLst>
              <a:path w="51200" h="105900">
                <a:moveTo>
                  <a:pt x="30253" y="37541"/>
                </a:moveTo>
                <a:lnTo>
                  <a:pt x="45968" y="37541"/>
                </a:lnTo>
                <a:cubicBezTo>
                  <a:pt x="49364" y="37541"/>
                  <a:pt x="51200" y="37541"/>
                  <a:pt x="51200" y="34148"/>
                </a:cubicBezTo>
                <a:cubicBezTo>
                  <a:pt x="51200" y="32314"/>
                  <a:pt x="49364" y="32314"/>
                  <a:pt x="46482" y="32314"/>
                </a:cubicBezTo>
                <a:lnTo>
                  <a:pt x="31815" y="32314"/>
                </a:lnTo>
                <a:cubicBezTo>
                  <a:pt x="37853" y="8605"/>
                  <a:pt x="38610" y="5469"/>
                  <a:pt x="38610" y="4455"/>
                </a:cubicBezTo>
                <a:cubicBezTo>
                  <a:pt x="38610" y="1560"/>
                  <a:pt x="36532" y="0"/>
                  <a:pt x="33650" y="0"/>
                </a:cubicBezTo>
                <a:cubicBezTo>
                  <a:pt x="33135" y="0"/>
                  <a:pt x="28418" y="0"/>
                  <a:pt x="27162" y="6032"/>
                </a:cubicBezTo>
                <a:lnTo>
                  <a:pt x="20625" y="32314"/>
                </a:lnTo>
                <a:lnTo>
                  <a:pt x="4959" y="32314"/>
                </a:lnTo>
                <a:cubicBezTo>
                  <a:pt x="1578" y="32314"/>
                  <a:pt x="0" y="32314"/>
                  <a:pt x="0" y="35466"/>
                </a:cubicBezTo>
                <a:cubicBezTo>
                  <a:pt x="0" y="37541"/>
                  <a:pt x="1320" y="37541"/>
                  <a:pt x="4718" y="37541"/>
                </a:cubicBezTo>
                <a:lnTo>
                  <a:pt x="19304" y="37541"/>
                </a:lnTo>
                <a:cubicBezTo>
                  <a:pt x="7294" y="84765"/>
                  <a:pt x="6537" y="87660"/>
                  <a:pt x="6537" y="90492"/>
                </a:cubicBezTo>
                <a:cubicBezTo>
                  <a:pt x="6537" y="99612"/>
                  <a:pt x="12768" y="105900"/>
                  <a:pt x="21945" y="105900"/>
                </a:cubicBezTo>
                <a:cubicBezTo>
                  <a:pt x="38867" y="105900"/>
                  <a:pt x="48301" y="81629"/>
                  <a:pt x="48301" y="80374"/>
                </a:cubicBezTo>
                <a:cubicBezTo>
                  <a:pt x="48301" y="78541"/>
                  <a:pt x="46981" y="78541"/>
                  <a:pt x="46482" y="78541"/>
                </a:cubicBezTo>
                <a:cubicBezTo>
                  <a:pt x="44905" y="78541"/>
                  <a:pt x="44648" y="79055"/>
                  <a:pt x="43842" y="80873"/>
                </a:cubicBezTo>
                <a:cubicBezTo>
                  <a:pt x="36790" y="98357"/>
                  <a:pt x="27918" y="102249"/>
                  <a:pt x="22203" y="102249"/>
                </a:cubicBezTo>
                <a:cubicBezTo>
                  <a:pt x="18806" y="102249"/>
                  <a:pt x="16986" y="100174"/>
                  <a:pt x="16986" y="94705"/>
                </a:cubicBezTo>
                <a:cubicBezTo>
                  <a:pt x="16986" y="90492"/>
                  <a:pt x="17485" y="89494"/>
                  <a:pt x="17984" y="86599"/>
                </a:cubicBezTo>
                <a:lnTo>
                  <a:pt x="30253" y="37541"/>
                </a:lnTo>
              </a:path>
            </a:pathLst>
          </a:custGeom>
          <a:solidFill xmlns:a="http://schemas.openxmlformats.org/drawingml/2006/main">
            <a:srgbClr val="000000"/>
          </a:solidFill>
          <a:ln xmlns:a="http://schemas.openxmlformats.org/drawingml/2006/main" w="25085">
            <a:solidFill>
              <a:srgbClr val="000000"/>
            </a:solidFill>
            <a:prstDash val="solid"/>
          </a:ln>
        </p:spPr>
      </p:sp>
      <p:sp>
        <p:nvSpPr>
          <p:cNvPr id="56" name="pdf-path-369">
            <a:extLst xmlns:a="http://schemas.openxmlformats.org/drawingml/2006/main">
              <a:ext uri="{FF2B5EF4-FFF2-40B4-BE49-F238E27FC236}">
                <a16:creationId xmlns:a16="http://schemas.microsoft.com/office/drawing/2014/main" id="{BBF206DD-265D-46F9-BEC6-029D91FE224C}"/>
              </a:ext>
            </a:extLst>
          </p:cNvPr>
          <p:cNvSpPr>
            <a:spLocks xmlns:a="http://schemas.openxmlformats.org/drawingml/2006/main" noGrp="1"/>
          </p:cNvSpPr>
          <p:nvPr/>
        </p:nvSpPr>
        <p:spPr>
          <a:xfrm xmlns:a="http://schemas.openxmlformats.org/drawingml/2006/main" rot="0">
            <a:off x="5149623" y="99007"/>
            <a:ext cx="110691" cy="110887"/>
          </a:xfrm>
          <a:custGeom xmlns:a="http://schemas.openxmlformats.org/drawingml/2006/main">
            <a:pathLst>
              <a:path w="110691" h="110887">
                <a:moveTo>
                  <a:pt x="58734" y="58692"/>
                </a:moveTo>
                <a:lnTo>
                  <a:pt x="105217" y="58692"/>
                </a:lnTo>
                <a:cubicBezTo>
                  <a:pt x="107551" y="58692"/>
                  <a:pt x="110691" y="58692"/>
                  <a:pt x="110691" y="55298"/>
                </a:cubicBezTo>
                <a:cubicBezTo>
                  <a:pt x="110691" y="52210"/>
                  <a:pt x="107551" y="52210"/>
                  <a:pt x="105217" y="52210"/>
                </a:cubicBezTo>
                <a:lnTo>
                  <a:pt x="58734" y="52210"/>
                </a:lnTo>
                <a:lnTo>
                  <a:pt x="58734" y="5485"/>
                </a:lnTo>
                <a:cubicBezTo>
                  <a:pt x="58734" y="3153"/>
                  <a:pt x="58734" y="0"/>
                  <a:pt x="55338" y="0"/>
                </a:cubicBezTo>
                <a:cubicBezTo>
                  <a:pt x="51956" y="0"/>
                  <a:pt x="51956" y="3153"/>
                  <a:pt x="51956" y="5485"/>
                </a:cubicBezTo>
                <a:lnTo>
                  <a:pt x="51956" y="52210"/>
                </a:lnTo>
                <a:lnTo>
                  <a:pt x="5474" y="52210"/>
                </a:lnTo>
                <a:cubicBezTo>
                  <a:pt x="3075" y="52210"/>
                  <a:pt x="0" y="52210"/>
                  <a:pt x="0" y="55298"/>
                </a:cubicBezTo>
                <a:cubicBezTo>
                  <a:pt x="0" y="58692"/>
                  <a:pt x="3075" y="58692"/>
                  <a:pt x="5474" y="58692"/>
                </a:cubicBezTo>
                <a:lnTo>
                  <a:pt x="51956" y="58692"/>
                </a:lnTo>
                <a:lnTo>
                  <a:pt x="51956" y="105418"/>
                </a:lnTo>
                <a:cubicBezTo>
                  <a:pt x="51956" y="107750"/>
                  <a:pt x="51956" y="110887"/>
                  <a:pt x="55338" y="110887"/>
                </a:cubicBezTo>
                <a:cubicBezTo>
                  <a:pt x="58734" y="110887"/>
                  <a:pt x="58734" y="107750"/>
                  <a:pt x="58734" y="105418"/>
                </a:cubicBezTo>
                <a:lnTo>
                  <a:pt x="58734" y="58692"/>
                </a:lnTo>
              </a:path>
            </a:pathLst>
          </a:custGeom>
          <a:solidFill xmlns:a="http://schemas.openxmlformats.org/drawingml/2006/main">
            <a:srgbClr val="000000"/>
          </a:solidFill>
          <a:ln xmlns:a="http://schemas.openxmlformats.org/drawingml/2006/main" w="25085">
            <a:solidFill>
              <a:srgbClr val="000000"/>
            </a:solidFill>
            <a:prstDash val="solid"/>
          </a:ln>
        </p:spPr>
      </p:sp>
      <p:sp>
        <p:nvSpPr>
          <p:cNvPr id="57" name="pdf-path-371">
            <a:extLst xmlns:a="http://schemas.openxmlformats.org/drawingml/2006/main">
              <a:ext uri="{FF2B5EF4-FFF2-40B4-BE49-F238E27FC236}">
                <a16:creationId xmlns:a16="http://schemas.microsoft.com/office/drawing/2014/main" id="{18EB8E4B-88FF-44B5-B72E-6A2ECD7CAF8E}"/>
              </a:ext>
            </a:extLst>
          </p:cNvPr>
          <p:cNvSpPr>
            <a:spLocks xmlns:a="http://schemas.openxmlformats.org/drawingml/2006/main" noGrp="1"/>
          </p:cNvSpPr>
          <p:nvPr/>
        </p:nvSpPr>
        <p:spPr>
          <a:xfrm xmlns:a="http://schemas.openxmlformats.org/drawingml/2006/main" rot="0">
            <a:off x="5316039" y="99007"/>
            <a:ext cx="110691" cy="110887"/>
          </a:xfrm>
          <a:custGeom xmlns:a="http://schemas.openxmlformats.org/drawingml/2006/main">
            <a:pathLst>
              <a:path w="110691" h="110887">
                <a:moveTo>
                  <a:pt x="58734" y="58692"/>
                </a:moveTo>
                <a:lnTo>
                  <a:pt x="105217" y="58692"/>
                </a:lnTo>
                <a:cubicBezTo>
                  <a:pt x="107616" y="58692"/>
                  <a:pt x="110691" y="58692"/>
                  <a:pt x="110691" y="55298"/>
                </a:cubicBezTo>
                <a:cubicBezTo>
                  <a:pt x="110691" y="52210"/>
                  <a:pt x="107616" y="52210"/>
                  <a:pt x="105217" y="52210"/>
                </a:cubicBezTo>
                <a:lnTo>
                  <a:pt x="58734" y="52210"/>
                </a:lnTo>
                <a:lnTo>
                  <a:pt x="58734" y="5485"/>
                </a:lnTo>
                <a:cubicBezTo>
                  <a:pt x="58734" y="3153"/>
                  <a:pt x="58734" y="0"/>
                  <a:pt x="55337" y="0"/>
                </a:cubicBezTo>
                <a:cubicBezTo>
                  <a:pt x="51940" y="0"/>
                  <a:pt x="51940" y="3153"/>
                  <a:pt x="51940" y="5485"/>
                </a:cubicBezTo>
                <a:lnTo>
                  <a:pt x="51940" y="52210"/>
                </a:lnTo>
                <a:lnTo>
                  <a:pt x="5474" y="52210"/>
                </a:lnTo>
                <a:cubicBezTo>
                  <a:pt x="3138" y="52210"/>
                  <a:pt x="0" y="52210"/>
                  <a:pt x="0" y="55298"/>
                </a:cubicBezTo>
                <a:cubicBezTo>
                  <a:pt x="0" y="58692"/>
                  <a:pt x="3138" y="58692"/>
                  <a:pt x="5474" y="58692"/>
                </a:cubicBezTo>
                <a:lnTo>
                  <a:pt x="51940" y="58692"/>
                </a:lnTo>
                <a:lnTo>
                  <a:pt x="51940" y="105418"/>
                </a:lnTo>
                <a:cubicBezTo>
                  <a:pt x="51940" y="107750"/>
                  <a:pt x="51940" y="110887"/>
                  <a:pt x="55337" y="110887"/>
                </a:cubicBezTo>
                <a:cubicBezTo>
                  <a:pt x="58734" y="110887"/>
                  <a:pt x="58734" y="107750"/>
                  <a:pt x="58734" y="105418"/>
                </a:cubicBezTo>
                <a:lnTo>
                  <a:pt x="58734" y="58692"/>
                </a:lnTo>
              </a:path>
            </a:pathLst>
          </a:custGeom>
          <a:solidFill xmlns:a="http://schemas.openxmlformats.org/drawingml/2006/main">
            <a:srgbClr val="000000"/>
          </a:solidFill>
          <a:ln xmlns:a="http://schemas.openxmlformats.org/drawingml/2006/main" w="25085">
            <a:solidFill>
              <a:srgbClr val="000000"/>
            </a:solidFill>
            <a:prstDash val="solid"/>
          </a:ln>
        </p:spPr>
      </p:sp>
      <p:sp>
        <p:nvSpPr>
          <p:cNvPr id="58" name="pdf-path-373">
            <a:extLst xmlns:a="http://schemas.openxmlformats.org/drawingml/2006/main">
              <a:ext uri="{FF2B5EF4-FFF2-40B4-BE49-F238E27FC236}">
                <a16:creationId xmlns:a16="http://schemas.microsoft.com/office/drawing/2014/main" id="{9141DAD6-0CF4-44BE-A62A-8A3A3AF3079D}"/>
              </a:ext>
            </a:extLst>
          </p:cNvPr>
          <p:cNvSpPr>
            <a:spLocks xmlns:a="http://schemas.openxmlformats.org/drawingml/2006/main" noGrp="1"/>
          </p:cNvSpPr>
          <p:nvPr/>
        </p:nvSpPr>
        <p:spPr>
          <a:xfrm xmlns:a="http://schemas.openxmlformats.org/drawingml/2006/main" rot="0">
            <a:off x="9074905" y="2813224"/>
            <a:ext cx="1526029" cy="785097"/>
          </a:xfrm>
          <a:custGeom xmlns:a="http://schemas.openxmlformats.org/drawingml/2006/main">
            <a:pathLst>
              <a:path w="1526029" h="785097">
                <a:moveTo>
                  <a:pt x="128923" y="0"/>
                </a:moveTo>
                <a:lnTo>
                  <a:pt x="1397092" y="0"/>
                </a:lnTo>
                <a:cubicBezTo>
                  <a:pt x="1468551" y="0"/>
                  <a:pt x="1526029" y="57415"/>
                  <a:pt x="1526029" y="128805"/>
                </a:cubicBezTo>
                <a:lnTo>
                  <a:pt x="1526029" y="656292"/>
                </a:lnTo>
                <a:cubicBezTo>
                  <a:pt x="1526029" y="727602"/>
                  <a:pt x="1468551" y="785097"/>
                  <a:pt x="1397092" y="785097"/>
                </a:cubicBezTo>
                <a:lnTo>
                  <a:pt x="128923" y="785097"/>
                </a:lnTo>
                <a:cubicBezTo>
                  <a:pt x="57477" y="785097"/>
                  <a:pt x="0" y="727602"/>
                  <a:pt x="0" y="656292"/>
                </a:cubicBezTo>
                <a:lnTo>
                  <a:pt x="0" y="128805"/>
                </a:lnTo>
                <a:cubicBezTo>
                  <a:pt x="0" y="57415"/>
                  <a:pt x="57477" y="0"/>
                  <a:pt x="128923" y="0"/>
                </a:cubicBezTo>
              </a:path>
            </a:pathLst>
          </a:custGeom>
          <a:solidFill xmlns:a="http://schemas.openxmlformats.org/drawingml/2006/main">
            <a:srgbClr val="E7F5FF"/>
          </a:solidFill>
          <a:ln xmlns:a="http://schemas.openxmlformats.org/drawingml/2006/main" w="16292">
            <a:solidFill>
              <a:srgbClr val="4A5568"/>
            </a:solidFill>
            <a:prstDash val="solid"/>
          </a:ln>
        </p:spPr>
      </p:sp>
      <p:sp>
        <p:nvSpPr>
          <p:cNvPr id="59" name="pdf-text-171-0">
            <a:extLst xmlns:a="http://schemas.openxmlformats.org/drawingml/2006/main">
              <a:ext uri="{FF2B5EF4-FFF2-40B4-BE49-F238E27FC236}">
                <a16:creationId xmlns:a16="http://schemas.microsoft.com/office/drawing/2014/main" id="{1C5393F4-B275-4BBB-B70C-198411012D97}"/>
              </a:ext>
            </a:extLst>
          </p:cNvPr>
          <p:cNvSpPr>
            <a:spLocks xmlns:a="http://schemas.openxmlformats.org/drawingml/2006/main" noGrp="1"/>
          </p:cNvSpPr>
          <p:nvPr/>
        </p:nvSpPr>
        <p:spPr>
          <a:xfrm xmlns:a="http://schemas.openxmlformats.org/drawingml/2006/main" rot="0">
            <a:off x="9426342" y="2881805"/>
            <a:ext cx="830848" cy="1289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15" b="1" i="0">
                <a:solidFill>
                  <a:srgbClr val="1864AB"/>
                </a:solidFill>
                <a:latin typeface="Arial"/>
                <a:ea typeface="Arial"/>
                <a:cs typeface="Arial"/>
              </a:defRPr>
            </a:defPPr>
          </a:lstStyle>
          <a:p xmlns:a="http://schemas.openxmlformats.org/drawingml/2006/main">
            <a:pPr algn="l">
              <a:defRPr sz="1015" b="1" i="0">
                <a:solidFill>
                  <a:srgbClr val="1864AB"/>
                </a:solidFill>
                <a:latin typeface="Arial"/>
                <a:ea typeface="Arial"/>
                <a:cs typeface="Arial"/>
              </a:defRPr>
            </a:pPr>
            <a:r>
              <a:rPr sz="1015" b="1" i="0">
                <a:solidFill>
                  <a:srgbClr val="1864AB"/>
                </a:solidFill>
                <a:latin typeface="Arial"/>
                <a:ea typeface="Arial"/>
                <a:cs typeface="Arial"/>
              </a:rPr>
              <a:t>Abstract Plan</a:t>
            </a:r>
          </a:p>
        </p:txBody>
      </p:sp>
      <p:sp>
        <p:nvSpPr>
          <p:cNvPr id="60" name="pdf-path-401">
            <a:extLst xmlns:a="http://schemas.openxmlformats.org/drawingml/2006/main">
              <a:ext uri="{FF2B5EF4-FFF2-40B4-BE49-F238E27FC236}">
                <a16:creationId xmlns:a16="http://schemas.microsoft.com/office/drawing/2014/main" id="{CE98F065-89D7-4780-AA8C-DDDF9513DAAB}"/>
              </a:ext>
            </a:extLst>
          </p:cNvPr>
          <p:cNvSpPr>
            <a:spLocks xmlns:a="http://schemas.openxmlformats.org/drawingml/2006/main" noGrp="1"/>
          </p:cNvSpPr>
          <p:nvPr/>
        </p:nvSpPr>
        <p:spPr>
          <a:xfrm xmlns:a="http://schemas.openxmlformats.org/drawingml/2006/main" rot="0">
            <a:off x="7043261" y="3182153"/>
            <a:ext cx="461958" cy="340125"/>
          </a:xfrm>
          <a:custGeom xmlns:a="http://schemas.openxmlformats.org/drawingml/2006/main">
            <a:pathLst>
              <a:path w="461958" h="340125">
                <a:moveTo>
                  <a:pt x="460379" y="119933"/>
                </a:moveTo>
                <a:cubicBezTo>
                  <a:pt x="459365" y="129996"/>
                  <a:pt x="459189" y="140123"/>
                  <a:pt x="457482" y="150058"/>
                </a:cubicBezTo>
                <a:cubicBezTo>
                  <a:pt x="455727" y="159991"/>
                  <a:pt x="452330" y="169941"/>
                  <a:pt x="445664" y="177541"/>
                </a:cubicBezTo>
                <a:cubicBezTo>
                  <a:pt x="439240" y="184964"/>
                  <a:pt x="430256" y="189616"/>
                  <a:pt x="422463" y="195654"/>
                </a:cubicBezTo>
                <a:cubicBezTo>
                  <a:pt x="415410" y="201129"/>
                  <a:pt x="409373" y="207794"/>
                  <a:pt x="403529" y="214589"/>
                </a:cubicBezTo>
                <a:cubicBezTo>
                  <a:pt x="397668" y="221383"/>
                  <a:pt x="391952" y="228419"/>
                  <a:pt x="384595" y="233523"/>
                </a:cubicBezTo>
                <a:cubicBezTo>
                  <a:pt x="372954" y="241637"/>
                  <a:pt x="358237" y="244278"/>
                  <a:pt x="346662" y="252457"/>
                </a:cubicBezTo>
                <a:cubicBezTo>
                  <a:pt x="339368" y="257609"/>
                  <a:pt x="333653" y="264710"/>
                  <a:pt x="327744" y="271375"/>
                </a:cubicBezTo>
                <a:cubicBezTo>
                  <a:pt x="308487" y="292950"/>
                  <a:pt x="285286" y="311256"/>
                  <a:pt x="258929" y="323074"/>
                </a:cubicBezTo>
                <a:cubicBezTo>
                  <a:pt x="232589" y="334972"/>
                  <a:pt x="202964" y="340125"/>
                  <a:pt x="174337" y="335971"/>
                </a:cubicBezTo>
                <a:cubicBezTo>
                  <a:pt x="138239" y="330690"/>
                  <a:pt x="105732" y="311192"/>
                  <a:pt x="77040" y="288683"/>
                </a:cubicBezTo>
                <a:cubicBezTo>
                  <a:pt x="56915" y="272953"/>
                  <a:pt x="37933" y="255210"/>
                  <a:pt x="24473" y="233523"/>
                </a:cubicBezTo>
                <a:cubicBezTo>
                  <a:pt x="7294" y="205846"/>
                  <a:pt x="0" y="172324"/>
                  <a:pt x="3526" y="139995"/>
                </a:cubicBezTo>
                <a:cubicBezTo>
                  <a:pt x="7051" y="107600"/>
                  <a:pt x="21205" y="76607"/>
                  <a:pt x="42892" y="52327"/>
                </a:cubicBezTo>
                <a:cubicBezTo>
                  <a:pt x="52022" y="42071"/>
                  <a:pt x="62518" y="32893"/>
                  <a:pt x="74400" y="26035"/>
                </a:cubicBezTo>
                <a:cubicBezTo>
                  <a:pt x="100387" y="10997"/>
                  <a:pt x="131268" y="7486"/>
                  <a:pt x="161199" y="5023"/>
                </a:cubicBezTo>
                <a:cubicBezTo>
                  <a:pt x="197923" y="1948"/>
                  <a:pt x="235037" y="0"/>
                  <a:pt x="271568" y="5023"/>
                </a:cubicBezTo>
                <a:cubicBezTo>
                  <a:pt x="287105" y="7165"/>
                  <a:pt x="302642" y="10626"/>
                  <a:pt x="316296" y="18177"/>
                </a:cubicBezTo>
                <a:cubicBezTo>
                  <a:pt x="324587" y="22766"/>
                  <a:pt x="332009" y="28739"/>
                  <a:pt x="339948" y="33892"/>
                </a:cubicBezTo>
                <a:cubicBezTo>
                  <a:pt x="367239" y="51763"/>
                  <a:pt x="399680" y="59749"/>
                  <a:pt x="429370" y="73338"/>
                </a:cubicBezTo>
                <a:cubicBezTo>
                  <a:pt x="432896" y="74964"/>
                  <a:pt x="436423" y="76671"/>
                  <a:pt x="439884" y="78555"/>
                </a:cubicBezTo>
                <a:cubicBezTo>
                  <a:pt x="444408" y="81131"/>
                  <a:pt x="448804" y="84029"/>
                  <a:pt x="452458" y="87732"/>
                </a:cubicBezTo>
                <a:cubicBezTo>
                  <a:pt x="456161" y="91451"/>
                  <a:pt x="459124" y="95911"/>
                  <a:pt x="460379" y="100999"/>
                </a:cubicBezTo>
                <a:cubicBezTo>
                  <a:pt x="461958" y="107165"/>
                  <a:pt x="461008" y="113589"/>
                  <a:pt x="460379" y="119933"/>
                </a:cubicBezTo>
              </a:path>
            </a:pathLst>
          </a:custGeom>
          <a:solidFill xmlns:a="http://schemas.openxmlformats.org/drawingml/2006/main">
            <a:srgbClr val="BDBDBD">
              <a:alpha val="60000"/>
            </a:srgbClr>
          </a:solidFill>
          <a:ln xmlns:a="http://schemas.openxmlformats.org/drawingml/2006/main" w="0">
            <a:noFill/>
            <a:prstDash val="solid"/>
          </a:ln>
        </p:spPr>
      </p:sp>
      <p:sp>
        <p:nvSpPr>
          <p:cNvPr id="61" name="pdf-path-402">
            <a:extLst xmlns:a="http://schemas.openxmlformats.org/drawingml/2006/main">
              <a:ext uri="{FF2B5EF4-FFF2-40B4-BE49-F238E27FC236}">
                <a16:creationId xmlns:a16="http://schemas.microsoft.com/office/drawing/2014/main" id="{B9CDE505-5E08-4FC1-90ED-E92F5D2F7274}"/>
              </a:ext>
            </a:extLst>
          </p:cNvPr>
          <p:cNvSpPr>
            <a:spLocks xmlns:a="http://schemas.openxmlformats.org/drawingml/2006/main" noGrp="1"/>
          </p:cNvSpPr>
          <p:nvPr/>
        </p:nvSpPr>
        <p:spPr>
          <a:xfrm xmlns:a="http://schemas.openxmlformats.org/drawingml/2006/main" rot="0">
            <a:off x="7043261" y="3182149"/>
            <a:ext cx="461958" cy="340123"/>
          </a:xfrm>
          <a:custGeom xmlns:a="http://schemas.openxmlformats.org/drawingml/2006/main">
            <a:pathLst>
              <a:path w="461958" h="340123">
                <a:moveTo>
                  <a:pt x="460379" y="119942"/>
                </a:moveTo>
                <a:cubicBezTo>
                  <a:pt x="459365" y="129995"/>
                  <a:pt x="459189" y="140128"/>
                  <a:pt x="457482" y="150068"/>
                </a:cubicBezTo>
                <a:cubicBezTo>
                  <a:pt x="455727" y="160008"/>
                  <a:pt x="452330" y="169933"/>
                  <a:pt x="445664" y="177556"/>
                </a:cubicBezTo>
                <a:cubicBezTo>
                  <a:pt x="439240" y="184971"/>
                  <a:pt x="430256" y="189620"/>
                  <a:pt x="422463" y="195668"/>
                </a:cubicBezTo>
                <a:cubicBezTo>
                  <a:pt x="415410" y="201136"/>
                  <a:pt x="409373" y="207796"/>
                  <a:pt x="403529" y="214599"/>
                </a:cubicBezTo>
                <a:cubicBezTo>
                  <a:pt x="397668" y="221387"/>
                  <a:pt x="391952" y="228432"/>
                  <a:pt x="384595" y="233531"/>
                </a:cubicBezTo>
                <a:cubicBezTo>
                  <a:pt x="372954" y="241637"/>
                  <a:pt x="358237" y="244275"/>
                  <a:pt x="346662" y="252462"/>
                </a:cubicBezTo>
                <a:cubicBezTo>
                  <a:pt x="339368" y="257609"/>
                  <a:pt x="333653" y="264719"/>
                  <a:pt x="327744" y="271377"/>
                </a:cubicBezTo>
                <a:cubicBezTo>
                  <a:pt x="308487" y="292963"/>
                  <a:pt x="285286" y="311267"/>
                  <a:pt x="258929" y="323089"/>
                </a:cubicBezTo>
                <a:cubicBezTo>
                  <a:pt x="232589" y="334975"/>
                  <a:pt x="202964" y="340123"/>
                  <a:pt x="174337" y="335973"/>
                </a:cubicBezTo>
                <a:cubicBezTo>
                  <a:pt x="138239" y="330697"/>
                  <a:pt x="105732" y="311203"/>
                  <a:pt x="77040" y="288684"/>
                </a:cubicBezTo>
                <a:cubicBezTo>
                  <a:pt x="56915" y="272954"/>
                  <a:pt x="37933" y="255229"/>
                  <a:pt x="24473" y="233531"/>
                </a:cubicBezTo>
                <a:cubicBezTo>
                  <a:pt x="7294" y="205849"/>
                  <a:pt x="0" y="172329"/>
                  <a:pt x="3526" y="139999"/>
                </a:cubicBezTo>
                <a:cubicBezTo>
                  <a:pt x="7051" y="107605"/>
                  <a:pt x="21205" y="76610"/>
                  <a:pt x="42892" y="52322"/>
                </a:cubicBezTo>
                <a:cubicBezTo>
                  <a:pt x="52022" y="42077"/>
                  <a:pt x="62518" y="32893"/>
                  <a:pt x="74400" y="26040"/>
                </a:cubicBezTo>
                <a:cubicBezTo>
                  <a:pt x="100387" y="11002"/>
                  <a:pt x="131268" y="7479"/>
                  <a:pt x="161199" y="5034"/>
                </a:cubicBezTo>
                <a:cubicBezTo>
                  <a:pt x="197923" y="1946"/>
                  <a:pt x="235037" y="0"/>
                  <a:pt x="271568" y="5034"/>
                </a:cubicBezTo>
                <a:cubicBezTo>
                  <a:pt x="287105" y="7174"/>
                  <a:pt x="302642" y="10632"/>
                  <a:pt x="316296" y="18175"/>
                </a:cubicBezTo>
                <a:cubicBezTo>
                  <a:pt x="324587" y="22775"/>
                  <a:pt x="332009" y="28742"/>
                  <a:pt x="339948" y="33906"/>
                </a:cubicBezTo>
                <a:cubicBezTo>
                  <a:pt x="367239" y="51759"/>
                  <a:pt x="399680" y="59753"/>
                  <a:pt x="429370" y="73329"/>
                </a:cubicBezTo>
                <a:cubicBezTo>
                  <a:pt x="432896" y="74970"/>
                  <a:pt x="436423" y="76675"/>
                  <a:pt x="439884" y="78556"/>
                </a:cubicBezTo>
                <a:cubicBezTo>
                  <a:pt x="444408" y="81130"/>
                  <a:pt x="448804" y="84025"/>
                  <a:pt x="452458" y="87741"/>
                </a:cubicBezTo>
                <a:cubicBezTo>
                  <a:pt x="456161" y="91456"/>
                  <a:pt x="459124" y="95912"/>
                  <a:pt x="460379" y="101011"/>
                </a:cubicBezTo>
                <a:cubicBezTo>
                  <a:pt x="461958" y="107171"/>
                  <a:pt x="461008" y="113589"/>
                  <a:pt x="460379" y="119942"/>
                </a:cubicBezTo>
              </a:path>
            </a:pathLst>
          </a:custGeom>
          <a:noFill xmlns:a="http://schemas.openxmlformats.org/drawingml/2006/main"/>
          <a:ln xmlns:a="http://schemas.openxmlformats.org/drawingml/2006/main" w="4474">
            <a:solidFill>
              <a:srgbClr val="000000"/>
            </a:solidFill>
            <a:prstDash val="solid"/>
          </a:ln>
        </p:spPr>
      </p:sp>
      <p:sp>
        <p:nvSpPr>
          <p:cNvPr id="62" name="pdf-path-403">
            <a:extLst xmlns:a="http://schemas.openxmlformats.org/drawingml/2006/main">
              <a:ext uri="{FF2B5EF4-FFF2-40B4-BE49-F238E27FC236}">
                <a16:creationId xmlns:a16="http://schemas.microsoft.com/office/drawing/2014/main" id="{94DF9162-B58A-4A9A-AED6-640991F3297B}"/>
              </a:ext>
            </a:extLst>
          </p:cNvPr>
          <p:cNvSpPr>
            <a:spLocks xmlns:a="http://schemas.openxmlformats.org/drawingml/2006/main" noGrp="1"/>
          </p:cNvSpPr>
          <p:nvPr/>
        </p:nvSpPr>
        <p:spPr>
          <a:xfrm xmlns:a="http://schemas.openxmlformats.org/drawingml/2006/main" rot="0">
            <a:off x="7018869" y="2992021"/>
            <a:ext cx="342202" cy="519437"/>
          </a:xfrm>
          <a:custGeom xmlns:a="http://schemas.openxmlformats.org/drawingml/2006/main">
            <a:pathLst>
              <a:path w="342202" h="519437">
                <a:moveTo>
                  <a:pt x="245710" y="178491"/>
                </a:moveTo>
                <a:cubicBezTo>
                  <a:pt x="235584" y="145356"/>
                  <a:pt x="222703" y="113026"/>
                  <a:pt x="207231" y="82016"/>
                </a:cubicBezTo>
                <a:cubicBezTo>
                  <a:pt x="199809" y="67107"/>
                  <a:pt x="191694" y="52391"/>
                  <a:pt x="181437" y="39253"/>
                </a:cubicBezTo>
                <a:cubicBezTo>
                  <a:pt x="171133" y="26099"/>
                  <a:pt x="158542" y="14539"/>
                  <a:pt x="143649" y="7116"/>
                </a:cubicBezTo>
                <a:cubicBezTo>
                  <a:pt x="138239" y="4411"/>
                  <a:pt x="132507" y="2270"/>
                  <a:pt x="126535" y="1143"/>
                </a:cubicBezTo>
                <a:cubicBezTo>
                  <a:pt x="120562" y="64"/>
                  <a:pt x="114394" y="0"/>
                  <a:pt x="108550" y="1513"/>
                </a:cubicBezTo>
                <a:cubicBezTo>
                  <a:pt x="100306" y="3526"/>
                  <a:pt x="93077" y="8372"/>
                  <a:pt x="86606" y="13846"/>
                </a:cubicBezTo>
                <a:cubicBezTo>
                  <a:pt x="80181" y="19369"/>
                  <a:pt x="74336" y="25536"/>
                  <a:pt x="67799" y="30945"/>
                </a:cubicBezTo>
                <a:cubicBezTo>
                  <a:pt x="57479" y="39495"/>
                  <a:pt x="45468" y="45854"/>
                  <a:pt x="35212" y="54468"/>
                </a:cubicBezTo>
                <a:cubicBezTo>
                  <a:pt x="22637" y="65030"/>
                  <a:pt x="12816" y="78941"/>
                  <a:pt x="7165" y="94349"/>
                </a:cubicBezTo>
                <a:cubicBezTo>
                  <a:pt x="1497" y="109758"/>
                  <a:pt x="0" y="126727"/>
                  <a:pt x="3075" y="142828"/>
                </a:cubicBezTo>
                <a:cubicBezTo>
                  <a:pt x="6343" y="160506"/>
                  <a:pt x="14893" y="176736"/>
                  <a:pt x="23893" y="192273"/>
                </a:cubicBezTo>
                <a:cubicBezTo>
                  <a:pt x="32894" y="207859"/>
                  <a:pt x="42569" y="223154"/>
                  <a:pt x="48672" y="240059"/>
                </a:cubicBezTo>
                <a:cubicBezTo>
                  <a:pt x="58735" y="268058"/>
                  <a:pt x="58429" y="298489"/>
                  <a:pt x="59750" y="328178"/>
                </a:cubicBezTo>
                <a:cubicBezTo>
                  <a:pt x="61761" y="372583"/>
                  <a:pt x="68234" y="418309"/>
                  <a:pt x="91500" y="456226"/>
                </a:cubicBezTo>
                <a:cubicBezTo>
                  <a:pt x="103141" y="475160"/>
                  <a:pt x="118918" y="491824"/>
                  <a:pt x="138239" y="502966"/>
                </a:cubicBezTo>
                <a:cubicBezTo>
                  <a:pt x="157480" y="514027"/>
                  <a:pt x="180311" y="519437"/>
                  <a:pt x="202385" y="516410"/>
                </a:cubicBezTo>
                <a:cubicBezTo>
                  <a:pt x="220868" y="513898"/>
                  <a:pt x="238353" y="505542"/>
                  <a:pt x="252892" y="493901"/>
                </a:cubicBezTo>
                <a:cubicBezTo>
                  <a:pt x="267480" y="482212"/>
                  <a:pt x="279232" y="467303"/>
                  <a:pt x="288425" y="451073"/>
                </a:cubicBezTo>
                <a:cubicBezTo>
                  <a:pt x="294577" y="440319"/>
                  <a:pt x="299615" y="429000"/>
                  <a:pt x="304591" y="417681"/>
                </a:cubicBezTo>
                <a:cubicBezTo>
                  <a:pt x="317359" y="388684"/>
                  <a:pt x="329676" y="359252"/>
                  <a:pt x="335971" y="328242"/>
                </a:cubicBezTo>
                <a:cubicBezTo>
                  <a:pt x="342202" y="297233"/>
                  <a:pt x="342073" y="264162"/>
                  <a:pt x="330303" y="234778"/>
                </a:cubicBezTo>
                <a:cubicBezTo>
                  <a:pt x="327421" y="227485"/>
                  <a:pt x="323767" y="220449"/>
                  <a:pt x="318727" y="214411"/>
                </a:cubicBezTo>
                <a:cubicBezTo>
                  <a:pt x="313704" y="208438"/>
                  <a:pt x="307232" y="203463"/>
                  <a:pt x="299744" y="201129"/>
                </a:cubicBezTo>
                <a:cubicBezTo>
                  <a:pt x="292950" y="199003"/>
                  <a:pt x="285657" y="199067"/>
                  <a:pt x="278668" y="197747"/>
                </a:cubicBezTo>
                <a:cubicBezTo>
                  <a:pt x="265902" y="195413"/>
                  <a:pt x="254019" y="188489"/>
                  <a:pt x="245710" y="178491"/>
                </a:cubicBezTo>
              </a:path>
            </a:pathLst>
          </a:custGeom>
          <a:solidFill xmlns:a="http://schemas.openxmlformats.org/drawingml/2006/main">
            <a:srgbClr val="BDBDBD">
              <a:alpha val="60000"/>
            </a:srgbClr>
          </a:solidFill>
          <a:ln xmlns:a="http://schemas.openxmlformats.org/drawingml/2006/main" w="0">
            <a:noFill/>
            <a:prstDash val="solid"/>
          </a:ln>
        </p:spPr>
      </p:sp>
      <p:sp>
        <p:nvSpPr>
          <p:cNvPr id="63" name="pdf-path-404">
            <a:extLst xmlns:a="http://schemas.openxmlformats.org/drawingml/2006/main">
              <a:ext uri="{FF2B5EF4-FFF2-40B4-BE49-F238E27FC236}">
                <a16:creationId xmlns:a16="http://schemas.microsoft.com/office/drawing/2014/main" id="{84000324-D245-4370-BB84-22610CE6E45A}"/>
              </a:ext>
            </a:extLst>
          </p:cNvPr>
          <p:cNvSpPr>
            <a:spLocks xmlns:a="http://schemas.openxmlformats.org/drawingml/2006/main" noGrp="1"/>
          </p:cNvSpPr>
          <p:nvPr/>
        </p:nvSpPr>
        <p:spPr>
          <a:xfrm xmlns:a="http://schemas.openxmlformats.org/drawingml/2006/main" rot="0">
            <a:off x="7018861" y="2992026"/>
            <a:ext cx="342207" cy="519434"/>
          </a:xfrm>
          <a:custGeom xmlns:a="http://schemas.openxmlformats.org/drawingml/2006/main">
            <a:pathLst>
              <a:path w="342207" h="519434">
                <a:moveTo>
                  <a:pt x="245715" y="178493"/>
                </a:moveTo>
                <a:cubicBezTo>
                  <a:pt x="235606" y="145349"/>
                  <a:pt x="222705" y="113029"/>
                  <a:pt x="207233" y="82014"/>
                </a:cubicBezTo>
                <a:cubicBezTo>
                  <a:pt x="199812" y="67117"/>
                  <a:pt x="191704" y="52391"/>
                  <a:pt x="181442" y="39251"/>
                </a:cubicBezTo>
                <a:cubicBezTo>
                  <a:pt x="171132" y="26102"/>
                  <a:pt x="158553" y="14538"/>
                  <a:pt x="143644" y="7105"/>
                </a:cubicBezTo>
                <a:cubicBezTo>
                  <a:pt x="138247" y="4410"/>
                  <a:pt x="132513" y="2272"/>
                  <a:pt x="126535" y="1134"/>
                </a:cubicBezTo>
                <a:cubicBezTo>
                  <a:pt x="120564" y="62"/>
                  <a:pt x="114398" y="0"/>
                  <a:pt x="108558" y="1507"/>
                </a:cubicBezTo>
                <a:cubicBezTo>
                  <a:pt x="100309" y="3520"/>
                  <a:pt x="93075" y="8367"/>
                  <a:pt x="86601" y="13831"/>
                </a:cubicBezTo>
                <a:cubicBezTo>
                  <a:pt x="80197" y="19372"/>
                  <a:pt x="74336" y="25545"/>
                  <a:pt x="67805" y="30950"/>
                </a:cubicBezTo>
                <a:cubicBezTo>
                  <a:pt x="57486" y="39494"/>
                  <a:pt x="45467" y="45853"/>
                  <a:pt x="35218" y="54474"/>
                </a:cubicBezTo>
                <a:cubicBezTo>
                  <a:pt x="22642" y="65032"/>
                  <a:pt x="12833" y="78937"/>
                  <a:pt x="7175" y="94348"/>
                </a:cubicBezTo>
                <a:cubicBezTo>
                  <a:pt x="1501" y="109755"/>
                  <a:pt x="0" y="126738"/>
                  <a:pt x="3084" y="142838"/>
                </a:cubicBezTo>
                <a:cubicBezTo>
                  <a:pt x="6362" y="160503"/>
                  <a:pt x="14906" y="176734"/>
                  <a:pt x="23893" y="192260"/>
                </a:cubicBezTo>
                <a:cubicBezTo>
                  <a:pt x="32900" y="207872"/>
                  <a:pt x="42573" y="223146"/>
                  <a:pt x="48680" y="240059"/>
                </a:cubicBezTo>
                <a:cubicBezTo>
                  <a:pt x="58741" y="268048"/>
                  <a:pt x="58435" y="298486"/>
                  <a:pt x="59751" y="328177"/>
                </a:cubicBezTo>
                <a:cubicBezTo>
                  <a:pt x="61765" y="372579"/>
                  <a:pt x="68239" y="418306"/>
                  <a:pt x="91504" y="456227"/>
                </a:cubicBezTo>
                <a:cubicBezTo>
                  <a:pt x="103148" y="475164"/>
                  <a:pt x="118939" y="491829"/>
                  <a:pt x="138243" y="502952"/>
                </a:cubicBezTo>
                <a:cubicBezTo>
                  <a:pt x="157488" y="514032"/>
                  <a:pt x="180320" y="519434"/>
                  <a:pt x="202386" y="516416"/>
                </a:cubicBezTo>
                <a:cubicBezTo>
                  <a:pt x="220874" y="513897"/>
                  <a:pt x="238362" y="505543"/>
                  <a:pt x="252896" y="493895"/>
                </a:cubicBezTo>
                <a:cubicBezTo>
                  <a:pt x="267485" y="482207"/>
                  <a:pt x="279239" y="467294"/>
                  <a:pt x="288430" y="451063"/>
                </a:cubicBezTo>
                <a:cubicBezTo>
                  <a:pt x="294596" y="440320"/>
                  <a:pt x="299614" y="428998"/>
                  <a:pt x="304585" y="417668"/>
                </a:cubicBezTo>
                <a:cubicBezTo>
                  <a:pt x="317356" y="388680"/>
                  <a:pt x="329689" y="359243"/>
                  <a:pt x="335980" y="328245"/>
                </a:cubicBezTo>
                <a:cubicBezTo>
                  <a:pt x="342207" y="297237"/>
                  <a:pt x="342078" y="264156"/>
                  <a:pt x="330305" y="234788"/>
                </a:cubicBezTo>
                <a:cubicBezTo>
                  <a:pt x="327415" y="227479"/>
                  <a:pt x="323770" y="220446"/>
                  <a:pt x="318743" y="214412"/>
                </a:cubicBezTo>
                <a:cubicBezTo>
                  <a:pt x="313708" y="208426"/>
                  <a:pt x="307238" y="203465"/>
                  <a:pt x="299752" y="201129"/>
                </a:cubicBezTo>
                <a:cubicBezTo>
                  <a:pt x="292959" y="199003"/>
                  <a:pt x="285668" y="199057"/>
                  <a:pt x="278679" y="197740"/>
                </a:cubicBezTo>
                <a:cubicBezTo>
                  <a:pt x="265907" y="195416"/>
                  <a:pt x="254019" y="188499"/>
                  <a:pt x="245715" y="178493"/>
                </a:cubicBezTo>
              </a:path>
            </a:pathLst>
          </a:custGeom>
          <a:noFill xmlns:a="http://schemas.openxmlformats.org/drawingml/2006/main"/>
          <a:ln xmlns:a="http://schemas.openxmlformats.org/drawingml/2006/main" w="4418">
            <a:solidFill>
              <a:srgbClr val="000000"/>
            </a:solidFill>
            <a:prstDash val="solid"/>
          </a:ln>
        </p:spPr>
      </p:sp>
      <p:sp>
        <p:nvSpPr>
          <p:cNvPr id="64" name="pdf-path-405">
            <a:extLst xmlns:a="http://schemas.openxmlformats.org/drawingml/2006/main">
              <a:ext uri="{FF2B5EF4-FFF2-40B4-BE49-F238E27FC236}">
                <a16:creationId xmlns:a16="http://schemas.microsoft.com/office/drawing/2014/main" id="{A78ACC39-1C1F-4540-98E6-7D26558E2EDC}"/>
              </a:ext>
            </a:extLst>
          </p:cNvPr>
          <p:cNvSpPr>
            <a:spLocks xmlns:a="http://schemas.openxmlformats.org/drawingml/2006/main" noGrp="1"/>
          </p:cNvSpPr>
          <p:nvPr/>
        </p:nvSpPr>
        <p:spPr>
          <a:xfrm xmlns:a="http://schemas.openxmlformats.org/drawingml/2006/main" rot="0">
            <a:off x="6899177" y="3204919"/>
            <a:ext cx="431818" cy="293965"/>
          </a:xfrm>
          <a:custGeom xmlns:a="http://schemas.openxmlformats.org/drawingml/2006/main">
            <a:pathLst>
              <a:path w="431818" h="293965">
                <a:moveTo>
                  <a:pt x="131075" y="270313"/>
                </a:moveTo>
                <a:cubicBezTo>
                  <a:pt x="171761" y="280633"/>
                  <a:pt x="213526" y="293965"/>
                  <a:pt x="254776" y="286606"/>
                </a:cubicBezTo>
                <a:cubicBezTo>
                  <a:pt x="273968" y="283209"/>
                  <a:pt x="292016" y="275465"/>
                  <a:pt x="310694" y="269878"/>
                </a:cubicBezTo>
                <a:cubicBezTo>
                  <a:pt x="321513" y="266610"/>
                  <a:pt x="332638" y="264082"/>
                  <a:pt x="343265" y="260121"/>
                </a:cubicBezTo>
                <a:cubicBezTo>
                  <a:pt x="372197" y="249237"/>
                  <a:pt x="396606" y="227292"/>
                  <a:pt x="411515" y="200243"/>
                </a:cubicBezTo>
                <a:cubicBezTo>
                  <a:pt x="426407" y="173146"/>
                  <a:pt x="431818" y="141186"/>
                  <a:pt x="427729" y="110563"/>
                </a:cubicBezTo>
                <a:cubicBezTo>
                  <a:pt x="426039" y="97602"/>
                  <a:pt x="422705" y="84899"/>
                  <a:pt x="421255" y="71954"/>
                </a:cubicBezTo>
                <a:cubicBezTo>
                  <a:pt x="420321" y="63839"/>
                  <a:pt x="420130" y="55596"/>
                  <a:pt x="419050" y="47416"/>
                </a:cubicBezTo>
                <a:cubicBezTo>
                  <a:pt x="418052" y="39302"/>
                  <a:pt x="416104" y="31138"/>
                  <a:pt x="411950" y="24087"/>
                </a:cubicBezTo>
                <a:cubicBezTo>
                  <a:pt x="407039" y="15843"/>
                  <a:pt x="399376" y="9435"/>
                  <a:pt x="390632" y="5539"/>
                </a:cubicBezTo>
                <a:cubicBezTo>
                  <a:pt x="381954" y="1578"/>
                  <a:pt x="372262" y="0"/>
                  <a:pt x="362698" y="193"/>
                </a:cubicBezTo>
                <a:cubicBezTo>
                  <a:pt x="343586" y="499"/>
                  <a:pt x="325345" y="7551"/>
                  <a:pt x="307617" y="14781"/>
                </a:cubicBezTo>
                <a:cubicBezTo>
                  <a:pt x="216037" y="52005"/>
                  <a:pt x="127114" y="95477"/>
                  <a:pt x="37112" y="136420"/>
                </a:cubicBezTo>
                <a:cubicBezTo>
                  <a:pt x="30188" y="139560"/>
                  <a:pt x="23154" y="142764"/>
                  <a:pt x="16922" y="147175"/>
                </a:cubicBezTo>
                <a:cubicBezTo>
                  <a:pt x="10690" y="151636"/>
                  <a:pt x="5217" y="157416"/>
                  <a:pt x="2448" y="164532"/>
                </a:cubicBezTo>
                <a:cubicBezTo>
                  <a:pt x="563" y="169314"/>
                  <a:pt x="0" y="174530"/>
                  <a:pt x="370" y="179618"/>
                </a:cubicBezTo>
                <a:cubicBezTo>
                  <a:pt x="757" y="184722"/>
                  <a:pt x="2077" y="189745"/>
                  <a:pt x="3833" y="194527"/>
                </a:cubicBezTo>
                <a:cubicBezTo>
                  <a:pt x="8372" y="206603"/>
                  <a:pt x="16037" y="217358"/>
                  <a:pt x="25406" y="226165"/>
                </a:cubicBezTo>
                <a:cubicBezTo>
                  <a:pt x="34778" y="235037"/>
                  <a:pt x="45791" y="242008"/>
                  <a:pt x="57367" y="247547"/>
                </a:cubicBezTo>
                <a:cubicBezTo>
                  <a:pt x="80632" y="258672"/>
                  <a:pt x="106103" y="263953"/>
                  <a:pt x="131075" y="270313"/>
                </a:cubicBezTo>
              </a:path>
            </a:pathLst>
          </a:custGeom>
          <a:solidFill xmlns:a="http://schemas.openxmlformats.org/drawingml/2006/main">
            <a:srgbClr val="BDBDBD">
              <a:alpha val="60000"/>
            </a:srgbClr>
          </a:solidFill>
          <a:ln xmlns:a="http://schemas.openxmlformats.org/drawingml/2006/main" w="0">
            <a:noFill/>
            <a:prstDash val="solid"/>
          </a:ln>
        </p:spPr>
      </p:sp>
      <p:sp>
        <p:nvSpPr>
          <p:cNvPr id="65" name="pdf-path-406">
            <a:extLst xmlns:a="http://schemas.openxmlformats.org/drawingml/2006/main">
              <a:ext uri="{FF2B5EF4-FFF2-40B4-BE49-F238E27FC236}">
                <a16:creationId xmlns:a16="http://schemas.microsoft.com/office/drawing/2014/main" id="{5C4D7FF0-81F8-4EA5-A8F0-A48D5594FAEC}"/>
              </a:ext>
            </a:extLst>
          </p:cNvPr>
          <p:cNvSpPr>
            <a:spLocks xmlns:a="http://schemas.openxmlformats.org/drawingml/2006/main" noGrp="1"/>
          </p:cNvSpPr>
          <p:nvPr/>
        </p:nvSpPr>
        <p:spPr>
          <a:xfrm xmlns:a="http://schemas.openxmlformats.org/drawingml/2006/main" rot="0">
            <a:off x="6899178" y="3204908"/>
            <a:ext cx="431817" cy="293970"/>
          </a:xfrm>
          <a:custGeom xmlns:a="http://schemas.openxmlformats.org/drawingml/2006/main">
            <a:pathLst>
              <a:path w="431817" h="293970">
                <a:moveTo>
                  <a:pt x="131070" y="270312"/>
                </a:moveTo>
                <a:cubicBezTo>
                  <a:pt x="171760" y="280627"/>
                  <a:pt x="213519" y="293970"/>
                  <a:pt x="254781" y="286616"/>
                </a:cubicBezTo>
                <a:cubicBezTo>
                  <a:pt x="273961" y="283216"/>
                  <a:pt x="292010" y="275474"/>
                  <a:pt x="310688" y="269875"/>
                </a:cubicBezTo>
                <a:cubicBezTo>
                  <a:pt x="321502" y="266616"/>
                  <a:pt x="332646" y="264099"/>
                  <a:pt x="343264" y="260127"/>
                </a:cubicBezTo>
                <a:cubicBezTo>
                  <a:pt x="372200" y="249244"/>
                  <a:pt x="396605" y="227306"/>
                  <a:pt x="411505" y="200258"/>
                </a:cubicBezTo>
                <a:cubicBezTo>
                  <a:pt x="426409" y="173155"/>
                  <a:pt x="431817" y="141203"/>
                  <a:pt x="427724" y="110573"/>
                </a:cubicBezTo>
                <a:cubicBezTo>
                  <a:pt x="426026" y="97617"/>
                  <a:pt x="422704" y="84920"/>
                  <a:pt x="421252" y="71961"/>
                </a:cubicBezTo>
                <a:cubicBezTo>
                  <a:pt x="420306" y="63846"/>
                  <a:pt x="420130" y="55606"/>
                  <a:pt x="419058" y="47423"/>
                </a:cubicBezTo>
                <a:cubicBezTo>
                  <a:pt x="418044" y="39312"/>
                  <a:pt x="416100" y="31145"/>
                  <a:pt x="411946" y="24097"/>
                </a:cubicBezTo>
                <a:cubicBezTo>
                  <a:pt x="407032" y="15858"/>
                  <a:pt x="399367" y="9442"/>
                  <a:pt x="390630" y="5538"/>
                </a:cubicBezTo>
                <a:cubicBezTo>
                  <a:pt x="381948" y="1584"/>
                  <a:pt x="372259" y="0"/>
                  <a:pt x="362701" y="200"/>
                </a:cubicBezTo>
                <a:cubicBezTo>
                  <a:pt x="343578" y="515"/>
                  <a:pt x="325336" y="7561"/>
                  <a:pt x="307605" y="14786"/>
                </a:cubicBezTo>
                <a:cubicBezTo>
                  <a:pt x="216031" y="52020"/>
                  <a:pt x="127100" y="95474"/>
                  <a:pt x="37099" y="136426"/>
                </a:cubicBezTo>
                <a:cubicBezTo>
                  <a:pt x="30181" y="139570"/>
                  <a:pt x="23140" y="142768"/>
                  <a:pt x="16917" y="147175"/>
                </a:cubicBezTo>
                <a:cubicBezTo>
                  <a:pt x="10692" y="151636"/>
                  <a:pt x="5220" y="157431"/>
                  <a:pt x="2457" y="164537"/>
                </a:cubicBezTo>
                <a:cubicBezTo>
                  <a:pt x="557" y="169314"/>
                  <a:pt x="0" y="174530"/>
                  <a:pt x="373" y="179626"/>
                </a:cubicBezTo>
                <a:cubicBezTo>
                  <a:pt x="745" y="184722"/>
                  <a:pt x="2082" y="189756"/>
                  <a:pt x="3835" y="194542"/>
                </a:cubicBezTo>
                <a:cubicBezTo>
                  <a:pt x="8358" y="206618"/>
                  <a:pt x="16041" y="217359"/>
                  <a:pt x="25410" y="226173"/>
                </a:cubicBezTo>
                <a:cubicBezTo>
                  <a:pt x="34778" y="235043"/>
                  <a:pt x="45788" y="242016"/>
                  <a:pt x="57353" y="247562"/>
                </a:cubicBezTo>
                <a:cubicBezTo>
                  <a:pt x="80629" y="258678"/>
                  <a:pt x="106102" y="263963"/>
                  <a:pt x="131070" y="270312"/>
                </a:cubicBezTo>
              </a:path>
            </a:pathLst>
          </a:custGeom>
          <a:noFill xmlns:a="http://schemas.openxmlformats.org/drawingml/2006/main"/>
          <a:ln xmlns:a="http://schemas.openxmlformats.org/drawingml/2006/main" w="5390">
            <a:solidFill>
              <a:srgbClr val="000000"/>
            </a:solidFill>
            <a:prstDash val="solid"/>
          </a:ln>
        </p:spPr>
      </p:sp>
      <p:sp>
        <p:nvSpPr>
          <p:cNvPr id="66" name="pdf-path-407">
            <a:extLst xmlns:a="http://schemas.openxmlformats.org/drawingml/2006/main">
              <a:ext uri="{FF2B5EF4-FFF2-40B4-BE49-F238E27FC236}">
                <a16:creationId xmlns:a16="http://schemas.microsoft.com/office/drawing/2014/main" id="{332DD9BB-6E20-4DD2-B849-A4005FE505DA}"/>
              </a:ext>
            </a:extLst>
          </p:cNvPr>
          <p:cNvSpPr>
            <a:spLocks xmlns:a="http://schemas.openxmlformats.org/drawingml/2006/main" noGrp="1"/>
          </p:cNvSpPr>
          <p:nvPr/>
        </p:nvSpPr>
        <p:spPr>
          <a:xfrm xmlns:a="http://schemas.openxmlformats.org/drawingml/2006/main" rot="0">
            <a:off x="7078360" y="3207624"/>
            <a:ext cx="247740" cy="282018"/>
          </a:xfrm>
          <a:custGeom xmlns:a="http://schemas.openxmlformats.org/drawingml/2006/main">
            <a:pathLst>
              <a:path w="247740" h="282018">
                <a:moveTo>
                  <a:pt x="69250" y="278798"/>
                </a:moveTo>
                <a:cubicBezTo>
                  <a:pt x="46660" y="262584"/>
                  <a:pt x="26856" y="233829"/>
                  <a:pt x="16407" y="201950"/>
                </a:cubicBezTo>
                <a:cubicBezTo>
                  <a:pt x="7423" y="174659"/>
                  <a:pt x="3591" y="148544"/>
                  <a:pt x="1578" y="100564"/>
                </a:cubicBezTo>
                <a:cubicBezTo>
                  <a:pt x="951" y="87233"/>
                  <a:pt x="434" y="75029"/>
                  <a:pt x="306" y="73402"/>
                </a:cubicBezTo>
                <a:cubicBezTo>
                  <a:pt x="0" y="70504"/>
                  <a:pt x="371" y="70311"/>
                  <a:pt x="23330" y="59942"/>
                </a:cubicBezTo>
                <a:cubicBezTo>
                  <a:pt x="73016" y="37353"/>
                  <a:pt x="129368" y="13524"/>
                  <a:pt x="147981" y="7036"/>
                </a:cubicBezTo>
                <a:cubicBezTo>
                  <a:pt x="163324" y="1755"/>
                  <a:pt x="172518" y="0"/>
                  <a:pt x="184786" y="0"/>
                </a:cubicBezTo>
                <a:cubicBezTo>
                  <a:pt x="201692" y="0"/>
                  <a:pt x="214589" y="4717"/>
                  <a:pt x="224282" y="14394"/>
                </a:cubicBezTo>
                <a:cubicBezTo>
                  <a:pt x="233587" y="23651"/>
                  <a:pt x="237162" y="34841"/>
                  <a:pt x="239303" y="60748"/>
                </a:cubicBezTo>
                <a:cubicBezTo>
                  <a:pt x="239867" y="67735"/>
                  <a:pt x="241444" y="79553"/>
                  <a:pt x="242765" y="87040"/>
                </a:cubicBezTo>
                <a:cubicBezTo>
                  <a:pt x="247224" y="111126"/>
                  <a:pt x="247740" y="116665"/>
                  <a:pt x="247113" y="133265"/>
                </a:cubicBezTo>
                <a:cubicBezTo>
                  <a:pt x="245791" y="170441"/>
                  <a:pt x="233136" y="200308"/>
                  <a:pt x="208052" y="225537"/>
                </a:cubicBezTo>
                <a:cubicBezTo>
                  <a:pt x="191195" y="242394"/>
                  <a:pt x="176156" y="251379"/>
                  <a:pt x="152328" y="258736"/>
                </a:cubicBezTo>
                <a:cubicBezTo>
                  <a:pt x="144777" y="261071"/>
                  <a:pt x="128676" y="266159"/>
                  <a:pt x="116472" y="270055"/>
                </a:cubicBezTo>
                <a:cubicBezTo>
                  <a:pt x="97361" y="276157"/>
                  <a:pt x="76849" y="282018"/>
                  <a:pt x="74465" y="282018"/>
                </a:cubicBezTo>
                <a:cubicBezTo>
                  <a:pt x="74031" y="282018"/>
                  <a:pt x="71696" y="280569"/>
                  <a:pt x="69250" y="278798"/>
                </a:cubicBezTo>
              </a:path>
            </a:pathLst>
          </a:custGeom>
          <a:solidFill xmlns:a="http://schemas.openxmlformats.org/drawingml/2006/main">
            <a:srgbClr val="4D4D4D">
              <a:alpha val="60000"/>
            </a:srgbClr>
          </a:solidFill>
          <a:ln xmlns:a="http://schemas.openxmlformats.org/drawingml/2006/main" w="0">
            <a:noFill/>
            <a:prstDash val="solid"/>
          </a:ln>
        </p:spPr>
      </p:sp>
      <p:sp>
        <p:nvSpPr>
          <p:cNvPr id="67" name="pdf-path-408">
            <a:extLst xmlns:a="http://schemas.openxmlformats.org/drawingml/2006/main">
              <a:ext uri="{FF2B5EF4-FFF2-40B4-BE49-F238E27FC236}">
                <a16:creationId xmlns:a16="http://schemas.microsoft.com/office/drawing/2014/main" id="{0FADC5BF-5676-48B5-89A2-4ABE88EAF834}"/>
              </a:ext>
            </a:extLst>
          </p:cNvPr>
          <p:cNvSpPr>
            <a:spLocks xmlns:a="http://schemas.openxmlformats.org/drawingml/2006/main" noGrp="1"/>
          </p:cNvSpPr>
          <p:nvPr/>
        </p:nvSpPr>
        <p:spPr>
          <a:xfrm xmlns:a="http://schemas.openxmlformats.org/drawingml/2006/main" rot="0">
            <a:off x="7078360" y="3207627"/>
            <a:ext cx="247740" cy="282009"/>
          </a:xfrm>
          <a:custGeom xmlns:a="http://schemas.openxmlformats.org/drawingml/2006/main">
            <a:pathLst>
              <a:path w="247740" h="282009">
                <a:moveTo>
                  <a:pt x="69250" y="278792"/>
                </a:moveTo>
                <a:cubicBezTo>
                  <a:pt x="46660" y="262579"/>
                  <a:pt x="26856" y="233836"/>
                  <a:pt x="16407" y="201941"/>
                </a:cubicBezTo>
                <a:cubicBezTo>
                  <a:pt x="7423" y="174646"/>
                  <a:pt x="3591" y="148556"/>
                  <a:pt x="1578" y="100560"/>
                </a:cubicBezTo>
                <a:cubicBezTo>
                  <a:pt x="951" y="87226"/>
                  <a:pt x="434" y="75034"/>
                  <a:pt x="306" y="73393"/>
                </a:cubicBezTo>
                <a:cubicBezTo>
                  <a:pt x="0" y="70498"/>
                  <a:pt x="371" y="70305"/>
                  <a:pt x="23330" y="59930"/>
                </a:cubicBezTo>
                <a:cubicBezTo>
                  <a:pt x="73016" y="37348"/>
                  <a:pt x="129368" y="13511"/>
                  <a:pt x="147981" y="7045"/>
                </a:cubicBezTo>
                <a:cubicBezTo>
                  <a:pt x="163324" y="1753"/>
                  <a:pt x="172518" y="0"/>
                  <a:pt x="184786" y="0"/>
                </a:cubicBezTo>
                <a:cubicBezTo>
                  <a:pt x="201692" y="0"/>
                  <a:pt x="214589" y="4713"/>
                  <a:pt x="224282" y="14395"/>
                </a:cubicBezTo>
                <a:cubicBezTo>
                  <a:pt x="233587" y="23644"/>
                  <a:pt x="237162" y="34839"/>
                  <a:pt x="239303" y="60751"/>
                </a:cubicBezTo>
                <a:cubicBezTo>
                  <a:pt x="239867" y="67732"/>
                  <a:pt x="241444" y="79554"/>
                  <a:pt x="242765" y="87033"/>
                </a:cubicBezTo>
                <a:cubicBezTo>
                  <a:pt x="247224" y="111128"/>
                  <a:pt x="247740" y="116661"/>
                  <a:pt x="247113" y="133259"/>
                </a:cubicBezTo>
                <a:cubicBezTo>
                  <a:pt x="245791" y="170431"/>
                  <a:pt x="233136" y="200316"/>
                  <a:pt x="208052" y="225537"/>
                </a:cubicBezTo>
                <a:cubicBezTo>
                  <a:pt x="191195" y="242393"/>
                  <a:pt x="176156" y="251385"/>
                  <a:pt x="152328" y="258735"/>
                </a:cubicBezTo>
                <a:cubicBezTo>
                  <a:pt x="144777" y="261067"/>
                  <a:pt x="128676" y="266166"/>
                  <a:pt x="116472" y="270059"/>
                </a:cubicBezTo>
                <a:cubicBezTo>
                  <a:pt x="97361" y="276155"/>
                  <a:pt x="76849" y="282009"/>
                  <a:pt x="74465" y="282009"/>
                </a:cubicBezTo>
                <a:cubicBezTo>
                  <a:pt x="74031" y="282009"/>
                  <a:pt x="71696" y="280562"/>
                  <a:pt x="69250" y="278792"/>
                </a:cubicBezTo>
              </a:path>
            </a:pathLst>
          </a:custGeom>
          <a:noFill xmlns:a="http://schemas.openxmlformats.org/drawingml/2006/main"/>
          <a:ln xmlns:a="http://schemas.openxmlformats.org/drawingml/2006/main" w="318">
            <a:solidFill>
              <a:srgbClr val="000000"/>
            </a:solidFill>
            <a:prstDash val="solid"/>
          </a:ln>
        </p:spPr>
      </p:sp>
      <p:sp>
        <p:nvSpPr>
          <p:cNvPr id="68" name="pdf-path-409">
            <a:extLst xmlns:a="http://schemas.openxmlformats.org/drawingml/2006/main">
              <a:ext uri="{FF2B5EF4-FFF2-40B4-BE49-F238E27FC236}">
                <a16:creationId xmlns:a16="http://schemas.microsoft.com/office/drawing/2014/main" id="{5DFA0120-F8A9-43B4-8D41-ACB50ED6936C}"/>
              </a:ext>
            </a:extLst>
          </p:cNvPr>
          <p:cNvSpPr>
            <a:spLocks xmlns:a="http://schemas.openxmlformats.org/drawingml/2006/main" noGrp="1"/>
          </p:cNvSpPr>
          <p:nvPr/>
        </p:nvSpPr>
        <p:spPr>
          <a:xfrm xmlns:a="http://schemas.openxmlformats.org/drawingml/2006/main" rot="0">
            <a:off x="7048236" y="3280383"/>
            <a:ext cx="77298" cy="191823"/>
          </a:xfrm>
          <a:custGeom xmlns:a="http://schemas.openxmlformats.org/drawingml/2006/main">
            <a:pathLst>
              <a:path w="77298" h="191823">
                <a:moveTo>
                  <a:pt x="65594" y="182709"/>
                </a:moveTo>
                <a:cubicBezTo>
                  <a:pt x="28369" y="151764"/>
                  <a:pt x="10432" y="124345"/>
                  <a:pt x="2253" y="85977"/>
                </a:cubicBezTo>
                <a:cubicBezTo>
                  <a:pt x="370" y="77299"/>
                  <a:pt x="0" y="72146"/>
                  <a:pt x="0" y="57672"/>
                </a:cubicBezTo>
                <a:cubicBezTo>
                  <a:pt x="0" y="39446"/>
                  <a:pt x="1385" y="29689"/>
                  <a:pt x="6167" y="13846"/>
                </a:cubicBezTo>
                <a:lnTo>
                  <a:pt x="7921" y="7937"/>
                </a:lnTo>
                <a:lnTo>
                  <a:pt x="16793" y="3848"/>
                </a:lnTo>
                <a:cubicBezTo>
                  <a:pt x="21703" y="1578"/>
                  <a:pt x="25906" y="0"/>
                  <a:pt x="26293" y="322"/>
                </a:cubicBezTo>
                <a:cubicBezTo>
                  <a:pt x="26598" y="644"/>
                  <a:pt x="27483" y="14039"/>
                  <a:pt x="28240" y="30011"/>
                </a:cubicBezTo>
                <a:cubicBezTo>
                  <a:pt x="30494" y="77234"/>
                  <a:pt x="34406" y="103849"/>
                  <a:pt x="42828" y="129562"/>
                </a:cubicBezTo>
                <a:cubicBezTo>
                  <a:pt x="49622" y="150251"/>
                  <a:pt x="62260" y="173838"/>
                  <a:pt x="73209" y="186300"/>
                </a:cubicBezTo>
                <a:cubicBezTo>
                  <a:pt x="75592" y="188940"/>
                  <a:pt x="77298" y="191323"/>
                  <a:pt x="77106" y="191581"/>
                </a:cubicBezTo>
                <a:cubicBezTo>
                  <a:pt x="76784" y="191823"/>
                  <a:pt x="71696" y="187797"/>
                  <a:pt x="65594" y="182709"/>
                </a:cubicBezTo>
              </a:path>
            </a:pathLst>
          </a:custGeom>
          <a:solidFill xmlns:a="http://schemas.openxmlformats.org/drawingml/2006/main">
            <a:srgbClr val="999999">
              <a:alpha val="60000"/>
            </a:srgbClr>
          </a:solidFill>
          <a:ln xmlns:a="http://schemas.openxmlformats.org/drawingml/2006/main" w="0">
            <a:noFill/>
            <a:prstDash val="solid"/>
          </a:ln>
        </p:spPr>
      </p:sp>
      <p:sp>
        <p:nvSpPr>
          <p:cNvPr id="69" name="pdf-path-410">
            <a:extLst xmlns:a="http://schemas.openxmlformats.org/drawingml/2006/main">
              <a:ext uri="{FF2B5EF4-FFF2-40B4-BE49-F238E27FC236}">
                <a16:creationId xmlns:a16="http://schemas.microsoft.com/office/drawing/2014/main" id="{170E4BBC-5EC9-466A-B3DC-3AFFB53E813E}"/>
              </a:ext>
            </a:extLst>
          </p:cNvPr>
          <p:cNvSpPr>
            <a:spLocks xmlns:a="http://schemas.openxmlformats.org/drawingml/2006/main" noGrp="1"/>
          </p:cNvSpPr>
          <p:nvPr/>
        </p:nvSpPr>
        <p:spPr>
          <a:xfrm xmlns:a="http://schemas.openxmlformats.org/drawingml/2006/main" rot="0">
            <a:off x="7048236" y="3280393"/>
            <a:ext cx="77298" cy="191823"/>
          </a:xfrm>
          <a:custGeom xmlns:a="http://schemas.openxmlformats.org/drawingml/2006/main">
            <a:pathLst>
              <a:path w="77298" h="191823">
                <a:moveTo>
                  <a:pt x="65594" y="182704"/>
                </a:moveTo>
                <a:cubicBezTo>
                  <a:pt x="28369" y="151757"/>
                  <a:pt x="10432" y="124333"/>
                  <a:pt x="2253" y="85972"/>
                </a:cubicBezTo>
                <a:cubicBezTo>
                  <a:pt x="370" y="77286"/>
                  <a:pt x="0" y="72139"/>
                  <a:pt x="0" y="57663"/>
                </a:cubicBezTo>
                <a:cubicBezTo>
                  <a:pt x="0" y="39423"/>
                  <a:pt x="1385" y="29676"/>
                  <a:pt x="6167" y="13832"/>
                </a:cubicBezTo>
                <a:lnTo>
                  <a:pt x="7921" y="7930"/>
                </a:lnTo>
                <a:lnTo>
                  <a:pt x="16793" y="3828"/>
                </a:lnTo>
                <a:cubicBezTo>
                  <a:pt x="21703" y="1576"/>
                  <a:pt x="25906" y="0"/>
                  <a:pt x="26293" y="306"/>
                </a:cubicBezTo>
                <a:cubicBezTo>
                  <a:pt x="26598" y="627"/>
                  <a:pt x="27483" y="14026"/>
                  <a:pt x="28240" y="29997"/>
                </a:cubicBezTo>
                <a:cubicBezTo>
                  <a:pt x="30494" y="77222"/>
                  <a:pt x="34406" y="103825"/>
                  <a:pt x="42828" y="129560"/>
                </a:cubicBezTo>
                <a:cubicBezTo>
                  <a:pt x="49622" y="150245"/>
                  <a:pt x="62260" y="173825"/>
                  <a:pt x="73209" y="186291"/>
                </a:cubicBezTo>
                <a:cubicBezTo>
                  <a:pt x="75592" y="188929"/>
                  <a:pt x="77298" y="191325"/>
                  <a:pt x="77106" y="191566"/>
                </a:cubicBezTo>
                <a:cubicBezTo>
                  <a:pt x="76784" y="191823"/>
                  <a:pt x="71696" y="187802"/>
                  <a:pt x="65594" y="182704"/>
                </a:cubicBezTo>
              </a:path>
            </a:pathLst>
          </a:custGeom>
          <a:noFill xmlns:a="http://schemas.openxmlformats.org/drawingml/2006/main"/>
          <a:ln xmlns:a="http://schemas.openxmlformats.org/drawingml/2006/main" w="318">
            <a:solidFill>
              <a:srgbClr val="000000"/>
            </a:solidFill>
            <a:prstDash val="solid"/>
          </a:ln>
        </p:spPr>
      </p:sp>
      <p:sp>
        <p:nvSpPr>
          <p:cNvPr id="70" name="pdf-path-411">
            <a:extLst xmlns:a="http://schemas.openxmlformats.org/drawingml/2006/main">
              <a:ext uri="{FF2B5EF4-FFF2-40B4-BE49-F238E27FC236}">
                <a16:creationId xmlns:a16="http://schemas.microsoft.com/office/drawing/2014/main" id="{6F548891-234D-4A1D-B957-524743023F75}"/>
              </a:ext>
            </a:extLst>
          </p:cNvPr>
          <p:cNvSpPr>
            <a:spLocks xmlns:a="http://schemas.openxmlformats.org/drawingml/2006/main" noGrp="1"/>
          </p:cNvSpPr>
          <p:nvPr/>
        </p:nvSpPr>
        <p:spPr>
          <a:xfrm xmlns:a="http://schemas.openxmlformats.org/drawingml/2006/main" rot="0">
            <a:off x="7074898" y="3184922"/>
            <a:ext cx="286735" cy="323139"/>
          </a:xfrm>
          <a:custGeom xmlns:a="http://schemas.openxmlformats.org/drawingml/2006/main">
            <a:pathLst>
              <a:path w="286735" h="323139">
                <a:moveTo>
                  <a:pt x="122703" y="321818"/>
                </a:moveTo>
                <a:cubicBezTo>
                  <a:pt x="110757" y="320305"/>
                  <a:pt x="93143" y="314589"/>
                  <a:pt x="85655" y="309872"/>
                </a:cubicBezTo>
                <a:lnTo>
                  <a:pt x="82774" y="308052"/>
                </a:lnTo>
                <a:lnTo>
                  <a:pt x="89681" y="306346"/>
                </a:lnTo>
                <a:cubicBezTo>
                  <a:pt x="93465" y="305412"/>
                  <a:pt x="107053" y="301258"/>
                  <a:pt x="119869" y="297168"/>
                </a:cubicBezTo>
                <a:cubicBezTo>
                  <a:pt x="132637" y="293079"/>
                  <a:pt x="148802" y="288040"/>
                  <a:pt x="155790" y="286027"/>
                </a:cubicBezTo>
                <a:cubicBezTo>
                  <a:pt x="180198" y="278926"/>
                  <a:pt x="196604" y="269299"/>
                  <a:pt x="214091" y="251813"/>
                </a:cubicBezTo>
                <a:cubicBezTo>
                  <a:pt x="230255" y="235600"/>
                  <a:pt x="240688" y="218855"/>
                  <a:pt x="247611" y="198102"/>
                </a:cubicBezTo>
                <a:cubicBezTo>
                  <a:pt x="253456" y="180745"/>
                  <a:pt x="254406" y="173838"/>
                  <a:pt x="254406" y="150557"/>
                </a:cubicBezTo>
                <a:cubicBezTo>
                  <a:pt x="254471" y="130817"/>
                  <a:pt x="254148" y="128177"/>
                  <a:pt x="251138" y="112205"/>
                </a:cubicBezTo>
                <a:cubicBezTo>
                  <a:pt x="249367" y="102705"/>
                  <a:pt x="247418" y="89052"/>
                  <a:pt x="246855" y="81888"/>
                </a:cubicBezTo>
                <a:cubicBezTo>
                  <a:pt x="244714" y="55402"/>
                  <a:pt x="240945" y="44083"/>
                  <a:pt x="230818" y="34020"/>
                </a:cubicBezTo>
                <a:cubicBezTo>
                  <a:pt x="220562" y="23764"/>
                  <a:pt x="206298" y="18419"/>
                  <a:pt x="189182" y="18355"/>
                </a:cubicBezTo>
                <a:cubicBezTo>
                  <a:pt x="169878" y="18291"/>
                  <a:pt x="156418" y="22203"/>
                  <a:pt x="113268" y="40187"/>
                </a:cubicBezTo>
                <a:cubicBezTo>
                  <a:pt x="85978" y="51570"/>
                  <a:pt x="33522" y="74594"/>
                  <a:pt x="13719" y="83771"/>
                </a:cubicBezTo>
                <a:cubicBezTo>
                  <a:pt x="8244" y="86348"/>
                  <a:pt x="3591" y="88296"/>
                  <a:pt x="3397" y="88167"/>
                </a:cubicBezTo>
                <a:cubicBezTo>
                  <a:pt x="3268" y="88103"/>
                  <a:pt x="2400" y="83208"/>
                  <a:pt x="1578" y="77476"/>
                </a:cubicBezTo>
                <a:lnTo>
                  <a:pt x="0" y="67043"/>
                </a:lnTo>
                <a:lnTo>
                  <a:pt x="2400" y="63517"/>
                </a:lnTo>
                <a:cubicBezTo>
                  <a:pt x="7358" y="56223"/>
                  <a:pt x="18741" y="43826"/>
                  <a:pt x="26164" y="37611"/>
                </a:cubicBezTo>
                <a:cubicBezTo>
                  <a:pt x="52826" y="15151"/>
                  <a:pt x="77927" y="7728"/>
                  <a:pt x="142635" y="3140"/>
                </a:cubicBezTo>
                <a:cubicBezTo>
                  <a:pt x="186800" y="0"/>
                  <a:pt x="203270" y="177"/>
                  <a:pt x="213462" y="4089"/>
                </a:cubicBezTo>
                <a:cubicBezTo>
                  <a:pt x="215974" y="5023"/>
                  <a:pt x="223655" y="6665"/>
                  <a:pt x="230497" y="7664"/>
                </a:cubicBezTo>
                <a:cubicBezTo>
                  <a:pt x="249818" y="10626"/>
                  <a:pt x="258801" y="16600"/>
                  <a:pt x="267673" y="32378"/>
                </a:cubicBezTo>
                <a:cubicBezTo>
                  <a:pt x="285222" y="63774"/>
                  <a:pt x="286735" y="111126"/>
                  <a:pt x="271762" y="159685"/>
                </a:cubicBezTo>
                <a:cubicBezTo>
                  <a:pt x="264662" y="182629"/>
                  <a:pt x="246790" y="226471"/>
                  <a:pt x="235601" y="248239"/>
                </a:cubicBezTo>
                <a:cubicBezTo>
                  <a:pt x="214026" y="290374"/>
                  <a:pt x="182839" y="316038"/>
                  <a:pt x="146725" y="321512"/>
                </a:cubicBezTo>
                <a:cubicBezTo>
                  <a:pt x="136227" y="323074"/>
                  <a:pt x="132332" y="323139"/>
                  <a:pt x="122703" y="321818"/>
                </a:cubicBezTo>
              </a:path>
            </a:pathLst>
          </a:custGeom>
          <a:solidFill xmlns:a="http://schemas.openxmlformats.org/drawingml/2006/main">
            <a:srgbClr val="999999">
              <a:alpha val="60000"/>
            </a:srgbClr>
          </a:solidFill>
          <a:ln xmlns:a="http://schemas.openxmlformats.org/drawingml/2006/main" w="0">
            <a:noFill/>
            <a:prstDash val="solid"/>
          </a:ln>
        </p:spPr>
      </p:sp>
      <p:sp>
        <p:nvSpPr>
          <p:cNvPr id="71" name="pdf-path-412">
            <a:extLst xmlns:a="http://schemas.openxmlformats.org/drawingml/2006/main">
              <a:ext uri="{FF2B5EF4-FFF2-40B4-BE49-F238E27FC236}">
                <a16:creationId xmlns:a16="http://schemas.microsoft.com/office/drawing/2014/main" id="{55AC3421-1EB7-4477-AE2B-5E4DCEE0AB5B}"/>
              </a:ext>
            </a:extLst>
          </p:cNvPr>
          <p:cNvSpPr>
            <a:spLocks xmlns:a="http://schemas.openxmlformats.org/drawingml/2006/main" noGrp="1"/>
          </p:cNvSpPr>
          <p:nvPr/>
        </p:nvSpPr>
        <p:spPr>
          <a:xfrm xmlns:a="http://schemas.openxmlformats.org/drawingml/2006/main" rot="0">
            <a:off x="7074898" y="3184915"/>
            <a:ext cx="286735" cy="323154"/>
          </a:xfrm>
          <a:custGeom xmlns:a="http://schemas.openxmlformats.org/drawingml/2006/main">
            <a:pathLst>
              <a:path w="286735" h="323154">
                <a:moveTo>
                  <a:pt x="122703" y="321819"/>
                </a:moveTo>
                <a:cubicBezTo>
                  <a:pt x="110757" y="320323"/>
                  <a:pt x="93143" y="314597"/>
                  <a:pt x="85655" y="309884"/>
                </a:cubicBezTo>
                <a:lnTo>
                  <a:pt x="82774" y="308051"/>
                </a:lnTo>
                <a:lnTo>
                  <a:pt x="89681" y="306362"/>
                </a:lnTo>
                <a:cubicBezTo>
                  <a:pt x="93465" y="305413"/>
                  <a:pt x="107053" y="301263"/>
                  <a:pt x="119869" y="297178"/>
                </a:cubicBezTo>
                <a:cubicBezTo>
                  <a:pt x="132637" y="293092"/>
                  <a:pt x="148802" y="288057"/>
                  <a:pt x="155790" y="286047"/>
                </a:cubicBezTo>
                <a:cubicBezTo>
                  <a:pt x="180198" y="278938"/>
                  <a:pt x="196604" y="269303"/>
                  <a:pt x="214091" y="251819"/>
                </a:cubicBezTo>
                <a:cubicBezTo>
                  <a:pt x="230255" y="235606"/>
                  <a:pt x="240688" y="218878"/>
                  <a:pt x="247611" y="198113"/>
                </a:cubicBezTo>
                <a:cubicBezTo>
                  <a:pt x="253456" y="180758"/>
                  <a:pt x="254406" y="173842"/>
                  <a:pt x="254406" y="150567"/>
                </a:cubicBezTo>
                <a:cubicBezTo>
                  <a:pt x="254471" y="130815"/>
                  <a:pt x="254148" y="128178"/>
                  <a:pt x="251138" y="112206"/>
                </a:cubicBezTo>
                <a:cubicBezTo>
                  <a:pt x="249367" y="102700"/>
                  <a:pt x="247418" y="89061"/>
                  <a:pt x="246855" y="81886"/>
                </a:cubicBezTo>
                <a:cubicBezTo>
                  <a:pt x="244714" y="55412"/>
                  <a:pt x="240945" y="44088"/>
                  <a:pt x="230818" y="34035"/>
                </a:cubicBezTo>
                <a:cubicBezTo>
                  <a:pt x="220562" y="23773"/>
                  <a:pt x="206298" y="18433"/>
                  <a:pt x="189182" y="18369"/>
                </a:cubicBezTo>
                <a:cubicBezTo>
                  <a:pt x="169878" y="18305"/>
                  <a:pt x="156418" y="22197"/>
                  <a:pt x="113268" y="40195"/>
                </a:cubicBezTo>
                <a:cubicBezTo>
                  <a:pt x="85978" y="51583"/>
                  <a:pt x="33522" y="74600"/>
                  <a:pt x="13719" y="83785"/>
                </a:cubicBezTo>
                <a:cubicBezTo>
                  <a:pt x="8244" y="86358"/>
                  <a:pt x="3591" y="88304"/>
                  <a:pt x="3397" y="88175"/>
                </a:cubicBezTo>
                <a:cubicBezTo>
                  <a:pt x="3268" y="88111"/>
                  <a:pt x="2400" y="83205"/>
                  <a:pt x="1578" y="77495"/>
                </a:cubicBezTo>
                <a:lnTo>
                  <a:pt x="0" y="67040"/>
                </a:lnTo>
                <a:lnTo>
                  <a:pt x="2400" y="63518"/>
                </a:lnTo>
                <a:cubicBezTo>
                  <a:pt x="7358" y="56232"/>
                  <a:pt x="18741" y="43847"/>
                  <a:pt x="26164" y="37606"/>
                </a:cubicBezTo>
                <a:cubicBezTo>
                  <a:pt x="52826" y="15168"/>
                  <a:pt x="77927" y="7737"/>
                  <a:pt x="142635" y="3153"/>
                </a:cubicBezTo>
                <a:cubicBezTo>
                  <a:pt x="186800" y="0"/>
                  <a:pt x="203270" y="193"/>
                  <a:pt x="213462" y="4086"/>
                </a:cubicBezTo>
                <a:cubicBezTo>
                  <a:pt x="215974" y="5035"/>
                  <a:pt x="223655" y="6675"/>
                  <a:pt x="230497" y="7673"/>
                </a:cubicBezTo>
                <a:cubicBezTo>
                  <a:pt x="249818" y="10632"/>
                  <a:pt x="258801" y="16600"/>
                  <a:pt x="267673" y="32395"/>
                </a:cubicBezTo>
                <a:cubicBezTo>
                  <a:pt x="285222" y="63775"/>
                  <a:pt x="286735" y="111128"/>
                  <a:pt x="271762" y="159687"/>
                </a:cubicBezTo>
                <a:cubicBezTo>
                  <a:pt x="264662" y="182640"/>
                  <a:pt x="246790" y="226486"/>
                  <a:pt x="235601" y="248248"/>
                </a:cubicBezTo>
                <a:cubicBezTo>
                  <a:pt x="214026" y="290374"/>
                  <a:pt x="182839" y="316045"/>
                  <a:pt x="146725" y="321514"/>
                </a:cubicBezTo>
                <a:cubicBezTo>
                  <a:pt x="136227" y="323089"/>
                  <a:pt x="132332" y="323154"/>
                  <a:pt x="122703" y="321819"/>
                </a:cubicBezTo>
              </a:path>
            </a:pathLst>
          </a:custGeom>
          <a:noFill xmlns:a="http://schemas.openxmlformats.org/drawingml/2006/main"/>
          <a:ln xmlns:a="http://schemas.openxmlformats.org/drawingml/2006/main" w="318">
            <a:solidFill>
              <a:srgbClr val="000000"/>
            </a:solidFill>
            <a:prstDash val="solid"/>
          </a:ln>
        </p:spPr>
      </p:sp>
      <p:sp>
        <p:nvSpPr>
          <p:cNvPr id="72" name="pdf-path-413">
            <a:extLst xmlns:a="http://schemas.openxmlformats.org/drawingml/2006/main">
              <a:ext uri="{FF2B5EF4-FFF2-40B4-BE49-F238E27FC236}">
                <a16:creationId xmlns:a16="http://schemas.microsoft.com/office/drawing/2014/main" id="{1FDEE896-22D9-463B-B9D9-009DD1A17E33}"/>
              </a:ext>
            </a:extLst>
          </p:cNvPr>
          <p:cNvSpPr>
            <a:spLocks xmlns:a="http://schemas.openxmlformats.org/drawingml/2006/main" noGrp="1"/>
          </p:cNvSpPr>
          <p:nvPr/>
        </p:nvSpPr>
        <p:spPr>
          <a:xfrm xmlns:a="http://schemas.openxmlformats.org/drawingml/2006/main" rot="0">
            <a:off x="7059491" y="3257117"/>
            <a:ext cx="15279" cy="24714"/>
          </a:xfrm>
          <a:custGeom xmlns:a="http://schemas.openxmlformats.org/drawingml/2006/main">
            <a:pathLst>
              <a:path w="15279" h="24714">
                <a:moveTo>
                  <a:pt x="194" y="23330"/>
                </a:moveTo>
                <a:cubicBezTo>
                  <a:pt x="194" y="21253"/>
                  <a:pt x="11512" y="0"/>
                  <a:pt x="12332" y="564"/>
                </a:cubicBezTo>
                <a:cubicBezTo>
                  <a:pt x="12703" y="821"/>
                  <a:pt x="13460" y="4090"/>
                  <a:pt x="13831" y="7858"/>
                </a:cubicBezTo>
                <a:cubicBezTo>
                  <a:pt x="14216" y="11641"/>
                  <a:pt x="14716" y="15409"/>
                  <a:pt x="14973" y="16358"/>
                </a:cubicBezTo>
                <a:cubicBezTo>
                  <a:pt x="15279" y="17550"/>
                  <a:pt x="13782" y="18677"/>
                  <a:pt x="9064" y="20754"/>
                </a:cubicBezTo>
                <a:cubicBezTo>
                  <a:pt x="0" y="24714"/>
                  <a:pt x="194" y="24650"/>
                  <a:pt x="194" y="23330"/>
                </a:cubicBezTo>
              </a:path>
            </a:pathLst>
          </a:custGeom>
          <a:solidFill xmlns:a="http://schemas.openxmlformats.org/drawingml/2006/main">
            <a:srgbClr val="4D4D4D">
              <a:alpha val="60000"/>
            </a:srgbClr>
          </a:solidFill>
          <a:ln xmlns:a="http://schemas.openxmlformats.org/drawingml/2006/main" w="0">
            <a:noFill/>
            <a:prstDash val="solid"/>
          </a:ln>
        </p:spPr>
      </p:sp>
      <p:sp>
        <p:nvSpPr>
          <p:cNvPr id="73" name="pdf-path-414">
            <a:extLst xmlns:a="http://schemas.openxmlformats.org/drawingml/2006/main">
              <a:ext uri="{FF2B5EF4-FFF2-40B4-BE49-F238E27FC236}">
                <a16:creationId xmlns:a16="http://schemas.microsoft.com/office/drawing/2014/main" id="{4AF7D3D9-8517-473B-91C8-FF0BB45311E5}"/>
              </a:ext>
            </a:extLst>
          </p:cNvPr>
          <p:cNvSpPr>
            <a:spLocks xmlns:a="http://schemas.openxmlformats.org/drawingml/2006/main" noGrp="1"/>
          </p:cNvSpPr>
          <p:nvPr/>
        </p:nvSpPr>
        <p:spPr>
          <a:xfrm xmlns:a="http://schemas.openxmlformats.org/drawingml/2006/main" rot="0">
            <a:off x="7059491" y="3257118"/>
            <a:ext cx="15279" cy="24722"/>
          </a:xfrm>
          <a:custGeom xmlns:a="http://schemas.openxmlformats.org/drawingml/2006/main">
            <a:pathLst>
              <a:path w="15279" h="24722">
                <a:moveTo>
                  <a:pt x="194" y="23338"/>
                </a:moveTo>
                <a:cubicBezTo>
                  <a:pt x="194" y="21264"/>
                  <a:pt x="11512" y="0"/>
                  <a:pt x="12332" y="563"/>
                </a:cubicBezTo>
                <a:cubicBezTo>
                  <a:pt x="12703" y="820"/>
                  <a:pt x="13460" y="4086"/>
                  <a:pt x="13831" y="7865"/>
                </a:cubicBezTo>
                <a:cubicBezTo>
                  <a:pt x="14216" y="11629"/>
                  <a:pt x="14716" y="15409"/>
                  <a:pt x="14973" y="16358"/>
                </a:cubicBezTo>
                <a:cubicBezTo>
                  <a:pt x="15279" y="17548"/>
                  <a:pt x="13782" y="18674"/>
                  <a:pt x="9064" y="20749"/>
                </a:cubicBezTo>
                <a:cubicBezTo>
                  <a:pt x="0" y="24722"/>
                  <a:pt x="194" y="24657"/>
                  <a:pt x="194" y="23338"/>
                </a:cubicBezTo>
              </a:path>
            </a:pathLst>
          </a:custGeom>
          <a:noFill xmlns:a="http://schemas.openxmlformats.org/drawingml/2006/main"/>
          <a:ln xmlns:a="http://schemas.openxmlformats.org/drawingml/2006/main" w="318">
            <a:solidFill>
              <a:srgbClr val="000000"/>
            </a:solidFill>
            <a:prstDash val="solid"/>
          </a:ln>
        </p:spPr>
      </p:sp>
      <p:sp>
        <p:nvSpPr>
          <p:cNvPr id="74" name="pdf-path-415">
            <a:extLst xmlns:a="http://schemas.openxmlformats.org/drawingml/2006/main">
              <a:ext uri="{FF2B5EF4-FFF2-40B4-BE49-F238E27FC236}">
                <a16:creationId xmlns:a16="http://schemas.microsoft.com/office/drawing/2014/main" id="{74E87D7C-F629-477F-9051-A5DD02D3A5F5}"/>
              </a:ext>
            </a:extLst>
          </p:cNvPr>
          <p:cNvSpPr>
            <a:spLocks xmlns:a="http://schemas.openxmlformats.org/drawingml/2006/main" noGrp="1"/>
          </p:cNvSpPr>
          <p:nvPr/>
        </p:nvSpPr>
        <p:spPr>
          <a:xfrm xmlns:a="http://schemas.openxmlformats.org/drawingml/2006/main" rot="0">
            <a:off x="7079551" y="3208059"/>
            <a:ext cx="245293" cy="280504"/>
          </a:xfrm>
          <a:custGeom xmlns:a="http://schemas.openxmlformats.org/drawingml/2006/main">
            <a:pathLst>
              <a:path w="245293" h="280504">
                <a:moveTo>
                  <a:pt x="67171" y="276914"/>
                </a:moveTo>
                <a:cubicBezTo>
                  <a:pt x="62584" y="273340"/>
                  <a:pt x="43778" y="255291"/>
                  <a:pt x="44599" y="255291"/>
                </a:cubicBezTo>
                <a:cubicBezTo>
                  <a:pt x="44905" y="255291"/>
                  <a:pt x="43714" y="253584"/>
                  <a:pt x="42072" y="251507"/>
                </a:cubicBezTo>
                <a:cubicBezTo>
                  <a:pt x="40445" y="249430"/>
                  <a:pt x="36920" y="244342"/>
                  <a:pt x="34214" y="240124"/>
                </a:cubicBezTo>
                <a:cubicBezTo>
                  <a:pt x="31573" y="235970"/>
                  <a:pt x="29062" y="232331"/>
                  <a:pt x="28612" y="232074"/>
                </a:cubicBezTo>
                <a:cubicBezTo>
                  <a:pt x="28241" y="231768"/>
                  <a:pt x="27870" y="231076"/>
                  <a:pt x="27870" y="230512"/>
                </a:cubicBezTo>
                <a:cubicBezTo>
                  <a:pt x="27807" y="228242"/>
                  <a:pt x="23265" y="220063"/>
                  <a:pt x="22461" y="220562"/>
                </a:cubicBezTo>
                <a:cubicBezTo>
                  <a:pt x="21946" y="220884"/>
                  <a:pt x="21575" y="220514"/>
                  <a:pt x="21704" y="219757"/>
                </a:cubicBezTo>
                <a:cubicBezTo>
                  <a:pt x="22075" y="217052"/>
                  <a:pt x="21641" y="214911"/>
                  <a:pt x="20384" y="213655"/>
                </a:cubicBezTo>
                <a:cubicBezTo>
                  <a:pt x="19692" y="212898"/>
                  <a:pt x="18935" y="211385"/>
                  <a:pt x="18741" y="210258"/>
                </a:cubicBezTo>
                <a:cubicBezTo>
                  <a:pt x="18613" y="209179"/>
                  <a:pt x="17985" y="208116"/>
                  <a:pt x="17550" y="207923"/>
                </a:cubicBezTo>
                <a:cubicBezTo>
                  <a:pt x="17116" y="207859"/>
                  <a:pt x="16922" y="206989"/>
                  <a:pt x="17228" y="206168"/>
                </a:cubicBezTo>
                <a:cubicBezTo>
                  <a:pt x="17550" y="205347"/>
                  <a:pt x="17228" y="204719"/>
                  <a:pt x="16728" y="204719"/>
                </a:cubicBezTo>
                <a:cubicBezTo>
                  <a:pt x="16100" y="204719"/>
                  <a:pt x="15908" y="203962"/>
                  <a:pt x="16294" y="203206"/>
                </a:cubicBezTo>
                <a:cubicBezTo>
                  <a:pt x="16600" y="202400"/>
                  <a:pt x="16423" y="201708"/>
                  <a:pt x="15908" y="201708"/>
                </a:cubicBezTo>
                <a:cubicBezTo>
                  <a:pt x="15473" y="201708"/>
                  <a:pt x="15038" y="200629"/>
                  <a:pt x="14909" y="199438"/>
                </a:cubicBezTo>
                <a:cubicBezTo>
                  <a:pt x="14845" y="198182"/>
                  <a:pt x="14153" y="195783"/>
                  <a:pt x="13460" y="194093"/>
                </a:cubicBezTo>
                <a:cubicBezTo>
                  <a:pt x="12832" y="192450"/>
                  <a:pt x="12334" y="190502"/>
                  <a:pt x="12398" y="189810"/>
                </a:cubicBezTo>
                <a:cubicBezTo>
                  <a:pt x="12462" y="189053"/>
                  <a:pt x="12141" y="188554"/>
                  <a:pt x="11706" y="188554"/>
                </a:cubicBezTo>
                <a:cubicBezTo>
                  <a:pt x="11190" y="188554"/>
                  <a:pt x="10949" y="187620"/>
                  <a:pt x="11255" y="186542"/>
                </a:cubicBezTo>
                <a:cubicBezTo>
                  <a:pt x="11641" y="185479"/>
                  <a:pt x="11319" y="184529"/>
                  <a:pt x="10627" y="184529"/>
                </a:cubicBezTo>
                <a:cubicBezTo>
                  <a:pt x="9999" y="184529"/>
                  <a:pt x="9822" y="183772"/>
                  <a:pt x="10192" y="182967"/>
                </a:cubicBezTo>
                <a:cubicBezTo>
                  <a:pt x="10514" y="182146"/>
                  <a:pt x="10257" y="180826"/>
                  <a:pt x="9757" y="180069"/>
                </a:cubicBezTo>
                <a:cubicBezTo>
                  <a:pt x="9129" y="179376"/>
                  <a:pt x="8807" y="178555"/>
                  <a:pt x="9000" y="178298"/>
                </a:cubicBezTo>
                <a:cubicBezTo>
                  <a:pt x="9243" y="178056"/>
                  <a:pt x="8679" y="174724"/>
                  <a:pt x="7922" y="170827"/>
                </a:cubicBezTo>
                <a:cubicBezTo>
                  <a:pt x="3785" y="150315"/>
                  <a:pt x="1015" y="116552"/>
                  <a:pt x="65" y="74852"/>
                </a:cubicBezTo>
                <a:lnTo>
                  <a:pt x="0" y="70762"/>
                </a:lnTo>
                <a:lnTo>
                  <a:pt x="7616" y="67043"/>
                </a:lnTo>
                <a:cubicBezTo>
                  <a:pt x="11770" y="65030"/>
                  <a:pt x="15732" y="62889"/>
                  <a:pt x="16359" y="62326"/>
                </a:cubicBezTo>
                <a:cubicBezTo>
                  <a:pt x="17051" y="61698"/>
                  <a:pt x="17743" y="61569"/>
                  <a:pt x="18113" y="62019"/>
                </a:cubicBezTo>
                <a:cubicBezTo>
                  <a:pt x="18436" y="62326"/>
                  <a:pt x="18741" y="62084"/>
                  <a:pt x="18741" y="61392"/>
                </a:cubicBezTo>
                <a:cubicBezTo>
                  <a:pt x="18741" y="60635"/>
                  <a:pt x="19128" y="60442"/>
                  <a:pt x="19756" y="60763"/>
                </a:cubicBezTo>
                <a:cubicBezTo>
                  <a:pt x="20319" y="61134"/>
                  <a:pt x="20754" y="60828"/>
                  <a:pt x="20754" y="60313"/>
                </a:cubicBezTo>
                <a:cubicBezTo>
                  <a:pt x="20754" y="59685"/>
                  <a:pt x="21141" y="59443"/>
                  <a:pt x="21641" y="59685"/>
                </a:cubicBezTo>
                <a:cubicBezTo>
                  <a:pt x="22703" y="60313"/>
                  <a:pt x="36226" y="54404"/>
                  <a:pt x="36726" y="53084"/>
                </a:cubicBezTo>
                <a:cubicBezTo>
                  <a:pt x="36854" y="52584"/>
                  <a:pt x="37482" y="52456"/>
                  <a:pt x="37998" y="52713"/>
                </a:cubicBezTo>
                <a:cubicBezTo>
                  <a:pt x="38497" y="53084"/>
                  <a:pt x="38932" y="52778"/>
                  <a:pt x="38932" y="52263"/>
                </a:cubicBezTo>
                <a:cubicBezTo>
                  <a:pt x="38932" y="51635"/>
                  <a:pt x="39318" y="51329"/>
                  <a:pt x="39688" y="51329"/>
                </a:cubicBezTo>
                <a:cubicBezTo>
                  <a:pt x="41958" y="51635"/>
                  <a:pt x="44036" y="50942"/>
                  <a:pt x="45597" y="49445"/>
                </a:cubicBezTo>
                <a:cubicBezTo>
                  <a:pt x="46611" y="48430"/>
                  <a:pt x="47416" y="47803"/>
                  <a:pt x="47482" y="48060"/>
                </a:cubicBezTo>
                <a:cubicBezTo>
                  <a:pt x="47545" y="48866"/>
                  <a:pt x="55096" y="45919"/>
                  <a:pt x="55096" y="45033"/>
                </a:cubicBezTo>
                <a:cubicBezTo>
                  <a:pt x="55096" y="44599"/>
                  <a:pt x="55467" y="44212"/>
                  <a:pt x="55854" y="44277"/>
                </a:cubicBezTo>
                <a:cubicBezTo>
                  <a:pt x="57109" y="44663"/>
                  <a:pt x="64210" y="41958"/>
                  <a:pt x="64210" y="41201"/>
                </a:cubicBezTo>
                <a:cubicBezTo>
                  <a:pt x="64210" y="40815"/>
                  <a:pt x="65159" y="40316"/>
                  <a:pt x="66351" y="40316"/>
                </a:cubicBezTo>
                <a:cubicBezTo>
                  <a:pt x="67542" y="40252"/>
                  <a:pt x="68991" y="39382"/>
                  <a:pt x="69684" y="38561"/>
                </a:cubicBezTo>
                <a:cubicBezTo>
                  <a:pt x="70376" y="37611"/>
                  <a:pt x="71327" y="36983"/>
                  <a:pt x="71825" y="37112"/>
                </a:cubicBezTo>
                <a:cubicBezTo>
                  <a:pt x="74225" y="37547"/>
                  <a:pt x="76349" y="37047"/>
                  <a:pt x="77993" y="35292"/>
                </a:cubicBezTo>
                <a:cubicBezTo>
                  <a:pt x="78941" y="34343"/>
                  <a:pt x="79875" y="33650"/>
                  <a:pt x="80069" y="33779"/>
                </a:cubicBezTo>
                <a:cubicBezTo>
                  <a:pt x="81067" y="34536"/>
                  <a:pt x="83531" y="33779"/>
                  <a:pt x="85027" y="32201"/>
                </a:cubicBezTo>
                <a:cubicBezTo>
                  <a:pt x="86042" y="31267"/>
                  <a:pt x="86863" y="30639"/>
                  <a:pt x="86928" y="30881"/>
                </a:cubicBezTo>
                <a:cubicBezTo>
                  <a:pt x="86992" y="31638"/>
                  <a:pt x="94591" y="28804"/>
                  <a:pt x="94591" y="28047"/>
                </a:cubicBezTo>
                <a:cubicBezTo>
                  <a:pt x="94591" y="27741"/>
                  <a:pt x="95542" y="27242"/>
                  <a:pt x="96734" y="27242"/>
                </a:cubicBezTo>
                <a:cubicBezTo>
                  <a:pt x="97988" y="27178"/>
                  <a:pt x="99309" y="26486"/>
                  <a:pt x="99743" y="25793"/>
                </a:cubicBezTo>
                <a:cubicBezTo>
                  <a:pt x="100195" y="25036"/>
                  <a:pt x="100629" y="24779"/>
                  <a:pt x="100629" y="25165"/>
                </a:cubicBezTo>
                <a:cubicBezTo>
                  <a:pt x="100629" y="25986"/>
                  <a:pt x="110885" y="22138"/>
                  <a:pt x="111770" y="21011"/>
                </a:cubicBezTo>
                <a:cubicBezTo>
                  <a:pt x="112076" y="20690"/>
                  <a:pt x="112962" y="20190"/>
                  <a:pt x="113783" y="20061"/>
                </a:cubicBezTo>
                <a:cubicBezTo>
                  <a:pt x="115796" y="19755"/>
                  <a:pt x="128307" y="14539"/>
                  <a:pt x="128998" y="13846"/>
                </a:cubicBezTo>
                <a:cubicBezTo>
                  <a:pt x="129240" y="13524"/>
                  <a:pt x="130126" y="13090"/>
                  <a:pt x="131011" y="13025"/>
                </a:cubicBezTo>
                <a:cubicBezTo>
                  <a:pt x="132332" y="12703"/>
                  <a:pt x="149430" y="6601"/>
                  <a:pt x="153278" y="5040"/>
                </a:cubicBezTo>
                <a:cubicBezTo>
                  <a:pt x="154082" y="4653"/>
                  <a:pt x="155098" y="4412"/>
                  <a:pt x="155467" y="4540"/>
                </a:cubicBezTo>
                <a:cubicBezTo>
                  <a:pt x="155918" y="4589"/>
                  <a:pt x="157480" y="4218"/>
                  <a:pt x="159058" y="3591"/>
                </a:cubicBezTo>
                <a:cubicBezTo>
                  <a:pt x="160571" y="2962"/>
                  <a:pt x="162955" y="2334"/>
                  <a:pt x="164403" y="2141"/>
                </a:cubicBezTo>
                <a:cubicBezTo>
                  <a:pt x="165788" y="2077"/>
                  <a:pt x="168493" y="1513"/>
                  <a:pt x="170441" y="1192"/>
                </a:cubicBezTo>
                <a:cubicBezTo>
                  <a:pt x="176801" y="0"/>
                  <a:pt x="194093" y="564"/>
                  <a:pt x="200066" y="2141"/>
                </a:cubicBezTo>
                <a:cubicBezTo>
                  <a:pt x="203270" y="3027"/>
                  <a:pt x="208246" y="4910"/>
                  <a:pt x="211128" y="6360"/>
                </a:cubicBezTo>
                <a:cubicBezTo>
                  <a:pt x="217358" y="9500"/>
                  <a:pt x="227421" y="18806"/>
                  <a:pt x="229193" y="23024"/>
                </a:cubicBezTo>
                <a:cubicBezTo>
                  <a:pt x="229869" y="24666"/>
                  <a:pt x="230818" y="25986"/>
                  <a:pt x="231254" y="25986"/>
                </a:cubicBezTo>
                <a:cubicBezTo>
                  <a:pt x="231768" y="25986"/>
                  <a:pt x="232010" y="26292"/>
                  <a:pt x="231945" y="26727"/>
                </a:cubicBezTo>
                <a:cubicBezTo>
                  <a:pt x="231704" y="27484"/>
                  <a:pt x="233845" y="36049"/>
                  <a:pt x="234973" y="39125"/>
                </a:cubicBezTo>
                <a:cubicBezTo>
                  <a:pt x="235343" y="39946"/>
                  <a:pt x="235471" y="40879"/>
                  <a:pt x="235407" y="41266"/>
                </a:cubicBezTo>
                <a:cubicBezTo>
                  <a:pt x="235343" y="41636"/>
                  <a:pt x="235730" y="44599"/>
                  <a:pt x="236228" y="47867"/>
                </a:cubicBezTo>
                <a:cubicBezTo>
                  <a:pt x="236727" y="51136"/>
                  <a:pt x="237483" y="57173"/>
                  <a:pt x="237742" y="61327"/>
                </a:cubicBezTo>
                <a:cubicBezTo>
                  <a:pt x="238048" y="65545"/>
                  <a:pt x="238933" y="72775"/>
                  <a:pt x="239819" y="77492"/>
                </a:cubicBezTo>
                <a:cubicBezTo>
                  <a:pt x="240624" y="82274"/>
                  <a:pt x="241316" y="86991"/>
                  <a:pt x="241316" y="88054"/>
                </a:cubicBezTo>
                <a:cubicBezTo>
                  <a:pt x="241316" y="89181"/>
                  <a:pt x="241831" y="90630"/>
                  <a:pt x="242396" y="91323"/>
                </a:cubicBezTo>
                <a:cubicBezTo>
                  <a:pt x="243024" y="92079"/>
                  <a:pt x="243281" y="93029"/>
                  <a:pt x="242894" y="93528"/>
                </a:cubicBezTo>
                <a:cubicBezTo>
                  <a:pt x="242524" y="93963"/>
                  <a:pt x="242765" y="96668"/>
                  <a:pt x="243281" y="99373"/>
                </a:cubicBezTo>
                <a:cubicBezTo>
                  <a:pt x="244906" y="107294"/>
                  <a:pt x="245228" y="111577"/>
                  <a:pt x="245228" y="125536"/>
                </a:cubicBezTo>
                <a:cubicBezTo>
                  <a:pt x="245293" y="139753"/>
                  <a:pt x="244842" y="146048"/>
                  <a:pt x="243281" y="153712"/>
                </a:cubicBezTo>
                <a:cubicBezTo>
                  <a:pt x="242636" y="156417"/>
                  <a:pt x="242524" y="158929"/>
                  <a:pt x="242830" y="159444"/>
                </a:cubicBezTo>
                <a:cubicBezTo>
                  <a:pt x="243152" y="159879"/>
                  <a:pt x="242830" y="160507"/>
                  <a:pt x="242202" y="160941"/>
                </a:cubicBezTo>
                <a:cubicBezTo>
                  <a:pt x="241573" y="161263"/>
                  <a:pt x="241316" y="162198"/>
                  <a:pt x="241573" y="163019"/>
                </a:cubicBezTo>
                <a:cubicBezTo>
                  <a:pt x="241896" y="163711"/>
                  <a:pt x="241639" y="164661"/>
                  <a:pt x="241139" y="165031"/>
                </a:cubicBezTo>
                <a:cubicBezTo>
                  <a:pt x="240511" y="165353"/>
                  <a:pt x="240253" y="166544"/>
                  <a:pt x="240511" y="167543"/>
                </a:cubicBezTo>
                <a:cubicBezTo>
                  <a:pt x="240752" y="168686"/>
                  <a:pt x="240511" y="169507"/>
                  <a:pt x="239996" y="169507"/>
                </a:cubicBezTo>
                <a:cubicBezTo>
                  <a:pt x="239432" y="169507"/>
                  <a:pt x="239303" y="170248"/>
                  <a:pt x="239626" y="171004"/>
                </a:cubicBezTo>
                <a:cubicBezTo>
                  <a:pt x="239996" y="171825"/>
                  <a:pt x="239947" y="172518"/>
                  <a:pt x="239496" y="172518"/>
                </a:cubicBezTo>
                <a:cubicBezTo>
                  <a:pt x="238739" y="172518"/>
                  <a:pt x="234586" y="183595"/>
                  <a:pt x="234973" y="184657"/>
                </a:cubicBezTo>
                <a:cubicBezTo>
                  <a:pt x="234973" y="184979"/>
                  <a:pt x="234843" y="185414"/>
                  <a:pt x="234280" y="185608"/>
                </a:cubicBezTo>
                <a:cubicBezTo>
                  <a:pt x="233845" y="185914"/>
                  <a:pt x="232202" y="188618"/>
                  <a:pt x="230689" y="191645"/>
                </a:cubicBezTo>
                <a:cubicBezTo>
                  <a:pt x="229128" y="194720"/>
                  <a:pt x="226793" y="198939"/>
                  <a:pt x="225473" y="201016"/>
                </a:cubicBezTo>
                <a:cubicBezTo>
                  <a:pt x="224153" y="203092"/>
                  <a:pt x="223267" y="204783"/>
                  <a:pt x="223460" y="204783"/>
                </a:cubicBezTo>
                <a:cubicBezTo>
                  <a:pt x="223783" y="204783"/>
                  <a:pt x="222334" y="206474"/>
                  <a:pt x="220450" y="208551"/>
                </a:cubicBezTo>
                <a:cubicBezTo>
                  <a:pt x="218614" y="210564"/>
                  <a:pt x="217229" y="212399"/>
                  <a:pt x="217423" y="212640"/>
                </a:cubicBezTo>
                <a:cubicBezTo>
                  <a:pt x="218308" y="213461"/>
                  <a:pt x="196604" y="234215"/>
                  <a:pt x="189681" y="239126"/>
                </a:cubicBezTo>
                <a:cubicBezTo>
                  <a:pt x="185544" y="242024"/>
                  <a:pt x="182259" y="244906"/>
                  <a:pt x="182387" y="245405"/>
                </a:cubicBezTo>
                <a:cubicBezTo>
                  <a:pt x="182516" y="246049"/>
                  <a:pt x="182082" y="246291"/>
                  <a:pt x="181390" y="246049"/>
                </a:cubicBezTo>
                <a:cubicBezTo>
                  <a:pt x="180763" y="245791"/>
                  <a:pt x="176044" y="247546"/>
                  <a:pt x="171005" y="249945"/>
                </a:cubicBezTo>
                <a:cubicBezTo>
                  <a:pt x="165981" y="252264"/>
                  <a:pt x="159943" y="254776"/>
                  <a:pt x="157609" y="255468"/>
                </a:cubicBezTo>
                <a:cubicBezTo>
                  <a:pt x="155227" y="256225"/>
                  <a:pt x="153278" y="257110"/>
                  <a:pt x="153278" y="257545"/>
                </a:cubicBezTo>
                <a:cubicBezTo>
                  <a:pt x="153278" y="257996"/>
                  <a:pt x="152586" y="258124"/>
                  <a:pt x="151765" y="257802"/>
                </a:cubicBezTo>
                <a:cubicBezTo>
                  <a:pt x="150943" y="257481"/>
                  <a:pt x="150252" y="257545"/>
                  <a:pt x="150252" y="258124"/>
                </a:cubicBezTo>
                <a:cubicBezTo>
                  <a:pt x="150252" y="258559"/>
                  <a:pt x="148995" y="259059"/>
                  <a:pt x="147482" y="259187"/>
                </a:cubicBezTo>
                <a:cubicBezTo>
                  <a:pt x="145985" y="259251"/>
                  <a:pt x="144600" y="259815"/>
                  <a:pt x="144343" y="260443"/>
                </a:cubicBezTo>
                <a:cubicBezTo>
                  <a:pt x="144277" y="261071"/>
                  <a:pt x="143714" y="261393"/>
                  <a:pt x="143280" y="261071"/>
                </a:cubicBezTo>
                <a:cubicBezTo>
                  <a:pt x="142829" y="260765"/>
                  <a:pt x="131011" y="264211"/>
                  <a:pt x="116988" y="268558"/>
                </a:cubicBezTo>
                <a:cubicBezTo>
                  <a:pt x="102900" y="272953"/>
                  <a:pt x="90068" y="276866"/>
                  <a:pt x="88425" y="277172"/>
                </a:cubicBezTo>
                <a:cubicBezTo>
                  <a:pt x="86799" y="277558"/>
                  <a:pt x="85478" y="278250"/>
                  <a:pt x="85478" y="278685"/>
                </a:cubicBezTo>
                <a:cubicBezTo>
                  <a:pt x="85478" y="279120"/>
                  <a:pt x="84593" y="279313"/>
                  <a:pt x="83466" y="278991"/>
                </a:cubicBezTo>
                <a:cubicBezTo>
                  <a:pt x="82323" y="278749"/>
                  <a:pt x="81453" y="278927"/>
                  <a:pt x="81453" y="279377"/>
                </a:cubicBezTo>
                <a:cubicBezTo>
                  <a:pt x="81453" y="279812"/>
                  <a:pt x="79247" y="280312"/>
                  <a:pt x="76608" y="280440"/>
                </a:cubicBezTo>
                <a:cubicBezTo>
                  <a:pt x="72518" y="280504"/>
                  <a:pt x="71197" y="280134"/>
                  <a:pt x="67301" y="277107"/>
                </a:cubicBezTo>
                <a:lnTo>
                  <a:pt x="67171" y="276914"/>
                </a:lnTo>
              </a:path>
            </a:pathLst>
          </a:custGeom>
          <a:solidFill xmlns:a="http://schemas.openxmlformats.org/drawingml/2006/main">
            <a:srgbClr val="4D4D4D">
              <a:alpha val="60000"/>
            </a:srgbClr>
          </a:solidFill>
          <a:ln xmlns:a="http://schemas.openxmlformats.org/drawingml/2006/main" w="0">
            <a:noFill/>
            <a:prstDash val="solid"/>
          </a:ln>
        </p:spPr>
      </p:sp>
      <p:sp>
        <p:nvSpPr>
          <p:cNvPr id="75" name="pdf-path-416">
            <a:extLst xmlns:a="http://schemas.openxmlformats.org/drawingml/2006/main">
              <a:ext uri="{FF2B5EF4-FFF2-40B4-BE49-F238E27FC236}">
                <a16:creationId xmlns:a16="http://schemas.microsoft.com/office/drawing/2014/main" id="{54F041F7-9F0C-4E4D-8961-1590D2A2AF88}"/>
              </a:ext>
            </a:extLst>
          </p:cNvPr>
          <p:cNvSpPr>
            <a:spLocks xmlns:a="http://schemas.openxmlformats.org/drawingml/2006/main" noGrp="1"/>
          </p:cNvSpPr>
          <p:nvPr/>
        </p:nvSpPr>
        <p:spPr>
          <a:xfrm xmlns:a="http://schemas.openxmlformats.org/drawingml/2006/main" rot="0">
            <a:off x="7079551" y="3208060"/>
            <a:ext cx="245293" cy="280498"/>
          </a:xfrm>
          <a:custGeom xmlns:a="http://schemas.openxmlformats.org/drawingml/2006/main">
            <a:pathLst>
              <a:path w="245293" h="280498">
                <a:moveTo>
                  <a:pt x="67171" y="276927"/>
                </a:moveTo>
                <a:cubicBezTo>
                  <a:pt x="62584" y="273340"/>
                  <a:pt x="43778" y="255277"/>
                  <a:pt x="44599" y="255277"/>
                </a:cubicBezTo>
                <a:cubicBezTo>
                  <a:pt x="44905" y="255277"/>
                  <a:pt x="43714" y="253589"/>
                  <a:pt x="42072" y="251514"/>
                </a:cubicBezTo>
                <a:cubicBezTo>
                  <a:pt x="40445" y="249438"/>
                  <a:pt x="36920" y="244340"/>
                  <a:pt x="34214" y="240126"/>
                </a:cubicBezTo>
                <a:cubicBezTo>
                  <a:pt x="31573" y="235976"/>
                  <a:pt x="29062" y="232324"/>
                  <a:pt x="28612" y="232083"/>
                </a:cubicBezTo>
                <a:cubicBezTo>
                  <a:pt x="28241" y="231762"/>
                  <a:pt x="27870" y="231070"/>
                  <a:pt x="27870" y="230508"/>
                </a:cubicBezTo>
                <a:cubicBezTo>
                  <a:pt x="27807" y="228239"/>
                  <a:pt x="23265" y="220068"/>
                  <a:pt x="22461" y="220567"/>
                </a:cubicBezTo>
                <a:cubicBezTo>
                  <a:pt x="21946" y="220889"/>
                  <a:pt x="21575" y="220503"/>
                  <a:pt x="21704" y="219747"/>
                </a:cubicBezTo>
                <a:cubicBezTo>
                  <a:pt x="22075" y="217045"/>
                  <a:pt x="21641" y="214905"/>
                  <a:pt x="20384" y="213651"/>
                </a:cubicBezTo>
                <a:cubicBezTo>
                  <a:pt x="19692" y="212895"/>
                  <a:pt x="18935" y="211382"/>
                  <a:pt x="18741" y="210257"/>
                </a:cubicBezTo>
                <a:cubicBezTo>
                  <a:pt x="18613" y="209179"/>
                  <a:pt x="17985" y="208117"/>
                  <a:pt x="17550" y="207924"/>
                </a:cubicBezTo>
                <a:cubicBezTo>
                  <a:pt x="17116" y="207860"/>
                  <a:pt x="16922" y="206976"/>
                  <a:pt x="17228" y="206172"/>
                </a:cubicBezTo>
                <a:cubicBezTo>
                  <a:pt x="17550" y="205351"/>
                  <a:pt x="17228" y="204724"/>
                  <a:pt x="16728" y="204724"/>
                </a:cubicBezTo>
                <a:cubicBezTo>
                  <a:pt x="16100" y="204724"/>
                  <a:pt x="15908" y="203967"/>
                  <a:pt x="16294" y="203211"/>
                </a:cubicBezTo>
                <a:cubicBezTo>
                  <a:pt x="16600" y="202391"/>
                  <a:pt x="16423" y="201700"/>
                  <a:pt x="15908" y="201700"/>
                </a:cubicBezTo>
                <a:cubicBezTo>
                  <a:pt x="15473" y="201700"/>
                  <a:pt x="15038" y="200638"/>
                  <a:pt x="14909" y="199432"/>
                </a:cubicBezTo>
                <a:cubicBezTo>
                  <a:pt x="14845" y="198178"/>
                  <a:pt x="14153" y="195780"/>
                  <a:pt x="13460" y="194092"/>
                </a:cubicBezTo>
                <a:cubicBezTo>
                  <a:pt x="12832" y="192451"/>
                  <a:pt x="12334" y="190505"/>
                  <a:pt x="12398" y="189813"/>
                </a:cubicBezTo>
                <a:cubicBezTo>
                  <a:pt x="12462" y="189057"/>
                  <a:pt x="12141" y="188559"/>
                  <a:pt x="11706" y="188559"/>
                </a:cubicBezTo>
                <a:cubicBezTo>
                  <a:pt x="11190" y="188559"/>
                  <a:pt x="10949" y="187610"/>
                  <a:pt x="11255" y="186548"/>
                </a:cubicBezTo>
                <a:cubicBezTo>
                  <a:pt x="11641" y="185471"/>
                  <a:pt x="11319" y="184538"/>
                  <a:pt x="10627" y="184538"/>
                </a:cubicBezTo>
                <a:cubicBezTo>
                  <a:pt x="9999" y="184538"/>
                  <a:pt x="9822" y="183782"/>
                  <a:pt x="10192" y="182961"/>
                </a:cubicBezTo>
                <a:cubicBezTo>
                  <a:pt x="10514" y="182141"/>
                  <a:pt x="10257" y="180822"/>
                  <a:pt x="9757" y="180066"/>
                </a:cubicBezTo>
                <a:cubicBezTo>
                  <a:pt x="9129" y="179375"/>
                  <a:pt x="8807" y="178554"/>
                  <a:pt x="9000" y="178297"/>
                </a:cubicBezTo>
                <a:cubicBezTo>
                  <a:pt x="9243" y="178056"/>
                  <a:pt x="8679" y="174726"/>
                  <a:pt x="7922" y="170817"/>
                </a:cubicBezTo>
                <a:cubicBezTo>
                  <a:pt x="3785" y="150310"/>
                  <a:pt x="1015" y="116548"/>
                  <a:pt x="65" y="74842"/>
                </a:cubicBezTo>
                <a:lnTo>
                  <a:pt x="0" y="70756"/>
                </a:lnTo>
                <a:lnTo>
                  <a:pt x="7616" y="67040"/>
                </a:lnTo>
                <a:cubicBezTo>
                  <a:pt x="11770" y="65030"/>
                  <a:pt x="15732" y="62891"/>
                  <a:pt x="16359" y="62327"/>
                </a:cubicBezTo>
                <a:cubicBezTo>
                  <a:pt x="17051" y="61700"/>
                  <a:pt x="17743" y="61572"/>
                  <a:pt x="18113" y="62022"/>
                </a:cubicBezTo>
                <a:cubicBezTo>
                  <a:pt x="18436" y="62327"/>
                  <a:pt x="18741" y="62070"/>
                  <a:pt x="18741" y="61379"/>
                </a:cubicBezTo>
                <a:cubicBezTo>
                  <a:pt x="18741" y="60639"/>
                  <a:pt x="19128" y="60445"/>
                  <a:pt x="19756" y="60751"/>
                </a:cubicBezTo>
                <a:cubicBezTo>
                  <a:pt x="20319" y="61137"/>
                  <a:pt x="20754" y="60816"/>
                  <a:pt x="20754" y="60317"/>
                </a:cubicBezTo>
                <a:cubicBezTo>
                  <a:pt x="20754" y="59689"/>
                  <a:pt x="21141" y="59433"/>
                  <a:pt x="21641" y="59689"/>
                </a:cubicBezTo>
                <a:cubicBezTo>
                  <a:pt x="22703" y="60317"/>
                  <a:pt x="36226" y="54398"/>
                  <a:pt x="36726" y="53079"/>
                </a:cubicBezTo>
                <a:cubicBezTo>
                  <a:pt x="36854" y="52581"/>
                  <a:pt x="37482" y="52452"/>
                  <a:pt x="37998" y="52709"/>
                </a:cubicBezTo>
                <a:cubicBezTo>
                  <a:pt x="38497" y="53079"/>
                  <a:pt x="38932" y="52773"/>
                  <a:pt x="38932" y="52259"/>
                </a:cubicBezTo>
                <a:cubicBezTo>
                  <a:pt x="38932" y="51632"/>
                  <a:pt x="39318" y="51326"/>
                  <a:pt x="39688" y="51326"/>
                </a:cubicBezTo>
                <a:cubicBezTo>
                  <a:pt x="41958" y="51632"/>
                  <a:pt x="44036" y="50940"/>
                  <a:pt x="45597" y="49444"/>
                </a:cubicBezTo>
                <a:cubicBezTo>
                  <a:pt x="46611" y="48431"/>
                  <a:pt x="47416" y="47803"/>
                  <a:pt x="47482" y="48061"/>
                </a:cubicBezTo>
                <a:cubicBezTo>
                  <a:pt x="47545" y="48865"/>
                  <a:pt x="55096" y="45922"/>
                  <a:pt x="55096" y="45037"/>
                </a:cubicBezTo>
                <a:cubicBezTo>
                  <a:pt x="55096" y="44586"/>
                  <a:pt x="55467" y="44217"/>
                  <a:pt x="55854" y="44281"/>
                </a:cubicBezTo>
                <a:cubicBezTo>
                  <a:pt x="57109" y="44651"/>
                  <a:pt x="64210" y="41949"/>
                  <a:pt x="64210" y="41193"/>
                </a:cubicBezTo>
                <a:cubicBezTo>
                  <a:pt x="64210" y="40823"/>
                  <a:pt x="65159" y="40324"/>
                  <a:pt x="66351" y="40324"/>
                </a:cubicBezTo>
                <a:cubicBezTo>
                  <a:pt x="67542" y="40260"/>
                  <a:pt x="68991" y="39375"/>
                  <a:pt x="69684" y="38555"/>
                </a:cubicBezTo>
                <a:cubicBezTo>
                  <a:pt x="70376" y="37606"/>
                  <a:pt x="71327" y="36978"/>
                  <a:pt x="71825" y="37107"/>
                </a:cubicBezTo>
                <a:cubicBezTo>
                  <a:pt x="74225" y="37558"/>
                  <a:pt x="76349" y="37043"/>
                  <a:pt x="77993" y="35289"/>
                </a:cubicBezTo>
                <a:cubicBezTo>
                  <a:pt x="78941" y="34340"/>
                  <a:pt x="79875" y="33649"/>
                  <a:pt x="80069" y="33778"/>
                </a:cubicBezTo>
                <a:cubicBezTo>
                  <a:pt x="81067" y="34534"/>
                  <a:pt x="83531" y="33778"/>
                  <a:pt x="85027" y="32201"/>
                </a:cubicBezTo>
                <a:cubicBezTo>
                  <a:pt x="86042" y="31253"/>
                  <a:pt x="86863" y="30625"/>
                  <a:pt x="86928" y="30882"/>
                </a:cubicBezTo>
                <a:cubicBezTo>
                  <a:pt x="86992" y="31638"/>
                  <a:pt x="94591" y="28807"/>
                  <a:pt x="94591" y="28052"/>
                </a:cubicBezTo>
                <a:cubicBezTo>
                  <a:pt x="94591" y="27746"/>
                  <a:pt x="95542" y="27232"/>
                  <a:pt x="96734" y="27232"/>
                </a:cubicBezTo>
                <a:cubicBezTo>
                  <a:pt x="97988" y="27167"/>
                  <a:pt x="99309" y="26475"/>
                  <a:pt x="99743" y="25784"/>
                </a:cubicBezTo>
                <a:cubicBezTo>
                  <a:pt x="100195" y="25028"/>
                  <a:pt x="100629" y="24786"/>
                  <a:pt x="100629" y="25156"/>
                </a:cubicBezTo>
                <a:cubicBezTo>
                  <a:pt x="100629" y="25977"/>
                  <a:pt x="110885" y="22149"/>
                  <a:pt x="111770" y="21007"/>
                </a:cubicBezTo>
                <a:cubicBezTo>
                  <a:pt x="112076" y="20701"/>
                  <a:pt x="112962" y="20186"/>
                  <a:pt x="113783" y="20057"/>
                </a:cubicBezTo>
                <a:cubicBezTo>
                  <a:pt x="115796" y="19752"/>
                  <a:pt x="128307" y="14525"/>
                  <a:pt x="128998" y="13833"/>
                </a:cubicBezTo>
                <a:cubicBezTo>
                  <a:pt x="129240" y="13527"/>
                  <a:pt x="130126" y="13077"/>
                  <a:pt x="131011" y="13028"/>
                </a:cubicBezTo>
                <a:cubicBezTo>
                  <a:pt x="132332" y="12707"/>
                  <a:pt x="149430" y="6611"/>
                  <a:pt x="153278" y="5035"/>
                </a:cubicBezTo>
                <a:cubicBezTo>
                  <a:pt x="154082" y="4648"/>
                  <a:pt x="155098" y="4407"/>
                  <a:pt x="155467" y="4536"/>
                </a:cubicBezTo>
                <a:cubicBezTo>
                  <a:pt x="155918" y="4600"/>
                  <a:pt x="157480" y="4215"/>
                  <a:pt x="159058" y="3587"/>
                </a:cubicBezTo>
                <a:cubicBezTo>
                  <a:pt x="160571" y="2960"/>
                  <a:pt x="162955" y="2333"/>
                  <a:pt x="164403" y="2139"/>
                </a:cubicBezTo>
                <a:cubicBezTo>
                  <a:pt x="165788" y="2075"/>
                  <a:pt x="168493" y="1513"/>
                  <a:pt x="170441" y="1190"/>
                </a:cubicBezTo>
                <a:cubicBezTo>
                  <a:pt x="176801" y="0"/>
                  <a:pt x="194093" y="563"/>
                  <a:pt x="200066" y="2139"/>
                </a:cubicBezTo>
                <a:cubicBezTo>
                  <a:pt x="203270" y="3024"/>
                  <a:pt x="208246" y="4906"/>
                  <a:pt x="211128" y="6354"/>
                </a:cubicBezTo>
                <a:cubicBezTo>
                  <a:pt x="217358" y="9506"/>
                  <a:pt x="227421" y="18803"/>
                  <a:pt x="229193" y="23017"/>
                </a:cubicBezTo>
                <a:cubicBezTo>
                  <a:pt x="229869" y="24658"/>
                  <a:pt x="230818" y="25977"/>
                  <a:pt x="231254" y="25977"/>
                </a:cubicBezTo>
                <a:cubicBezTo>
                  <a:pt x="231768" y="25977"/>
                  <a:pt x="232010" y="26299"/>
                  <a:pt x="231945" y="26733"/>
                </a:cubicBezTo>
                <a:cubicBezTo>
                  <a:pt x="231704" y="27489"/>
                  <a:pt x="233845" y="36045"/>
                  <a:pt x="234973" y="39118"/>
                </a:cubicBezTo>
                <a:cubicBezTo>
                  <a:pt x="235343" y="39938"/>
                  <a:pt x="235471" y="40887"/>
                  <a:pt x="235407" y="41257"/>
                </a:cubicBezTo>
                <a:cubicBezTo>
                  <a:pt x="235343" y="41643"/>
                  <a:pt x="235730" y="44586"/>
                  <a:pt x="236228" y="47868"/>
                </a:cubicBezTo>
                <a:cubicBezTo>
                  <a:pt x="236727" y="51133"/>
                  <a:pt x="237483" y="57164"/>
                  <a:pt x="237742" y="61331"/>
                </a:cubicBezTo>
                <a:cubicBezTo>
                  <a:pt x="238048" y="65545"/>
                  <a:pt x="238933" y="72766"/>
                  <a:pt x="239819" y="77479"/>
                </a:cubicBezTo>
                <a:cubicBezTo>
                  <a:pt x="240624" y="82273"/>
                  <a:pt x="241316" y="86985"/>
                  <a:pt x="241316" y="88046"/>
                </a:cubicBezTo>
                <a:cubicBezTo>
                  <a:pt x="241316" y="89189"/>
                  <a:pt x="241831" y="90636"/>
                  <a:pt x="242396" y="91328"/>
                </a:cubicBezTo>
                <a:cubicBezTo>
                  <a:pt x="243024" y="92084"/>
                  <a:pt x="243281" y="93017"/>
                  <a:pt x="242894" y="93532"/>
                </a:cubicBezTo>
                <a:cubicBezTo>
                  <a:pt x="242524" y="93966"/>
                  <a:pt x="242765" y="96668"/>
                  <a:pt x="243281" y="99370"/>
                </a:cubicBezTo>
                <a:cubicBezTo>
                  <a:pt x="244906" y="107300"/>
                  <a:pt x="245228" y="111578"/>
                  <a:pt x="245228" y="125540"/>
                </a:cubicBezTo>
                <a:cubicBezTo>
                  <a:pt x="245293" y="139758"/>
                  <a:pt x="244842" y="146047"/>
                  <a:pt x="243281" y="153720"/>
                </a:cubicBezTo>
                <a:cubicBezTo>
                  <a:pt x="242636" y="156422"/>
                  <a:pt x="242524" y="158931"/>
                  <a:pt x="242830" y="159430"/>
                </a:cubicBezTo>
                <a:cubicBezTo>
                  <a:pt x="243152" y="159880"/>
                  <a:pt x="242830" y="160507"/>
                  <a:pt x="242202" y="160942"/>
                </a:cubicBezTo>
                <a:cubicBezTo>
                  <a:pt x="241573" y="161263"/>
                  <a:pt x="241316" y="162196"/>
                  <a:pt x="241573" y="163017"/>
                </a:cubicBezTo>
                <a:cubicBezTo>
                  <a:pt x="241896" y="163708"/>
                  <a:pt x="241639" y="164657"/>
                  <a:pt x="241139" y="165027"/>
                </a:cubicBezTo>
                <a:cubicBezTo>
                  <a:pt x="240511" y="165349"/>
                  <a:pt x="240253" y="166539"/>
                  <a:pt x="240511" y="167552"/>
                </a:cubicBezTo>
                <a:cubicBezTo>
                  <a:pt x="240752" y="168678"/>
                  <a:pt x="240511" y="169499"/>
                  <a:pt x="239996" y="169499"/>
                </a:cubicBezTo>
                <a:cubicBezTo>
                  <a:pt x="239432" y="169499"/>
                  <a:pt x="239303" y="170255"/>
                  <a:pt x="239626" y="171011"/>
                </a:cubicBezTo>
                <a:cubicBezTo>
                  <a:pt x="239996" y="171831"/>
                  <a:pt x="239947" y="172523"/>
                  <a:pt x="239496" y="172523"/>
                </a:cubicBezTo>
                <a:cubicBezTo>
                  <a:pt x="238739" y="172523"/>
                  <a:pt x="234586" y="183588"/>
                  <a:pt x="234973" y="184650"/>
                </a:cubicBezTo>
                <a:cubicBezTo>
                  <a:pt x="234973" y="184972"/>
                  <a:pt x="234843" y="185406"/>
                  <a:pt x="234280" y="185599"/>
                </a:cubicBezTo>
                <a:cubicBezTo>
                  <a:pt x="233845" y="185921"/>
                  <a:pt x="232202" y="188623"/>
                  <a:pt x="230689" y="191631"/>
                </a:cubicBezTo>
                <a:cubicBezTo>
                  <a:pt x="229128" y="194719"/>
                  <a:pt x="226793" y="198933"/>
                  <a:pt x="225473" y="201008"/>
                </a:cubicBezTo>
                <a:cubicBezTo>
                  <a:pt x="224153" y="203083"/>
                  <a:pt x="223267" y="204788"/>
                  <a:pt x="223460" y="204788"/>
                </a:cubicBezTo>
                <a:cubicBezTo>
                  <a:pt x="223783" y="204788"/>
                  <a:pt x="222334" y="206477"/>
                  <a:pt x="220450" y="208552"/>
                </a:cubicBezTo>
                <a:cubicBezTo>
                  <a:pt x="218614" y="210562"/>
                  <a:pt x="217229" y="212396"/>
                  <a:pt x="217423" y="212637"/>
                </a:cubicBezTo>
                <a:cubicBezTo>
                  <a:pt x="218308" y="213457"/>
                  <a:pt x="196604" y="234222"/>
                  <a:pt x="189681" y="239128"/>
                </a:cubicBezTo>
                <a:cubicBezTo>
                  <a:pt x="185544" y="242008"/>
                  <a:pt x="182259" y="244903"/>
                  <a:pt x="182387" y="245417"/>
                </a:cubicBezTo>
                <a:cubicBezTo>
                  <a:pt x="182516" y="246045"/>
                  <a:pt x="182082" y="246286"/>
                  <a:pt x="181390" y="246045"/>
                </a:cubicBezTo>
                <a:cubicBezTo>
                  <a:pt x="180763" y="245787"/>
                  <a:pt x="176044" y="247557"/>
                  <a:pt x="171005" y="249937"/>
                </a:cubicBezTo>
                <a:cubicBezTo>
                  <a:pt x="165981" y="252270"/>
                  <a:pt x="159943" y="254779"/>
                  <a:pt x="157609" y="255470"/>
                </a:cubicBezTo>
                <a:cubicBezTo>
                  <a:pt x="155227" y="256227"/>
                  <a:pt x="153278" y="257111"/>
                  <a:pt x="153278" y="257546"/>
                </a:cubicBezTo>
                <a:cubicBezTo>
                  <a:pt x="153278" y="257996"/>
                  <a:pt x="152586" y="258108"/>
                  <a:pt x="151765" y="257802"/>
                </a:cubicBezTo>
                <a:cubicBezTo>
                  <a:pt x="150943" y="257481"/>
                  <a:pt x="150252" y="257546"/>
                  <a:pt x="150252" y="258108"/>
                </a:cubicBezTo>
                <a:cubicBezTo>
                  <a:pt x="150252" y="258558"/>
                  <a:pt x="148995" y="259057"/>
                  <a:pt x="147482" y="259186"/>
                </a:cubicBezTo>
                <a:cubicBezTo>
                  <a:pt x="145985" y="259250"/>
                  <a:pt x="144600" y="259813"/>
                  <a:pt x="144343" y="260440"/>
                </a:cubicBezTo>
                <a:cubicBezTo>
                  <a:pt x="144277" y="261068"/>
                  <a:pt x="143714" y="261389"/>
                  <a:pt x="143280" y="261068"/>
                </a:cubicBezTo>
                <a:cubicBezTo>
                  <a:pt x="142829" y="260762"/>
                  <a:pt x="131011" y="264220"/>
                  <a:pt x="116988" y="268563"/>
                </a:cubicBezTo>
                <a:cubicBezTo>
                  <a:pt x="102900" y="272954"/>
                  <a:pt x="90068" y="276863"/>
                  <a:pt x="88425" y="277168"/>
                </a:cubicBezTo>
                <a:cubicBezTo>
                  <a:pt x="86799" y="277554"/>
                  <a:pt x="85478" y="278246"/>
                  <a:pt x="85478" y="278680"/>
                </a:cubicBezTo>
                <a:cubicBezTo>
                  <a:pt x="85478" y="279114"/>
                  <a:pt x="84593" y="279308"/>
                  <a:pt x="83466" y="279002"/>
                </a:cubicBezTo>
                <a:cubicBezTo>
                  <a:pt x="82323" y="278744"/>
                  <a:pt x="81453" y="278938"/>
                  <a:pt x="81453" y="279372"/>
                </a:cubicBezTo>
                <a:cubicBezTo>
                  <a:pt x="81453" y="279806"/>
                  <a:pt x="79247" y="280321"/>
                  <a:pt x="76608" y="280449"/>
                </a:cubicBezTo>
                <a:cubicBezTo>
                  <a:pt x="72518" y="280498"/>
                  <a:pt x="71197" y="280128"/>
                  <a:pt x="67301" y="277104"/>
                </a:cubicBezTo>
                <a:lnTo>
                  <a:pt x="67171" y="276927"/>
                </a:lnTo>
              </a:path>
            </a:pathLst>
          </a:custGeom>
          <a:noFill xmlns:a="http://schemas.openxmlformats.org/drawingml/2006/main"/>
          <a:ln xmlns:a="http://schemas.openxmlformats.org/drawingml/2006/main" w="318">
            <a:solidFill>
              <a:srgbClr val="000000"/>
            </a:solidFill>
            <a:prstDash val="solid"/>
          </a:ln>
        </p:spPr>
      </p:sp>
      <p:sp>
        <p:nvSpPr>
          <p:cNvPr id="76" name="pdf-path-417">
            <a:extLst xmlns:a="http://schemas.openxmlformats.org/drawingml/2006/main">
              <a:ext uri="{FF2B5EF4-FFF2-40B4-BE49-F238E27FC236}">
                <a16:creationId xmlns:a16="http://schemas.microsoft.com/office/drawing/2014/main" id="{97687B45-C702-4BCD-A5C1-90867C8D0B98}"/>
              </a:ext>
            </a:extLst>
          </p:cNvPr>
          <p:cNvSpPr>
            <a:spLocks xmlns:a="http://schemas.openxmlformats.org/drawingml/2006/main" noGrp="1"/>
          </p:cNvSpPr>
          <p:nvPr/>
        </p:nvSpPr>
        <p:spPr>
          <a:xfrm xmlns:a="http://schemas.openxmlformats.org/drawingml/2006/main" rot="0">
            <a:off x="7059748" y="3258003"/>
            <a:ext cx="14781" cy="23266"/>
          </a:xfrm>
          <a:custGeom xmlns:a="http://schemas.openxmlformats.org/drawingml/2006/main">
            <a:pathLst>
              <a:path w="14781" h="23266">
                <a:moveTo>
                  <a:pt x="305" y="22138"/>
                </a:moveTo>
                <a:cubicBezTo>
                  <a:pt x="998" y="19305"/>
                  <a:pt x="10239" y="1626"/>
                  <a:pt x="11689" y="435"/>
                </a:cubicBezTo>
                <a:cubicBezTo>
                  <a:pt x="12252" y="0"/>
                  <a:pt x="12575" y="1385"/>
                  <a:pt x="13524" y="8678"/>
                </a:cubicBezTo>
                <a:cubicBezTo>
                  <a:pt x="13895" y="11882"/>
                  <a:pt x="14329" y="14909"/>
                  <a:pt x="14394" y="15279"/>
                </a:cubicBezTo>
                <a:cubicBezTo>
                  <a:pt x="14781" y="16664"/>
                  <a:pt x="12880" y="17856"/>
                  <a:pt x="5152" y="21188"/>
                </a:cubicBezTo>
                <a:cubicBezTo>
                  <a:pt x="371" y="23201"/>
                  <a:pt x="0" y="23266"/>
                  <a:pt x="305" y="22138"/>
                </a:cubicBezTo>
              </a:path>
            </a:pathLst>
          </a:custGeom>
          <a:solidFill xmlns:a="http://schemas.openxmlformats.org/drawingml/2006/main">
            <a:srgbClr val="B3B3B3">
              <a:alpha val="60000"/>
            </a:srgbClr>
          </a:solidFill>
          <a:ln xmlns:a="http://schemas.openxmlformats.org/drawingml/2006/main" w="0">
            <a:noFill/>
            <a:prstDash val="solid"/>
          </a:ln>
        </p:spPr>
      </p:sp>
      <p:sp>
        <p:nvSpPr>
          <p:cNvPr id="77" name="pdf-path-418">
            <a:extLst xmlns:a="http://schemas.openxmlformats.org/drawingml/2006/main">
              <a:ext uri="{FF2B5EF4-FFF2-40B4-BE49-F238E27FC236}">
                <a16:creationId xmlns:a16="http://schemas.microsoft.com/office/drawing/2014/main" id="{CFA2F5C5-CB0C-4793-A947-EAE87A16E1D2}"/>
              </a:ext>
            </a:extLst>
          </p:cNvPr>
          <p:cNvSpPr>
            <a:spLocks xmlns:a="http://schemas.openxmlformats.org/drawingml/2006/main" noGrp="1"/>
          </p:cNvSpPr>
          <p:nvPr/>
        </p:nvSpPr>
        <p:spPr>
          <a:xfrm xmlns:a="http://schemas.openxmlformats.org/drawingml/2006/main" rot="0">
            <a:off x="7059748" y="3258003"/>
            <a:ext cx="14781" cy="23274"/>
          </a:xfrm>
          <a:custGeom xmlns:a="http://schemas.openxmlformats.org/drawingml/2006/main">
            <a:pathLst>
              <a:path w="14781" h="23274">
                <a:moveTo>
                  <a:pt x="305" y="22132"/>
                </a:moveTo>
                <a:cubicBezTo>
                  <a:pt x="998" y="19302"/>
                  <a:pt x="10239" y="1625"/>
                  <a:pt x="11689" y="434"/>
                </a:cubicBezTo>
                <a:cubicBezTo>
                  <a:pt x="12252" y="0"/>
                  <a:pt x="12575" y="1383"/>
                  <a:pt x="13524" y="8669"/>
                </a:cubicBezTo>
                <a:cubicBezTo>
                  <a:pt x="13895" y="11887"/>
                  <a:pt x="14329" y="14910"/>
                  <a:pt x="14394" y="15280"/>
                </a:cubicBezTo>
                <a:cubicBezTo>
                  <a:pt x="14781" y="16664"/>
                  <a:pt x="12880" y="17854"/>
                  <a:pt x="5152" y="21199"/>
                </a:cubicBezTo>
                <a:cubicBezTo>
                  <a:pt x="371" y="23210"/>
                  <a:pt x="0" y="23274"/>
                  <a:pt x="305" y="22132"/>
                </a:cubicBezTo>
              </a:path>
            </a:pathLst>
          </a:custGeom>
          <a:noFill xmlns:a="http://schemas.openxmlformats.org/drawingml/2006/main"/>
          <a:ln xmlns:a="http://schemas.openxmlformats.org/drawingml/2006/main" w="92">
            <a:solidFill>
              <a:srgbClr val="000000"/>
            </a:solidFill>
            <a:prstDash val="solid"/>
          </a:ln>
        </p:spPr>
      </p:sp>
      <p:pic>
        <p:nvPicPr>
          <p:cNvPr id="78" name="">
            <a:extLst xmlns:a="http://schemas.openxmlformats.org/drawingml/2006/main">
              <a:ext uri="{FF2B5EF4-FFF2-40B4-BE49-F238E27FC236}">
                <a16:creationId xmlns:a16="http://schemas.microsoft.com/office/drawing/2014/main" id="{1FBC630E-8A15-4C38-AE13-ED22BA8E4FDC}"/>
              </a:ext>
            </a:extLst>
          </p:cNvPr>
          <p:cNvPicPr>
            <a:picLocks xmlns:a="http://schemas.openxmlformats.org/drawingml/2006/main" noChangeAspect="1"/>
          </p:cNvPicPr>
          <p:nvPr/>
        </p:nvPicPr>
        <p:blipFill>
          <a:blip xmlns:r="http://schemas.openxmlformats.org/officeDocument/2006/relationships" xmlns:a="http://schemas.openxmlformats.org/drawingml/2006/main" r:embed="R4fe49bdd727f4386"/>
          <a:srcRect xmlns:a="http://schemas.openxmlformats.org/drawingml/2006/main" l="0" t="53" r="0" b="53"/>
          <a:stretch xmlns:a="http://schemas.openxmlformats.org/drawingml/2006/main">
            <a:fillRect l="0" t="0" r="0" b="0"/>
          </a:stretch>
        </p:blipFill>
        <p:spPr>
          <a:xfrm xmlns:a="http://schemas.openxmlformats.org/drawingml/2006/main">
            <a:off x="8368529" y="4111548"/>
            <a:ext cx="483533" cy="483018"/>
          </a:xfrm>
          <a:prstGeom xmlns:a="http://schemas.openxmlformats.org/drawingml/2006/main" prst="rect">
            <a:avLst/>
          </a:prstGeom>
        </p:spPr>
      </p:pic>
      <p:sp>
        <p:nvSpPr>
          <p:cNvPr id="79" name="pdf-raster-0">
            <a:extLst xmlns:a="http://schemas.openxmlformats.org/drawingml/2006/main">
              <a:ext uri="{FF2B5EF4-FFF2-40B4-BE49-F238E27FC236}">
                <a16:creationId xmlns:a16="http://schemas.microsoft.com/office/drawing/2014/main" id="{33E36F72-1EF7-4D6E-A1A8-2FA23C1BCDFE}"/>
              </a:ext>
            </a:extLst>
          </p:cNvPr>
          <p:cNvSpPr>
            <a:spLocks xmlns:a="http://schemas.openxmlformats.org/drawingml/2006/main" noGrp="1"/>
          </p:cNvSpPr>
          <p:nvPr/>
        </p:nvSpPr>
        <p:spPr>
          <a:xfrm xmlns:a="http://schemas.openxmlformats.org/drawingml/2006/main" rot="0">
            <a:off x="8368529" y="4111548"/>
            <a:ext cx="483533" cy="483018"/>
          </a:xfrm>
          <a:prstGeom xmlns:a="http://schemas.openxmlformats.org/drawingml/2006/main" prst="rect">
            <a:avLst/>
          </a:prstGeom>
          <a:noFill xmlns:a="http://schemas.openxmlformats.org/drawingml/2006/main"/>
          <a:ln xmlns:a="http://schemas.openxmlformats.org/drawingml/2006/main" w="0">
            <a:noFill/>
          </a:ln>
        </p:spPr>
      </p:sp>
      <p:pic>
        <p:nvPicPr>
          <p:cNvPr id="80" name="">
            <a:extLst xmlns:a="http://schemas.openxmlformats.org/drawingml/2006/main">
              <a:ext uri="{FF2B5EF4-FFF2-40B4-BE49-F238E27FC236}">
                <a16:creationId xmlns:a16="http://schemas.microsoft.com/office/drawing/2014/main" id="{654F02DC-F16C-4692-B50F-03AE1517D06B}"/>
              </a:ext>
            </a:extLst>
          </p:cNvPr>
          <p:cNvPicPr>
            <a:picLocks xmlns:a="http://schemas.openxmlformats.org/drawingml/2006/main" noChangeAspect="1"/>
          </p:cNvPicPr>
          <p:nvPr/>
        </p:nvPicPr>
        <p:blipFill>
          <a:blip xmlns:r="http://schemas.openxmlformats.org/officeDocument/2006/relationships" xmlns:a="http://schemas.openxmlformats.org/drawingml/2006/main" r:embed="R88f27007221147d7"/>
          <a:srcRect xmlns:a="http://schemas.openxmlformats.org/drawingml/2006/main" l="0" t="50" r="0" b="50"/>
          <a:stretch xmlns:a="http://schemas.openxmlformats.org/drawingml/2006/main">
            <a:fillRect l="0" t="0" r="0" b="0"/>
          </a:stretch>
        </p:blipFill>
        <p:spPr>
          <a:xfrm xmlns:a="http://schemas.openxmlformats.org/drawingml/2006/main">
            <a:off x="551428" y="3612636"/>
            <a:ext cx="1124138" cy="1123015"/>
          </a:xfrm>
          <a:prstGeom xmlns:a="http://schemas.openxmlformats.org/drawingml/2006/main" prst="rect">
            <a:avLst/>
          </a:prstGeom>
        </p:spPr>
      </p:pic>
      <p:sp>
        <p:nvSpPr>
          <p:cNvPr id="81" name="pdf-raster-1">
            <a:extLst xmlns:a="http://schemas.openxmlformats.org/drawingml/2006/main">
              <a:ext uri="{FF2B5EF4-FFF2-40B4-BE49-F238E27FC236}">
                <a16:creationId xmlns:a16="http://schemas.microsoft.com/office/drawing/2014/main" id="{A7848EED-1976-4EF8-A28B-7F399DA2DAD9}"/>
              </a:ext>
            </a:extLst>
          </p:cNvPr>
          <p:cNvSpPr>
            <a:spLocks xmlns:a="http://schemas.openxmlformats.org/drawingml/2006/main" noGrp="1"/>
          </p:cNvSpPr>
          <p:nvPr/>
        </p:nvSpPr>
        <p:spPr>
          <a:xfrm xmlns:a="http://schemas.openxmlformats.org/drawingml/2006/main" rot="0">
            <a:off x="551428" y="3612636"/>
            <a:ext cx="1124138" cy="1123015"/>
          </a:xfrm>
          <a:prstGeom xmlns:a="http://schemas.openxmlformats.org/drawingml/2006/main" prst="rect">
            <a:avLst/>
          </a:prstGeom>
          <a:noFill xmlns:a="http://schemas.openxmlformats.org/drawingml/2006/main"/>
          <a:ln xmlns:a="http://schemas.openxmlformats.org/drawingml/2006/main" w="0">
            <a:noFill/>
          </a:ln>
        </p:spPr>
      </p:sp>
      <p:pic>
        <p:nvPicPr>
          <p:cNvPr id="82" name="">
            <a:extLst xmlns:a="http://schemas.openxmlformats.org/drawingml/2006/main">
              <a:ext uri="{FF2B5EF4-FFF2-40B4-BE49-F238E27FC236}">
                <a16:creationId xmlns:a16="http://schemas.microsoft.com/office/drawing/2014/main" id="{04F667B6-4104-4433-A05A-1B4AE3542BB1}"/>
              </a:ext>
            </a:extLst>
          </p:cNvPr>
          <p:cNvPicPr>
            <a:picLocks xmlns:a="http://schemas.openxmlformats.org/drawingml/2006/main" noChangeAspect="1"/>
          </p:cNvPicPr>
          <p:nvPr/>
        </p:nvPicPr>
        <p:blipFill>
          <a:blip xmlns:r="http://schemas.openxmlformats.org/officeDocument/2006/relationships" xmlns:a="http://schemas.openxmlformats.org/drawingml/2006/main" r:embed="Rb3ce170f525b4743"/>
          <a:srcRect xmlns:a="http://schemas.openxmlformats.org/drawingml/2006/main" l="0" t="50" r="0" b="50"/>
          <a:stretch xmlns:a="http://schemas.openxmlformats.org/drawingml/2006/main">
            <a:fillRect l="0" t="0" r="0" b="0"/>
          </a:stretch>
        </p:blipFill>
        <p:spPr>
          <a:xfrm xmlns:a="http://schemas.openxmlformats.org/drawingml/2006/main">
            <a:off x="4244403" y="931340"/>
            <a:ext cx="366655" cy="366289"/>
          </a:xfrm>
          <a:prstGeom xmlns:a="http://schemas.openxmlformats.org/drawingml/2006/main" prst="rect">
            <a:avLst/>
          </a:prstGeom>
        </p:spPr>
      </p:pic>
      <p:sp>
        <p:nvSpPr>
          <p:cNvPr id="83" name="pdf-raster-2">
            <a:extLst xmlns:a="http://schemas.openxmlformats.org/drawingml/2006/main">
              <a:ext uri="{FF2B5EF4-FFF2-40B4-BE49-F238E27FC236}">
                <a16:creationId xmlns:a16="http://schemas.microsoft.com/office/drawing/2014/main" id="{17C91FE8-E9CD-46A4-A57C-6CCF78FE3C86}"/>
              </a:ext>
            </a:extLst>
          </p:cNvPr>
          <p:cNvSpPr>
            <a:spLocks xmlns:a="http://schemas.openxmlformats.org/drawingml/2006/main" noGrp="1"/>
          </p:cNvSpPr>
          <p:nvPr/>
        </p:nvSpPr>
        <p:spPr>
          <a:xfrm xmlns:a="http://schemas.openxmlformats.org/drawingml/2006/main" rot="0">
            <a:off x="4244403" y="931340"/>
            <a:ext cx="366655" cy="366289"/>
          </a:xfrm>
          <a:prstGeom xmlns:a="http://schemas.openxmlformats.org/drawingml/2006/main" prst="rect">
            <a:avLst/>
          </a:prstGeom>
          <a:noFill xmlns:a="http://schemas.openxmlformats.org/drawingml/2006/main"/>
          <a:ln xmlns:a="http://schemas.openxmlformats.org/drawingml/2006/main" w="0">
            <a:noFill/>
          </a:ln>
        </p:spPr>
      </p:sp>
      <p:pic>
        <p:nvPicPr>
          <p:cNvPr id="84" name="">
            <a:extLst xmlns:a="http://schemas.openxmlformats.org/drawingml/2006/main">
              <a:ext uri="{FF2B5EF4-FFF2-40B4-BE49-F238E27FC236}">
                <a16:creationId xmlns:a16="http://schemas.microsoft.com/office/drawing/2014/main" id="{B6D41262-0870-4024-8356-7D0C5BE57F52}"/>
              </a:ext>
            </a:extLst>
          </p:cNvPr>
          <p:cNvPicPr>
            <a:picLocks xmlns:a="http://schemas.openxmlformats.org/drawingml/2006/main" noChangeAspect="1"/>
          </p:cNvPicPr>
          <p:nvPr/>
        </p:nvPicPr>
        <p:blipFill>
          <a:blip xmlns:r="http://schemas.openxmlformats.org/officeDocument/2006/relationships" xmlns:a="http://schemas.openxmlformats.org/drawingml/2006/main" r:embed="R70a5b38d65034542"/>
          <a:srcRect xmlns:a="http://schemas.openxmlformats.org/drawingml/2006/main" l="0" t="50" r="0" b="50"/>
          <a:stretch xmlns:a="http://schemas.openxmlformats.org/drawingml/2006/main">
            <a:fillRect l="0" t="0" r="0" b="0"/>
          </a:stretch>
        </p:blipFill>
        <p:spPr>
          <a:xfrm xmlns:a="http://schemas.openxmlformats.org/drawingml/2006/main">
            <a:off x="6254902" y="931340"/>
            <a:ext cx="366655" cy="366289"/>
          </a:xfrm>
          <a:prstGeom xmlns:a="http://schemas.openxmlformats.org/drawingml/2006/main" prst="rect">
            <a:avLst/>
          </a:prstGeom>
        </p:spPr>
      </p:pic>
      <p:sp>
        <p:nvSpPr>
          <p:cNvPr id="85" name="pdf-raster-3">
            <a:extLst xmlns:a="http://schemas.openxmlformats.org/drawingml/2006/main">
              <a:ext uri="{FF2B5EF4-FFF2-40B4-BE49-F238E27FC236}">
                <a16:creationId xmlns:a16="http://schemas.microsoft.com/office/drawing/2014/main" id="{B4EACB45-2E41-4200-9811-97EE12C419F6}"/>
              </a:ext>
            </a:extLst>
          </p:cNvPr>
          <p:cNvSpPr>
            <a:spLocks xmlns:a="http://schemas.openxmlformats.org/drawingml/2006/main" noGrp="1"/>
          </p:cNvSpPr>
          <p:nvPr/>
        </p:nvSpPr>
        <p:spPr>
          <a:xfrm xmlns:a="http://schemas.openxmlformats.org/drawingml/2006/main" rot="0">
            <a:off x="6254902" y="931340"/>
            <a:ext cx="366655" cy="366289"/>
          </a:xfrm>
          <a:prstGeom xmlns:a="http://schemas.openxmlformats.org/drawingml/2006/main" prst="rect">
            <a:avLst/>
          </a:prstGeom>
          <a:noFill xmlns:a="http://schemas.openxmlformats.org/drawingml/2006/main"/>
          <a:ln xmlns:a="http://schemas.openxmlformats.org/drawingml/2006/main" w="0">
            <a:noFill/>
          </a:ln>
        </p:spPr>
      </p:sp>
      <p:pic>
        <p:nvPicPr>
          <p:cNvPr id="86" name="">
            <a:extLst xmlns:a="http://schemas.openxmlformats.org/drawingml/2006/main">
              <a:ext uri="{FF2B5EF4-FFF2-40B4-BE49-F238E27FC236}">
                <a16:creationId xmlns:a16="http://schemas.microsoft.com/office/drawing/2014/main" id="{866C08A8-93D7-4300-A1CB-CE1495C75D1C}"/>
              </a:ext>
            </a:extLst>
          </p:cNvPr>
          <p:cNvPicPr>
            <a:picLocks xmlns:a="http://schemas.openxmlformats.org/drawingml/2006/main" noChangeAspect="1"/>
          </p:cNvPicPr>
          <p:nvPr/>
        </p:nvPicPr>
        <p:blipFill>
          <a:blip xmlns:r="http://schemas.openxmlformats.org/officeDocument/2006/relationships" xmlns:a="http://schemas.openxmlformats.org/drawingml/2006/main" r:embed="Rea78113c11034dfb"/>
          <a:srcRect xmlns:a="http://schemas.openxmlformats.org/drawingml/2006/main" l="0" t="2204" r="0" b="2204"/>
          <a:stretch xmlns:a="http://schemas.openxmlformats.org/drawingml/2006/main">
            <a:fillRect l="0" t="0" r="0" b="0"/>
          </a:stretch>
        </p:blipFill>
        <p:spPr>
          <a:xfrm xmlns:a="http://schemas.openxmlformats.org/drawingml/2006/main">
            <a:off x="9443139" y="2294159"/>
            <a:ext cx="309459" cy="277887"/>
          </a:xfrm>
          <a:prstGeom xmlns:a="http://schemas.openxmlformats.org/drawingml/2006/main" prst="rect">
            <a:avLst/>
          </a:prstGeom>
        </p:spPr>
      </p:pic>
      <p:sp>
        <p:nvSpPr>
          <p:cNvPr id="87" name="pdf-raster-4">
            <a:extLst xmlns:a="http://schemas.openxmlformats.org/drawingml/2006/main">
              <a:ext uri="{FF2B5EF4-FFF2-40B4-BE49-F238E27FC236}">
                <a16:creationId xmlns:a16="http://schemas.microsoft.com/office/drawing/2014/main" id="{C7F9CB10-2AE4-4A48-A44E-D1E92DCD952C}"/>
              </a:ext>
            </a:extLst>
          </p:cNvPr>
          <p:cNvSpPr>
            <a:spLocks xmlns:a="http://schemas.openxmlformats.org/drawingml/2006/main" noGrp="1"/>
          </p:cNvSpPr>
          <p:nvPr/>
        </p:nvSpPr>
        <p:spPr>
          <a:xfrm xmlns:a="http://schemas.openxmlformats.org/drawingml/2006/main" rot="0">
            <a:off x="9443139" y="2294159"/>
            <a:ext cx="309459" cy="277887"/>
          </a:xfrm>
          <a:prstGeom xmlns:a="http://schemas.openxmlformats.org/drawingml/2006/main" prst="rect">
            <a:avLst/>
          </a:prstGeom>
          <a:noFill xmlns:a="http://schemas.openxmlformats.org/drawingml/2006/main"/>
          <a:ln xmlns:a="http://schemas.openxmlformats.org/drawingml/2006/main" w="0">
            <a:noFill/>
          </a:ln>
        </p:spPr>
      </p:sp>
      <p:pic>
        <p:nvPicPr>
          <p:cNvPr id="88" name="">
            <a:extLst xmlns:a="http://schemas.openxmlformats.org/drawingml/2006/main">
              <a:ext uri="{FF2B5EF4-FFF2-40B4-BE49-F238E27FC236}">
                <a16:creationId xmlns:a16="http://schemas.microsoft.com/office/drawing/2014/main" id="{80C49223-0F57-4A35-8EFA-A864FF196C1D}"/>
              </a:ext>
            </a:extLst>
          </p:cNvPr>
          <p:cNvPicPr>
            <a:picLocks xmlns:a="http://schemas.openxmlformats.org/drawingml/2006/main" noChangeAspect="1"/>
          </p:cNvPicPr>
          <p:nvPr/>
        </p:nvPicPr>
        <p:blipFill>
          <a:blip xmlns:r="http://schemas.openxmlformats.org/officeDocument/2006/relationships" xmlns:a="http://schemas.openxmlformats.org/drawingml/2006/main" r:embed="R65f4322501d048f8"/>
          <a:srcRect xmlns:a="http://schemas.openxmlformats.org/drawingml/2006/main" l="0" t="2" r="0" b="2"/>
          <a:stretch xmlns:a="http://schemas.openxmlformats.org/drawingml/2006/main">
            <a:fillRect l="0" t="0" r="0" b="0"/>
          </a:stretch>
        </p:blipFill>
        <p:spPr>
          <a:xfrm xmlns:a="http://schemas.openxmlformats.org/drawingml/2006/main">
            <a:off x="6404087" y="1339390"/>
            <a:ext cx="725933" cy="725904"/>
          </a:xfrm>
          <a:prstGeom xmlns:a="http://schemas.openxmlformats.org/drawingml/2006/main" prst="rect">
            <a:avLst/>
          </a:prstGeom>
        </p:spPr>
      </p:pic>
      <p:sp>
        <p:nvSpPr>
          <p:cNvPr id="89" name="pdf-raster-5">
            <a:extLst xmlns:a="http://schemas.openxmlformats.org/drawingml/2006/main">
              <a:ext uri="{FF2B5EF4-FFF2-40B4-BE49-F238E27FC236}">
                <a16:creationId xmlns:a16="http://schemas.microsoft.com/office/drawing/2014/main" id="{94D60560-63B2-49C7-8183-F028287BF94B}"/>
              </a:ext>
            </a:extLst>
          </p:cNvPr>
          <p:cNvSpPr>
            <a:spLocks xmlns:a="http://schemas.openxmlformats.org/drawingml/2006/main" noGrp="1"/>
          </p:cNvSpPr>
          <p:nvPr/>
        </p:nvSpPr>
        <p:spPr>
          <a:xfrm xmlns:a="http://schemas.openxmlformats.org/drawingml/2006/main" rot="0">
            <a:off x="6404087" y="1339390"/>
            <a:ext cx="725933" cy="725904"/>
          </a:xfrm>
          <a:prstGeom xmlns:a="http://schemas.openxmlformats.org/drawingml/2006/main" prst="rect">
            <a:avLst/>
          </a:prstGeom>
          <a:noFill xmlns:a="http://schemas.openxmlformats.org/drawingml/2006/main"/>
          <a:ln xmlns:a="http://schemas.openxmlformats.org/drawingml/2006/main" w="0">
            <a:noFill/>
          </a:ln>
        </p:spPr>
      </p:sp>
      <p:sp>
        <p:nvSpPr>
          <p:cNvPr id="90" name="pdf-path-422">
            <a:extLst xmlns:a="http://schemas.openxmlformats.org/drawingml/2006/main">
              <a:ext uri="{FF2B5EF4-FFF2-40B4-BE49-F238E27FC236}">
                <a16:creationId xmlns:a16="http://schemas.microsoft.com/office/drawing/2014/main" id="{755218D2-C74D-4345-8126-5214EEE03810}"/>
              </a:ext>
            </a:extLst>
          </p:cNvPr>
          <p:cNvSpPr>
            <a:spLocks xmlns:a="http://schemas.openxmlformats.org/drawingml/2006/main" noGrp="1"/>
          </p:cNvSpPr>
          <p:nvPr/>
        </p:nvSpPr>
        <p:spPr>
          <a:xfrm xmlns:a="http://schemas.openxmlformats.org/drawingml/2006/main" rot="0">
            <a:off x="6404083" y="1339396"/>
            <a:ext cx="725911" cy="725909"/>
          </a:xfrm>
          <a:custGeom xmlns:a="http://schemas.openxmlformats.org/drawingml/2006/main">
            <a:pathLst>
              <a:path w="725911" h="725909">
                <a:moveTo>
                  <a:pt x="0" y="0"/>
                </a:moveTo>
                <a:lnTo>
                  <a:pt x="725911" y="0"/>
                </a:lnTo>
                <a:lnTo>
                  <a:pt x="725911" y="725909"/>
                </a:lnTo>
                <a:lnTo>
                  <a:pt x="0" y="725909"/>
                </a:lnTo>
                <a:close/>
              </a:path>
            </a:pathLst>
          </a:custGeom>
          <a:noFill xmlns:a="http://schemas.openxmlformats.org/drawingml/2006/main"/>
          <a:ln xmlns:a="http://schemas.openxmlformats.org/drawingml/2006/main" w="21453">
            <a:solidFill>
              <a:srgbClr val="000000"/>
            </a:solidFill>
            <a:prstDash val="solid"/>
          </a:ln>
        </p:spPr>
      </p:sp>
      <p:sp>
        <p:nvSpPr>
          <p:cNvPr id="91" name="pdf-path-423">
            <a:extLst xmlns:a="http://schemas.openxmlformats.org/drawingml/2006/main">
              <a:ext uri="{FF2B5EF4-FFF2-40B4-BE49-F238E27FC236}">
                <a16:creationId xmlns:a16="http://schemas.microsoft.com/office/drawing/2014/main" id="{0C6A3FB3-CCD1-4263-B93C-34E65D47B340}"/>
              </a:ext>
            </a:extLst>
          </p:cNvPr>
          <p:cNvSpPr>
            <a:spLocks xmlns:a="http://schemas.openxmlformats.org/drawingml/2006/main" noGrp="1"/>
          </p:cNvSpPr>
          <p:nvPr/>
        </p:nvSpPr>
        <p:spPr>
          <a:xfrm xmlns:a="http://schemas.openxmlformats.org/drawingml/2006/main" rot="0">
            <a:off x="4590128" y="1023351"/>
            <a:ext cx="99051" cy="90636"/>
          </a:xfrm>
          <a:custGeom xmlns:a="http://schemas.openxmlformats.org/drawingml/2006/main">
            <a:pathLst>
              <a:path w="99051" h="90636">
                <a:moveTo>
                  <a:pt x="24344" y="90636"/>
                </a:moveTo>
                <a:cubicBezTo>
                  <a:pt x="55338" y="90636"/>
                  <a:pt x="99051" y="66912"/>
                  <a:pt x="99051" y="30754"/>
                </a:cubicBezTo>
                <a:cubicBezTo>
                  <a:pt x="99051" y="18932"/>
                  <a:pt x="93463" y="11629"/>
                  <a:pt x="86976" y="7479"/>
                </a:cubicBezTo>
                <a:cubicBezTo>
                  <a:pt x="75528" y="0"/>
                  <a:pt x="63275" y="0"/>
                  <a:pt x="50572" y="0"/>
                </a:cubicBezTo>
                <a:cubicBezTo>
                  <a:pt x="39366" y="0"/>
                  <a:pt x="31445" y="0"/>
                  <a:pt x="20190" y="4777"/>
                </a:cubicBezTo>
                <a:cubicBezTo>
                  <a:pt x="2705" y="12643"/>
                  <a:pt x="0" y="23709"/>
                  <a:pt x="0" y="24722"/>
                </a:cubicBezTo>
                <a:cubicBezTo>
                  <a:pt x="0" y="25542"/>
                  <a:pt x="628" y="25784"/>
                  <a:pt x="1449" y="25784"/>
                </a:cubicBezTo>
                <a:cubicBezTo>
                  <a:pt x="3526" y="25784"/>
                  <a:pt x="6666" y="23902"/>
                  <a:pt x="7680" y="23274"/>
                </a:cubicBezTo>
                <a:cubicBezTo>
                  <a:pt x="10369" y="21392"/>
                  <a:pt x="10819" y="20572"/>
                  <a:pt x="11641" y="18047"/>
                </a:cubicBezTo>
                <a:cubicBezTo>
                  <a:pt x="13524" y="12643"/>
                  <a:pt x="17292" y="8107"/>
                  <a:pt x="33892" y="7238"/>
                </a:cubicBezTo>
                <a:cubicBezTo>
                  <a:pt x="31830" y="35097"/>
                  <a:pt x="24972" y="60510"/>
                  <a:pt x="15843" y="83591"/>
                </a:cubicBezTo>
                <a:cubicBezTo>
                  <a:pt x="10819" y="85216"/>
                  <a:pt x="7680" y="88368"/>
                  <a:pt x="7680" y="89816"/>
                </a:cubicBezTo>
                <a:cubicBezTo>
                  <a:pt x="7680" y="90443"/>
                  <a:pt x="7680" y="90636"/>
                  <a:pt x="10627" y="90636"/>
                </a:cubicBezTo>
                <a:lnTo>
                  <a:pt x="24344" y="90636"/>
                </a:lnTo>
                <a:moveTo>
                  <a:pt x="24972" y="83398"/>
                </a:moveTo>
                <a:cubicBezTo>
                  <a:pt x="40187" y="46356"/>
                  <a:pt x="42892" y="23274"/>
                  <a:pt x="44776" y="7238"/>
                </a:cubicBezTo>
                <a:cubicBezTo>
                  <a:pt x="53712" y="7238"/>
                  <a:pt x="87603" y="7238"/>
                  <a:pt x="87603" y="36608"/>
                </a:cubicBezTo>
                <a:cubicBezTo>
                  <a:pt x="87603" y="62585"/>
                  <a:pt x="64338" y="83398"/>
                  <a:pt x="32265" y="83398"/>
                </a:cubicBezTo>
                <a:lnTo>
                  <a:pt x="24972" y="83398"/>
                </a:lnTo>
              </a:path>
            </a:pathLst>
          </a:custGeom>
          <a:solidFill xmlns:a="http://schemas.openxmlformats.org/drawingml/2006/main">
            <a:srgbClr val="000000"/>
          </a:solidFill>
          <a:ln xmlns:a="http://schemas.openxmlformats.org/drawingml/2006/main" w="11441">
            <a:solidFill>
              <a:srgbClr val="000000"/>
            </a:solidFill>
            <a:prstDash val="solid"/>
          </a:ln>
        </p:spPr>
      </p:sp>
      <p:sp>
        <p:nvSpPr>
          <p:cNvPr id="92" name="pdf-text-184-0">
            <a:extLst xmlns:a="http://schemas.openxmlformats.org/drawingml/2006/main">
              <a:ext uri="{FF2B5EF4-FFF2-40B4-BE49-F238E27FC236}">
                <a16:creationId xmlns:a16="http://schemas.microsoft.com/office/drawing/2014/main" id="{39EC6A50-DA3A-4E9F-9643-EC7D81952E7C}"/>
              </a:ext>
            </a:extLst>
          </p:cNvPr>
          <p:cNvSpPr>
            <a:spLocks xmlns:a="http://schemas.openxmlformats.org/drawingml/2006/main" noGrp="1"/>
          </p:cNvSpPr>
          <p:nvPr/>
        </p:nvSpPr>
        <p:spPr>
          <a:xfrm xmlns:a="http://schemas.openxmlformats.org/drawingml/2006/main" rot="0">
            <a:off x="4680667" y="1068211"/>
            <a:ext cx="431726" cy="9938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783" b="1" i="0">
                <a:solidFill>
                  <a:srgbClr val="1A1A1A"/>
                </a:solidFill>
                <a:latin typeface="Courier New"/>
                <a:ea typeface="Courier New"/>
                <a:cs typeface="Courier New"/>
              </a:defRPr>
            </a:defPPr>
          </a:lstStyle>
          <a:p xmlns:a="http://schemas.openxmlformats.org/drawingml/2006/main">
            <a:pPr algn="l">
              <a:defRPr sz="783" b="1" i="0">
                <a:solidFill>
                  <a:srgbClr val="1A1A1A"/>
                </a:solidFill>
                <a:latin typeface="Courier New"/>
                <a:ea typeface="Courier New"/>
                <a:cs typeface="Courier New"/>
              </a:defRPr>
            </a:pPr>
            <a:r>
              <a:rPr sz="783" b="1" i="0">
                <a:solidFill>
                  <a:srgbClr val="1A1A1A"/>
                </a:solidFill>
                <a:latin typeface="Courier New"/>
                <a:ea typeface="Courier New"/>
                <a:cs typeface="Courier New"/>
              </a:rPr>
              <a:t>Pick(?o)</a:t>
            </a:r>
          </a:p>
        </p:txBody>
      </p:sp>
      <p:sp>
        <p:nvSpPr>
          <p:cNvPr id="93" name="pdf-path-426">
            <a:extLst xmlns:a="http://schemas.openxmlformats.org/drawingml/2006/main">
              <a:ext uri="{FF2B5EF4-FFF2-40B4-BE49-F238E27FC236}">
                <a16:creationId xmlns:a16="http://schemas.microsoft.com/office/drawing/2014/main" id="{43229CB7-14DF-411B-BCAB-AE71E44F0A7C}"/>
              </a:ext>
            </a:extLst>
          </p:cNvPr>
          <p:cNvSpPr>
            <a:spLocks xmlns:a="http://schemas.openxmlformats.org/drawingml/2006/main" noGrp="1"/>
          </p:cNvSpPr>
          <p:nvPr/>
        </p:nvSpPr>
        <p:spPr>
          <a:xfrm xmlns:a="http://schemas.openxmlformats.org/drawingml/2006/main" rot="0">
            <a:off x="6607225" y="1023351"/>
            <a:ext cx="99115" cy="90636"/>
          </a:xfrm>
          <a:custGeom xmlns:a="http://schemas.openxmlformats.org/drawingml/2006/main">
            <a:pathLst>
              <a:path w="99115" h="90636">
                <a:moveTo>
                  <a:pt x="24409" y="90636"/>
                </a:moveTo>
                <a:cubicBezTo>
                  <a:pt x="55418" y="90636"/>
                  <a:pt x="99115" y="66912"/>
                  <a:pt x="99115" y="30754"/>
                </a:cubicBezTo>
                <a:cubicBezTo>
                  <a:pt x="99115" y="18932"/>
                  <a:pt x="93464" y="11629"/>
                  <a:pt x="87040" y="7479"/>
                </a:cubicBezTo>
                <a:cubicBezTo>
                  <a:pt x="75608" y="0"/>
                  <a:pt x="63340" y="0"/>
                  <a:pt x="50637" y="0"/>
                </a:cubicBezTo>
                <a:cubicBezTo>
                  <a:pt x="39382" y="0"/>
                  <a:pt x="31444" y="0"/>
                  <a:pt x="20190" y="4777"/>
                </a:cubicBezTo>
                <a:cubicBezTo>
                  <a:pt x="2705" y="12643"/>
                  <a:pt x="0" y="23709"/>
                  <a:pt x="0" y="24722"/>
                </a:cubicBezTo>
                <a:cubicBezTo>
                  <a:pt x="0" y="25542"/>
                  <a:pt x="628" y="25784"/>
                  <a:pt x="1514" y="25784"/>
                </a:cubicBezTo>
                <a:cubicBezTo>
                  <a:pt x="3590" y="25784"/>
                  <a:pt x="6666" y="23902"/>
                  <a:pt x="7745" y="23274"/>
                </a:cubicBezTo>
                <a:cubicBezTo>
                  <a:pt x="10450" y="21392"/>
                  <a:pt x="10819" y="20572"/>
                  <a:pt x="11705" y="18047"/>
                </a:cubicBezTo>
                <a:cubicBezTo>
                  <a:pt x="13524" y="12643"/>
                  <a:pt x="17293" y="8107"/>
                  <a:pt x="33973" y="7238"/>
                </a:cubicBezTo>
                <a:cubicBezTo>
                  <a:pt x="31896" y="35097"/>
                  <a:pt x="25037" y="60510"/>
                  <a:pt x="15860" y="83591"/>
                </a:cubicBezTo>
                <a:cubicBezTo>
                  <a:pt x="10819" y="85216"/>
                  <a:pt x="7745" y="88368"/>
                  <a:pt x="7745" y="89816"/>
                </a:cubicBezTo>
                <a:cubicBezTo>
                  <a:pt x="7745" y="90443"/>
                  <a:pt x="7745" y="90636"/>
                  <a:pt x="10627" y="90636"/>
                </a:cubicBezTo>
                <a:lnTo>
                  <a:pt x="24409" y="90636"/>
                </a:lnTo>
                <a:moveTo>
                  <a:pt x="25037" y="83398"/>
                </a:moveTo>
                <a:cubicBezTo>
                  <a:pt x="40187" y="46356"/>
                  <a:pt x="42892" y="23274"/>
                  <a:pt x="44776" y="7238"/>
                </a:cubicBezTo>
                <a:cubicBezTo>
                  <a:pt x="53712" y="7238"/>
                  <a:pt x="87684" y="7238"/>
                  <a:pt x="87684" y="36608"/>
                </a:cubicBezTo>
                <a:cubicBezTo>
                  <a:pt x="87684" y="62585"/>
                  <a:pt x="64338" y="83398"/>
                  <a:pt x="32265" y="83398"/>
                </a:cubicBezTo>
                <a:lnTo>
                  <a:pt x="25037" y="83398"/>
                </a:lnTo>
              </a:path>
            </a:pathLst>
          </a:custGeom>
          <a:solidFill xmlns:a="http://schemas.openxmlformats.org/drawingml/2006/main">
            <a:srgbClr val="000000"/>
          </a:solidFill>
          <a:ln xmlns:a="http://schemas.openxmlformats.org/drawingml/2006/main" w="11441">
            <a:solidFill>
              <a:srgbClr val="000000"/>
            </a:solidFill>
            <a:prstDash val="solid"/>
          </a:ln>
        </p:spPr>
      </p:sp>
      <p:sp>
        <p:nvSpPr>
          <p:cNvPr id="94" name="pdf-text-185-0">
            <a:extLst xmlns:a="http://schemas.openxmlformats.org/drawingml/2006/main">
              <a:ext uri="{FF2B5EF4-FFF2-40B4-BE49-F238E27FC236}">
                <a16:creationId xmlns:a16="http://schemas.microsoft.com/office/drawing/2014/main" id="{0B7B26E2-EFB8-4D0F-A0FA-311DD6870058}"/>
              </a:ext>
            </a:extLst>
          </p:cNvPr>
          <p:cNvSpPr>
            <a:spLocks xmlns:a="http://schemas.openxmlformats.org/drawingml/2006/main" noGrp="1"/>
          </p:cNvSpPr>
          <p:nvPr/>
        </p:nvSpPr>
        <p:spPr>
          <a:xfrm xmlns:a="http://schemas.openxmlformats.org/drawingml/2006/main" rot="0">
            <a:off x="6697791" y="1068211"/>
            <a:ext cx="431724" cy="9938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783" b="1" i="0">
                <a:solidFill>
                  <a:srgbClr val="1A1A1A"/>
                </a:solidFill>
                <a:latin typeface="Courier New"/>
                <a:ea typeface="Courier New"/>
                <a:cs typeface="Courier New"/>
              </a:defRPr>
            </a:defPPr>
          </a:lstStyle>
          <a:p xmlns:a="http://schemas.openxmlformats.org/drawingml/2006/main">
            <a:pPr algn="l">
              <a:defRPr sz="783" b="1" i="0">
                <a:solidFill>
                  <a:srgbClr val="1A1A1A"/>
                </a:solidFill>
                <a:latin typeface="Courier New"/>
                <a:ea typeface="Courier New"/>
                <a:cs typeface="Courier New"/>
              </a:defRPr>
            </a:pPr>
            <a:r>
              <a:rPr sz="783" b="1" i="0">
                <a:solidFill>
                  <a:srgbClr val="1A1A1A"/>
                </a:solidFill>
                <a:latin typeface="Courier New"/>
                <a:ea typeface="Courier New"/>
                <a:cs typeface="Courier New"/>
              </a:rPr>
              <a:t>Pick(?o)</a:t>
            </a:r>
          </a:p>
        </p:txBody>
      </p:sp>
      <p:sp>
        <p:nvSpPr>
          <p:cNvPr id="95" name="pdf-path-429">
            <a:extLst xmlns:a="http://schemas.openxmlformats.org/drawingml/2006/main">
              <a:ext uri="{FF2B5EF4-FFF2-40B4-BE49-F238E27FC236}">
                <a16:creationId xmlns:a16="http://schemas.microsoft.com/office/drawing/2014/main" id="{D4888E25-B0A6-4D21-8722-D352EB106D8B}"/>
              </a:ext>
            </a:extLst>
          </p:cNvPr>
          <p:cNvSpPr>
            <a:spLocks xmlns:a="http://schemas.openxmlformats.org/drawingml/2006/main" noGrp="1"/>
          </p:cNvSpPr>
          <p:nvPr/>
        </p:nvSpPr>
        <p:spPr>
          <a:xfrm xmlns:a="http://schemas.openxmlformats.org/drawingml/2006/main" rot="0">
            <a:off x="6367536" y="2138184"/>
            <a:ext cx="798943" cy="528681"/>
          </a:xfrm>
          <a:custGeom xmlns:a="http://schemas.openxmlformats.org/drawingml/2006/main">
            <a:pathLst>
              <a:path w="798943" h="528681">
                <a:moveTo>
                  <a:pt x="48366" y="0"/>
                </a:moveTo>
                <a:lnTo>
                  <a:pt x="750577" y="0"/>
                </a:lnTo>
                <a:cubicBezTo>
                  <a:pt x="777368" y="0"/>
                  <a:pt x="798943" y="21586"/>
                  <a:pt x="798943" y="48301"/>
                </a:cubicBezTo>
                <a:lnTo>
                  <a:pt x="798943" y="480380"/>
                </a:lnTo>
                <a:cubicBezTo>
                  <a:pt x="798943" y="507113"/>
                  <a:pt x="777368" y="528681"/>
                  <a:pt x="750577" y="528681"/>
                </a:cubicBezTo>
                <a:lnTo>
                  <a:pt x="48366" y="528681"/>
                </a:lnTo>
                <a:cubicBezTo>
                  <a:pt x="21574" y="528681"/>
                  <a:pt x="0" y="507113"/>
                  <a:pt x="0" y="480380"/>
                </a:cubicBezTo>
                <a:lnTo>
                  <a:pt x="0" y="48301"/>
                </a:lnTo>
                <a:cubicBezTo>
                  <a:pt x="0" y="21586"/>
                  <a:pt x="21574" y="0"/>
                  <a:pt x="48366" y="0"/>
                </a:cubicBezTo>
              </a:path>
            </a:pathLst>
          </a:custGeom>
          <a:solidFill xmlns:a="http://schemas.openxmlformats.org/drawingml/2006/main">
            <a:srgbClr val="EAECEE"/>
          </a:solidFill>
          <a:ln xmlns:a="http://schemas.openxmlformats.org/drawingml/2006/main" w="9439">
            <a:solidFill>
              <a:srgbClr val="4A5568"/>
            </a:solidFill>
            <a:prstDash val="solid"/>
          </a:ln>
        </p:spPr>
      </p:sp>
      <p:sp>
        <p:nvSpPr>
          <p:cNvPr id="96" name="pdf-path-431">
            <a:extLst xmlns:a="http://schemas.openxmlformats.org/drawingml/2006/main">
              <a:ext uri="{FF2B5EF4-FFF2-40B4-BE49-F238E27FC236}">
                <a16:creationId xmlns:a16="http://schemas.microsoft.com/office/drawing/2014/main" id="{A89B8553-67F4-4B66-8549-2AAD158D4977}"/>
              </a:ext>
            </a:extLst>
          </p:cNvPr>
          <p:cNvSpPr>
            <a:spLocks xmlns:a="http://schemas.openxmlformats.org/drawingml/2006/main" noGrp="1"/>
          </p:cNvSpPr>
          <p:nvPr/>
        </p:nvSpPr>
        <p:spPr>
          <a:xfrm xmlns:a="http://schemas.openxmlformats.org/drawingml/2006/main" rot="0">
            <a:off x="6390318" y="2181837"/>
            <a:ext cx="54147" cy="57293"/>
          </a:xfrm>
          <a:custGeom xmlns:a="http://schemas.openxmlformats.org/drawingml/2006/main">
            <a:pathLst>
              <a:path w="54147" h="57293">
                <a:moveTo>
                  <a:pt x="49429" y="0"/>
                </a:moveTo>
                <a:lnTo>
                  <a:pt x="0" y="0"/>
                </a:lnTo>
                <a:lnTo>
                  <a:pt x="0" y="2638"/>
                </a:lnTo>
                <a:lnTo>
                  <a:pt x="1948" y="2638"/>
                </a:lnTo>
                <a:cubicBezTo>
                  <a:pt x="8614" y="2638"/>
                  <a:pt x="8743" y="3587"/>
                  <a:pt x="8743" y="6611"/>
                </a:cubicBezTo>
                <a:lnTo>
                  <a:pt x="8743" y="50699"/>
                </a:lnTo>
                <a:cubicBezTo>
                  <a:pt x="8743" y="53707"/>
                  <a:pt x="8614" y="54656"/>
                  <a:pt x="1948" y="54656"/>
                </a:cubicBezTo>
                <a:lnTo>
                  <a:pt x="0" y="54656"/>
                </a:lnTo>
                <a:lnTo>
                  <a:pt x="0" y="57293"/>
                </a:lnTo>
                <a:lnTo>
                  <a:pt x="50749" y="57293"/>
                </a:lnTo>
                <a:lnTo>
                  <a:pt x="54147" y="35531"/>
                </a:lnTo>
                <a:lnTo>
                  <a:pt x="52069" y="35531"/>
                </a:lnTo>
                <a:cubicBezTo>
                  <a:pt x="49928" y="48495"/>
                  <a:pt x="47980" y="54656"/>
                  <a:pt x="33006" y="54656"/>
                </a:cubicBezTo>
                <a:lnTo>
                  <a:pt x="20303" y="54656"/>
                </a:lnTo>
                <a:cubicBezTo>
                  <a:pt x="16342" y="54656"/>
                  <a:pt x="16214" y="54157"/>
                  <a:pt x="16214" y="51390"/>
                </a:cubicBezTo>
                <a:lnTo>
                  <a:pt x="16214" y="28808"/>
                </a:lnTo>
                <a:lnTo>
                  <a:pt x="24456" y="28808"/>
                </a:lnTo>
                <a:cubicBezTo>
                  <a:pt x="32765" y="28808"/>
                  <a:pt x="33956" y="31317"/>
                  <a:pt x="33956" y="38683"/>
                </a:cubicBezTo>
                <a:lnTo>
                  <a:pt x="36034" y="38683"/>
                </a:lnTo>
                <a:lnTo>
                  <a:pt x="36034" y="16423"/>
                </a:lnTo>
                <a:lnTo>
                  <a:pt x="33956" y="16423"/>
                </a:lnTo>
                <a:cubicBezTo>
                  <a:pt x="33956" y="23644"/>
                  <a:pt x="32765" y="26299"/>
                  <a:pt x="24456" y="26299"/>
                </a:cubicBezTo>
                <a:lnTo>
                  <a:pt x="16214" y="26299"/>
                </a:lnTo>
                <a:lnTo>
                  <a:pt x="16214" y="5984"/>
                </a:lnTo>
                <a:cubicBezTo>
                  <a:pt x="16214" y="3217"/>
                  <a:pt x="16342" y="2638"/>
                  <a:pt x="20303" y="2638"/>
                </a:cubicBezTo>
                <a:lnTo>
                  <a:pt x="32378" y="2638"/>
                </a:lnTo>
                <a:cubicBezTo>
                  <a:pt x="45597" y="2638"/>
                  <a:pt x="48349" y="6852"/>
                  <a:pt x="49671" y="19060"/>
                </a:cubicBezTo>
                <a:lnTo>
                  <a:pt x="51747" y="19060"/>
                </a:lnTo>
                <a:lnTo>
                  <a:pt x="49429" y="0"/>
                </a:lnTo>
              </a:path>
            </a:pathLst>
          </a:custGeom>
          <a:solidFill xmlns:a="http://schemas.openxmlformats.org/drawingml/2006/main">
            <a:srgbClr val="1A1A1A"/>
          </a:solidFill>
          <a:ln xmlns:a="http://schemas.openxmlformats.org/drawingml/2006/main" w="11441">
            <a:solidFill>
              <a:srgbClr val="000000"/>
            </a:solidFill>
            <a:prstDash val="solid"/>
          </a:ln>
        </p:spPr>
      </p:sp>
      <p:sp>
        <p:nvSpPr>
          <p:cNvPr id="97" name="pdf-path-433">
            <a:extLst xmlns:a="http://schemas.openxmlformats.org/drawingml/2006/main">
              <a:ext uri="{FF2B5EF4-FFF2-40B4-BE49-F238E27FC236}">
                <a16:creationId xmlns:a16="http://schemas.microsoft.com/office/drawing/2014/main" id="{848B8C5F-3FCA-4BE2-BCE6-981DBB02940E}"/>
              </a:ext>
            </a:extLst>
          </p:cNvPr>
          <p:cNvSpPr>
            <a:spLocks xmlns:a="http://schemas.openxmlformats.org/drawingml/2006/main" noGrp="1"/>
          </p:cNvSpPr>
          <p:nvPr/>
        </p:nvSpPr>
        <p:spPr>
          <a:xfrm xmlns:a="http://schemas.openxmlformats.org/drawingml/2006/main" rot="0">
            <a:off x="6451759" y="2196120"/>
            <a:ext cx="38174" cy="43010"/>
          </a:xfrm>
          <a:custGeom xmlns:a="http://schemas.openxmlformats.org/drawingml/2006/main">
            <a:pathLst>
              <a:path w="38174" h="43010">
                <a:moveTo>
                  <a:pt x="36531" y="0"/>
                </a:moveTo>
                <a:lnTo>
                  <a:pt x="0" y="0"/>
                </a:lnTo>
                <a:lnTo>
                  <a:pt x="0" y="2140"/>
                </a:lnTo>
                <a:cubicBezTo>
                  <a:pt x="5667" y="2140"/>
                  <a:pt x="6038" y="2638"/>
                  <a:pt x="6038" y="6096"/>
                </a:cubicBezTo>
                <a:lnTo>
                  <a:pt x="6038" y="36978"/>
                </a:lnTo>
                <a:cubicBezTo>
                  <a:pt x="6038" y="40372"/>
                  <a:pt x="5667" y="40935"/>
                  <a:pt x="0" y="40935"/>
                </a:cubicBezTo>
                <a:lnTo>
                  <a:pt x="0" y="43010"/>
                </a:lnTo>
                <a:cubicBezTo>
                  <a:pt x="2769" y="42882"/>
                  <a:pt x="7228" y="42769"/>
                  <a:pt x="9370" y="42769"/>
                </a:cubicBezTo>
                <a:cubicBezTo>
                  <a:pt x="12139" y="42769"/>
                  <a:pt x="17292" y="42882"/>
                  <a:pt x="19803" y="43010"/>
                </a:cubicBezTo>
                <a:lnTo>
                  <a:pt x="19803" y="40935"/>
                </a:lnTo>
                <a:cubicBezTo>
                  <a:pt x="13460" y="40935"/>
                  <a:pt x="12139" y="40935"/>
                  <a:pt x="12139" y="36657"/>
                </a:cubicBezTo>
                <a:lnTo>
                  <a:pt x="12139" y="22567"/>
                </a:lnTo>
                <a:lnTo>
                  <a:pt x="17790" y="22567"/>
                </a:lnTo>
                <a:cubicBezTo>
                  <a:pt x="24021" y="22567"/>
                  <a:pt x="24971" y="24271"/>
                  <a:pt x="24971" y="29805"/>
                </a:cubicBezTo>
                <a:lnTo>
                  <a:pt x="27049" y="29805"/>
                </a:lnTo>
                <a:lnTo>
                  <a:pt x="27049" y="13206"/>
                </a:lnTo>
                <a:lnTo>
                  <a:pt x="24971" y="13206"/>
                </a:lnTo>
                <a:cubicBezTo>
                  <a:pt x="24971" y="18739"/>
                  <a:pt x="24021" y="20443"/>
                  <a:pt x="17790" y="20443"/>
                </a:cubicBezTo>
                <a:lnTo>
                  <a:pt x="12139" y="20443"/>
                </a:lnTo>
                <a:lnTo>
                  <a:pt x="12139" y="5662"/>
                </a:lnTo>
                <a:cubicBezTo>
                  <a:pt x="12139" y="2381"/>
                  <a:pt x="12509" y="2140"/>
                  <a:pt x="15536" y="2140"/>
                </a:cubicBezTo>
                <a:lnTo>
                  <a:pt x="23522" y="2140"/>
                </a:lnTo>
                <a:cubicBezTo>
                  <a:pt x="32892" y="2140"/>
                  <a:pt x="35211" y="4777"/>
                  <a:pt x="36033" y="14267"/>
                </a:cubicBezTo>
                <a:lnTo>
                  <a:pt x="38174" y="14267"/>
                </a:lnTo>
                <a:lnTo>
                  <a:pt x="36531" y="0"/>
                </a:lnTo>
              </a:path>
            </a:pathLst>
          </a:custGeom>
          <a:solidFill xmlns:a="http://schemas.openxmlformats.org/drawingml/2006/main">
            <a:srgbClr val="1A1A1A"/>
          </a:solidFill>
          <a:ln xmlns:a="http://schemas.openxmlformats.org/drawingml/2006/main" w="11441">
            <a:solidFill>
              <a:srgbClr val="000000"/>
            </a:solidFill>
            <a:prstDash val="solid"/>
          </a:ln>
        </p:spPr>
      </p:sp>
      <p:sp>
        <p:nvSpPr>
          <p:cNvPr id="98" name="pdf-path-435">
            <a:extLst xmlns:a="http://schemas.openxmlformats.org/drawingml/2006/main">
              <a:ext uri="{FF2B5EF4-FFF2-40B4-BE49-F238E27FC236}">
                <a16:creationId xmlns:a16="http://schemas.microsoft.com/office/drawing/2014/main" id="{8FA14C84-1E1D-4CBB-8272-B87EDC520B51}"/>
              </a:ext>
            </a:extLst>
          </p:cNvPr>
          <p:cNvSpPr>
            <a:spLocks xmlns:a="http://schemas.openxmlformats.org/drawingml/2006/main" noGrp="1"/>
          </p:cNvSpPr>
          <p:nvPr/>
        </p:nvSpPr>
        <p:spPr>
          <a:xfrm xmlns:a="http://schemas.openxmlformats.org/drawingml/2006/main" rot="0">
            <a:off x="6496855" y="2196120"/>
            <a:ext cx="38175" cy="43010"/>
          </a:xfrm>
          <a:custGeom xmlns:a="http://schemas.openxmlformats.org/drawingml/2006/main">
            <a:pathLst>
              <a:path w="38175" h="43010">
                <a:moveTo>
                  <a:pt x="36597" y="0"/>
                </a:moveTo>
                <a:lnTo>
                  <a:pt x="0" y="0"/>
                </a:lnTo>
                <a:lnTo>
                  <a:pt x="0" y="2140"/>
                </a:lnTo>
                <a:cubicBezTo>
                  <a:pt x="5652" y="2140"/>
                  <a:pt x="6103" y="2638"/>
                  <a:pt x="6103" y="6096"/>
                </a:cubicBezTo>
                <a:lnTo>
                  <a:pt x="6103" y="36978"/>
                </a:lnTo>
                <a:cubicBezTo>
                  <a:pt x="6103" y="40372"/>
                  <a:pt x="5652" y="40935"/>
                  <a:pt x="0" y="40935"/>
                </a:cubicBezTo>
                <a:lnTo>
                  <a:pt x="0" y="43010"/>
                </a:lnTo>
                <a:cubicBezTo>
                  <a:pt x="2770" y="42882"/>
                  <a:pt x="7294" y="42769"/>
                  <a:pt x="9372" y="42769"/>
                </a:cubicBezTo>
                <a:cubicBezTo>
                  <a:pt x="12141" y="42769"/>
                  <a:pt x="17293" y="42882"/>
                  <a:pt x="19804" y="43010"/>
                </a:cubicBezTo>
                <a:lnTo>
                  <a:pt x="19804" y="40935"/>
                </a:lnTo>
                <a:cubicBezTo>
                  <a:pt x="13461" y="40935"/>
                  <a:pt x="12141" y="40935"/>
                  <a:pt x="12141" y="36657"/>
                </a:cubicBezTo>
                <a:lnTo>
                  <a:pt x="12141" y="22567"/>
                </a:lnTo>
                <a:lnTo>
                  <a:pt x="17856" y="22567"/>
                </a:lnTo>
                <a:cubicBezTo>
                  <a:pt x="24022" y="22567"/>
                  <a:pt x="24973" y="24271"/>
                  <a:pt x="24973" y="29805"/>
                </a:cubicBezTo>
                <a:lnTo>
                  <a:pt x="27098" y="29805"/>
                </a:lnTo>
                <a:lnTo>
                  <a:pt x="27098" y="13206"/>
                </a:lnTo>
                <a:lnTo>
                  <a:pt x="24973" y="13206"/>
                </a:lnTo>
                <a:cubicBezTo>
                  <a:pt x="24973" y="18739"/>
                  <a:pt x="24022" y="20443"/>
                  <a:pt x="17856" y="20443"/>
                </a:cubicBezTo>
                <a:lnTo>
                  <a:pt x="12141" y="20443"/>
                </a:lnTo>
                <a:lnTo>
                  <a:pt x="12141" y="5662"/>
                </a:lnTo>
                <a:cubicBezTo>
                  <a:pt x="12141" y="2381"/>
                  <a:pt x="12575" y="2140"/>
                  <a:pt x="15586" y="2140"/>
                </a:cubicBezTo>
                <a:lnTo>
                  <a:pt x="23523" y="2140"/>
                </a:lnTo>
                <a:cubicBezTo>
                  <a:pt x="32894" y="2140"/>
                  <a:pt x="35277" y="4777"/>
                  <a:pt x="36033" y="14267"/>
                </a:cubicBezTo>
                <a:lnTo>
                  <a:pt x="38175" y="14267"/>
                </a:lnTo>
                <a:lnTo>
                  <a:pt x="36597" y="0"/>
                </a:lnTo>
              </a:path>
            </a:pathLst>
          </a:custGeom>
          <a:solidFill xmlns:a="http://schemas.openxmlformats.org/drawingml/2006/main">
            <a:srgbClr val="1A1A1A"/>
          </a:solidFill>
          <a:ln xmlns:a="http://schemas.openxmlformats.org/drawingml/2006/main" w="11441">
            <a:solidFill>
              <a:srgbClr val="000000"/>
            </a:solidFill>
            <a:prstDash val="solid"/>
          </a:ln>
        </p:spPr>
      </p:sp>
      <p:sp>
        <p:nvSpPr>
          <p:cNvPr id="99" name="pdf-path-437">
            <a:extLst xmlns:a="http://schemas.openxmlformats.org/drawingml/2006/main">
              <a:ext uri="{FF2B5EF4-FFF2-40B4-BE49-F238E27FC236}">
                <a16:creationId xmlns:a16="http://schemas.microsoft.com/office/drawing/2014/main" id="{F066D47B-0819-4656-A301-CD09C339A5A2}"/>
              </a:ext>
            </a:extLst>
          </p:cNvPr>
          <p:cNvSpPr>
            <a:spLocks xmlns:a="http://schemas.openxmlformats.org/drawingml/2006/main" noGrp="1"/>
          </p:cNvSpPr>
          <p:nvPr/>
        </p:nvSpPr>
        <p:spPr>
          <a:xfrm xmlns:a="http://schemas.openxmlformats.org/drawingml/2006/main" rot="0">
            <a:off x="6542517" y="2165994"/>
            <a:ext cx="43326" cy="43460"/>
          </a:xfrm>
          <a:custGeom xmlns:a="http://schemas.openxmlformats.org/drawingml/2006/main">
            <a:pathLst>
              <a:path w="43326" h="43460">
                <a:moveTo>
                  <a:pt x="23072" y="23145"/>
                </a:moveTo>
                <a:lnTo>
                  <a:pt x="41185" y="23145"/>
                </a:lnTo>
                <a:cubicBezTo>
                  <a:pt x="42006" y="23145"/>
                  <a:pt x="43326" y="23145"/>
                  <a:pt x="43326" y="21826"/>
                </a:cubicBezTo>
                <a:cubicBezTo>
                  <a:pt x="43326" y="20186"/>
                  <a:pt x="42006" y="20186"/>
                  <a:pt x="41185" y="20186"/>
                </a:cubicBezTo>
                <a:lnTo>
                  <a:pt x="23072" y="20186"/>
                </a:lnTo>
                <a:lnTo>
                  <a:pt x="23072" y="2139"/>
                </a:lnTo>
                <a:cubicBezTo>
                  <a:pt x="23072" y="1448"/>
                  <a:pt x="23072" y="0"/>
                  <a:pt x="21752" y="0"/>
                </a:cubicBezTo>
                <a:cubicBezTo>
                  <a:pt x="20303" y="0"/>
                  <a:pt x="20303" y="1319"/>
                  <a:pt x="20303" y="2139"/>
                </a:cubicBezTo>
                <a:lnTo>
                  <a:pt x="20303" y="20186"/>
                </a:lnTo>
                <a:lnTo>
                  <a:pt x="2190" y="20186"/>
                </a:lnTo>
                <a:cubicBezTo>
                  <a:pt x="1449" y="20186"/>
                  <a:pt x="0" y="20186"/>
                  <a:pt x="0" y="21698"/>
                </a:cubicBezTo>
                <a:cubicBezTo>
                  <a:pt x="0" y="23145"/>
                  <a:pt x="1320" y="23145"/>
                  <a:pt x="2190" y="23145"/>
                </a:cubicBezTo>
                <a:lnTo>
                  <a:pt x="20303" y="23145"/>
                </a:lnTo>
                <a:lnTo>
                  <a:pt x="20303" y="41193"/>
                </a:lnTo>
                <a:cubicBezTo>
                  <a:pt x="20303" y="42013"/>
                  <a:pt x="20303" y="43460"/>
                  <a:pt x="21623" y="43460"/>
                </a:cubicBezTo>
                <a:cubicBezTo>
                  <a:pt x="23072" y="43460"/>
                  <a:pt x="23072" y="42013"/>
                  <a:pt x="23072" y="41193"/>
                </a:cubicBezTo>
                <a:lnTo>
                  <a:pt x="23072" y="23145"/>
                </a:lnTo>
              </a:path>
            </a:pathLst>
          </a:custGeom>
          <a:solidFill xmlns:a="http://schemas.openxmlformats.org/drawingml/2006/main">
            <a:srgbClr val="1A1A1A"/>
          </a:solidFill>
          <a:ln xmlns:a="http://schemas.openxmlformats.org/drawingml/2006/main" w="11441">
            <a:solidFill>
              <a:srgbClr val="000000"/>
            </a:solidFill>
            <a:prstDash val="solid"/>
          </a:ln>
        </p:spPr>
      </p:sp>
      <p:sp>
        <p:nvSpPr>
          <p:cNvPr id="100" name="pdf-text-186-0">
            <a:extLst xmlns:a="http://schemas.openxmlformats.org/drawingml/2006/main">
              <a:ext uri="{FF2B5EF4-FFF2-40B4-BE49-F238E27FC236}">
                <a16:creationId xmlns:a16="http://schemas.microsoft.com/office/drawing/2014/main" id="{362AAB6F-DAE1-4F38-B45C-FB5F388FFBF8}"/>
              </a:ext>
            </a:extLst>
          </p:cNvPr>
          <p:cNvSpPr>
            <a:spLocks xmlns:a="http://schemas.openxmlformats.org/drawingml/2006/main" noGrp="1"/>
          </p:cNvSpPr>
          <p:nvPr/>
        </p:nvSpPr>
        <p:spPr>
          <a:xfrm xmlns:a="http://schemas.openxmlformats.org/drawingml/2006/main" rot="0">
            <a:off x="6412019" y="2255244"/>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h</a:t>
            </a:r>
          </a:p>
        </p:txBody>
      </p:sp>
      <p:sp>
        <p:nvSpPr>
          <p:cNvPr id="101" name="pdf-text-187-0">
            <a:extLst xmlns:a="http://schemas.openxmlformats.org/drawingml/2006/main">
              <a:ext uri="{FF2B5EF4-FFF2-40B4-BE49-F238E27FC236}">
                <a16:creationId xmlns:a16="http://schemas.microsoft.com/office/drawing/2014/main" id="{FA8F3553-B20D-41F3-A302-82597CD719B8}"/>
              </a:ext>
            </a:extLst>
          </p:cNvPr>
          <p:cNvSpPr>
            <a:spLocks xmlns:a="http://schemas.openxmlformats.org/drawingml/2006/main" noGrp="1"/>
          </p:cNvSpPr>
          <p:nvPr/>
        </p:nvSpPr>
        <p:spPr>
          <a:xfrm xmlns:a="http://schemas.openxmlformats.org/drawingml/2006/main" rot="0">
            <a:off x="6453970" y="2255244"/>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o</a:t>
            </a:r>
          </a:p>
        </p:txBody>
      </p:sp>
      <p:sp>
        <p:nvSpPr>
          <p:cNvPr id="102" name="pdf-text-188-0">
            <a:extLst xmlns:a="http://schemas.openxmlformats.org/drawingml/2006/main">
              <a:ext uri="{FF2B5EF4-FFF2-40B4-BE49-F238E27FC236}">
                <a16:creationId xmlns:a16="http://schemas.microsoft.com/office/drawing/2014/main" id="{EE0DE14C-4E30-4F14-919A-11F162E6FE84}"/>
              </a:ext>
            </a:extLst>
          </p:cNvPr>
          <p:cNvSpPr>
            <a:spLocks xmlns:a="http://schemas.openxmlformats.org/drawingml/2006/main" noGrp="1"/>
          </p:cNvSpPr>
          <p:nvPr/>
        </p:nvSpPr>
        <p:spPr>
          <a:xfrm xmlns:a="http://schemas.openxmlformats.org/drawingml/2006/main" rot="0">
            <a:off x="6495922" y="2255244"/>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l</a:t>
            </a:r>
          </a:p>
        </p:txBody>
      </p:sp>
      <p:sp>
        <p:nvSpPr>
          <p:cNvPr id="103" name="pdf-text-189-0">
            <a:extLst xmlns:a="http://schemas.openxmlformats.org/drawingml/2006/main">
              <a:ext uri="{FF2B5EF4-FFF2-40B4-BE49-F238E27FC236}">
                <a16:creationId xmlns:a16="http://schemas.microsoft.com/office/drawing/2014/main" id="{FF844F97-3797-4A8C-858E-D01E227EED76}"/>
              </a:ext>
            </a:extLst>
          </p:cNvPr>
          <p:cNvSpPr>
            <a:spLocks xmlns:a="http://schemas.openxmlformats.org/drawingml/2006/main" noGrp="1"/>
          </p:cNvSpPr>
          <p:nvPr/>
        </p:nvSpPr>
        <p:spPr>
          <a:xfrm xmlns:a="http://schemas.openxmlformats.org/drawingml/2006/main" rot="0">
            <a:off x="6537873" y="2255244"/>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d</a:t>
            </a:r>
          </a:p>
        </p:txBody>
      </p:sp>
      <p:sp>
        <p:nvSpPr>
          <p:cNvPr id="104" name="pdf-text-190-0">
            <a:extLst xmlns:a="http://schemas.openxmlformats.org/drawingml/2006/main">
              <a:ext uri="{FF2B5EF4-FFF2-40B4-BE49-F238E27FC236}">
                <a16:creationId xmlns:a16="http://schemas.microsoft.com/office/drawing/2014/main" id="{ACDB9B67-1CFF-4A73-957D-F850FC3B3BD8}"/>
              </a:ext>
            </a:extLst>
          </p:cNvPr>
          <p:cNvSpPr>
            <a:spLocks xmlns:a="http://schemas.openxmlformats.org/drawingml/2006/main" noGrp="1"/>
          </p:cNvSpPr>
          <p:nvPr/>
        </p:nvSpPr>
        <p:spPr>
          <a:xfrm xmlns:a="http://schemas.openxmlformats.org/drawingml/2006/main" rot="0">
            <a:off x="6579825" y="2255244"/>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i</a:t>
            </a:r>
          </a:p>
        </p:txBody>
      </p:sp>
      <p:sp>
        <p:nvSpPr>
          <p:cNvPr id="105" name="pdf-text-191-0">
            <a:extLst xmlns:a="http://schemas.openxmlformats.org/drawingml/2006/main">
              <a:ext uri="{FF2B5EF4-FFF2-40B4-BE49-F238E27FC236}">
                <a16:creationId xmlns:a16="http://schemas.microsoft.com/office/drawing/2014/main" id="{1E0E34B1-ED86-4C8E-9DD7-4B4E5E51A3F0}"/>
              </a:ext>
            </a:extLst>
          </p:cNvPr>
          <p:cNvSpPr>
            <a:spLocks xmlns:a="http://schemas.openxmlformats.org/drawingml/2006/main" noGrp="1"/>
          </p:cNvSpPr>
          <p:nvPr/>
        </p:nvSpPr>
        <p:spPr>
          <a:xfrm xmlns:a="http://schemas.openxmlformats.org/drawingml/2006/main" rot="0">
            <a:off x="6621778" y="2255244"/>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n</a:t>
            </a:r>
          </a:p>
        </p:txBody>
      </p:sp>
      <p:sp>
        <p:nvSpPr>
          <p:cNvPr id="106" name="pdf-text-192-0">
            <a:extLst xmlns:a="http://schemas.openxmlformats.org/drawingml/2006/main">
              <a:ext uri="{FF2B5EF4-FFF2-40B4-BE49-F238E27FC236}">
                <a16:creationId xmlns:a16="http://schemas.microsoft.com/office/drawing/2014/main" id="{DBF2FF1B-638E-4399-97E7-9C923A815A79}"/>
              </a:ext>
            </a:extLst>
          </p:cNvPr>
          <p:cNvSpPr>
            <a:spLocks xmlns:a="http://schemas.openxmlformats.org/drawingml/2006/main" noGrp="1"/>
          </p:cNvSpPr>
          <p:nvPr/>
        </p:nvSpPr>
        <p:spPr>
          <a:xfrm xmlns:a="http://schemas.openxmlformats.org/drawingml/2006/main" rot="0">
            <a:off x="6663729" y="2255244"/>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g</a:t>
            </a:r>
          </a:p>
        </p:txBody>
      </p:sp>
      <p:sp>
        <p:nvSpPr>
          <p:cNvPr id="107" name="pdf-text-193-0">
            <a:extLst xmlns:a="http://schemas.openxmlformats.org/drawingml/2006/main">
              <a:ext uri="{FF2B5EF4-FFF2-40B4-BE49-F238E27FC236}">
                <a16:creationId xmlns:a16="http://schemas.microsoft.com/office/drawing/2014/main" id="{D9F19BA7-713E-484E-AC7A-951769659815}"/>
              </a:ext>
            </a:extLst>
          </p:cNvPr>
          <p:cNvSpPr>
            <a:spLocks xmlns:a="http://schemas.openxmlformats.org/drawingml/2006/main" noGrp="1"/>
          </p:cNvSpPr>
          <p:nvPr/>
        </p:nvSpPr>
        <p:spPr>
          <a:xfrm xmlns:a="http://schemas.openxmlformats.org/drawingml/2006/main" rot="0">
            <a:off x="6705681" y="2255244"/>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a:t>
            </a:r>
          </a:p>
        </p:txBody>
      </p:sp>
      <p:sp>
        <p:nvSpPr>
          <p:cNvPr id="108" name="pdf-text-194-0">
            <a:extLst xmlns:a="http://schemas.openxmlformats.org/drawingml/2006/main">
              <a:ext uri="{FF2B5EF4-FFF2-40B4-BE49-F238E27FC236}">
                <a16:creationId xmlns:a16="http://schemas.microsoft.com/office/drawing/2014/main" id="{BDD86895-1545-4129-822A-97E8B0F803E9}"/>
              </a:ext>
            </a:extLst>
          </p:cNvPr>
          <p:cNvSpPr>
            <a:spLocks xmlns:a="http://schemas.openxmlformats.org/drawingml/2006/main" noGrp="1"/>
          </p:cNvSpPr>
          <p:nvPr/>
        </p:nvSpPr>
        <p:spPr>
          <a:xfrm xmlns:a="http://schemas.openxmlformats.org/drawingml/2006/main" rot="0">
            <a:off x="6747632" y="2255244"/>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a:t>
            </a:r>
          </a:p>
        </p:txBody>
      </p:sp>
      <p:sp>
        <p:nvSpPr>
          <p:cNvPr id="109" name="pdf-text-195-0">
            <a:extLst xmlns:a="http://schemas.openxmlformats.org/drawingml/2006/main">
              <a:ext uri="{FF2B5EF4-FFF2-40B4-BE49-F238E27FC236}">
                <a16:creationId xmlns:a16="http://schemas.microsoft.com/office/drawing/2014/main" id="{94533DE8-79CC-4D00-96F6-9A65DCFAE614}"/>
              </a:ext>
            </a:extLst>
          </p:cNvPr>
          <p:cNvSpPr>
            <a:spLocks xmlns:a="http://schemas.openxmlformats.org/drawingml/2006/main" noGrp="1"/>
          </p:cNvSpPr>
          <p:nvPr/>
        </p:nvSpPr>
        <p:spPr>
          <a:xfrm xmlns:a="http://schemas.openxmlformats.org/drawingml/2006/main" rot="0">
            <a:off x="6789583" y="2255244"/>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r</a:t>
            </a:r>
          </a:p>
        </p:txBody>
      </p:sp>
      <p:sp>
        <p:nvSpPr>
          <p:cNvPr id="110" name="pdf-text-196-0">
            <a:extLst xmlns:a="http://schemas.openxmlformats.org/drawingml/2006/main">
              <a:ext uri="{FF2B5EF4-FFF2-40B4-BE49-F238E27FC236}">
                <a16:creationId xmlns:a16="http://schemas.microsoft.com/office/drawing/2014/main" id="{DDBCD45E-7808-4C62-B629-913542730904}"/>
              </a:ext>
            </a:extLst>
          </p:cNvPr>
          <p:cNvSpPr>
            <a:spLocks xmlns:a="http://schemas.openxmlformats.org/drawingml/2006/main" noGrp="1"/>
          </p:cNvSpPr>
          <p:nvPr/>
        </p:nvSpPr>
        <p:spPr>
          <a:xfrm xmlns:a="http://schemas.openxmlformats.org/drawingml/2006/main" rot="0">
            <a:off x="6831535" y="2255244"/>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a:t>
            </a:r>
          </a:p>
        </p:txBody>
      </p:sp>
      <p:sp>
        <p:nvSpPr>
          <p:cNvPr id="111" name="pdf-text-197-0">
            <a:extLst xmlns:a="http://schemas.openxmlformats.org/drawingml/2006/main">
              <a:ext uri="{FF2B5EF4-FFF2-40B4-BE49-F238E27FC236}">
                <a16:creationId xmlns:a16="http://schemas.microsoft.com/office/drawing/2014/main" id="{A142294E-01B4-4D5E-B52B-F68034876875}"/>
              </a:ext>
            </a:extLst>
          </p:cNvPr>
          <p:cNvSpPr>
            <a:spLocks xmlns:a="http://schemas.openxmlformats.org/drawingml/2006/main" noGrp="1"/>
          </p:cNvSpPr>
          <p:nvPr/>
        </p:nvSpPr>
        <p:spPr>
          <a:xfrm xmlns:a="http://schemas.openxmlformats.org/drawingml/2006/main" rot="0">
            <a:off x="6873487" y="2255244"/>
            <a:ext cx="90261"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 ?</a:t>
            </a:r>
          </a:p>
        </p:txBody>
      </p:sp>
      <p:sp>
        <p:nvSpPr>
          <p:cNvPr id="112" name="pdf-text-198-0">
            <a:extLst xmlns:a="http://schemas.openxmlformats.org/drawingml/2006/main">
              <a:ext uri="{FF2B5EF4-FFF2-40B4-BE49-F238E27FC236}">
                <a16:creationId xmlns:a16="http://schemas.microsoft.com/office/drawing/2014/main" id="{F907D8D4-1E8D-4D93-BE7B-3CCB50D82DB8}"/>
              </a:ext>
            </a:extLst>
          </p:cNvPr>
          <p:cNvSpPr>
            <a:spLocks xmlns:a="http://schemas.openxmlformats.org/drawingml/2006/main" noGrp="1"/>
          </p:cNvSpPr>
          <p:nvPr/>
        </p:nvSpPr>
        <p:spPr>
          <a:xfrm xmlns:a="http://schemas.openxmlformats.org/drawingml/2006/main" rot="0">
            <a:off x="6957390" y="2255244"/>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o</a:t>
            </a:r>
          </a:p>
        </p:txBody>
      </p:sp>
      <p:sp>
        <p:nvSpPr>
          <p:cNvPr id="113" name="pdf-text-199-0">
            <a:extLst xmlns:a="http://schemas.openxmlformats.org/drawingml/2006/main">
              <a:ext uri="{FF2B5EF4-FFF2-40B4-BE49-F238E27FC236}">
                <a16:creationId xmlns:a16="http://schemas.microsoft.com/office/drawing/2014/main" id="{E9C41EB2-171A-4C94-8ED4-9114B46AE1A1}"/>
              </a:ext>
            </a:extLst>
          </p:cNvPr>
          <p:cNvSpPr>
            <a:spLocks xmlns:a="http://schemas.openxmlformats.org/drawingml/2006/main" noGrp="1"/>
          </p:cNvSpPr>
          <p:nvPr/>
        </p:nvSpPr>
        <p:spPr>
          <a:xfrm xmlns:a="http://schemas.openxmlformats.org/drawingml/2006/main" rot="0">
            <a:off x="6999341" y="2255244"/>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a:t>
            </a:r>
          </a:p>
        </p:txBody>
      </p:sp>
      <p:sp>
        <p:nvSpPr>
          <p:cNvPr id="114" name="pdf-path-467">
            <a:extLst xmlns:a="http://schemas.openxmlformats.org/drawingml/2006/main">
              <a:ext uri="{FF2B5EF4-FFF2-40B4-BE49-F238E27FC236}">
                <a16:creationId xmlns:a16="http://schemas.microsoft.com/office/drawing/2014/main" id="{7E8F2A51-B12D-4EB6-96B5-9C808A33B8BD}"/>
              </a:ext>
            </a:extLst>
          </p:cNvPr>
          <p:cNvSpPr>
            <a:spLocks xmlns:a="http://schemas.openxmlformats.org/drawingml/2006/main" noGrp="1"/>
          </p:cNvSpPr>
          <p:nvPr/>
        </p:nvSpPr>
        <p:spPr>
          <a:xfrm xmlns:a="http://schemas.openxmlformats.org/drawingml/2006/main" rot="0">
            <a:off x="6390318" y="2469316"/>
            <a:ext cx="54147" cy="57309"/>
          </a:xfrm>
          <a:custGeom xmlns:a="http://schemas.openxmlformats.org/drawingml/2006/main">
            <a:pathLst>
              <a:path w="54147" h="57309">
                <a:moveTo>
                  <a:pt x="49429" y="0"/>
                </a:moveTo>
                <a:lnTo>
                  <a:pt x="0" y="0"/>
                </a:lnTo>
                <a:lnTo>
                  <a:pt x="0" y="2654"/>
                </a:lnTo>
                <a:lnTo>
                  <a:pt x="2013" y="2654"/>
                </a:lnTo>
                <a:cubicBezTo>
                  <a:pt x="8614" y="2654"/>
                  <a:pt x="8743" y="3587"/>
                  <a:pt x="8743" y="6610"/>
                </a:cubicBezTo>
                <a:lnTo>
                  <a:pt x="8743" y="50698"/>
                </a:lnTo>
                <a:cubicBezTo>
                  <a:pt x="8743" y="53722"/>
                  <a:pt x="8614" y="54655"/>
                  <a:pt x="2013" y="54655"/>
                </a:cubicBezTo>
                <a:lnTo>
                  <a:pt x="0" y="54655"/>
                </a:lnTo>
                <a:lnTo>
                  <a:pt x="0" y="57309"/>
                </a:lnTo>
                <a:lnTo>
                  <a:pt x="50749" y="57309"/>
                </a:lnTo>
                <a:lnTo>
                  <a:pt x="54147" y="35547"/>
                </a:lnTo>
                <a:lnTo>
                  <a:pt x="52069" y="35547"/>
                </a:lnTo>
                <a:cubicBezTo>
                  <a:pt x="49928" y="48430"/>
                  <a:pt x="47980" y="54655"/>
                  <a:pt x="33006" y="54655"/>
                </a:cubicBezTo>
                <a:lnTo>
                  <a:pt x="20367" y="54655"/>
                </a:lnTo>
                <a:cubicBezTo>
                  <a:pt x="16406" y="54655"/>
                  <a:pt x="16214" y="54092"/>
                  <a:pt x="16214" y="51326"/>
                </a:cubicBezTo>
                <a:lnTo>
                  <a:pt x="16214" y="28807"/>
                </a:lnTo>
                <a:lnTo>
                  <a:pt x="24456" y="28807"/>
                </a:lnTo>
                <a:cubicBezTo>
                  <a:pt x="32765" y="28807"/>
                  <a:pt x="33956" y="31268"/>
                  <a:pt x="33956" y="38683"/>
                </a:cubicBezTo>
                <a:lnTo>
                  <a:pt x="36097" y="38683"/>
                </a:lnTo>
                <a:lnTo>
                  <a:pt x="36097" y="16358"/>
                </a:lnTo>
                <a:lnTo>
                  <a:pt x="33956" y="16358"/>
                </a:lnTo>
                <a:cubicBezTo>
                  <a:pt x="33956" y="23660"/>
                  <a:pt x="32765" y="26298"/>
                  <a:pt x="24456" y="26298"/>
                </a:cubicBezTo>
                <a:lnTo>
                  <a:pt x="16214" y="26298"/>
                </a:lnTo>
                <a:lnTo>
                  <a:pt x="16214" y="5984"/>
                </a:lnTo>
                <a:cubicBezTo>
                  <a:pt x="16214" y="3152"/>
                  <a:pt x="16406" y="2654"/>
                  <a:pt x="20367" y="2654"/>
                </a:cubicBezTo>
                <a:lnTo>
                  <a:pt x="32378" y="2654"/>
                </a:lnTo>
                <a:cubicBezTo>
                  <a:pt x="45597" y="2654"/>
                  <a:pt x="48349" y="6868"/>
                  <a:pt x="49671" y="18996"/>
                </a:cubicBezTo>
                <a:lnTo>
                  <a:pt x="51747" y="18996"/>
                </a:lnTo>
                <a:lnTo>
                  <a:pt x="49429" y="0"/>
                </a:lnTo>
              </a:path>
            </a:pathLst>
          </a:custGeom>
          <a:solidFill xmlns:a="http://schemas.openxmlformats.org/drawingml/2006/main">
            <a:srgbClr val="000000"/>
          </a:solidFill>
          <a:ln xmlns:a="http://schemas.openxmlformats.org/drawingml/2006/main" w="11441">
            <a:solidFill>
              <a:srgbClr val="000000"/>
            </a:solidFill>
            <a:prstDash val="solid"/>
          </a:ln>
        </p:spPr>
      </p:sp>
      <p:sp>
        <p:nvSpPr>
          <p:cNvPr id="115" name="pdf-path-469">
            <a:extLst xmlns:a="http://schemas.openxmlformats.org/drawingml/2006/main">
              <a:ext uri="{FF2B5EF4-FFF2-40B4-BE49-F238E27FC236}">
                <a16:creationId xmlns:a16="http://schemas.microsoft.com/office/drawing/2014/main" id="{D45C2B0D-26F6-4D3F-A367-8C749D5FBEB3}"/>
              </a:ext>
            </a:extLst>
          </p:cNvPr>
          <p:cNvSpPr>
            <a:spLocks xmlns:a="http://schemas.openxmlformats.org/drawingml/2006/main" noGrp="1"/>
          </p:cNvSpPr>
          <p:nvPr/>
        </p:nvSpPr>
        <p:spPr>
          <a:xfrm xmlns:a="http://schemas.openxmlformats.org/drawingml/2006/main" rot="0">
            <a:off x="6451759" y="2483599"/>
            <a:ext cx="38174" cy="43026"/>
          </a:xfrm>
          <a:custGeom xmlns:a="http://schemas.openxmlformats.org/drawingml/2006/main">
            <a:pathLst>
              <a:path w="38174" h="43026">
                <a:moveTo>
                  <a:pt x="36531" y="0"/>
                </a:moveTo>
                <a:lnTo>
                  <a:pt x="0" y="0"/>
                </a:lnTo>
                <a:lnTo>
                  <a:pt x="0" y="2075"/>
                </a:lnTo>
                <a:cubicBezTo>
                  <a:pt x="5667" y="2075"/>
                  <a:pt x="6038" y="2638"/>
                  <a:pt x="6038" y="6032"/>
                </a:cubicBezTo>
                <a:lnTo>
                  <a:pt x="6038" y="36914"/>
                </a:lnTo>
                <a:cubicBezTo>
                  <a:pt x="6038" y="40372"/>
                  <a:pt x="5667" y="40887"/>
                  <a:pt x="0" y="40887"/>
                </a:cubicBezTo>
                <a:lnTo>
                  <a:pt x="0" y="43026"/>
                </a:lnTo>
                <a:cubicBezTo>
                  <a:pt x="2769" y="42897"/>
                  <a:pt x="7228" y="42769"/>
                  <a:pt x="9370" y="42769"/>
                </a:cubicBezTo>
                <a:cubicBezTo>
                  <a:pt x="12139" y="42769"/>
                  <a:pt x="17292" y="42897"/>
                  <a:pt x="19803" y="43026"/>
                </a:cubicBezTo>
                <a:lnTo>
                  <a:pt x="19803" y="40887"/>
                </a:lnTo>
                <a:cubicBezTo>
                  <a:pt x="13460" y="40887"/>
                  <a:pt x="12139" y="40887"/>
                  <a:pt x="12139" y="36673"/>
                </a:cubicBezTo>
                <a:lnTo>
                  <a:pt x="12139" y="22583"/>
                </a:lnTo>
                <a:lnTo>
                  <a:pt x="17790" y="22583"/>
                </a:lnTo>
                <a:cubicBezTo>
                  <a:pt x="24021" y="22583"/>
                  <a:pt x="24971" y="24272"/>
                  <a:pt x="24971" y="29805"/>
                </a:cubicBezTo>
                <a:lnTo>
                  <a:pt x="27049" y="29805"/>
                </a:lnTo>
                <a:lnTo>
                  <a:pt x="27049" y="13205"/>
                </a:lnTo>
                <a:lnTo>
                  <a:pt x="24971" y="13205"/>
                </a:lnTo>
                <a:cubicBezTo>
                  <a:pt x="24971" y="18739"/>
                  <a:pt x="24021" y="20444"/>
                  <a:pt x="17790" y="20444"/>
                </a:cubicBezTo>
                <a:lnTo>
                  <a:pt x="12139" y="20444"/>
                </a:lnTo>
                <a:lnTo>
                  <a:pt x="12139" y="5662"/>
                </a:lnTo>
                <a:cubicBezTo>
                  <a:pt x="12139" y="2332"/>
                  <a:pt x="12509" y="2075"/>
                  <a:pt x="15536" y="2075"/>
                </a:cubicBezTo>
                <a:lnTo>
                  <a:pt x="23522" y="2075"/>
                </a:lnTo>
                <a:cubicBezTo>
                  <a:pt x="32892" y="2075"/>
                  <a:pt x="35211" y="4713"/>
                  <a:pt x="36033" y="14219"/>
                </a:cubicBezTo>
                <a:lnTo>
                  <a:pt x="38174" y="14219"/>
                </a:lnTo>
                <a:lnTo>
                  <a:pt x="36531" y="0"/>
                </a:lnTo>
              </a:path>
            </a:pathLst>
          </a:custGeom>
          <a:solidFill xmlns:a="http://schemas.openxmlformats.org/drawingml/2006/main">
            <a:srgbClr val="000000"/>
          </a:solidFill>
          <a:ln xmlns:a="http://schemas.openxmlformats.org/drawingml/2006/main" w="11441">
            <a:solidFill>
              <a:srgbClr val="000000"/>
            </a:solidFill>
            <a:prstDash val="solid"/>
          </a:ln>
        </p:spPr>
      </p:sp>
      <p:sp>
        <p:nvSpPr>
          <p:cNvPr id="116" name="pdf-path-471">
            <a:extLst xmlns:a="http://schemas.openxmlformats.org/drawingml/2006/main">
              <a:ext uri="{FF2B5EF4-FFF2-40B4-BE49-F238E27FC236}">
                <a16:creationId xmlns:a16="http://schemas.microsoft.com/office/drawing/2014/main" id="{6C145470-FB7F-483E-ACB9-63DE5DCF95ED}"/>
              </a:ext>
            </a:extLst>
          </p:cNvPr>
          <p:cNvSpPr>
            <a:spLocks xmlns:a="http://schemas.openxmlformats.org/drawingml/2006/main" noGrp="1"/>
          </p:cNvSpPr>
          <p:nvPr/>
        </p:nvSpPr>
        <p:spPr>
          <a:xfrm xmlns:a="http://schemas.openxmlformats.org/drawingml/2006/main" rot="0">
            <a:off x="6496855" y="2483599"/>
            <a:ext cx="38175" cy="43026"/>
          </a:xfrm>
          <a:custGeom xmlns:a="http://schemas.openxmlformats.org/drawingml/2006/main">
            <a:pathLst>
              <a:path w="38175" h="43026">
                <a:moveTo>
                  <a:pt x="36597" y="0"/>
                </a:moveTo>
                <a:lnTo>
                  <a:pt x="0" y="0"/>
                </a:lnTo>
                <a:lnTo>
                  <a:pt x="0" y="2075"/>
                </a:lnTo>
                <a:cubicBezTo>
                  <a:pt x="5652" y="2075"/>
                  <a:pt x="6103" y="2638"/>
                  <a:pt x="6103" y="6032"/>
                </a:cubicBezTo>
                <a:lnTo>
                  <a:pt x="6103" y="36914"/>
                </a:lnTo>
                <a:cubicBezTo>
                  <a:pt x="6103" y="40372"/>
                  <a:pt x="5652" y="40887"/>
                  <a:pt x="0" y="40887"/>
                </a:cubicBezTo>
                <a:lnTo>
                  <a:pt x="0" y="43026"/>
                </a:lnTo>
                <a:cubicBezTo>
                  <a:pt x="2770" y="42897"/>
                  <a:pt x="7294" y="42769"/>
                  <a:pt x="9372" y="42769"/>
                </a:cubicBezTo>
                <a:cubicBezTo>
                  <a:pt x="12141" y="42769"/>
                  <a:pt x="17293" y="42897"/>
                  <a:pt x="19804" y="43026"/>
                </a:cubicBezTo>
                <a:lnTo>
                  <a:pt x="19804" y="40887"/>
                </a:lnTo>
                <a:cubicBezTo>
                  <a:pt x="13461" y="40887"/>
                  <a:pt x="12141" y="40887"/>
                  <a:pt x="12141" y="36673"/>
                </a:cubicBezTo>
                <a:lnTo>
                  <a:pt x="12141" y="22583"/>
                </a:lnTo>
                <a:lnTo>
                  <a:pt x="17856" y="22583"/>
                </a:lnTo>
                <a:cubicBezTo>
                  <a:pt x="24022" y="22583"/>
                  <a:pt x="24973" y="24272"/>
                  <a:pt x="24973" y="29805"/>
                </a:cubicBezTo>
                <a:lnTo>
                  <a:pt x="27098" y="29805"/>
                </a:lnTo>
                <a:lnTo>
                  <a:pt x="27098" y="13205"/>
                </a:lnTo>
                <a:lnTo>
                  <a:pt x="24973" y="13205"/>
                </a:lnTo>
                <a:cubicBezTo>
                  <a:pt x="24973" y="18739"/>
                  <a:pt x="24022" y="20444"/>
                  <a:pt x="17856" y="20444"/>
                </a:cubicBezTo>
                <a:lnTo>
                  <a:pt x="12141" y="20444"/>
                </a:lnTo>
                <a:lnTo>
                  <a:pt x="12141" y="5662"/>
                </a:lnTo>
                <a:cubicBezTo>
                  <a:pt x="12141" y="2332"/>
                  <a:pt x="12575" y="2075"/>
                  <a:pt x="15586" y="2075"/>
                </a:cubicBezTo>
                <a:lnTo>
                  <a:pt x="23523" y="2075"/>
                </a:lnTo>
                <a:cubicBezTo>
                  <a:pt x="32894" y="2075"/>
                  <a:pt x="35277" y="4713"/>
                  <a:pt x="36033" y="14219"/>
                </a:cubicBezTo>
                <a:lnTo>
                  <a:pt x="38175" y="14219"/>
                </a:lnTo>
                <a:lnTo>
                  <a:pt x="36597" y="0"/>
                </a:lnTo>
              </a:path>
            </a:pathLst>
          </a:custGeom>
          <a:solidFill xmlns:a="http://schemas.openxmlformats.org/drawingml/2006/main">
            <a:srgbClr val="000000"/>
          </a:solidFill>
          <a:ln xmlns:a="http://schemas.openxmlformats.org/drawingml/2006/main" w="11441">
            <a:solidFill>
              <a:srgbClr val="000000"/>
            </a:solidFill>
            <a:prstDash val="solid"/>
          </a:ln>
        </p:spPr>
      </p:sp>
      <p:sp>
        <p:nvSpPr>
          <p:cNvPr id="117" name="pdf-path-473">
            <a:extLst xmlns:a="http://schemas.openxmlformats.org/drawingml/2006/main">
              <a:ext uri="{FF2B5EF4-FFF2-40B4-BE49-F238E27FC236}">
                <a16:creationId xmlns:a16="http://schemas.microsoft.com/office/drawing/2014/main" id="{03412BEA-748D-4325-B612-630BC1716375}"/>
              </a:ext>
            </a:extLst>
          </p:cNvPr>
          <p:cNvSpPr>
            <a:spLocks xmlns:a="http://schemas.openxmlformats.org/drawingml/2006/main" noGrp="1"/>
          </p:cNvSpPr>
          <p:nvPr/>
        </p:nvSpPr>
        <p:spPr>
          <a:xfrm xmlns:a="http://schemas.openxmlformats.org/drawingml/2006/main" rot="0">
            <a:off x="6544707" y="2473658"/>
            <a:ext cx="39946" cy="2895"/>
          </a:xfrm>
          <a:custGeom xmlns:a="http://schemas.openxmlformats.org/drawingml/2006/main">
            <a:pathLst>
              <a:path w="39946" h="2895">
                <a:moveTo>
                  <a:pt x="37547" y="2895"/>
                </a:moveTo>
                <a:cubicBezTo>
                  <a:pt x="38496" y="2895"/>
                  <a:pt x="39946" y="2895"/>
                  <a:pt x="39946" y="1576"/>
                </a:cubicBezTo>
                <a:cubicBezTo>
                  <a:pt x="39946" y="0"/>
                  <a:pt x="38496" y="0"/>
                  <a:pt x="37547" y="0"/>
                </a:cubicBezTo>
                <a:lnTo>
                  <a:pt x="2399" y="0"/>
                </a:lnTo>
                <a:cubicBezTo>
                  <a:pt x="1449" y="0"/>
                  <a:pt x="0" y="0"/>
                  <a:pt x="0" y="1448"/>
                </a:cubicBezTo>
                <a:cubicBezTo>
                  <a:pt x="0" y="2895"/>
                  <a:pt x="1320" y="2895"/>
                  <a:pt x="2399" y="2895"/>
                </a:cubicBezTo>
                <a:lnTo>
                  <a:pt x="37547" y="2895"/>
                </a:lnTo>
              </a:path>
            </a:pathLst>
          </a:custGeom>
          <a:solidFill xmlns:a="http://schemas.openxmlformats.org/drawingml/2006/main">
            <a:srgbClr val="000000"/>
          </a:solidFill>
          <a:ln xmlns:a="http://schemas.openxmlformats.org/drawingml/2006/main" w="11441">
            <a:solidFill>
              <a:srgbClr val="000000"/>
            </a:solidFill>
            <a:prstDash val="solid"/>
          </a:ln>
        </p:spPr>
      </p:sp>
      <p:sp>
        <p:nvSpPr>
          <p:cNvPr id="118" name="pdf-text-200-0">
            <a:extLst xmlns:a="http://schemas.openxmlformats.org/drawingml/2006/main">
              <a:ext uri="{FF2B5EF4-FFF2-40B4-BE49-F238E27FC236}">
                <a16:creationId xmlns:a16="http://schemas.microsoft.com/office/drawing/2014/main" id="{14978210-E003-4266-B025-BD062AB02EB0}"/>
              </a:ext>
            </a:extLst>
          </p:cNvPr>
          <p:cNvSpPr>
            <a:spLocks xmlns:a="http://schemas.openxmlformats.org/drawingml/2006/main" noGrp="1"/>
          </p:cNvSpPr>
          <p:nvPr/>
        </p:nvSpPr>
        <p:spPr>
          <a:xfrm xmlns:a="http://schemas.openxmlformats.org/drawingml/2006/main" rot="0">
            <a:off x="6417064" y="253246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g</a:t>
            </a:r>
          </a:p>
        </p:txBody>
      </p:sp>
      <p:sp>
        <p:nvSpPr>
          <p:cNvPr id="119" name="pdf-text-201-0">
            <a:extLst xmlns:a="http://schemas.openxmlformats.org/drawingml/2006/main">
              <a:ext uri="{FF2B5EF4-FFF2-40B4-BE49-F238E27FC236}">
                <a16:creationId xmlns:a16="http://schemas.microsoft.com/office/drawing/2014/main" id="{1936631D-3777-4C5E-80AC-0448FC26899A}"/>
              </a:ext>
            </a:extLst>
          </p:cNvPr>
          <p:cNvSpPr>
            <a:spLocks xmlns:a="http://schemas.openxmlformats.org/drawingml/2006/main" noGrp="1"/>
          </p:cNvSpPr>
          <p:nvPr/>
        </p:nvSpPr>
        <p:spPr>
          <a:xfrm xmlns:a="http://schemas.openxmlformats.org/drawingml/2006/main" rot="0">
            <a:off x="6459378" y="253246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r</a:t>
            </a:r>
          </a:p>
        </p:txBody>
      </p:sp>
      <p:sp>
        <p:nvSpPr>
          <p:cNvPr id="120" name="pdf-text-202-0">
            <a:extLst xmlns:a="http://schemas.openxmlformats.org/drawingml/2006/main">
              <a:ext uri="{FF2B5EF4-FFF2-40B4-BE49-F238E27FC236}">
                <a16:creationId xmlns:a16="http://schemas.microsoft.com/office/drawing/2014/main" id="{10B3DA4C-BAC4-42F8-A3E9-88B126A8BFFA}"/>
              </a:ext>
            </a:extLst>
          </p:cNvPr>
          <p:cNvSpPr>
            <a:spLocks xmlns:a="http://schemas.openxmlformats.org/drawingml/2006/main" noGrp="1"/>
          </p:cNvSpPr>
          <p:nvPr/>
        </p:nvSpPr>
        <p:spPr>
          <a:xfrm xmlns:a="http://schemas.openxmlformats.org/drawingml/2006/main" rot="0">
            <a:off x="6501692" y="253246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i</a:t>
            </a:r>
          </a:p>
        </p:txBody>
      </p:sp>
      <p:sp>
        <p:nvSpPr>
          <p:cNvPr id="121" name="pdf-text-203-0">
            <a:extLst xmlns:a="http://schemas.openxmlformats.org/drawingml/2006/main">
              <a:ext uri="{FF2B5EF4-FFF2-40B4-BE49-F238E27FC236}">
                <a16:creationId xmlns:a16="http://schemas.microsoft.com/office/drawing/2014/main" id="{904FC143-630E-4344-B605-6CFBC291E7B1}"/>
              </a:ext>
            </a:extLst>
          </p:cNvPr>
          <p:cNvSpPr>
            <a:spLocks xmlns:a="http://schemas.openxmlformats.org/drawingml/2006/main" noGrp="1"/>
          </p:cNvSpPr>
          <p:nvPr/>
        </p:nvSpPr>
        <p:spPr>
          <a:xfrm xmlns:a="http://schemas.openxmlformats.org/drawingml/2006/main" rot="0">
            <a:off x="6544006" y="253246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p</a:t>
            </a:r>
          </a:p>
        </p:txBody>
      </p:sp>
      <p:sp>
        <p:nvSpPr>
          <p:cNvPr id="122" name="pdf-text-204-0">
            <a:extLst xmlns:a="http://schemas.openxmlformats.org/drawingml/2006/main">
              <a:ext uri="{FF2B5EF4-FFF2-40B4-BE49-F238E27FC236}">
                <a16:creationId xmlns:a16="http://schemas.microsoft.com/office/drawing/2014/main" id="{F4E98676-2240-4878-9C72-B60AC72F4344}"/>
              </a:ext>
            </a:extLst>
          </p:cNvPr>
          <p:cNvSpPr>
            <a:spLocks xmlns:a="http://schemas.openxmlformats.org/drawingml/2006/main" noGrp="1"/>
          </p:cNvSpPr>
          <p:nvPr/>
        </p:nvSpPr>
        <p:spPr>
          <a:xfrm xmlns:a="http://schemas.openxmlformats.org/drawingml/2006/main" rot="0">
            <a:off x="6586319" y="253246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p</a:t>
            </a:r>
          </a:p>
        </p:txBody>
      </p:sp>
      <p:sp>
        <p:nvSpPr>
          <p:cNvPr id="123" name="pdf-text-205-0">
            <a:extLst xmlns:a="http://schemas.openxmlformats.org/drawingml/2006/main">
              <a:ext uri="{FF2B5EF4-FFF2-40B4-BE49-F238E27FC236}">
                <a16:creationId xmlns:a16="http://schemas.microsoft.com/office/drawing/2014/main" id="{7BF458AD-63B8-4C62-A978-5E9D5B09DCB2}"/>
              </a:ext>
            </a:extLst>
          </p:cNvPr>
          <p:cNvSpPr>
            <a:spLocks xmlns:a="http://schemas.openxmlformats.org/drawingml/2006/main" noGrp="1"/>
          </p:cNvSpPr>
          <p:nvPr/>
        </p:nvSpPr>
        <p:spPr>
          <a:xfrm xmlns:a="http://schemas.openxmlformats.org/drawingml/2006/main" rot="0">
            <a:off x="6631415" y="253246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e</a:t>
            </a:r>
          </a:p>
        </p:txBody>
      </p:sp>
      <p:sp>
        <p:nvSpPr>
          <p:cNvPr id="124" name="pdf-text-206-0">
            <a:extLst xmlns:a="http://schemas.openxmlformats.org/drawingml/2006/main">
              <a:ext uri="{FF2B5EF4-FFF2-40B4-BE49-F238E27FC236}">
                <a16:creationId xmlns:a16="http://schemas.microsoft.com/office/drawing/2014/main" id="{80F6A772-C0DF-4450-A26D-77FF86542900}"/>
              </a:ext>
            </a:extLst>
          </p:cNvPr>
          <p:cNvSpPr>
            <a:spLocks xmlns:a="http://schemas.openxmlformats.org/drawingml/2006/main" noGrp="1"/>
          </p:cNvSpPr>
          <p:nvPr/>
        </p:nvSpPr>
        <p:spPr>
          <a:xfrm xmlns:a="http://schemas.openxmlformats.org/drawingml/2006/main" rot="0">
            <a:off x="6676509" y="253246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r</a:t>
            </a:r>
          </a:p>
        </p:txBody>
      </p:sp>
      <p:sp>
        <p:nvSpPr>
          <p:cNvPr id="125" name="pdf-text-207-0">
            <a:extLst xmlns:a="http://schemas.openxmlformats.org/drawingml/2006/main">
              <a:ext uri="{FF2B5EF4-FFF2-40B4-BE49-F238E27FC236}">
                <a16:creationId xmlns:a16="http://schemas.microsoft.com/office/drawing/2014/main" id="{D24CE987-F8F6-4D93-BF21-179B75E4A61F}"/>
              </a:ext>
            </a:extLst>
          </p:cNvPr>
          <p:cNvSpPr>
            <a:spLocks xmlns:a="http://schemas.openxmlformats.org/drawingml/2006/main" noGrp="1"/>
          </p:cNvSpPr>
          <p:nvPr/>
        </p:nvSpPr>
        <p:spPr>
          <a:xfrm xmlns:a="http://schemas.openxmlformats.org/drawingml/2006/main" rot="0">
            <a:off x="6720032" y="253246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_</a:t>
            </a:r>
          </a:p>
        </p:txBody>
      </p:sp>
      <p:sp>
        <p:nvSpPr>
          <p:cNvPr id="126" name="pdf-text-208-0">
            <a:extLst xmlns:a="http://schemas.openxmlformats.org/drawingml/2006/main">
              <a:ext uri="{FF2B5EF4-FFF2-40B4-BE49-F238E27FC236}">
                <a16:creationId xmlns:a16="http://schemas.microsoft.com/office/drawing/2014/main" id="{70F08CEC-7C31-4F91-BA69-CBD005CC1434}"/>
              </a:ext>
            </a:extLst>
          </p:cNvPr>
          <p:cNvSpPr>
            <a:spLocks xmlns:a="http://schemas.openxmlformats.org/drawingml/2006/main" noGrp="1"/>
          </p:cNvSpPr>
          <p:nvPr/>
        </p:nvSpPr>
        <p:spPr>
          <a:xfrm xmlns:a="http://schemas.openxmlformats.org/drawingml/2006/main" rot="0">
            <a:off x="6763555" y="253246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e</a:t>
            </a:r>
          </a:p>
        </p:txBody>
      </p:sp>
      <p:sp>
        <p:nvSpPr>
          <p:cNvPr id="127" name="pdf-text-209-0">
            <a:extLst xmlns:a="http://schemas.openxmlformats.org/drawingml/2006/main">
              <a:ext uri="{FF2B5EF4-FFF2-40B4-BE49-F238E27FC236}">
                <a16:creationId xmlns:a16="http://schemas.microsoft.com/office/drawing/2014/main" id="{62CCB7A8-BFD6-4BA6-8C11-BD9C85F94F73}"/>
              </a:ext>
            </a:extLst>
          </p:cNvPr>
          <p:cNvSpPr>
            <a:spLocks xmlns:a="http://schemas.openxmlformats.org/drawingml/2006/main" noGrp="1"/>
          </p:cNvSpPr>
          <p:nvPr/>
        </p:nvSpPr>
        <p:spPr>
          <a:xfrm xmlns:a="http://schemas.openxmlformats.org/drawingml/2006/main" rot="0">
            <a:off x="6810946" y="2543728"/>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457" b="0" i="0">
                <a:solidFill>
                  <a:srgbClr val="1A1A1A"/>
                </a:solidFill>
                <a:latin typeface="Courier New"/>
                <a:ea typeface="Courier New"/>
                <a:cs typeface="Courier New"/>
              </a:defRPr>
            </a:defPPr>
          </a:lstStyle>
          <a:p xmlns:a="http://schemas.openxmlformats.org/drawingml/2006/main">
            <a:pPr algn="l">
              <a:defRPr sz="457" b="0" i="0">
                <a:solidFill>
                  <a:srgbClr val="1A1A1A"/>
                </a:solidFill>
                <a:latin typeface="Courier New"/>
                <a:ea typeface="Courier New"/>
                <a:cs typeface="Courier New"/>
              </a:defRPr>
            </a:pPr>
            <a:r>
              <a:rPr sz="457" b="0" i="0">
                <a:solidFill>
                  <a:srgbClr val="1A1A1A"/>
                </a:solidFill>
                <a:latin typeface="Courier New"/>
                <a:ea typeface="Courier New"/>
                <a:cs typeface="Courier New"/>
              </a:rPr>
              <a:t>m</a:t>
            </a:r>
          </a:p>
        </p:txBody>
      </p:sp>
      <p:sp>
        <p:nvSpPr>
          <p:cNvPr id="128" name="pdf-text-210-0">
            <a:extLst xmlns:a="http://schemas.openxmlformats.org/drawingml/2006/main">
              <a:ext uri="{FF2B5EF4-FFF2-40B4-BE49-F238E27FC236}">
                <a16:creationId xmlns:a16="http://schemas.microsoft.com/office/drawing/2014/main" id="{936CDB52-C97D-453B-BBF9-BD68E76CD1F4}"/>
              </a:ext>
            </a:extLst>
          </p:cNvPr>
          <p:cNvSpPr>
            <a:spLocks xmlns:a="http://schemas.openxmlformats.org/drawingml/2006/main" noGrp="1"/>
          </p:cNvSpPr>
          <p:nvPr/>
        </p:nvSpPr>
        <p:spPr>
          <a:xfrm xmlns:a="http://schemas.openxmlformats.org/drawingml/2006/main" rot="0">
            <a:off x="6858337" y="253246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p</a:t>
            </a:r>
          </a:p>
        </p:txBody>
      </p:sp>
      <p:sp>
        <p:nvSpPr>
          <p:cNvPr id="129" name="pdf-text-211-0">
            <a:extLst xmlns:a="http://schemas.openxmlformats.org/drawingml/2006/main">
              <a:ext uri="{FF2B5EF4-FFF2-40B4-BE49-F238E27FC236}">
                <a16:creationId xmlns:a16="http://schemas.microsoft.com/office/drawing/2014/main" id="{4BAD8034-8F34-431F-AF47-BBD830E4CFE2}"/>
              </a:ext>
            </a:extLst>
          </p:cNvPr>
          <p:cNvSpPr>
            <a:spLocks xmlns:a="http://schemas.openxmlformats.org/drawingml/2006/main" noGrp="1"/>
          </p:cNvSpPr>
          <p:nvPr/>
        </p:nvSpPr>
        <p:spPr>
          <a:xfrm xmlns:a="http://schemas.openxmlformats.org/drawingml/2006/main" rot="0">
            <a:off x="6903794" y="253246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t</a:t>
            </a:r>
          </a:p>
        </p:txBody>
      </p:sp>
      <p:sp>
        <p:nvSpPr>
          <p:cNvPr id="130" name="pdf-text-212-0">
            <a:extLst xmlns:a="http://schemas.openxmlformats.org/drawingml/2006/main">
              <a:ext uri="{FF2B5EF4-FFF2-40B4-BE49-F238E27FC236}">
                <a16:creationId xmlns:a16="http://schemas.microsoft.com/office/drawing/2014/main" id="{94E5CA16-B8FF-4C32-B9E3-3DE63A92633D}"/>
              </a:ext>
            </a:extLst>
          </p:cNvPr>
          <p:cNvSpPr>
            <a:spLocks xmlns:a="http://schemas.openxmlformats.org/drawingml/2006/main" noGrp="1"/>
          </p:cNvSpPr>
          <p:nvPr/>
        </p:nvSpPr>
        <p:spPr>
          <a:xfrm xmlns:a="http://schemas.openxmlformats.org/drawingml/2006/main" rot="0">
            <a:off x="6947317" y="253246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y</a:t>
            </a:r>
          </a:p>
        </p:txBody>
      </p:sp>
      <p:sp>
        <p:nvSpPr>
          <p:cNvPr id="131" name="pdf-text-213-0">
            <a:extLst xmlns:a="http://schemas.openxmlformats.org/drawingml/2006/main">
              <a:ext uri="{FF2B5EF4-FFF2-40B4-BE49-F238E27FC236}">
                <a16:creationId xmlns:a16="http://schemas.microsoft.com/office/drawing/2014/main" id="{249E613E-ED68-48DF-B0D9-2E18073913FA}"/>
              </a:ext>
            </a:extLst>
          </p:cNvPr>
          <p:cNvSpPr>
            <a:spLocks xmlns:a="http://schemas.openxmlformats.org/drawingml/2006/main" noGrp="1"/>
          </p:cNvSpPr>
          <p:nvPr/>
        </p:nvSpPr>
        <p:spPr>
          <a:xfrm xmlns:a="http://schemas.openxmlformats.org/drawingml/2006/main" rot="0">
            <a:off x="6990840" y="253246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a:t>
            </a:r>
          </a:p>
        </p:txBody>
      </p:sp>
      <p:sp>
        <p:nvSpPr>
          <p:cNvPr id="132" name="pdf-text-214-0">
            <a:extLst xmlns:a="http://schemas.openxmlformats.org/drawingml/2006/main">
              <a:ext uri="{FF2B5EF4-FFF2-40B4-BE49-F238E27FC236}">
                <a16:creationId xmlns:a16="http://schemas.microsoft.com/office/drawing/2014/main" id="{AE1CAADF-A540-4E76-8DE6-CEA4203A15F3}"/>
              </a:ext>
            </a:extLst>
          </p:cNvPr>
          <p:cNvSpPr>
            <a:spLocks xmlns:a="http://schemas.openxmlformats.org/drawingml/2006/main" noGrp="1"/>
          </p:cNvSpPr>
          <p:nvPr/>
        </p:nvSpPr>
        <p:spPr>
          <a:xfrm xmlns:a="http://schemas.openxmlformats.org/drawingml/2006/main" rot="0">
            <a:off x="7034363" y="253246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a:t>
            </a:r>
          </a:p>
        </p:txBody>
      </p:sp>
      <p:sp>
        <p:nvSpPr>
          <p:cNvPr id="133" name="pdf-text-215-0">
            <a:extLst xmlns:a="http://schemas.openxmlformats.org/drawingml/2006/main">
              <a:ext uri="{FF2B5EF4-FFF2-40B4-BE49-F238E27FC236}">
                <a16:creationId xmlns:a16="http://schemas.microsoft.com/office/drawing/2014/main" id="{86E32210-6709-46DF-B592-A60DADD9FC8C}"/>
              </a:ext>
            </a:extLst>
          </p:cNvPr>
          <p:cNvSpPr>
            <a:spLocks xmlns:a="http://schemas.openxmlformats.org/drawingml/2006/main" noGrp="1"/>
          </p:cNvSpPr>
          <p:nvPr/>
        </p:nvSpPr>
        <p:spPr>
          <a:xfrm xmlns:a="http://schemas.openxmlformats.org/drawingml/2006/main" rot="0">
            <a:off x="7077886" y="253246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r</a:t>
            </a:r>
          </a:p>
        </p:txBody>
      </p:sp>
      <p:sp>
        <p:nvSpPr>
          <p:cNvPr id="134" name="pdf-text-216-0">
            <a:extLst xmlns:a="http://schemas.openxmlformats.org/drawingml/2006/main">
              <a:ext uri="{FF2B5EF4-FFF2-40B4-BE49-F238E27FC236}">
                <a16:creationId xmlns:a16="http://schemas.microsoft.com/office/drawing/2014/main" id="{CEEC0C58-CC48-46CB-AC6A-2586E060AE99}"/>
              </a:ext>
            </a:extLst>
          </p:cNvPr>
          <p:cNvSpPr>
            <a:spLocks xmlns:a="http://schemas.openxmlformats.org/drawingml/2006/main" noGrp="1"/>
          </p:cNvSpPr>
          <p:nvPr/>
        </p:nvSpPr>
        <p:spPr>
          <a:xfrm xmlns:a="http://schemas.openxmlformats.org/drawingml/2006/main" rot="0">
            <a:off x="7121408" y="253246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a:t>
            </a:r>
          </a:p>
        </p:txBody>
      </p:sp>
      <p:sp>
        <p:nvSpPr>
          <p:cNvPr id="135" name="pdf-text-217-0">
            <a:extLst xmlns:a="http://schemas.openxmlformats.org/drawingml/2006/main">
              <a:ext uri="{FF2B5EF4-FFF2-40B4-BE49-F238E27FC236}">
                <a16:creationId xmlns:a16="http://schemas.microsoft.com/office/drawing/2014/main" id="{53BA57E8-6B7C-4BE8-98BE-DCF05E8C9C46}"/>
              </a:ext>
            </a:extLst>
          </p:cNvPr>
          <p:cNvSpPr>
            <a:spLocks xmlns:a="http://schemas.openxmlformats.org/drawingml/2006/main" noGrp="1"/>
          </p:cNvSpPr>
          <p:nvPr/>
        </p:nvSpPr>
        <p:spPr>
          <a:xfrm xmlns:a="http://schemas.openxmlformats.org/drawingml/2006/main" rot="0">
            <a:off x="6414084" y="2332912"/>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4800FF"/>
                </a:solidFill>
                <a:latin typeface="Courier New"/>
                <a:ea typeface="Courier New"/>
                <a:cs typeface="Courier New"/>
              </a:defRPr>
            </a:defPPr>
          </a:lstStyle>
          <a:p xmlns:a="http://schemas.openxmlformats.org/drawingml/2006/main">
            <a:pPr algn="l">
              <a:defRPr sz="635" b="0" i="0">
                <a:solidFill>
                  <a:srgbClr val="4800FF"/>
                </a:solidFill>
                <a:latin typeface="Courier New"/>
                <a:ea typeface="Courier New"/>
                <a:cs typeface="Courier New"/>
              </a:defRPr>
            </a:pPr>
            <a:r>
              <a:rPr sz="635" b="0" i="0">
                <a:solidFill>
                  <a:srgbClr val="4800FF"/>
                </a:solidFill>
                <a:latin typeface="Courier New"/>
                <a:ea typeface="Courier New"/>
                <a:cs typeface="Courier New"/>
              </a:rPr>
              <a:t>p</a:t>
            </a:r>
          </a:p>
        </p:txBody>
      </p:sp>
      <p:sp>
        <p:nvSpPr>
          <p:cNvPr id="136" name="pdf-text-218-0">
            <a:extLst xmlns:a="http://schemas.openxmlformats.org/drawingml/2006/main">
              <a:ext uri="{FF2B5EF4-FFF2-40B4-BE49-F238E27FC236}">
                <a16:creationId xmlns:a16="http://schemas.microsoft.com/office/drawing/2014/main" id="{511EC9E4-7B17-494B-A351-E6E9B62E2E19}"/>
              </a:ext>
            </a:extLst>
          </p:cNvPr>
          <p:cNvSpPr>
            <a:spLocks xmlns:a="http://schemas.openxmlformats.org/drawingml/2006/main" noGrp="1"/>
          </p:cNvSpPr>
          <p:nvPr/>
        </p:nvSpPr>
        <p:spPr>
          <a:xfrm xmlns:a="http://schemas.openxmlformats.org/drawingml/2006/main" rot="0">
            <a:off x="6456035" y="2332912"/>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4800FF"/>
                </a:solidFill>
                <a:latin typeface="Courier New"/>
                <a:ea typeface="Courier New"/>
                <a:cs typeface="Courier New"/>
              </a:defRPr>
            </a:defPPr>
          </a:lstStyle>
          <a:p xmlns:a="http://schemas.openxmlformats.org/drawingml/2006/main">
            <a:pPr algn="l">
              <a:defRPr sz="635" b="0" i="0">
                <a:solidFill>
                  <a:srgbClr val="4800FF"/>
                </a:solidFill>
                <a:latin typeface="Courier New"/>
                <a:ea typeface="Courier New"/>
                <a:cs typeface="Courier New"/>
              </a:defRPr>
            </a:pPr>
            <a:r>
              <a:rPr sz="635" b="0" i="0">
                <a:solidFill>
                  <a:srgbClr val="4800FF"/>
                </a:solidFill>
                <a:latin typeface="Courier New"/>
                <a:ea typeface="Courier New"/>
                <a:cs typeface="Courier New"/>
              </a:rPr>
              <a:t>l</a:t>
            </a:r>
          </a:p>
        </p:txBody>
      </p:sp>
      <p:sp>
        <p:nvSpPr>
          <p:cNvPr id="137" name="pdf-text-219-0">
            <a:extLst xmlns:a="http://schemas.openxmlformats.org/drawingml/2006/main">
              <a:ext uri="{FF2B5EF4-FFF2-40B4-BE49-F238E27FC236}">
                <a16:creationId xmlns:a16="http://schemas.microsoft.com/office/drawing/2014/main" id="{134B09F9-3064-4CC5-8397-B88274753409}"/>
              </a:ext>
            </a:extLst>
          </p:cNvPr>
          <p:cNvSpPr>
            <a:spLocks xmlns:a="http://schemas.openxmlformats.org/drawingml/2006/main" noGrp="1"/>
          </p:cNvSpPr>
          <p:nvPr/>
        </p:nvSpPr>
        <p:spPr>
          <a:xfrm xmlns:a="http://schemas.openxmlformats.org/drawingml/2006/main" rot="0">
            <a:off x="6497988" y="2332912"/>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4800FF"/>
                </a:solidFill>
                <a:latin typeface="Courier New"/>
                <a:ea typeface="Courier New"/>
                <a:cs typeface="Courier New"/>
              </a:defRPr>
            </a:defPPr>
          </a:lstStyle>
          <a:p xmlns:a="http://schemas.openxmlformats.org/drawingml/2006/main">
            <a:pPr algn="l">
              <a:defRPr sz="635" b="0" i="0">
                <a:solidFill>
                  <a:srgbClr val="4800FF"/>
                </a:solidFill>
                <a:latin typeface="Courier New"/>
                <a:ea typeface="Courier New"/>
                <a:cs typeface="Courier New"/>
              </a:defRPr>
            </a:pPr>
            <a:r>
              <a:rPr sz="635" b="0" i="0">
                <a:solidFill>
                  <a:srgbClr val="4800FF"/>
                </a:solidFill>
                <a:latin typeface="Courier New"/>
                <a:ea typeface="Courier New"/>
                <a:cs typeface="Courier New"/>
              </a:rPr>
              <a:t>a</a:t>
            </a:r>
          </a:p>
        </p:txBody>
      </p:sp>
      <p:sp>
        <p:nvSpPr>
          <p:cNvPr id="138" name="pdf-text-220-0">
            <a:extLst xmlns:a="http://schemas.openxmlformats.org/drawingml/2006/main">
              <a:ext uri="{FF2B5EF4-FFF2-40B4-BE49-F238E27FC236}">
                <a16:creationId xmlns:a16="http://schemas.microsoft.com/office/drawing/2014/main" id="{FD4534E2-5BE7-4F31-83F5-A719272E437C}"/>
              </a:ext>
            </a:extLst>
          </p:cNvPr>
          <p:cNvSpPr>
            <a:spLocks xmlns:a="http://schemas.openxmlformats.org/drawingml/2006/main" noGrp="1"/>
          </p:cNvSpPr>
          <p:nvPr/>
        </p:nvSpPr>
        <p:spPr>
          <a:xfrm xmlns:a="http://schemas.openxmlformats.org/drawingml/2006/main" rot="0">
            <a:off x="6539939" y="2332912"/>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4800FF"/>
                </a:solidFill>
                <a:latin typeface="Courier New"/>
                <a:ea typeface="Courier New"/>
                <a:cs typeface="Courier New"/>
              </a:defRPr>
            </a:defPPr>
          </a:lstStyle>
          <a:p xmlns:a="http://schemas.openxmlformats.org/drawingml/2006/main">
            <a:pPr algn="l">
              <a:defRPr sz="635" b="0" i="0">
                <a:solidFill>
                  <a:srgbClr val="4800FF"/>
                </a:solidFill>
                <a:latin typeface="Courier New"/>
                <a:ea typeface="Courier New"/>
                <a:cs typeface="Courier New"/>
              </a:defRPr>
            </a:pPr>
            <a:r>
              <a:rPr sz="635" b="0" i="0">
                <a:solidFill>
                  <a:srgbClr val="4800FF"/>
                </a:solidFill>
                <a:latin typeface="Courier New"/>
                <a:ea typeface="Courier New"/>
                <a:cs typeface="Courier New"/>
              </a:rPr>
              <a:t>t</a:t>
            </a:r>
          </a:p>
        </p:txBody>
      </p:sp>
      <p:sp>
        <p:nvSpPr>
          <p:cNvPr id="139" name="pdf-text-221-0">
            <a:extLst xmlns:a="http://schemas.openxmlformats.org/drawingml/2006/main">
              <a:ext uri="{FF2B5EF4-FFF2-40B4-BE49-F238E27FC236}">
                <a16:creationId xmlns:a16="http://schemas.microsoft.com/office/drawing/2014/main" id="{CD2762FC-62F1-47F0-A584-F53B43132863}"/>
              </a:ext>
            </a:extLst>
          </p:cNvPr>
          <p:cNvSpPr>
            <a:spLocks xmlns:a="http://schemas.openxmlformats.org/drawingml/2006/main" noGrp="1"/>
          </p:cNvSpPr>
          <p:nvPr/>
        </p:nvSpPr>
        <p:spPr>
          <a:xfrm xmlns:a="http://schemas.openxmlformats.org/drawingml/2006/main" rot="0">
            <a:off x="6581890" y="2332912"/>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4800FF"/>
                </a:solidFill>
                <a:latin typeface="Courier New"/>
                <a:ea typeface="Courier New"/>
                <a:cs typeface="Courier New"/>
              </a:defRPr>
            </a:defPPr>
          </a:lstStyle>
          <a:p xmlns:a="http://schemas.openxmlformats.org/drawingml/2006/main">
            <a:pPr algn="l">
              <a:defRPr sz="635" b="0" i="0">
                <a:solidFill>
                  <a:srgbClr val="4800FF"/>
                </a:solidFill>
                <a:latin typeface="Courier New"/>
                <a:ea typeface="Courier New"/>
                <a:cs typeface="Courier New"/>
              </a:defRPr>
            </a:pPr>
            <a:r>
              <a:rPr sz="635" b="0" i="0">
                <a:solidFill>
                  <a:srgbClr val="4800FF"/>
                </a:solidFill>
                <a:latin typeface="Courier New"/>
                <a:ea typeface="Courier New"/>
                <a:cs typeface="Courier New"/>
              </a:rPr>
              <a:t>e</a:t>
            </a:r>
          </a:p>
        </p:txBody>
      </p:sp>
      <p:sp>
        <p:nvSpPr>
          <p:cNvPr id="140" name="pdf-text-222-0">
            <a:extLst xmlns:a="http://schemas.openxmlformats.org/drawingml/2006/main">
              <a:ext uri="{FF2B5EF4-FFF2-40B4-BE49-F238E27FC236}">
                <a16:creationId xmlns:a16="http://schemas.microsoft.com/office/drawing/2014/main" id="{57860017-2087-4699-BB45-A423C210BF76}"/>
              </a:ext>
            </a:extLst>
          </p:cNvPr>
          <p:cNvSpPr>
            <a:spLocks xmlns:a="http://schemas.openxmlformats.org/drawingml/2006/main" noGrp="1"/>
          </p:cNvSpPr>
          <p:nvPr/>
        </p:nvSpPr>
        <p:spPr>
          <a:xfrm xmlns:a="http://schemas.openxmlformats.org/drawingml/2006/main" rot="0">
            <a:off x="6623842" y="2332912"/>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4800FF"/>
                </a:solidFill>
                <a:latin typeface="Courier New"/>
                <a:ea typeface="Courier New"/>
                <a:cs typeface="Courier New"/>
              </a:defRPr>
            </a:defPPr>
          </a:lstStyle>
          <a:p xmlns:a="http://schemas.openxmlformats.org/drawingml/2006/main">
            <a:pPr algn="l">
              <a:defRPr sz="635" b="0" i="0">
                <a:solidFill>
                  <a:srgbClr val="4800FF"/>
                </a:solidFill>
                <a:latin typeface="Courier New"/>
                <a:ea typeface="Courier New"/>
                <a:cs typeface="Courier New"/>
              </a:defRPr>
            </a:pPr>
            <a:r>
              <a:rPr sz="635" b="0" i="0">
                <a:solidFill>
                  <a:srgbClr val="4800FF"/>
                </a:solidFill>
                <a:latin typeface="Courier New"/>
                <a:ea typeface="Courier New"/>
                <a:cs typeface="Courier New"/>
              </a:rPr>
              <a:t>_</a:t>
            </a:r>
          </a:p>
        </p:txBody>
      </p:sp>
      <p:sp>
        <p:nvSpPr>
          <p:cNvPr id="141" name="pdf-text-223-0">
            <a:extLst xmlns:a="http://schemas.openxmlformats.org/drawingml/2006/main">
              <a:ext uri="{FF2B5EF4-FFF2-40B4-BE49-F238E27FC236}">
                <a16:creationId xmlns:a16="http://schemas.microsoft.com/office/drawing/2014/main" id="{5BC7DB6B-720F-40C9-9EBA-4A82EA423AA9}"/>
              </a:ext>
            </a:extLst>
          </p:cNvPr>
          <p:cNvSpPr>
            <a:spLocks xmlns:a="http://schemas.openxmlformats.org/drawingml/2006/main" noGrp="1"/>
          </p:cNvSpPr>
          <p:nvPr/>
        </p:nvSpPr>
        <p:spPr>
          <a:xfrm xmlns:a="http://schemas.openxmlformats.org/drawingml/2006/main" rot="0">
            <a:off x="6665794" y="2332912"/>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000000"/>
                </a:solidFill>
                <a:latin typeface="Courier New"/>
                <a:ea typeface="Courier New"/>
                <a:cs typeface="Courier New"/>
              </a:defRPr>
            </a:defPPr>
          </a:lstStyle>
          <a:p xmlns:a="http://schemas.openxmlformats.org/drawingml/2006/main">
            <a:pPr algn="l">
              <a:defRPr sz="635" b="0" i="0">
                <a:solidFill>
                  <a:srgbClr val="000000"/>
                </a:solidFill>
                <a:latin typeface="Courier New"/>
                <a:ea typeface="Courier New"/>
                <a:cs typeface="Courier New"/>
              </a:defRPr>
            </a:pPr>
            <a:r>
              <a:rPr sz="635" b="0" i="0">
                <a:solidFill>
                  <a:srgbClr val="000000"/>
                </a:solidFill>
                <a:latin typeface="Courier New"/>
                <a:ea typeface="Courier New"/>
                <a:cs typeface="Courier New"/>
              </a:rPr>
              <a:t>f</a:t>
            </a:r>
          </a:p>
        </p:txBody>
      </p:sp>
      <p:sp>
        <p:nvSpPr>
          <p:cNvPr id="142" name="pdf-text-224-0">
            <a:extLst xmlns:a="http://schemas.openxmlformats.org/drawingml/2006/main">
              <a:ext uri="{FF2B5EF4-FFF2-40B4-BE49-F238E27FC236}">
                <a16:creationId xmlns:a16="http://schemas.microsoft.com/office/drawing/2014/main" id="{4EDC2405-8055-4D13-A4BA-D096515EBCEC}"/>
              </a:ext>
            </a:extLst>
          </p:cNvPr>
          <p:cNvSpPr>
            <a:spLocks xmlns:a="http://schemas.openxmlformats.org/drawingml/2006/main" noGrp="1"/>
          </p:cNvSpPr>
          <p:nvPr/>
        </p:nvSpPr>
        <p:spPr>
          <a:xfrm xmlns:a="http://schemas.openxmlformats.org/drawingml/2006/main" rot="0">
            <a:off x="6707745" y="2332912"/>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000000"/>
                </a:solidFill>
                <a:latin typeface="Courier New"/>
                <a:ea typeface="Courier New"/>
                <a:cs typeface="Courier New"/>
              </a:defRPr>
            </a:defPPr>
          </a:lstStyle>
          <a:p xmlns:a="http://schemas.openxmlformats.org/drawingml/2006/main">
            <a:pPr algn="l">
              <a:defRPr sz="635" b="0" i="0">
                <a:solidFill>
                  <a:srgbClr val="000000"/>
                </a:solidFill>
                <a:latin typeface="Courier New"/>
                <a:ea typeface="Courier New"/>
                <a:cs typeface="Courier New"/>
              </a:defRPr>
            </a:pPr>
            <a:r>
              <a:rPr sz="635" b="0" i="0">
                <a:solidFill>
                  <a:srgbClr val="000000"/>
                </a:solidFill>
                <a:latin typeface="Courier New"/>
                <a:ea typeface="Courier New"/>
                <a:cs typeface="Courier New"/>
              </a:rPr>
              <a:t>r</a:t>
            </a:r>
          </a:p>
        </p:txBody>
      </p:sp>
      <p:sp>
        <p:nvSpPr>
          <p:cNvPr id="143" name="pdf-text-225-0">
            <a:extLst xmlns:a="http://schemas.openxmlformats.org/drawingml/2006/main">
              <a:ext uri="{FF2B5EF4-FFF2-40B4-BE49-F238E27FC236}">
                <a16:creationId xmlns:a16="http://schemas.microsoft.com/office/drawing/2014/main" id="{3A424976-F7C0-4817-ADC9-BB4C7E43E7EA}"/>
              </a:ext>
            </a:extLst>
          </p:cNvPr>
          <p:cNvSpPr>
            <a:spLocks xmlns:a="http://schemas.openxmlformats.org/drawingml/2006/main" noGrp="1"/>
          </p:cNvSpPr>
          <p:nvPr/>
        </p:nvSpPr>
        <p:spPr>
          <a:xfrm xmlns:a="http://schemas.openxmlformats.org/drawingml/2006/main" rot="0">
            <a:off x="6749697" y="2332912"/>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000000"/>
                </a:solidFill>
                <a:latin typeface="Courier New"/>
                <a:ea typeface="Courier New"/>
                <a:cs typeface="Courier New"/>
              </a:defRPr>
            </a:defPPr>
          </a:lstStyle>
          <a:p xmlns:a="http://schemas.openxmlformats.org/drawingml/2006/main">
            <a:pPr algn="l">
              <a:defRPr sz="635" b="0" i="0">
                <a:solidFill>
                  <a:srgbClr val="000000"/>
                </a:solidFill>
                <a:latin typeface="Courier New"/>
                <a:ea typeface="Courier New"/>
                <a:cs typeface="Courier New"/>
              </a:defRPr>
            </a:pPr>
            <a:r>
              <a:rPr sz="635" b="0" i="0">
                <a:solidFill>
                  <a:srgbClr val="000000"/>
                </a:solidFill>
                <a:latin typeface="Courier New"/>
                <a:ea typeface="Courier New"/>
                <a:cs typeface="Courier New"/>
              </a:rPr>
              <a:t>e</a:t>
            </a:r>
          </a:p>
        </p:txBody>
      </p:sp>
      <p:sp>
        <p:nvSpPr>
          <p:cNvPr id="144" name="pdf-text-226-0">
            <a:extLst xmlns:a="http://schemas.openxmlformats.org/drawingml/2006/main">
              <a:ext uri="{FF2B5EF4-FFF2-40B4-BE49-F238E27FC236}">
                <a16:creationId xmlns:a16="http://schemas.microsoft.com/office/drawing/2014/main" id="{D822D2DC-004F-46F0-B43E-FC8A14F81EB9}"/>
              </a:ext>
            </a:extLst>
          </p:cNvPr>
          <p:cNvSpPr>
            <a:spLocks xmlns:a="http://schemas.openxmlformats.org/drawingml/2006/main" noGrp="1"/>
          </p:cNvSpPr>
          <p:nvPr/>
        </p:nvSpPr>
        <p:spPr>
          <a:xfrm xmlns:a="http://schemas.openxmlformats.org/drawingml/2006/main" rot="0">
            <a:off x="6791648" y="2332912"/>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000000"/>
                </a:solidFill>
                <a:latin typeface="Courier New"/>
                <a:ea typeface="Courier New"/>
                <a:cs typeface="Courier New"/>
              </a:defRPr>
            </a:defPPr>
          </a:lstStyle>
          <a:p xmlns:a="http://schemas.openxmlformats.org/drawingml/2006/main">
            <a:pPr algn="l">
              <a:defRPr sz="635" b="0" i="0">
                <a:solidFill>
                  <a:srgbClr val="000000"/>
                </a:solidFill>
                <a:latin typeface="Courier New"/>
                <a:ea typeface="Courier New"/>
                <a:cs typeface="Courier New"/>
              </a:defRPr>
            </a:pPr>
            <a:r>
              <a:rPr sz="635" b="0" i="0">
                <a:solidFill>
                  <a:srgbClr val="000000"/>
                </a:solidFill>
                <a:latin typeface="Courier New"/>
                <a:ea typeface="Courier New"/>
                <a:cs typeface="Courier New"/>
              </a:rPr>
              <a:t>e</a:t>
            </a:r>
          </a:p>
        </p:txBody>
      </p:sp>
      <p:sp>
        <p:nvSpPr>
          <p:cNvPr id="145" name="pdf-text-227-0">
            <a:extLst xmlns:a="http://schemas.openxmlformats.org/drawingml/2006/main">
              <a:ext uri="{FF2B5EF4-FFF2-40B4-BE49-F238E27FC236}">
                <a16:creationId xmlns:a16="http://schemas.microsoft.com/office/drawing/2014/main" id="{9B513D19-A1DA-43B2-809A-B7F0C76231EB}"/>
              </a:ext>
            </a:extLst>
          </p:cNvPr>
          <p:cNvSpPr>
            <a:spLocks xmlns:a="http://schemas.openxmlformats.org/drawingml/2006/main" noGrp="1"/>
          </p:cNvSpPr>
          <p:nvPr/>
        </p:nvSpPr>
        <p:spPr>
          <a:xfrm xmlns:a="http://schemas.openxmlformats.org/drawingml/2006/main" rot="0">
            <a:off x="6833599" y="2332912"/>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000000"/>
                </a:solidFill>
                <a:latin typeface="Courier New"/>
                <a:ea typeface="Courier New"/>
                <a:cs typeface="Courier New"/>
              </a:defRPr>
            </a:defPPr>
          </a:lstStyle>
          <a:p xmlns:a="http://schemas.openxmlformats.org/drawingml/2006/main">
            <a:pPr algn="l">
              <a:defRPr sz="635" b="0" i="0">
                <a:solidFill>
                  <a:srgbClr val="000000"/>
                </a:solidFill>
                <a:latin typeface="Courier New"/>
                <a:ea typeface="Courier New"/>
                <a:cs typeface="Courier New"/>
              </a:defRPr>
            </a:pPr>
            <a:r>
              <a:rPr sz="635" b="0" i="0">
                <a:solidFill>
                  <a:srgbClr val="000000"/>
                </a:solidFill>
                <a:latin typeface="Courier New"/>
                <a:ea typeface="Courier New"/>
                <a:cs typeface="Courier New"/>
              </a:rPr>
              <a:t>(</a:t>
            </a:r>
          </a:p>
        </p:txBody>
      </p:sp>
      <p:sp>
        <p:nvSpPr>
          <p:cNvPr id="146" name="pdf-text-228-0">
            <a:extLst xmlns:a="http://schemas.openxmlformats.org/drawingml/2006/main">
              <a:ext uri="{FF2B5EF4-FFF2-40B4-BE49-F238E27FC236}">
                <a16:creationId xmlns:a16="http://schemas.microsoft.com/office/drawing/2014/main" id="{7566F4BE-40A0-4AAF-B078-425E11671C09}"/>
              </a:ext>
            </a:extLst>
          </p:cNvPr>
          <p:cNvSpPr>
            <a:spLocks xmlns:a="http://schemas.openxmlformats.org/drawingml/2006/main" noGrp="1"/>
          </p:cNvSpPr>
          <p:nvPr/>
        </p:nvSpPr>
        <p:spPr>
          <a:xfrm xmlns:a="http://schemas.openxmlformats.org/drawingml/2006/main" rot="0">
            <a:off x="6875552" y="2332912"/>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000000"/>
                </a:solidFill>
                <a:latin typeface="Courier New"/>
                <a:ea typeface="Courier New"/>
                <a:cs typeface="Courier New"/>
              </a:defRPr>
            </a:defPPr>
          </a:lstStyle>
          <a:p xmlns:a="http://schemas.openxmlformats.org/drawingml/2006/main">
            <a:pPr algn="l">
              <a:defRPr sz="635" b="0" i="0">
                <a:solidFill>
                  <a:srgbClr val="000000"/>
                </a:solidFill>
                <a:latin typeface="Courier New"/>
                <a:ea typeface="Courier New"/>
                <a:cs typeface="Courier New"/>
              </a:defRPr>
            </a:pPr>
            <a:r>
              <a:rPr sz="635" b="0" i="0">
                <a:solidFill>
                  <a:srgbClr val="000000"/>
                </a:solidFill>
                <a:latin typeface="Courier New"/>
                <a:ea typeface="Courier New"/>
                <a:cs typeface="Courier New"/>
              </a:rPr>
              <a:t>?</a:t>
            </a:r>
          </a:p>
        </p:txBody>
      </p:sp>
      <p:sp>
        <p:nvSpPr>
          <p:cNvPr id="147" name="pdf-text-229-0">
            <a:extLst xmlns:a="http://schemas.openxmlformats.org/drawingml/2006/main">
              <a:ext uri="{FF2B5EF4-FFF2-40B4-BE49-F238E27FC236}">
                <a16:creationId xmlns:a16="http://schemas.microsoft.com/office/drawing/2014/main" id="{106A8E2A-881C-4D3B-A779-F6DB7674914A}"/>
              </a:ext>
            </a:extLst>
          </p:cNvPr>
          <p:cNvSpPr>
            <a:spLocks xmlns:a="http://schemas.openxmlformats.org/drawingml/2006/main" noGrp="1"/>
          </p:cNvSpPr>
          <p:nvPr/>
        </p:nvSpPr>
        <p:spPr>
          <a:xfrm xmlns:a="http://schemas.openxmlformats.org/drawingml/2006/main" rot="0">
            <a:off x="6917504" y="2332912"/>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000000"/>
                </a:solidFill>
                <a:latin typeface="Courier New"/>
                <a:ea typeface="Courier New"/>
                <a:cs typeface="Courier New"/>
              </a:defRPr>
            </a:defPPr>
          </a:lstStyle>
          <a:p xmlns:a="http://schemas.openxmlformats.org/drawingml/2006/main">
            <a:pPr algn="l">
              <a:defRPr sz="635" b="0" i="0">
                <a:solidFill>
                  <a:srgbClr val="000000"/>
                </a:solidFill>
                <a:latin typeface="Courier New"/>
                <a:ea typeface="Courier New"/>
                <a:cs typeface="Courier New"/>
              </a:defRPr>
            </a:pPr>
            <a:r>
              <a:rPr sz="635" b="0" i="0">
                <a:solidFill>
                  <a:srgbClr val="000000"/>
                </a:solidFill>
                <a:latin typeface="Courier New"/>
                <a:ea typeface="Courier New"/>
                <a:cs typeface="Courier New"/>
              </a:rPr>
              <a:t>p</a:t>
            </a:r>
          </a:p>
        </p:txBody>
      </p:sp>
      <p:sp>
        <p:nvSpPr>
          <p:cNvPr id="148" name="pdf-text-230-0">
            <a:extLst xmlns:a="http://schemas.openxmlformats.org/drawingml/2006/main">
              <a:ext uri="{FF2B5EF4-FFF2-40B4-BE49-F238E27FC236}">
                <a16:creationId xmlns:a16="http://schemas.microsoft.com/office/drawing/2014/main" id="{730BA79D-F4B4-4DD2-800C-E030CA8FC222}"/>
              </a:ext>
            </a:extLst>
          </p:cNvPr>
          <p:cNvSpPr>
            <a:spLocks xmlns:a="http://schemas.openxmlformats.org/drawingml/2006/main" noGrp="1"/>
          </p:cNvSpPr>
          <p:nvPr/>
        </p:nvSpPr>
        <p:spPr>
          <a:xfrm xmlns:a="http://schemas.openxmlformats.org/drawingml/2006/main" rot="0">
            <a:off x="6959456" y="2332912"/>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4800FF"/>
                </a:solidFill>
                <a:latin typeface="Courier New"/>
                <a:ea typeface="Courier New"/>
                <a:cs typeface="Courier New"/>
              </a:defRPr>
            </a:defPPr>
          </a:lstStyle>
          <a:p xmlns:a="http://schemas.openxmlformats.org/drawingml/2006/main">
            <a:pPr algn="l">
              <a:defRPr sz="635" b="0" i="0">
                <a:solidFill>
                  <a:srgbClr val="4800FF"/>
                </a:solidFill>
                <a:latin typeface="Courier New"/>
                <a:ea typeface="Courier New"/>
                <a:cs typeface="Courier New"/>
              </a:defRPr>
            </a:pPr>
            <a:r>
              <a:rPr sz="635" b="0" i="0">
                <a:solidFill>
                  <a:srgbClr val="4800FF"/>
                </a:solidFill>
                <a:latin typeface="Courier New"/>
                <a:ea typeface="Courier New"/>
                <a:cs typeface="Courier New"/>
              </a:rPr>
              <a:t>)</a:t>
            </a:r>
          </a:p>
        </p:txBody>
      </p:sp>
      <p:sp>
        <p:nvSpPr>
          <p:cNvPr id="149" name="pdf-path-537">
            <a:extLst xmlns:a="http://schemas.openxmlformats.org/drawingml/2006/main">
              <a:ext uri="{FF2B5EF4-FFF2-40B4-BE49-F238E27FC236}">
                <a16:creationId xmlns:a16="http://schemas.microsoft.com/office/drawing/2014/main" id="{A57132CC-5E30-48B8-9A2C-6E24E23D392A}"/>
              </a:ext>
            </a:extLst>
          </p:cNvPr>
          <p:cNvSpPr>
            <a:spLocks xmlns:a="http://schemas.openxmlformats.org/drawingml/2006/main" noGrp="1"/>
          </p:cNvSpPr>
          <p:nvPr/>
        </p:nvSpPr>
        <p:spPr>
          <a:xfrm xmlns:a="http://schemas.openxmlformats.org/drawingml/2006/main" rot="0">
            <a:off x="7249558" y="2141964"/>
            <a:ext cx="798927" cy="528617"/>
          </a:xfrm>
          <a:custGeom xmlns:a="http://schemas.openxmlformats.org/drawingml/2006/main">
            <a:pathLst>
              <a:path w="798927" h="528617">
                <a:moveTo>
                  <a:pt x="48366" y="0"/>
                </a:moveTo>
                <a:lnTo>
                  <a:pt x="750560" y="0"/>
                </a:lnTo>
                <a:cubicBezTo>
                  <a:pt x="777352" y="0"/>
                  <a:pt x="798927" y="21505"/>
                  <a:pt x="798927" y="48301"/>
                </a:cubicBezTo>
                <a:lnTo>
                  <a:pt x="798927" y="480315"/>
                </a:lnTo>
                <a:cubicBezTo>
                  <a:pt x="798927" y="507112"/>
                  <a:pt x="777352" y="528617"/>
                  <a:pt x="750560" y="528617"/>
                </a:cubicBezTo>
                <a:lnTo>
                  <a:pt x="48366" y="528617"/>
                </a:lnTo>
                <a:cubicBezTo>
                  <a:pt x="21575" y="528617"/>
                  <a:pt x="0" y="507112"/>
                  <a:pt x="0" y="480315"/>
                </a:cubicBezTo>
                <a:lnTo>
                  <a:pt x="0" y="48301"/>
                </a:lnTo>
                <a:cubicBezTo>
                  <a:pt x="0" y="21505"/>
                  <a:pt x="21575" y="0"/>
                  <a:pt x="48366" y="0"/>
                </a:cubicBezTo>
              </a:path>
            </a:pathLst>
          </a:custGeom>
          <a:solidFill xmlns:a="http://schemas.openxmlformats.org/drawingml/2006/main">
            <a:srgbClr val="EAECEE"/>
          </a:solidFill>
          <a:ln xmlns:a="http://schemas.openxmlformats.org/drawingml/2006/main" w="10440">
            <a:solidFill>
              <a:srgbClr val="4A5568"/>
            </a:solidFill>
            <a:prstDash val="solid"/>
          </a:ln>
        </p:spPr>
      </p:sp>
      <p:sp>
        <p:nvSpPr>
          <p:cNvPr id="150" name="pdf-path-539">
            <a:extLst xmlns:a="http://schemas.openxmlformats.org/drawingml/2006/main">
              <a:ext uri="{FF2B5EF4-FFF2-40B4-BE49-F238E27FC236}">
                <a16:creationId xmlns:a16="http://schemas.microsoft.com/office/drawing/2014/main" id="{270AFB0E-0A0C-4822-A944-AE325D58BCE2}"/>
              </a:ext>
            </a:extLst>
          </p:cNvPr>
          <p:cNvSpPr>
            <a:spLocks xmlns:a="http://schemas.openxmlformats.org/drawingml/2006/main" noGrp="1"/>
          </p:cNvSpPr>
          <p:nvPr/>
        </p:nvSpPr>
        <p:spPr>
          <a:xfrm xmlns:a="http://schemas.openxmlformats.org/drawingml/2006/main" rot="0">
            <a:off x="7272324" y="2185617"/>
            <a:ext cx="54146" cy="57293"/>
          </a:xfrm>
          <a:custGeom xmlns:a="http://schemas.openxmlformats.org/drawingml/2006/main">
            <a:pathLst>
              <a:path w="54146" h="57293">
                <a:moveTo>
                  <a:pt x="49429" y="0"/>
                </a:moveTo>
                <a:lnTo>
                  <a:pt x="0" y="0"/>
                </a:lnTo>
                <a:lnTo>
                  <a:pt x="0" y="2638"/>
                </a:lnTo>
                <a:lnTo>
                  <a:pt x="1948" y="2638"/>
                </a:lnTo>
                <a:cubicBezTo>
                  <a:pt x="8549" y="2638"/>
                  <a:pt x="8743" y="3587"/>
                  <a:pt x="8743" y="6595"/>
                </a:cubicBezTo>
                <a:lnTo>
                  <a:pt x="8743" y="50682"/>
                </a:lnTo>
                <a:cubicBezTo>
                  <a:pt x="8743" y="53706"/>
                  <a:pt x="8549" y="54655"/>
                  <a:pt x="1948" y="54655"/>
                </a:cubicBezTo>
                <a:lnTo>
                  <a:pt x="0" y="54655"/>
                </a:lnTo>
                <a:lnTo>
                  <a:pt x="0" y="57293"/>
                </a:lnTo>
                <a:lnTo>
                  <a:pt x="50748" y="57293"/>
                </a:lnTo>
                <a:lnTo>
                  <a:pt x="54146" y="35530"/>
                </a:lnTo>
                <a:lnTo>
                  <a:pt x="52069" y="35530"/>
                </a:lnTo>
                <a:cubicBezTo>
                  <a:pt x="49928" y="48430"/>
                  <a:pt x="47915" y="54655"/>
                  <a:pt x="33022" y="54655"/>
                </a:cubicBezTo>
                <a:lnTo>
                  <a:pt x="20319" y="54655"/>
                </a:lnTo>
                <a:cubicBezTo>
                  <a:pt x="16342" y="54655"/>
                  <a:pt x="16229" y="54076"/>
                  <a:pt x="16229" y="51310"/>
                </a:cubicBezTo>
                <a:lnTo>
                  <a:pt x="16229" y="28743"/>
                </a:lnTo>
                <a:lnTo>
                  <a:pt x="24456" y="28743"/>
                </a:lnTo>
                <a:cubicBezTo>
                  <a:pt x="32765" y="28743"/>
                  <a:pt x="33955" y="31252"/>
                  <a:pt x="33955" y="38667"/>
                </a:cubicBezTo>
                <a:lnTo>
                  <a:pt x="36033" y="38667"/>
                </a:lnTo>
                <a:lnTo>
                  <a:pt x="36033" y="16342"/>
                </a:lnTo>
                <a:lnTo>
                  <a:pt x="33955" y="16342"/>
                </a:lnTo>
                <a:cubicBezTo>
                  <a:pt x="33955" y="23644"/>
                  <a:pt x="32765" y="26282"/>
                  <a:pt x="24456" y="26282"/>
                </a:cubicBezTo>
                <a:lnTo>
                  <a:pt x="16229" y="26282"/>
                </a:lnTo>
                <a:lnTo>
                  <a:pt x="16229" y="5903"/>
                </a:lnTo>
                <a:cubicBezTo>
                  <a:pt x="16229" y="3137"/>
                  <a:pt x="16342" y="2638"/>
                  <a:pt x="20319" y="2638"/>
                </a:cubicBezTo>
                <a:lnTo>
                  <a:pt x="32395" y="2638"/>
                </a:lnTo>
                <a:cubicBezTo>
                  <a:pt x="45597" y="2638"/>
                  <a:pt x="48366" y="6852"/>
                  <a:pt x="49686" y="18996"/>
                </a:cubicBezTo>
                <a:lnTo>
                  <a:pt x="51763" y="18996"/>
                </a:lnTo>
                <a:lnTo>
                  <a:pt x="49429" y="0"/>
                </a:lnTo>
              </a:path>
            </a:pathLst>
          </a:custGeom>
          <a:solidFill xmlns:a="http://schemas.openxmlformats.org/drawingml/2006/main">
            <a:srgbClr val="1A1A1A"/>
          </a:solidFill>
          <a:ln xmlns:a="http://schemas.openxmlformats.org/drawingml/2006/main" w="11441">
            <a:solidFill>
              <a:srgbClr val="000000"/>
            </a:solidFill>
            <a:prstDash val="solid"/>
          </a:ln>
        </p:spPr>
      </p:sp>
      <p:sp>
        <p:nvSpPr>
          <p:cNvPr id="151" name="pdf-path-541">
            <a:extLst xmlns:a="http://schemas.openxmlformats.org/drawingml/2006/main">
              <a:ext uri="{FF2B5EF4-FFF2-40B4-BE49-F238E27FC236}">
                <a16:creationId xmlns:a16="http://schemas.microsoft.com/office/drawing/2014/main" id="{657379C4-3A1C-4FDA-BF4E-83FDEDAD8682}"/>
              </a:ext>
            </a:extLst>
          </p:cNvPr>
          <p:cNvSpPr>
            <a:spLocks xmlns:a="http://schemas.openxmlformats.org/drawingml/2006/main" noGrp="1"/>
          </p:cNvSpPr>
          <p:nvPr/>
        </p:nvSpPr>
        <p:spPr>
          <a:xfrm xmlns:a="http://schemas.openxmlformats.org/drawingml/2006/main" rot="0">
            <a:off x="7333763" y="2199884"/>
            <a:ext cx="38175" cy="43026"/>
          </a:xfrm>
          <a:custGeom xmlns:a="http://schemas.openxmlformats.org/drawingml/2006/main">
            <a:pathLst>
              <a:path w="38175" h="43026">
                <a:moveTo>
                  <a:pt x="36549" y="0"/>
                </a:moveTo>
                <a:lnTo>
                  <a:pt x="0" y="0"/>
                </a:lnTo>
                <a:lnTo>
                  <a:pt x="0" y="2075"/>
                </a:lnTo>
                <a:cubicBezTo>
                  <a:pt x="5668" y="2075"/>
                  <a:pt x="6038" y="2654"/>
                  <a:pt x="6038" y="6048"/>
                </a:cubicBezTo>
                <a:lnTo>
                  <a:pt x="6038" y="36930"/>
                </a:lnTo>
                <a:cubicBezTo>
                  <a:pt x="6038" y="40388"/>
                  <a:pt x="5668" y="40886"/>
                  <a:pt x="0" y="40886"/>
                </a:cubicBezTo>
                <a:lnTo>
                  <a:pt x="0" y="43026"/>
                </a:lnTo>
                <a:cubicBezTo>
                  <a:pt x="2770" y="42897"/>
                  <a:pt x="7230" y="42768"/>
                  <a:pt x="9372" y="42768"/>
                </a:cubicBezTo>
                <a:cubicBezTo>
                  <a:pt x="12141" y="42768"/>
                  <a:pt x="17293" y="42897"/>
                  <a:pt x="19821" y="43026"/>
                </a:cubicBezTo>
                <a:lnTo>
                  <a:pt x="19821" y="40886"/>
                </a:lnTo>
                <a:cubicBezTo>
                  <a:pt x="13461" y="40886"/>
                  <a:pt x="12141" y="40886"/>
                  <a:pt x="12141" y="36672"/>
                </a:cubicBezTo>
                <a:lnTo>
                  <a:pt x="12141" y="22518"/>
                </a:lnTo>
                <a:lnTo>
                  <a:pt x="17808" y="22518"/>
                </a:lnTo>
                <a:cubicBezTo>
                  <a:pt x="24023" y="22518"/>
                  <a:pt x="24973" y="24288"/>
                  <a:pt x="24973" y="29821"/>
                </a:cubicBezTo>
                <a:lnTo>
                  <a:pt x="27051" y="29821"/>
                </a:lnTo>
                <a:lnTo>
                  <a:pt x="27051" y="13157"/>
                </a:lnTo>
                <a:lnTo>
                  <a:pt x="24973" y="13157"/>
                </a:lnTo>
                <a:cubicBezTo>
                  <a:pt x="24973" y="18755"/>
                  <a:pt x="24023" y="20443"/>
                  <a:pt x="17808" y="20443"/>
                </a:cubicBezTo>
                <a:lnTo>
                  <a:pt x="12141" y="20443"/>
                </a:lnTo>
                <a:lnTo>
                  <a:pt x="12141" y="5661"/>
                </a:lnTo>
                <a:cubicBezTo>
                  <a:pt x="12141" y="2332"/>
                  <a:pt x="12527" y="2075"/>
                  <a:pt x="15538" y="2075"/>
                </a:cubicBezTo>
                <a:lnTo>
                  <a:pt x="23460" y="2075"/>
                </a:lnTo>
                <a:cubicBezTo>
                  <a:pt x="32894" y="2075"/>
                  <a:pt x="35230" y="4729"/>
                  <a:pt x="36034" y="14219"/>
                </a:cubicBezTo>
                <a:lnTo>
                  <a:pt x="38175" y="14219"/>
                </a:lnTo>
                <a:lnTo>
                  <a:pt x="36549" y="0"/>
                </a:lnTo>
              </a:path>
            </a:pathLst>
          </a:custGeom>
          <a:solidFill xmlns:a="http://schemas.openxmlformats.org/drawingml/2006/main">
            <a:srgbClr val="1A1A1A"/>
          </a:solidFill>
          <a:ln xmlns:a="http://schemas.openxmlformats.org/drawingml/2006/main" w="11441">
            <a:solidFill>
              <a:srgbClr val="000000"/>
            </a:solidFill>
            <a:prstDash val="solid"/>
          </a:ln>
        </p:spPr>
      </p:sp>
      <p:sp>
        <p:nvSpPr>
          <p:cNvPr id="152" name="pdf-path-543">
            <a:extLst xmlns:a="http://schemas.openxmlformats.org/drawingml/2006/main">
              <a:ext uri="{FF2B5EF4-FFF2-40B4-BE49-F238E27FC236}">
                <a16:creationId xmlns:a16="http://schemas.microsoft.com/office/drawing/2014/main" id="{5AE18F27-CA38-4E60-9E8A-677415DF0BE9}"/>
              </a:ext>
            </a:extLst>
          </p:cNvPr>
          <p:cNvSpPr>
            <a:spLocks xmlns:a="http://schemas.openxmlformats.org/drawingml/2006/main" noGrp="1"/>
          </p:cNvSpPr>
          <p:nvPr/>
        </p:nvSpPr>
        <p:spPr>
          <a:xfrm xmlns:a="http://schemas.openxmlformats.org/drawingml/2006/main" rot="0">
            <a:off x="7378862" y="2199884"/>
            <a:ext cx="38174" cy="43026"/>
          </a:xfrm>
          <a:custGeom xmlns:a="http://schemas.openxmlformats.org/drawingml/2006/main">
            <a:pathLst>
              <a:path w="38174" h="43026">
                <a:moveTo>
                  <a:pt x="36597" y="0"/>
                </a:moveTo>
                <a:lnTo>
                  <a:pt x="0" y="0"/>
                </a:lnTo>
                <a:lnTo>
                  <a:pt x="0" y="2075"/>
                </a:lnTo>
                <a:cubicBezTo>
                  <a:pt x="5667" y="2075"/>
                  <a:pt x="6103" y="2654"/>
                  <a:pt x="6103" y="6048"/>
                </a:cubicBezTo>
                <a:lnTo>
                  <a:pt x="6103" y="36930"/>
                </a:lnTo>
                <a:cubicBezTo>
                  <a:pt x="6103" y="40388"/>
                  <a:pt x="5667" y="40886"/>
                  <a:pt x="0" y="40886"/>
                </a:cubicBezTo>
                <a:lnTo>
                  <a:pt x="0" y="43026"/>
                </a:lnTo>
                <a:cubicBezTo>
                  <a:pt x="2770" y="42897"/>
                  <a:pt x="7229" y="42768"/>
                  <a:pt x="9370" y="42768"/>
                </a:cubicBezTo>
                <a:cubicBezTo>
                  <a:pt x="12141" y="42768"/>
                  <a:pt x="17292" y="42897"/>
                  <a:pt x="19803" y="43026"/>
                </a:cubicBezTo>
                <a:lnTo>
                  <a:pt x="19803" y="40886"/>
                </a:lnTo>
                <a:cubicBezTo>
                  <a:pt x="13460" y="40886"/>
                  <a:pt x="12141" y="40886"/>
                  <a:pt x="12141" y="36672"/>
                </a:cubicBezTo>
                <a:lnTo>
                  <a:pt x="12141" y="22518"/>
                </a:lnTo>
                <a:lnTo>
                  <a:pt x="17856" y="22518"/>
                </a:lnTo>
                <a:cubicBezTo>
                  <a:pt x="24022" y="22518"/>
                  <a:pt x="24973" y="24288"/>
                  <a:pt x="24973" y="29821"/>
                </a:cubicBezTo>
                <a:lnTo>
                  <a:pt x="27113" y="29821"/>
                </a:lnTo>
                <a:lnTo>
                  <a:pt x="27113" y="13157"/>
                </a:lnTo>
                <a:lnTo>
                  <a:pt x="24973" y="13157"/>
                </a:lnTo>
                <a:cubicBezTo>
                  <a:pt x="24973" y="18755"/>
                  <a:pt x="24022" y="20443"/>
                  <a:pt x="17856" y="20443"/>
                </a:cubicBezTo>
                <a:lnTo>
                  <a:pt x="12141" y="20443"/>
                </a:lnTo>
                <a:lnTo>
                  <a:pt x="12141" y="5661"/>
                </a:lnTo>
                <a:cubicBezTo>
                  <a:pt x="12141" y="2332"/>
                  <a:pt x="12510" y="2075"/>
                  <a:pt x="15602" y="2075"/>
                </a:cubicBezTo>
                <a:lnTo>
                  <a:pt x="23523" y="2075"/>
                </a:lnTo>
                <a:cubicBezTo>
                  <a:pt x="32894" y="2075"/>
                  <a:pt x="35277" y="4729"/>
                  <a:pt x="36033" y="14219"/>
                </a:cubicBezTo>
                <a:lnTo>
                  <a:pt x="38174" y="14219"/>
                </a:lnTo>
                <a:lnTo>
                  <a:pt x="36597" y="0"/>
                </a:lnTo>
              </a:path>
            </a:pathLst>
          </a:custGeom>
          <a:solidFill xmlns:a="http://schemas.openxmlformats.org/drawingml/2006/main">
            <a:srgbClr val="1A1A1A"/>
          </a:solidFill>
          <a:ln xmlns:a="http://schemas.openxmlformats.org/drawingml/2006/main" w="11441">
            <a:solidFill>
              <a:srgbClr val="000000"/>
            </a:solidFill>
            <a:prstDash val="solid"/>
          </a:ln>
        </p:spPr>
      </p:sp>
      <p:sp>
        <p:nvSpPr>
          <p:cNvPr id="153" name="pdf-path-545">
            <a:extLst xmlns:a="http://schemas.openxmlformats.org/drawingml/2006/main">
              <a:ext uri="{FF2B5EF4-FFF2-40B4-BE49-F238E27FC236}">
                <a16:creationId xmlns:a16="http://schemas.microsoft.com/office/drawing/2014/main" id="{2DA94D19-D4DB-4DF8-87C5-10F153B493F0}"/>
              </a:ext>
            </a:extLst>
          </p:cNvPr>
          <p:cNvSpPr>
            <a:spLocks xmlns:a="http://schemas.openxmlformats.org/drawingml/2006/main" noGrp="1"/>
          </p:cNvSpPr>
          <p:nvPr/>
        </p:nvSpPr>
        <p:spPr>
          <a:xfrm xmlns:a="http://schemas.openxmlformats.org/drawingml/2006/main" rot="0">
            <a:off x="7424523" y="2169758"/>
            <a:ext cx="43326" cy="43396"/>
          </a:xfrm>
          <a:custGeom xmlns:a="http://schemas.openxmlformats.org/drawingml/2006/main">
            <a:pathLst>
              <a:path w="43326" h="43396">
                <a:moveTo>
                  <a:pt x="23088" y="23081"/>
                </a:moveTo>
                <a:lnTo>
                  <a:pt x="41201" y="23081"/>
                </a:lnTo>
                <a:cubicBezTo>
                  <a:pt x="42006" y="23081"/>
                  <a:pt x="43326" y="23081"/>
                  <a:pt x="43326" y="21762"/>
                </a:cubicBezTo>
                <a:cubicBezTo>
                  <a:pt x="43326" y="20202"/>
                  <a:pt x="42006" y="20202"/>
                  <a:pt x="41201" y="20202"/>
                </a:cubicBezTo>
                <a:lnTo>
                  <a:pt x="23088" y="20202"/>
                </a:lnTo>
                <a:lnTo>
                  <a:pt x="23088" y="2139"/>
                </a:lnTo>
                <a:cubicBezTo>
                  <a:pt x="23088" y="1448"/>
                  <a:pt x="23088" y="0"/>
                  <a:pt x="21752" y="0"/>
                </a:cubicBezTo>
                <a:cubicBezTo>
                  <a:pt x="20319" y="0"/>
                  <a:pt x="20319" y="1319"/>
                  <a:pt x="20319" y="2139"/>
                </a:cubicBezTo>
                <a:lnTo>
                  <a:pt x="20319" y="20202"/>
                </a:lnTo>
                <a:lnTo>
                  <a:pt x="2205" y="20202"/>
                </a:lnTo>
                <a:cubicBezTo>
                  <a:pt x="1449" y="20202"/>
                  <a:pt x="0" y="20202"/>
                  <a:pt x="0" y="21634"/>
                </a:cubicBezTo>
                <a:cubicBezTo>
                  <a:pt x="0" y="23081"/>
                  <a:pt x="1320" y="23081"/>
                  <a:pt x="2205" y="23081"/>
                </a:cubicBezTo>
                <a:lnTo>
                  <a:pt x="20319" y="23081"/>
                </a:lnTo>
                <a:lnTo>
                  <a:pt x="20319" y="41208"/>
                </a:lnTo>
                <a:cubicBezTo>
                  <a:pt x="20319" y="41949"/>
                  <a:pt x="20319" y="43396"/>
                  <a:pt x="21639" y="43396"/>
                </a:cubicBezTo>
                <a:cubicBezTo>
                  <a:pt x="23088" y="43396"/>
                  <a:pt x="23088" y="41949"/>
                  <a:pt x="23088" y="41208"/>
                </a:cubicBezTo>
                <a:lnTo>
                  <a:pt x="23088" y="23081"/>
                </a:lnTo>
              </a:path>
            </a:pathLst>
          </a:custGeom>
          <a:solidFill xmlns:a="http://schemas.openxmlformats.org/drawingml/2006/main">
            <a:srgbClr val="1A1A1A"/>
          </a:solidFill>
          <a:ln xmlns:a="http://schemas.openxmlformats.org/drawingml/2006/main" w="11441">
            <a:solidFill>
              <a:srgbClr val="000000"/>
            </a:solidFill>
            <a:prstDash val="solid"/>
          </a:ln>
        </p:spPr>
      </p:sp>
      <p:sp>
        <p:nvSpPr>
          <p:cNvPr id="154" name="pdf-text-231-0">
            <a:extLst xmlns:a="http://schemas.openxmlformats.org/drawingml/2006/main">
              <a:ext uri="{FF2B5EF4-FFF2-40B4-BE49-F238E27FC236}">
                <a16:creationId xmlns:a16="http://schemas.microsoft.com/office/drawing/2014/main" id="{D7A7D5C1-D8BD-4715-BE5F-564E2863DD1E}"/>
              </a:ext>
            </a:extLst>
          </p:cNvPr>
          <p:cNvSpPr>
            <a:spLocks xmlns:a="http://schemas.openxmlformats.org/drawingml/2006/main" noGrp="1"/>
          </p:cNvSpPr>
          <p:nvPr/>
        </p:nvSpPr>
        <p:spPr>
          <a:xfrm xmlns:a="http://schemas.openxmlformats.org/drawingml/2006/main" rot="0">
            <a:off x="7294024" y="2258995"/>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h</a:t>
            </a:r>
          </a:p>
        </p:txBody>
      </p:sp>
      <p:sp>
        <p:nvSpPr>
          <p:cNvPr id="155" name="pdf-text-232-0">
            <a:extLst xmlns:a="http://schemas.openxmlformats.org/drawingml/2006/main">
              <a:ext uri="{FF2B5EF4-FFF2-40B4-BE49-F238E27FC236}">
                <a16:creationId xmlns:a16="http://schemas.microsoft.com/office/drawing/2014/main" id="{34136767-6727-4469-A374-9EE3EC077052}"/>
              </a:ext>
            </a:extLst>
          </p:cNvPr>
          <p:cNvSpPr>
            <a:spLocks xmlns:a="http://schemas.openxmlformats.org/drawingml/2006/main" noGrp="1"/>
          </p:cNvSpPr>
          <p:nvPr/>
        </p:nvSpPr>
        <p:spPr>
          <a:xfrm xmlns:a="http://schemas.openxmlformats.org/drawingml/2006/main" rot="0">
            <a:off x="7335975" y="2258995"/>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o</a:t>
            </a:r>
          </a:p>
        </p:txBody>
      </p:sp>
      <p:sp>
        <p:nvSpPr>
          <p:cNvPr id="156" name="pdf-text-233-0">
            <a:extLst xmlns:a="http://schemas.openxmlformats.org/drawingml/2006/main">
              <a:ext uri="{FF2B5EF4-FFF2-40B4-BE49-F238E27FC236}">
                <a16:creationId xmlns:a16="http://schemas.microsoft.com/office/drawing/2014/main" id="{53F94BF8-1D7B-4A23-BBAB-76857A41EC66}"/>
              </a:ext>
            </a:extLst>
          </p:cNvPr>
          <p:cNvSpPr>
            <a:spLocks xmlns:a="http://schemas.openxmlformats.org/drawingml/2006/main" noGrp="1"/>
          </p:cNvSpPr>
          <p:nvPr/>
        </p:nvSpPr>
        <p:spPr>
          <a:xfrm xmlns:a="http://schemas.openxmlformats.org/drawingml/2006/main" rot="0">
            <a:off x="7377927" y="2258995"/>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l</a:t>
            </a:r>
          </a:p>
        </p:txBody>
      </p:sp>
      <p:sp>
        <p:nvSpPr>
          <p:cNvPr id="157" name="pdf-text-234-0">
            <a:extLst xmlns:a="http://schemas.openxmlformats.org/drawingml/2006/main">
              <a:ext uri="{FF2B5EF4-FFF2-40B4-BE49-F238E27FC236}">
                <a16:creationId xmlns:a16="http://schemas.microsoft.com/office/drawing/2014/main" id="{5F7411FD-330B-4F0C-B8B8-17D752D7E4B4}"/>
              </a:ext>
            </a:extLst>
          </p:cNvPr>
          <p:cNvSpPr>
            <a:spLocks xmlns:a="http://schemas.openxmlformats.org/drawingml/2006/main" noGrp="1"/>
          </p:cNvSpPr>
          <p:nvPr/>
        </p:nvSpPr>
        <p:spPr>
          <a:xfrm xmlns:a="http://schemas.openxmlformats.org/drawingml/2006/main" rot="0">
            <a:off x="7419879" y="2258995"/>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d</a:t>
            </a:r>
          </a:p>
        </p:txBody>
      </p:sp>
      <p:sp>
        <p:nvSpPr>
          <p:cNvPr id="158" name="pdf-text-235-0">
            <a:extLst xmlns:a="http://schemas.openxmlformats.org/drawingml/2006/main">
              <a:ext uri="{FF2B5EF4-FFF2-40B4-BE49-F238E27FC236}">
                <a16:creationId xmlns:a16="http://schemas.microsoft.com/office/drawing/2014/main" id="{091B0FE8-02FB-42AC-8845-4C9CF0D749DF}"/>
              </a:ext>
            </a:extLst>
          </p:cNvPr>
          <p:cNvSpPr>
            <a:spLocks xmlns:a="http://schemas.openxmlformats.org/drawingml/2006/main" noGrp="1"/>
          </p:cNvSpPr>
          <p:nvPr/>
        </p:nvSpPr>
        <p:spPr>
          <a:xfrm xmlns:a="http://schemas.openxmlformats.org/drawingml/2006/main" rot="0">
            <a:off x="7461830" y="2258995"/>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i</a:t>
            </a:r>
          </a:p>
        </p:txBody>
      </p:sp>
      <p:sp>
        <p:nvSpPr>
          <p:cNvPr id="159" name="pdf-text-236-0">
            <a:extLst xmlns:a="http://schemas.openxmlformats.org/drawingml/2006/main">
              <a:ext uri="{FF2B5EF4-FFF2-40B4-BE49-F238E27FC236}">
                <a16:creationId xmlns:a16="http://schemas.microsoft.com/office/drawing/2014/main" id="{0D17586A-A5AB-4AD2-8EEF-BCE614E209F4}"/>
              </a:ext>
            </a:extLst>
          </p:cNvPr>
          <p:cNvSpPr>
            <a:spLocks xmlns:a="http://schemas.openxmlformats.org/drawingml/2006/main" noGrp="1"/>
          </p:cNvSpPr>
          <p:nvPr/>
        </p:nvSpPr>
        <p:spPr>
          <a:xfrm xmlns:a="http://schemas.openxmlformats.org/drawingml/2006/main" rot="0">
            <a:off x="7503782" y="2258995"/>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n</a:t>
            </a:r>
          </a:p>
        </p:txBody>
      </p:sp>
      <p:sp>
        <p:nvSpPr>
          <p:cNvPr id="160" name="pdf-text-237-0">
            <a:extLst xmlns:a="http://schemas.openxmlformats.org/drawingml/2006/main">
              <a:ext uri="{FF2B5EF4-FFF2-40B4-BE49-F238E27FC236}">
                <a16:creationId xmlns:a16="http://schemas.microsoft.com/office/drawing/2014/main" id="{5BF1055D-9E45-42E7-BCA9-826356D630EA}"/>
              </a:ext>
            </a:extLst>
          </p:cNvPr>
          <p:cNvSpPr>
            <a:spLocks xmlns:a="http://schemas.openxmlformats.org/drawingml/2006/main" noGrp="1"/>
          </p:cNvSpPr>
          <p:nvPr/>
        </p:nvSpPr>
        <p:spPr>
          <a:xfrm xmlns:a="http://schemas.openxmlformats.org/drawingml/2006/main" rot="0">
            <a:off x="7545733" y="2258995"/>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g</a:t>
            </a:r>
          </a:p>
        </p:txBody>
      </p:sp>
      <p:sp>
        <p:nvSpPr>
          <p:cNvPr id="161" name="pdf-text-238-0">
            <a:extLst xmlns:a="http://schemas.openxmlformats.org/drawingml/2006/main">
              <a:ext uri="{FF2B5EF4-FFF2-40B4-BE49-F238E27FC236}">
                <a16:creationId xmlns:a16="http://schemas.microsoft.com/office/drawing/2014/main" id="{3E6E2D8E-F58D-4921-89D1-72EEFD7DCBC2}"/>
              </a:ext>
            </a:extLst>
          </p:cNvPr>
          <p:cNvSpPr>
            <a:spLocks xmlns:a="http://schemas.openxmlformats.org/drawingml/2006/main" noGrp="1"/>
          </p:cNvSpPr>
          <p:nvPr/>
        </p:nvSpPr>
        <p:spPr>
          <a:xfrm xmlns:a="http://schemas.openxmlformats.org/drawingml/2006/main" rot="0">
            <a:off x="7587685" y="2258995"/>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a:t>
            </a:r>
          </a:p>
        </p:txBody>
      </p:sp>
      <p:sp>
        <p:nvSpPr>
          <p:cNvPr id="162" name="pdf-text-239-0">
            <a:extLst xmlns:a="http://schemas.openxmlformats.org/drawingml/2006/main">
              <a:ext uri="{FF2B5EF4-FFF2-40B4-BE49-F238E27FC236}">
                <a16:creationId xmlns:a16="http://schemas.microsoft.com/office/drawing/2014/main" id="{DD7B58AD-79A5-4718-9C50-6AE56B045961}"/>
              </a:ext>
            </a:extLst>
          </p:cNvPr>
          <p:cNvSpPr>
            <a:spLocks xmlns:a="http://schemas.openxmlformats.org/drawingml/2006/main" noGrp="1"/>
          </p:cNvSpPr>
          <p:nvPr/>
        </p:nvSpPr>
        <p:spPr>
          <a:xfrm xmlns:a="http://schemas.openxmlformats.org/drawingml/2006/main" rot="0">
            <a:off x="7629637" y="2258995"/>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a:t>
            </a:r>
          </a:p>
        </p:txBody>
      </p:sp>
      <p:sp>
        <p:nvSpPr>
          <p:cNvPr id="163" name="pdf-text-240-0">
            <a:extLst xmlns:a="http://schemas.openxmlformats.org/drawingml/2006/main">
              <a:ext uri="{FF2B5EF4-FFF2-40B4-BE49-F238E27FC236}">
                <a16:creationId xmlns:a16="http://schemas.microsoft.com/office/drawing/2014/main" id="{0CFD9FF4-744E-4B03-A453-3A3A8247A068}"/>
              </a:ext>
            </a:extLst>
          </p:cNvPr>
          <p:cNvSpPr>
            <a:spLocks xmlns:a="http://schemas.openxmlformats.org/drawingml/2006/main" noGrp="1"/>
          </p:cNvSpPr>
          <p:nvPr/>
        </p:nvSpPr>
        <p:spPr>
          <a:xfrm xmlns:a="http://schemas.openxmlformats.org/drawingml/2006/main" rot="0">
            <a:off x="7671589" y="2258995"/>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r</a:t>
            </a:r>
          </a:p>
        </p:txBody>
      </p:sp>
      <p:sp>
        <p:nvSpPr>
          <p:cNvPr id="164" name="pdf-text-241-0">
            <a:extLst xmlns:a="http://schemas.openxmlformats.org/drawingml/2006/main">
              <a:ext uri="{FF2B5EF4-FFF2-40B4-BE49-F238E27FC236}">
                <a16:creationId xmlns:a16="http://schemas.microsoft.com/office/drawing/2014/main" id="{B32718B2-9E45-4960-B61C-86516F8603A5}"/>
              </a:ext>
            </a:extLst>
          </p:cNvPr>
          <p:cNvSpPr>
            <a:spLocks xmlns:a="http://schemas.openxmlformats.org/drawingml/2006/main" noGrp="1"/>
          </p:cNvSpPr>
          <p:nvPr/>
        </p:nvSpPr>
        <p:spPr>
          <a:xfrm xmlns:a="http://schemas.openxmlformats.org/drawingml/2006/main" rot="0">
            <a:off x="7713540" y="2258995"/>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a:t>
            </a:r>
          </a:p>
        </p:txBody>
      </p:sp>
      <p:sp>
        <p:nvSpPr>
          <p:cNvPr id="165" name="pdf-text-242-0">
            <a:extLst xmlns:a="http://schemas.openxmlformats.org/drawingml/2006/main">
              <a:ext uri="{FF2B5EF4-FFF2-40B4-BE49-F238E27FC236}">
                <a16:creationId xmlns:a16="http://schemas.microsoft.com/office/drawing/2014/main" id="{61E0C69C-8FC9-47A0-972B-A86EEFA96BA1}"/>
              </a:ext>
            </a:extLst>
          </p:cNvPr>
          <p:cNvSpPr>
            <a:spLocks xmlns:a="http://schemas.openxmlformats.org/drawingml/2006/main" noGrp="1"/>
          </p:cNvSpPr>
          <p:nvPr/>
        </p:nvSpPr>
        <p:spPr>
          <a:xfrm xmlns:a="http://schemas.openxmlformats.org/drawingml/2006/main" rot="0">
            <a:off x="7755492" y="2258995"/>
            <a:ext cx="90261"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 ?</a:t>
            </a:r>
          </a:p>
        </p:txBody>
      </p:sp>
      <p:sp>
        <p:nvSpPr>
          <p:cNvPr id="166" name="pdf-text-243-0">
            <a:extLst xmlns:a="http://schemas.openxmlformats.org/drawingml/2006/main">
              <a:ext uri="{FF2B5EF4-FFF2-40B4-BE49-F238E27FC236}">
                <a16:creationId xmlns:a16="http://schemas.microsoft.com/office/drawing/2014/main" id="{4D7E0E86-40EA-43E7-AE6E-9353EE2FDB1C}"/>
              </a:ext>
            </a:extLst>
          </p:cNvPr>
          <p:cNvSpPr>
            <a:spLocks xmlns:a="http://schemas.openxmlformats.org/drawingml/2006/main" noGrp="1"/>
          </p:cNvSpPr>
          <p:nvPr/>
        </p:nvSpPr>
        <p:spPr>
          <a:xfrm xmlns:a="http://schemas.openxmlformats.org/drawingml/2006/main" rot="0">
            <a:off x="7839395" y="2258995"/>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o</a:t>
            </a:r>
          </a:p>
        </p:txBody>
      </p:sp>
      <p:sp>
        <p:nvSpPr>
          <p:cNvPr id="167" name="pdf-text-244-0">
            <a:extLst xmlns:a="http://schemas.openxmlformats.org/drawingml/2006/main">
              <a:ext uri="{FF2B5EF4-FFF2-40B4-BE49-F238E27FC236}">
                <a16:creationId xmlns:a16="http://schemas.microsoft.com/office/drawing/2014/main" id="{2573BC72-5CE7-4590-AF4D-ECB0C9F4FA23}"/>
              </a:ext>
            </a:extLst>
          </p:cNvPr>
          <p:cNvSpPr>
            <a:spLocks xmlns:a="http://schemas.openxmlformats.org/drawingml/2006/main" noGrp="1"/>
          </p:cNvSpPr>
          <p:nvPr/>
        </p:nvSpPr>
        <p:spPr>
          <a:xfrm xmlns:a="http://schemas.openxmlformats.org/drawingml/2006/main" rot="0">
            <a:off x="7881347" y="2258995"/>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a:t>
            </a:r>
          </a:p>
        </p:txBody>
      </p:sp>
      <p:sp>
        <p:nvSpPr>
          <p:cNvPr id="168" name="pdf-path-575">
            <a:extLst xmlns:a="http://schemas.openxmlformats.org/drawingml/2006/main">
              <a:ext uri="{FF2B5EF4-FFF2-40B4-BE49-F238E27FC236}">
                <a16:creationId xmlns:a16="http://schemas.microsoft.com/office/drawing/2014/main" id="{5CC9DC76-4C87-45D5-9B73-DC20EA380879}"/>
              </a:ext>
            </a:extLst>
          </p:cNvPr>
          <p:cNvSpPr>
            <a:spLocks xmlns:a="http://schemas.openxmlformats.org/drawingml/2006/main" noGrp="1"/>
          </p:cNvSpPr>
          <p:nvPr/>
        </p:nvSpPr>
        <p:spPr>
          <a:xfrm xmlns:a="http://schemas.openxmlformats.org/drawingml/2006/main" rot="0">
            <a:off x="7272324" y="2376492"/>
            <a:ext cx="54146" cy="57228"/>
          </a:xfrm>
          <a:custGeom xmlns:a="http://schemas.openxmlformats.org/drawingml/2006/main">
            <a:pathLst>
              <a:path w="54146" h="57228">
                <a:moveTo>
                  <a:pt x="49429" y="0"/>
                </a:moveTo>
                <a:lnTo>
                  <a:pt x="0" y="0"/>
                </a:lnTo>
                <a:lnTo>
                  <a:pt x="0" y="2638"/>
                </a:lnTo>
                <a:lnTo>
                  <a:pt x="1948" y="2638"/>
                </a:lnTo>
                <a:cubicBezTo>
                  <a:pt x="8549" y="2638"/>
                  <a:pt x="8743" y="3523"/>
                  <a:pt x="8743" y="6610"/>
                </a:cubicBezTo>
                <a:lnTo>
                  <a:pt x="8743" y="50698"/>
                </a:lnTo>
                <a:cubicBezTo>
                  <a:pt x="8743" y="53706"/>
                  <a:pt x="8549" y="54655"/>
                  <a:pt x="1948" y="54655"/>
                </a:cubicBezTo>
                <a:lnTo>
                  <a:pt x="0" y="54655"/>
                </a:lnTo>
                <a:lnTo>
                  <a:pt x="0" y="57228"/>
                </a:lnTo>
                <a:lnTo>
                  <a:pt x="50748" y="57228"/>
                </a:lnTo>
                <a:lnTo>
                  <a:pt x="54146" y="35466"/>
                </a:lnTo>
                <a:lnTo>
                  <a:pt x="52069" y="35466"/>
                </a:lnTo>
                <a:cubicBezTo>
                  <a:pt x="49928" y="48430"/>
                  <a:pt x="47915" y="54655"/>
                  <a:pt x="33022" y="54655"/>
                </a:cubicBezTo>
                <a:lnTo>
                  <a:pt x="20319" y="54655"/>
                </a:lnTo>
                <a:cubicBezTo>
                  <a:pt x="16342" y="54655"/>
                  <a:pt x="16229" y="54092"/>
                  <a:pt x="16229" y="51325"/>
                </a:cubicBezTo>
                <a:lnTo>
                  <a:pt x="16229" y="28743"/>
                </a:lnTo>
                <a:lnTo>
                  <a:pt x="24456" y="28743"/>
                </a:lnTo>
                <a:cubicBezTo>
                  <a:pt x="32765" y="28743"/>
                  <a:pt x="33955" y="31252"/>
                  <a:pt x="33955" y="38683"/>
                </a:cubicBezTo>
                <a:lnTo>
                  <a:pt x="36033" y="38683"/>
                </a:lnTo>
                <a:lnTo>
                  <a:pt x="36033" y="16358"/>
                </a:lnTo>
                <a:lnTo>
                  <a:pt x="33955" y="16358"/>
                </a:lnTo>
                <a:cubicBezTo>
                  <a:pt x="33955" y="23580"/>
                  <a:pt x="32765" y="26234"/>
                  <a:pt x="24456" y="26234"/>
                </a:cubicBezTo>
                <a:lnTo>
                  <a:pt x="16229" y="26234"/>
                </a:lnTo>
                <a:lnTo>
                  <a:pt x="16229" y="5919"/>
                </a:lnTo>
                <a:cubicBezTo>
                  <a:pt x="16229" y="3152"/>
                  <a:pt x="16342" y="2638"/>
                  <a:pt x="20319" y="2638"/>
                </a:cubicBezTo>
                <a:lnTo>
                  <a:pt x="32395" y="2638"/>
                </a:lnTo>
                <a:cubicBezTo>
                  <a:pt x="45597" y="2638"/>
                  <a:pt x="48366" y="6852"/>
                  <a:pt x="49686" y="18996"/>
                </a:cubicBezTo>
                <a:lnTo>
                  <a:pt x="51763" y="18996"/>
                </a:lnTo>
                <a:lnTo>
                  <a:pt x="49429" y="0"/>
                </a:lnTo>
              </a:path>
            </a:pathLst>
          </a:custGeom>
          <a:solidFill xmlns:a="http://schemas.openxmlformats.org/drawingml/2006/main">
            <a:srgbClr val="000000"/>
          </a:solidFill>
          <a:ln xmlns:a="http://schemas.openxmlformats.org/drawingml/2006/main" w="11441">
            <a:solidFill>
              <a:srgbClr val="000000"/>
            </a:solidFill>
            <a:prstDash val="solid"/>
          </a:ln>
        </p:spPr>
      </p:sp>
      <p:sp>
        <p:nvSpPr>
          <p:cNvPr id="169" name="pdf-path-577">
            <a:extLst xmlns:a="http://schemas.openxmlformats.org/drawingml/2006/main">
              <a:ext uri="{FF2B5EF4-FFF2-40B4-BE49-F238E27FC236}">
                <a16:creationId xmlns:a16="http://schemas.microsoft.com/office/drawing/2014/main" id="{6B62F0B7-DBA0-4814-8C08-C5465DD377FB}"/>
              </a:ext>
            </a:extLst>
          </p:cNvPr>
          <p:cNvSpPr>
            <a:spLocks xmlns:a="http://schemas.openxmlformats.org/drawingml/2006/main" noGrp="1"/>
          </p:cNvSpPr>
          <p:nvPr/>
        </p:nvSpPr>
        <p:spPr>
          <a:xfrm xmlns:a="http://schemas.openxmlformats.org/drawingml/2006/main" rot="0">
            <a:off x="7333763" y="2390711"/>
            <a:ext cx="38175" cy="43009"/>
          </a:xfrm>
          <a:custGeom xmlns:a="http://schemas.openxmlformats.org/drawingml/2006/main">
            <a:pathLst>
              <a:path w="38175" h="43009">
                <a:moveTo>
                  <a:pt x="36549" y="0"/>
                </a:moveTo>
                <a:lnTo>
                  <a:pt x="0" y="0"/>
                </a:lnTo>
                <a:lnTo>
                  <a:pt x="0" y="2139"/>
                </a:lnTo>
                <a:cubicBezTo>
                  <a:pt x="5668" y="2139"/>
                  <a:pt x="6038" y="2637"/>
                  <a:pt x="6038" y="6096"/>
                </a:cubicBezTo>
                <a:lnTo>
                  <a:pt x="6038" y="36978"/>
                </a:lnTo>
                <a:cubicBezTo>
                  <a:pt x="6038" y="40436"/>
                  <a:pt x="5668" y="40934"/>
                  <a:pt x="0" y="40934"/>
                </a:cubicBezTo>
                <a:lnTo>
                  <a:pt x="0" y="43009"/>
                </a:lnTo>
                <a:cubicBezTo>
                  <a:pt x="2770" y="42881"/>
                  <a:pt x="7230" y="42768"/>
                  <a:pt x="9372" y="42768"/>
                </a:cubicBezTo>
                <a:cubicBezTo>
                  <a:pt x="12141" y="42768"/>
                  <a:pt x="17293" y="42881"/>
                  <a:pt x="19821" y="43009"/>
                </a:cubicBezTo>
                <a:lnTo>
                  <a:pt x="19821" y="40934"/>
                </a:lnTo>
                <a:cubicBezTo>
                  <a:pt x="13461" y="40934"/>
                  <a:pt x="12141" y="40934"/>
                  <a:pt x="12141" y="36721"/>
                </a:cubicBezTo>
                <a:lnTo>
                  <a:pt x="12141" y="22582"/>
                </a:lnTo>
                <a:lnTo>
                  <a:pt x="17808" y="22582"/>
                </a:lnTo>
                <a:cubicBezTo>
                  <a:pt x="24023" y="22582"/>
                  <a:pt x="24973" y="24271"/>
                  <a:pt x="24973" y="29869"/>
                </a:cubicBezTo>
                <a:lnTo>
                  <a:pt x="27051" y="29869"/>
                </a:lnTo>
                <a:lnTo>
                  <a:pt x="27051" y="13205"/>
                </a:lnTo>
                <a:lnTo>
                  <a:pt x="24973" y="13205"/>
                </a:lnTo>
                <a:cubicBezTo>
                  <a:pt x="24973" y="18738"/>
                  <a:pt x="24023" y="20491"/>
                  <a:pt x="17808" y="20491"/>
                </a:cubicBezTo>
                <a:lnTo>
                  <a:pt x="12141" y="20491"/>
                </a:lnTo>
                <a:lnTo>
                  <a:pt x="12141" y="5726"/>
                </a:lnTo>
                <a:cubicBezTo>
                  <a:pt x="12141" y="2380"/>
                  <a:pt x="12527" y="2139"/>
                  <a:pt x="15538" y="2139"/>
                </a:cubicBezTo>
                <a:lnTo>
                  <a:pt x="23460" y="2139"/>
                </a:lnTo>
                <a:cubicBezTo>
                  <a:pt x="32894" y="2139"/>
                  <a:pt x="35230" y="4777"/>
                  <a:pt x="36034" y="14267"/>
                </a:cubicBezTo>
                <a:lnTo>
                  <a:pt x="38175" y="14267"/>
                </a:lnTo>
                <a:lnTo>
                  <a:pt x="36549" y="0"/>
                </a:lnTo>
              </a:path>
            </a:pathLst>
          </a:custGeom>
          <a:solidFill xmlns:a="http://schemas.openxmlformats.org/drawingml/2006/main">
            <a:srgbClr val="000000"/>
          </a:solidFill>
          <a:ln xmlns:a="http://schemas.openxmlformats.org/drawingml/2006/main" w="11441">
            <a:solidFill>
              <a:srgbClr val="000000"/>
            </a:solidFill>
            <a:prstDash val="solid"/>
          </a:ln>
        </p:spPr>
      </p:sp>
      <p:sp>
        <p:nvSpPr>
          <p:cNvPr id="170" name="pdf-path-579">
            <a:extLst xmlns:a="http://schemas.openxmlformats.org/drawingml/2006/main">
              <a:ext uri="{FF2B5EF4-FFF2-40B4-BE49-F238E27FC236}">
                <a16:creationId xmlns:a16="http://schemas.microsoft.com/office/drawing/2014/main" id="{B736D849-7E35-474E-BA94-8BF9D4CF03D8}"/>
              </a:ext>
            </a:extLst>
          </p:cNvPr>
          <p:cNvSpPr>
            <a:spLocks xmlns:a="http://schemas.openxmlformats.org/drawingml/2006/main" noGrp="1"/>
          </p:cNvSpPr>
          <p:nvPr/>
        </p:nvSpPr>
        <p:spPr>
          <a:xfrm xmlns:a="http://schemas.openxmlformats.org/drawingml/2006/main" rot="0">
            <a:off x="7378862" y="2390711"/>
            <a:ext cx="38174" cy="43009"/>
          </a:xfrm>
          <a:custGeom xmlns:a="http://schemas.openxmlformats.org/drawingml/2006/main">
            <a:pathLst>
              <a:path w="38174" h="43009">
                <a:moveTo>
                  <a:pt x="36597" y="0"/>
                </a:moveTo>
                <a:lnTo>
                  <a:pt x="0" y="0"/>
                </a:lnTo>
                <a:lnTo>
                  <a:pt x="0" y="2139"/>
                </a:lnTo>
                <a:cubicBezTo>
                  <a:pt x="5667" y="2139"/>
                  <a:pt x="6103" y="2637"/>
                  <a:pt x="6103" y="6096"/>
                </a:cubicBezTo>
                <a:lnTo>
                  <a:pt x="6103" y="36978"/>
                </a:lnTo>
                <a:cubicBezTo>
                  <a:pt x="6103" y="40436"/>
                  <a:pt x="5667" y="40934"/>
                  <a:pt x="0" y="40934"/>
                </a:cubicBezTo>
                <a:lnTo>
                  <a:pt x="0" y="43009"/>
                </a:lnTo>
                <a:cubicBezTo>
                  <a:pt x="2770" y="42881"/>
                  <a:pt x="7229" y="42768"/>
                  <a:pt x="9370" y="42768"/>
                </a:cubicBezTo>
                <a:cubicBezTo>
                  <a:pt x="12141" y="42768"/>
                  <a:pt x="17292" y="42881"/>
                  <a:pt x="19803" y="43009"/>
                </a:cubicBezTo>
                <a:lnTo>
                  <a:pt x="19803" y="40934"/>
                </a:lnTo>
                <a:cubicBezTo>
                  <a:pt x="13460" y="40934"/>
                  <a:pt x="12141" y="40934"/>
                  <a:pt x="12141" y="36721"/>
                </a:cubicBezTo>
                <a:lnTo>
                  <a:pt x="12141" y="22582"/>
                </a:lnTo>
                <a:lnTo>
                  <a:pt x="17856" y="22582"/>
                </a:lnTo>
                <a:cubicBezTo>
                  <a:pt x="24022" y="22582"/>
                  <a:pt x="24973" y="24271"/>
                  <a:pt x="24973" y="29869"/>
                </a:cubicBezTo>
                <a:lnTo>
                  <a:pt x="27113" y="29869"/>
                </a:lnTo>
                <a:lnTo>
                  <a:pt x="27113" y="13205"/>
                </a:lnTo>
                <a:lnTo>
                  <a:pt x="24973" y="13205"/>
                </a:lnTo>
                <a:cubicBezTo>
                  <a:pt x="24973" y="18738"/>
                  <a:pt x="24022" y="20491"/>
                  <a:pt x="17856" y="20491"/>
                </a:cubicBezTo>
                <a:lnTo>
                  <a:pt x="12141" y="20491"/>
                </a:lnTo>
                <a:lnTo>
                  <a:pt x="12141" y="5726"/>
                </a:lnTo>
                <a:cubicBezTo>
                  <a:pt x="12141" y="2380"/>
                  <a:pt x="12510" y="2139"/>
                  <a:pt x="15602" y="2139"/>
                </a:cubicBezTo>
                <a:lnTo>
                  <a:pt x="23523" y="2139"/>
                </a:lnTo>
                <a:cubicBezTo>
                  <a:pt x="32894" y="2139"/>
                  <a:pt x="35277" y="4777"/>
                  <a:pt x="36033" y="14267"/>
                </a:cubicBezTo>
                <a:lnTo>
                  <a:pt x="38174" y="14267"/>
                </a:lnTo>
                <a:lnTo>
                  <a:pt x="36597" y="0"/>
                </a:lnTo>
              </a:path>
            </a:pathLst>
          </a:custGeom>
          <a:solidFill xmlns:a="http://schemas.openxmlformats.org/drawingml/2006/main">
            <a:srgbClr val="000000"/>
          </a:solidFill>
          <a:ln xmlns:a="http://schemas.openxmlformats.org/drawingml/2006/main" w="11441">
            <a:solidFill>
              <a:srgbClr val="000000"/>
            </a:solidFill>
            <a:prstDash val="solid"/>
          </a:ln>
        </p:spPr>
      </p:sp>
      <p:sp>
        <p:nvSpPr>
          <p:cNvPr id="171" name="pdf-path-581">
            <a:extLst xmlns:a="http://schemas.openxmlformats.org/drawingml/2006/main">
              <a:ext uri="{FF2B5EF4-FFF2-40B4-BE49-F238E27FC236}">
                <a16:creationId xmlns:a16="http://schemas.microsoft.com/office/drawing/2014/main" id="{D60A04FC-B144-4EE8-B2FA-AFB4AEFA48D1}"/>
              </a:ext>
            </a:extLst>
          </p:cNvPr>
          <p:cNvSpPr>
            <a:spLocks xmlns:a="http://schemas.openxmlformats.org/drawingml/2006/main" noGrp="1"/>
          </p:cNvSpPr>
          <p:nvPr/>
        </p:nvSpPr>
        <p:spPr>
          <a:xfrm xmlns:a="http://schemas.openxmlformats.org/drawingml/2006/main" rot="0">
            <a:off x="7426729" y="2380835"/>
            <a:ext cx="39930" cy="2895"/>
          </a:xfrm>
          <a:custGeom xmlns:a="http://schemas.openxmlformats.org/drawingml/2006/main">
            <a:pathLst>
              <a:path w="39930" h="2895">
                <a:moveTo>
                  <a:pt x="37547" y="2895"/>
                </a:moveTo>
                <a:cubicBezTo>
                  <a:pt x="38480" y="2895"/>
                  <a:pt x="39930" y="2895"/>
                  <a:pt x="39930" y="1576"/>
                </a:cubicBezTo>
                <a:cubicBezTo>
                  <a:pt x="39930" y="0"/>
                  <a:pt x="38480" y="0"/>
                  <a:pt x="37547" y="0"/>
                </a:cubicBezTo>
                <a:lnTo>
                  <a:pt x="2382" y="0"/>
                </a:lnTo>
                <a:cubicBezTo>
                  <a:pt x="1449" y="0"/>
                  <a:pt x="0" y="0"/>
                  <a:pt x="0" y="1448"/>
                </a:cubicBezTo>
                <a:cubicBezTo>
                  <a:pt x="0" y="2895"/>
                  <a:pt x="1320" y="2895"/>
                  <a:pt x="2382" y="2895"/>
                </a:cubicBezTo>
                <a:lnTo>
                  <a:pt x="37547" y="2895"/>
                </a:lnTo>
              </a:path>
            </a:pathLst>
          </a:custGeom>
          <a:solidFill xmlns:a="http://schemas.openxmlformats.org/drawingml/2006/main">
            <a:srgbClr val="000000"/>
          </a:solidFill>
          <a:ln xmlns:a="http://schemas.openxmlformats.org/drawingml/2006/main" w="11441">
            <a:solidFill>
              <a:srgbClr val="000000"/>
            </a:solidFill>
            <a:prstDash val="solid"/>
          </a:ln>
        </p:spPr>
      </p:sp>
      <p:sp>
        <p:nvSpPr>
          <p:cNvPr id="172" name="pdf-text-245-0">
            <a:extLst xmlns:a="http://schemas.openxmlformats.org/drawingml/2006/main">
              <a:ext uri="{FF2B5EF4-FFF2-40B4-BE49-F238E27FC236}">
                <a16:creationId xmlns:a16="http://schemas.microsoft.com/office/drawing/2014/main" id="{200DA802-F7FA-4006-9D93-923CA8ADA0B0}"/>
              </a:ext>
            </a:extLst>
          </p:cNvPr>
          <p:cNvSpPr>
            <a:spLocks xmlns:a="http://schemas.openxmlformats.org/drawingml/2006/main" noGrp="1"/>
          </p:cNvSpPr>
          <p:nvPr/>
        </p:nvSpPr>
        <p:spPr>
          <a:xfrm xmlns:a="http://schemas.openxmlformats.org/drawingml/2006/main" rot="0">
            <a:off x="7299067" y="2439610"/>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g</a:t>
            </a:r>
          </a:p>
        </p:txBody>
      </p:sp>
      <p:sp>
        <p:nvSpPr>
          <p:cNvPr id="173" name="pdf-text-246-0">
            <a:extLst xmlns:a="http://schemas.openxmlformats.org/drawingml/2006/main">
              <a:ext uri="{FF2B5EF4-FFF2-40B4-BE49-F238E27FC236}">
                <a16:creationId xmlns:a16="http://schemas.microsoft.com/office/drawing/2014/main" id="{EDB30CF7-9D9F-44FC-99D3-FEC858BFB037}"/>
              </a:ext>
            </a:extLst>
          </p:cNvPr>
          <p:cNvSpPr>
            <a:spLocks xmlns:a="http://schemas.openxmlformats.org/drawingml/2006/main" noGrp="1"/>
          </p:cNvSpPr>
          <p:nvPr/>
        </p:nvSpPr>
        <p:spPr>
          <a:xfrm xmlns:a="http://schemas.openxmlformats.org/drawingml/2006/main" rot="0">
            <a:off x="7341382" y="2439610"/>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r</a:t>
            </a:r>
          </a:p>
        </p:txBody>
      </p:sp>
      <p:sp>
        <p:nvSpPr>
          <p:cNvPr id="174" name="pdf-text-247-0">
            <a:extLst xmlns:a="http://schemas.openxmlformats.org/drawingml/2006/main">
              <a:ext uri="{FF2B5EF4-FFF2-40B4-BE49-F238E27FC236}">
                <a16:creationId xmlns:a16="http://schemas.microsoft.com/office/drawing/2014/main" id="{62AB332D-84B8-4001-9F17-AB5ADEA3E938}"/>
              </a:ext>
            </a:extLst>
          </p:cNvPr>
          <p:cNvSpPr>
            <a:spLocks xmlns:a="http://schemas.openxmlformats.org/drawingml/2006/main" noGrp="1"/>
          </p:cNvSpPr>
          <p:nvPr/>
        </p:nvSpPr>
        <p:spPr>
          <a:xfrm xmlns:a="http://schemas.openxmlformats.org/drawingml/2006/main" rot="0">
            <a:off x="7383697" y="2439610"/>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i</a:t>
            </a:r>
          </a:p>
        </p:txBody>
      </p:sp>
      <p:sp>
        <p:nvSpPr>
          <p:cNvPr id="175" name="pdf-text-248-0">
            <a:extLst xmlns:a="http://schemas.openxmlformats.org/drawingml/2006/main">
              <a:ext uri="{FF2B5EF4-FFF2-40B4-BE49-F238E27FC236}">
                <a16:creationId xmlns:a16="http://schemas.microsoft.com/office/drawing/2014/main" id="{9228A620-B613-437D-B2BB-B44DA0EF1000}"/>
              </a:ext>
            </a:extLst>
          </p:cNvPr>
          <p:cNvSpPr>
            <a:spLocks xmlns:a="http://schemas.openxmlformats.org/drawingml/2006/main" noGrp="1"/>
          </p:cNvSpPr>
          <p:nvPr/>
        </p:nvSpPr>
        <p:spPr>
          <a:xfrm xmlns:a="http://schemas.openxmlformats.org/drawingml/2006/main" rot="0">
            <a:off x="7426011" y="2439610"/>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p</a:t>
            </a:r>
          </a:p>
        </p:txBody>
      </p:sp>
      <p:sp>
        <p:nvSpPr>
          <p:cNvPr id="176" name="pdf-text-249-0">
            <a:extLst xmlns:a="http://schemas.openxmlformats.org/drawingml/2006/main">
              <a:ext uri="{FF2B5EF4-FFF2-40B4-BE49-F238E27FC236}">
                <a16:creationId xmlns:a16="http://schemas.microsoft.com/office/drawing/2014/main" id="{DC1337E8-9E85-41A8-98FC-6E3EA6A47B73}"/>
              </a:ext>
            </a:extLst>
          </p:cNvPr>
          <p:cNvSpPr>
            <a:spLocks xmlns:a="http://schemas.openxmlformats.org/drawingml/2006/main" noGrp="1"/>
          </p:cNvSpPr>
          <p:nvPr/>
        </p:nvSpPr>
        <p:spPr>
          <a:xfrm xmlns:a="http://schemas.openxmlformats.org/drawingml/2006/main" rot="0">
            <a:off x="7468325" y="2439610"/>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p</a:t>
            </a:r>
          </a:p>
        </p:txBody>
      </p:sp>
      <p:sp>
        <p:nvSpPr>
          <p:cNvPr id="177" name="pdf-text-250-0">
            <a:extLst xmlns:a="http://schemas.openxmlformats.org/drawingml/2006/main">
              <a:ext uri="{FF2B5EF4-FFF2-40B4-BE49-F238E27FC236}">
                <a16:creationId xmlns:a16="http://schemas.microsoft.com/office/drawing/2014/main" id="{4A915961-E341-463C-8C3B-32DF9520A37E}"/>
              </a:ext>
            </a:extLst>
          </p:cNvPr>
          <p:cNvSpPr>
            <a:spLocks xmlns:a="http://schemas.openxmlformats.org/drawingml/2006/main" noGrp="1"/>
          </p:cNvSpPr>
          <p:nvPr/>
        </p:nvSpPr>
        <p:spPr>
          <a:xfrm xmlns:a="http://schemas.openxmlformats.org/drawingml/2006/main" rot="0">
            <a:off x="7513419" y="2439610"/>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e</a:t>
            </a:r>
          </a:p>
        </p:txBody>
      </p:sp>
      <p:sp>
        <p:nvSpPr>
          <p:cNvPr id="178" name="pdf-text-251-0">
            <a:extLst xmlns:a="http://schemas.openxmlformats.org/drawingml/2006/main">
              <a:ext uri="{FF2B5EF4-FFF2-40B4-BE49-F238E27FC236}">
                <a16:creationId xmlns:a16="http://schemas.microsoft.com/office/drawing/2014/main" id="{AE34AB8F-CFB7-4F9C-B1C7-AFA8D8F3E271}"/>
              </a:ext>
            </a:extLst>
          </p:cNvPr>
          <p:cNvSpPr>
            <a:spLocks xmlns:a="http://schemas.openxmlformats.org/drawingml/2006/main" noGrp="1"/>
          </p:cNvSpPr>
          <p:nvPr/>
        </p:nvSpPr>
        <p:spPr>
          <a:xfrm xmlns:a="http://schemas.openxmlformats.org/drawingml/2006/main" rot="0">
            <a:off x="7558513" y="2439610"/>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r</a:t>
            </a:r>
          </a:p>
        </p:txBody>
      </p:sp>
      <p:sp>
        <p:nvSpPr>
          <p:cNvPr id="179" name="pdf-text-252-0">
            <a:extLst xmlns:a="http://schemas.openxmlformats.org/drawingml/2006/main">
              <a:ext uri="{FF2B5EF4-FFF2-40B4-BE49-F238E27FC236}">
                <a16:creationId xmlns:a16="http://schemas.microsoft.com/office/drawing/2014/main" id="{2406C3BB-298C-4C87-967B-7902A197097A}"/>
              </a:ext>
            </a:extLst>
          </p:cNvPr>
          <p:cNvSpPr>
            <a:spLocks xmlns:a="http://schemas.openxmlformats.org/drawingml/2006/main" noGrp="1"/>
          </p:cNvSpPr>
          <p:nvPr/>
        </p:nvSpPr>
        <p:spPr>
          <a:xfrm xmlns:a="http://schemas.openxmlformats.org/drawingml/2006/main" rot="0">
            <a:off x="7602037" y="2439610"/>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_</a:t>
            </a:r>
          </a:p>
        </p:txBody>
      </p:sp>
      <p:sp>
        <p:nvSpPr>
          <p:cNvPr id="180" name="pdf-text-253-0">
            <a:extLst xmlns:a="http://schemas.openxmlformats.org/drawingml/2006/main">
              <a:ext uri="{FF2B5EF4-FFF2-40B4-BE49-F238E27FC236}">
                <a16:creationId xmlns:a16="http://schemas.microsoft.com/office/drawing/2014/main" id="{2D1438E5-95A5-4698-96F5-1C0A3A2F9563}"/>
              </a:ext>
            </a:extLst>
          </p:cNvPr>
          <p:cNvSpPr>
            <a:spLocks xmlns:a="http://schemas.openxmlformats.org/drawingml/2006/main" noGrp="1"/>
          </p:cNvSpPr>
          <p:nvPr/>
        </p:nvSpPr>
        <p:spPr>
          <a:xfrm xmlns:a="http://schemas.openxmlformats.org/drawingml/2006/main" rot="0">
            <a:off x="7645560" y="2439610"/>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e</a:t>
            </a:r>
          </a:p>
        </p:txBody>
      </p:sp>
      <p:sp>
        <p:nvSpPr>
          <p:cNvPr id="181" name="pdf-text-254-0">
            <a:extLst xmlns:a="http://schemas.openxmlformats.org/drawingml/2006/main">
              <a:ext uri="{FF2B5EF4-FFF2-40B4-BE49-F238E27FC236}">
                <a16:creationId xmlns:a16="http://schemas.microsoft.com/office/drawing/2014/main" id="{4E2253D4-86E2-4333-A04B-909978006795}"/>
              </a:ext>
            </a:extLst>
          </p:cNvPr>
          <p:cNvSpPr>
            <a:spLocks xmlns:a="http://schemas.openxmlformats.org/drawingml/2006/main" noGrp="1"/>
          </p:cNvSpPr>
          <p:nvPr/>
        </p:nvSpPr>
        <p:spPr>
          <a:xfrm xmlns:a="http://schemas.openxmlformats.org/drawingml/2006/main" rot="0">
            <a:off x="7692951" y="2450876"/>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457" b="0" i="0">
                <a:solidFill>
                  <a:srgbClr val="1A1A1A"/>
                </a:solidFill>
                <a:latin typeface="Courier New"/>
                <a:ea typeface="Courier New"/>
                <a:cs typeface="Courier New"/>
              </a:defRPr>
            </a:defPPr>
          </a:lstStyle>
          <a:p xmlns:a="http://schemas.openxmlformats.org/drawingml/2006/main">
            <a:pPr algn="l">
              <a:defRPr sz="457" b="0" i="0">
                <a:solidFill>
                  <a:srgbClr val="1A1A1A"/>
                </a:solidFill>
                <a:latin typeface="Courier New"/>
                <a:ea typeface="Courier New"/>
                <a:cs typeface="Courier New"/>
              </a:defRPr>
            </a:pPr>
            <a:r>
              <a:rPr sz="457" b="0" i="0">
                <a:solidFill>
                  <a:srgbClr val="1A1A1A"/>
                </a:solidFill>
                <a:latin typeface="Courier New"/>
                <a:ea typeface="Courier New"/>
                <a:cs typeface="Courier New"/>
              </a:rPr>
              <a:t>m</a:t>
            </a:r>
          </a:p>
        </p:txBody>
      </p:sp>
      <p:sp>
        <p:nvSpPr>
          <p:cNvPr id="182" name="pdf-text-255-0">
            <a:extLst xmlns:a="http://schemas.openxmlformats.org/drawingml/2006/main">
              <a:ext uri="{FF2B5EF4-FFF2-40B4-BE49-F238E27FC236}">
                <a16:creationId xmlns:a16="http://schemas.microsoft.com/office/drawing/2014/main" id="{A586D180-0512-49CD-8371-EBB34C6C55CE}"/>
              </a:ext>
            </a:extLst>
          </p:cNvPr>
          <p:cNvSpPr>
            <a:spLocks xmlns:a="http://schemas.openxmlformats.org/drawingml/2006/main" noGrp="1"/>
          </p:cNvSpPr>
          <p:nvPr/>
        </p:nvSpPr>
        <p:spPr>
          <a:xfrm xmlns:a="http://schemas.openxmlformats.org/drawingml/2006/main" rot="0">
            <a:off x="7740341" y="2439610"/>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p</a:t>
            </a:r>
          </a:p>
        </p:txBody>
      </p:sp>
      <p:sp>
        <p:nvSpPr>
          <p:cNvPr id="183" name="pdf-text-256-0">
            <a:extLst xmlns:a="http://schemas.openxmlformats.org/drawingml/2006/main">
              <a:ext uri="{FF2B5EF4-FFF2-40B4-BE49-F238E27FC236}">
                <a16:creationId xmlns:a16="http://schemas.microsoft.com/office/drawing/2014/main" id="{FF57C4BB-6AB5-4E4F-A085-D8C376DA66D0}"/>
              </a:ext>
            </a:extLst>
          </p:cNvPr>
          <p:cNvSpPr>
            <a:spLocks xmlns:a="http://schemas.openxmlformats.org/drawingml/2006/main" noGrp="1"/>
          </p:cNvSpPr>
          <p:nvPr/>
        </p:nvSpPr>
        <p:spPr>
          <a:xfrm xmlns:a="http://schemas.openxmlformats.org/drawingml/2006/main" rot="0">
            <a:off x="7785798" y="2439610"/>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t</a:t>
            </a:r>
          </a:p>
        </p:txBody>
      </p:sp>
      <p:sp>
        <p:nvSpPr>
          <p:cNvPr id="184" name="pdf-text-257-0">
            <a:extLst xmlns:a="http://schemas.openxmlformats.org/drawingml/2006/main">
              <a:ext uri="{FF2B5EF4-FFF2-40B4-BE49-F238E27FC236}">
                <a16:creationId xmlns:a16="http://schemas.microsoft.com/office/drawing/2014/main" id="{105A03B2-8F18-4DAD-8174-EA9B52A0FFF6}"/>
              </a:ext>
            </a:extLst>
          </p:cNvPr>
          <p:cNvSpPr>
            <a:spLocks xmlns:a="http://schemas.openxmlformats.org/drawingml/2006/main" noGrp="1"/>
          </p:cNvSpPr>
          <p:nvPr/>
        </p:nvSpPr>
        <p:spPr>
          <a:xfrm xmlns:a="http://schemas.openxmlformats.org/drawingml/2006/main" rot="0">
            <a:off x="7829322" y="2439610"/>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y</a:t>
            </a:r>
          </a:p>
        </p:txBody>
      </p:sp>
      <p:sp>
        <p:nvSpPr>
          <p:cNvPr id="185" name="pdf-text-258-0">
            <a:extLst xmlns:a="http://schemas.openxmlformats.org/drawingml/2006/main">
              <a:ext uri="{FF2B5EF4-FFF2-40B4-BE49-F238E27FC236}">
                <a16:creationId xmlns:a16="http://schemas.microsoft.com/office/drawing/2014/main" id="{9DCEEC97-00EB-41E5-A295-BD7A33ACB4CA}"/>
              </a:ext>
            </a:extLst>
          </p:cNvPr>
          <p:cNvSpPr>
            <a:spLocks xmlns:a="http://schemas.openxmlformats.org/drawingml/2006/main" noGrp="1"/>
          </p:cNvSpPr>
          <p:nvPr/>
        </p:nvSpPr>
        <p:spPr>
          <a:xfrm xmlns:a="http://schemas.openxmlformats.org/drawingml/2006/main" rot="0">
            <a:off x="7872845" y="2439610"/>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a:t>
            </a:r>
          </a:p>
        </p:txBody>
      </p:sp>
      <p:sp>
        <p:nvSpPr>
          <p:cNvPr id="186" name="pdf-text-259-0">
            <a:extLst xmlns:a="http://schemas.openxmlformats.org/drawingml/2006/main">
              <a:ext uri="{FF2B5EF4-FFF2-40B4-BE49-F238E27FC236}">
                <a16:creationId xmlns:a16="http://schemas.microsoft.com/office/drawing/2014/main" id="{96360E6B-7A95-46DE-9C05-313BEEAAACD3}"/>
              </a:ext>
            </a:extLst>
          </p:cNvPr>
          <p:cNvSpPr>
            <a:spLocks xmlns:a="http://schemas.openxmlformats.org/drawingml/2006/main" noGrp="1"/>
          </p:cNvSpPr>
          <p:nvPr/>
        </p:nvSpPr>
        <p:spPr>
          <a:xfrm xmlns:a="http://schemas.openxmlformats.org/drawingml/2006/main" rot="0">
            <a:off x="7916368" y="2439610"/>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a:t>
            </a:r>
          </a:p>
        </p:txBody>
      </p:sp>
      <p:sp>
        <p:nvSpPr>
          <p:cNvPr id="187" name="pdf-text-260-0">
            <a:extLst xmlns:a="http://schemas.openxmlformats.org/drawingml/2006/main">
              <a:ext uri="{FF2B5EF4-FFF2-40B4-BE49-F238E27FC236}">
                <a16:creationId xmlns:a16="http://schemas.microsoft.com/office/drawing/2014/main" id="{ECDCAC86-FFBF-450C-AF3C-20824CF9C23D}"/>
              </a:ext>
            </a:extLst>
          </p:cNvPr>
          <p:cNvSpPr>
            <a:spLocks xmlns:a="http://schemas.openxmlformats.org/drawingml/2006/main" noGrp="1"/>
          </p:cNvSpPr>
          <p:nvPr/>
        </p:nvSpPr>
        <p:spPr>
          <a:xfrm xmlns:a="http://schemas.openxmlformats.org/drawingml/2006/main" rot="0">
            <a:off x="7959891" y="2439610"/>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r</a:t>
            </a:r>
          </a:p>
        </p:txBody>
      </p:sp>
      <p:sp>
        <p:nvSpPr>
          <p:cNvPr id="188" name="pdf-text-261-0">
            <a:extLst xmlns:a="http://schemas.openxmlformats.org/drawingml/2006/main">
              <a:ext uri="{FF2B5EF4-FFF2-40B4-BE49-F238E27FC236}">
                <a16:creationId xmlns:a16="http://schemas.microsoft.com/office/drawing/2014/main" id="{4BC82003-FC4D-44DC-9BFB-7E0D7C137281}"/>
              </a:ext>
            </a:extLst>
          </p:cNvPr>
          <p:cNvSpPr>
            <a:spLocks xmlns:a="http://schemas.openxmlformats.org/drawingml/2006/main" noGrp="1"/>
          </p:cNvSpPr>
          <p:nvPr/>
        </p:nvSpPr>
        <p:spPr>
          <a:xfrm xmlns:a="http://schemas.openxmlformats.org/drawingml/2006/main" rot="0">
            <a:off x="8003414" y="2439610"/>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0" i="0">
                <a:solidFill>
                  <a:srgbClr val="1A1A1A"/>
                </a:solidFill>
                <a:latin typeface="Courier New"/>
                <a:ea typeface="Courier New"/>
                <a:cs typeface="Courier New"/>
              </a:defRPr>
            </a:defPPr>
          </a:lstStyle>
          <a:p xmlns:a="http://schemas.openxmlformats.org/drawingml/2006/main">
            <a:pPr algn="l">
              <a:defRPr sz="635" b="0" i="0">
                <a:solidFill>
                  <a:srgbClr val="1A1A1A"/>
                </a:solidFill>
                <a:latin typeface="Courier New"/>
                <a:ea typeface="Courier New"/>
                <a:cs typeface="Courier New"/>
              </a:defRPr>
            </a:pPr>
            <a:r>
              <a:rPr sz="635" b="0" i="0">
                <a:solidFill>
                  <a:srgbClr val="1A1A1A"/>
                </a:solidFill>
                <a:latin typeface="Courier New"/>
                <a:ea typeface="Courier New"/>
                <a:cs typeface="Courier New"/>
              </a:rPr>
              <a:t>)</a:t>
            </a:r>
          </a:p>
        </p:txBody>
      </p:sp>
      <p:sp>
        <p:nvSpPr>
          <p:cNvPr id="189" name="pdf-path-617">
            <a:extLst xmlns:a="http://schemas.openxmlformats.org/drawingml/2006/main">
              <a:ext uri="{FF2B5EF4-FFF2-40B4-BE49-F238E27FC236}">
                <a16:creationId xmlns:a16="http://schemas.microsoft.com/office/drawing/2014/main" id="{D0BDDC51-15B0-4D09-82D9-10CDA8C0C9E8}"/>
              </a:ext>
            </a:extLst>
          </p:cNvPr>
          <p:cNvSpPr>
            <a:spLocks xmlns:a="http://schemas.openxmlformats.org/drawingml/2006/main" noGrp="1"/>
          </p:cNvSpPr>
          <p:nvPr/>
        </p:nvSpPr>
        <p:spPr>
          <a:xfrm xmlns:a="http://schemas.openxmlformats.org/drawingml/2006/main" rot="0">
            <a:off x="6364460" y="3804972"/>
            <a:ext cx="1715035" cy="972652"/>
          </a:xfrm>
          <a:custGeom xmlns:a="http://schemas.openxmlformats.org/drawingml/2006/main">
            <a:pathLst>
              <a:path w="1715035" h="972652">
                <a:moveTo>
                  <a:pt x="32265" y="0"/>
                </a:moveTo>
                <a:lnTo>
                  <a:pt x="1682769" y="0"/>
                </a:lnTo>
                <a:cubicBezTo>
                  <a:pt x="1700624" y="0"/>
                  <a:pt x="1715035" y="15295"/>
                  <a:pt x="1715035" y="34342"/>
                </a:cubicBezTo>
                <a:lnTo>
                  <a:pt x="1715035" y="938309"/>
                </a:lnTo>
                <a:cubicBezTo>
                  <a:pt x="1715035" y="957308"/>
                  <a:pt x="1700624" y="972652"/>
                  <a:pt x="1682769" y="972652"/>
                </a:cubicBezTo>
                <a:lnTo>
                  <a:pt x="32265" y="972652"/>
                </a:lnTo>
                <a:cubicBezTo>
                  <a:pt x="14410" y="972652"/>
                  <a:pt x="0" y="957308"/>
                  <a:pt x="0" y="938309"/>
                </a:cubicBezTo>
                <a:lnTo>
                  <a:pt x="0" y="34342"/>
                </a:lnTo>
                <a:cubicBezTo>
                  <a:pt x="0" y="15295"/>
                  <a:pt x="14410" y="0"/>
                  <a:pt x="32265" y="0"/>
                </a:cubicBezTo>
              </a:path>
            </a:pathLst>
          </a:custGeom>
          <a:solidFill xmlns:a="http://schemas.openxmlformats.org/drawingml/2006/main">
            <a:srgbClr val="FFFFFF">
              <a:alpha val="86000"/>
            </a:srgbClr>
          </a:solidFill>
          <a:ln xmlns:a="http://schemas.openxmlformats.org/drawingml/2006/main" w="0">
            <a:noFill/>
            <a:prstDash val="solid"/>
          </a:ln>
        </p:spPr>
      </p:sp>
      <p:sp>
        <p:nvSpPr>
          <p:cNvPr id="190" name="pdf-text-262-0">
            <a:extLst xmlns:a="http://schemas.openxmlformats.org/drawingml/2006/main">
              <a:ext uri="{FF2B5EF4-FFF2-40B4-BE49-F238E27FC236}">
                <a16:creationId xmlns:a16="http://schemas.microsoft.com/office/drawing/2014/main" id="{AAD4204B-F06C-45A4-81CE-FF18DE2040CA}"/>
              </a:ext>
            </a:extLst>
          </p:cNvPr>
          <p:cNvSpPr>
            <a:spLocks xmlns:a="http://schemas.openxmlformats.org/drawingml/2006/main" noGrp="1"/>
          </p:cNvSpPr>
          <p:nvPr/>
        </p:nvSpPr>
        <p:spPr>
          <a:xfrm xmlns:a="http://schemas.openxmlformats.org/drawingml/2006/main" rot="0">
            <a:off x="6432354" y="3794747"/>
            <a:ext cx="614064"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000"/>
                </a:solidFill>
                <a:latin typeface="Courier New"/>
                <a:ea typeface="Courier New"/>
                <a:cs typeface="Courier New"/>
              </a:defRPr>
            </a:defPPr>
          </a:lstStyle>
          <a:p xmlns:a="http://schemas.openxmlformats.org/drawingml/2006/main">
            <a:pPr algn="l">
              <a:defRPr sz="635" b="1" i="0">
                <a:solidFill>
                  <a:srgbClr val="000000"/>
                </a:solidFill>
                <a:latin typeface="Courier New"/>
                <a:ea typeface="Courier New"/>
                <a:cs typeface="Courier New"/>
              </a:defRPr>
            </a:pPr>
            <a:r>
              <a:rPr sz="635" b="1" i="0">
                <a:solidFill>
                  <a:srgbClr val="000000"/>
                </a:solidFill>
                <a:latin typeface="Courier New"/>
                <a:ea typeface="Courier New"/>
                <a:cs typeface="Courier New"/>
              </a:rPr>
              <a:t>(:action Pick</a:t>
            </a:r>
          </a:p>
        </p:txBody>
      </p:sp>
      <p:sp>
        <p:nvSpPr>
          <p:cNvPr id="191" name="pdf-text-263-0">
            <a:extLst xmlns:a="http://schemas.openxmlformats.org/drawingml/2006/main">
              <a:ext uri="{FF2B5EF4-FFF2-40B4-BE49-F238E27FC236}">
                <a16:creationId xmlns:a16="http://schemas.microsoft.com/office/drawing/2014/main" id="{28B1495A-4A0B-40BE-9575-865508B3A1AB}"/>
              </a:ext>
            </a:extLst>
          </p:cNvPr>
          <p:cNvSpPr>
            <a:spLocks xmlns:a="http://schemas.openxmlformats.org/drawingml/2006/main" noGrp="1"/>
          </p:cNvSpPr>
          <p:nvPr/>
        </p:nvSpPr>
        <p:spPr>
          <a:xfrm xmlns:a="http://schemas.openxmlformats.org/drawingml/2006/main" rot="0">
            <a:off x="7045202" y="3792706"/>
            <a:ext cx="40292"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571" b="0" i="0">
                <a:solidFill>
                  <a:srgbClr val="000000"/>
                </a:solidFill>
                <a:latin typeface="Arial"/>
                <a:ea typeface="Arial"/>
                <a:cs typeface="Arial"/>
              </a:defRPr>
            </a:defPPr>
          </a:lstStyle>
          <a:p xmlns:a="http://schemas.openxmlformats.org/drawingml/2006/main">
            <a:pPr algn="l">
              <a:defRPr sz="571" b="0" i="0">
                <a:solidFill>
                  <a:srgbClr val="000000"/>
                </a:solidFill>
                <a:latin typeface="Arial"/>
                <a:ea typeface="Arial"/>
                <a:cs typeface="Arial"/>
              </a:defRPr>
            </a:pPr>
            <a:r>
              <a:rPr sz="571" b="0" i="0">
                <a:solidFill>
                  <a:srgbClr val="000000"/>
                </a:solidFill>
                <a:latin typeface="Arial"/>
                <a:ea typeface="Arial"/>
                <a:cs typeface="Arial"/>
              </a:rPr>
              <a:t>_</a:t>
            </a:r>
          </a:p>
        </p:txBody>
      </p:sp>
      <p:sp>
        <p:nvSpPr>
          <p:cNvPr id="192" name="pdf-text-264-0">
            <a:extLst xmlns:a="http://schemas.openxmlformats.org/drawingml/2006/main">
              <a:ext uri="{FF2B5EF4-FFF2-40B4-BE49-F238E27FC236}">
                <a16:creationId xmlns:a16="http://schemas.microsoft.com/office/drawing/2014/main" id="{9D9DD11F-FC84-46FD-89E7-516D800DE8E4}"/>
              </a:ext>
            </a:extLst>
          </p:cNvPr>
          <p:cNvSpPr>
            <a:spLocks xmlns:a="http://schemas.openxmlformats.org/drawingml/2006/main" noGrp="1"/>
          </p:cNvSpPr>
          <p:nvPr/>
        </p:nvSpPr>
        <p:spPr>
          <a:xfrm xmlns:a="http://schemas.openxmlformats.org/drawingml/2006/main" rot="0">
            <a:off x="7084285" y="3794747"/>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000"/>
                </a:solidFill>
                <a:latin typeface="Courier New"/>
                <a:ea typeface="Courier New"/>
                <a:cs typeface="Courier New"/>
              </a:defRPr>
            </a:defPPr>
          </a:lstStyle>
          <a:p xmlns:a="http://schemas.openxmlformats.org/drawingml/2006/main">
            <a:pPr algn="l">
              <a:defRPr sz="635" b="1" i="0">
                <a:solidFill>
                  <a:srgbClr val="000000"/>
                </a:solidFill>
                <a:latin typeface="Courier New"/>
                <a:ea typeface="Courier New"/>
                <a:cs typeface="Courier New"/>
              </a:defRPr>
            </a:pPr>
            <a:r>
              <a:rPr sz="635" b="1" i="0">
                <a:solidFill>
                  <a:srgbClr val="000000"/>
                </a:solidFill>
                <a:latin typeface="Courier New"/>
                <a:ea typeface="Courier New"/>
                <a:cs typeface="Courier New"/>
              </a:rPr>
              <a:t>1</a:t>
            </a:r>
          </a:p>
        </p:txBody>
      </p:sp>
      <p:sp>
        <p:nvSpPr>
          <p:cNvPr id="193" name="pdf-text-264-1">
            <a:extLst xmlns:a="http://schemas.openxmlformats.org/drawingml/2006/main">
              <a:ext uri="{FF2B5EF4-FFF2-40B4-BE49-F238E27FC236}">
                <a16:creationId xmlns:a16="http://schemas.microsoft.com/office/drawing/2014/main" id="{65A4C2E2-6804-4985-857C-4143AD9361FF}"/>
              </a:ext>
            </a:extLst>
          </p:cNvPr>
          <p:cNvSpPr>
            <a:spLocks xmlns:a="http://schemas.openxmlformats.org/drawingml/2006/main" noGrp="1"/>
          </p:cNvSpPr>
          <p:nvPr/>
        </p:nvSpPr>
        <p:spPr>
          <a:xfrm xmlns:a="http://schemas.openxmlformats.org/drawingml/2006/main" rot="0">
            <a:off x="6432354" y="3881773"/>
            <a:ext cx="1223447"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000"/>
                </a:solidFill>
                <a:latin typeface="Courier New"/>
                <a:ea typeface="Courier New"/>
                <a:cs typeface="Courier New"/>
              </a:defRPr>
            </a:defPPr>
          </a:lstStyle>
          <a:p xmlns:a="http://schemas.openxmlformats.org/drawingml/2006/main">
            <a:pPr algn="l">
              <a:defRPr sz="635" b="1" i="0">
                <a:solidFill>
                  <a:srgbClr val="000000"/>
                </a:solidFill>
                <a:latin typeface="Courier New"/>
                <a:ea typeface="Courier New"/>
                <a:cs typeface="Courier New"/>
              </a:defRPr>
            </a:pPr>
            <a:r>
              <a:rPr sz="635" b="1" i="0">
                <a:solidFill>
                  <a:srgbClr val="000000"/>
                </a:solidFill>
                <a:latin typeface="Courier New"/>
                <a:ea typeface="Courier New"/>
                <a:cs typeface="Courier New"/>
              </a:rPr>
              <a:t> :parameters (?r , ?o , ?p)</a:t>
            </a:r>
          </a:p>
        </p:txBody>
      </p:sp>
      <p:sp>
        <p:nvSpPr>
          <p:cNvPr id="194" name="pdf-text-264-2">
            <a:extLst xmlns:a="http://schemas.openxmlformats.org/drawingml/2006/main">
              <a:ext uri="{FF2B5EF4-FFF2-40B4-BE49-F238E27FC236}">
                <a16:creationId xmlns:a16="http://schemas.microsoft.com/office/drawing/2014/main" id="{72736735-2A73-4420-926B-9ED553EE6D87}"/>
              </a:ext>
            </a:extLst>
          </p:cNvPr>
          <p:cNvSpPr>
            <a:spLocks xmlns:a="http://schemas.openxmlformats.org/drawingml/2006/main" noGrp="1"/>
          </p:cNvSpPr>
          <p:nvPr/>
        </p:nvSpPr>
        <p:spPr>
          <a:xfrm xmlns:a="http://schemas.openxmlformats.org/drawingml/2006/main" rot="0">
            <a:off x="6432354" y="3968798"/>
            <a:ext cx="944059"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000"/>
                </a:solidFill>
                <a:latin typeface="Courier New"/>
                <a:ea typeface="Courier New"/>
                <a:cs typeface="Courier New"/>
              </a:defRPr>
            </a:defPPr>
          </a:lstStyle>
          <a:p xmlns:a="http://schemas.openxmlformats.org/drawingml/2006/main">
            <a:pPr algn="l">
              <a:defRPr sz="635" b="1" i="0">
                <a:solidFill>
                  <a:srgbClr val="000000"/>
                </a:solidFill>
                <a:latin typeface="Courier New"/>
                <a:ea typeface="Courier New"/>
                <a:cs typeface="Courier New"/>
              </a:defRPr>
            </a:pPr>
            <a:r>
              <a:rPr sz="635" b="1" i="0">
                <a:solidFill>
                  <a:srgbClr val="000000"/>
                </a:solidFill>
                <a:latin typeface="Courier New"/>
                <a:ea typeface="Courier New"/>
                <a:cs typeface="Courier New"/>
              </a:rPr>
              <a:t> :preconditions (and</a:t>
            </a:r>
          </a:p>
        </p:txBody>
      </p:sp>
      <p:sp>
        <p:nvSpPr>
          <p:cNvPr id="195" name="pdf-text-264-4">
            <a:extLst xmlns:a="http://schemas.openxmlformats.org/drawingml/2006/main">
              <a:ext uri="{FF2B5EF4-FFF2-40B4-BE49-F238E27FC236}">
                <a16:creationId xmlns:a16="http://schemas.microsoft.com/office/drawing/2014/main" id="{C11ADFE0-9D97-4729-B20B-EECE2BC964C8}"/>
              </a:ext>
            </a:extLst>
          </p:cNvPr>
          <p:cNvSpPr>
            <a:spLocks xmlns:a="http://schemas.openxmlformats.org/drawingml/2006/main" noGrp="1"/>
          </p:cNvSpPr>
          <p:nvPr/>
        </p:nvSpPr>
        <p:spPr>
          <a:xfrm xmlns:a="http://schemas.openxmlformats.org/drawingml/2006/main" rot="0">
            <a:off x="6573698" y="4061574"/>
            <a:ext cx="378354"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000"/>
                </a:solidFill>
                <a:latin typeface="Courier New"/>
                <a:ea typeface="Courier New"/>
                <a:cs typeface="Courier New"/>
              </a:defRPr>
            </a:defPPr>
          </a:lstStyle>
          <a:p xmlns:a="http://schemas.openxmlformats.org/drawingml/2006/main">
            <a:pPr algn="l">
              <a:defRPr sz="635" b="1" i="0">
                <a:solidFill>
                  <a:srgbClr val="000000"/>
                </a:solidFill>
                <a:latin typeface="Courier New"/>
                <a:ea typeface="Courier New"/>
                <a:cs typeface="Courier New"/>
              </a:defRPr>
            </a:pPr>
            <a:r>
              <a:rPr sz="635" b="1" i="0">
                <a:solidFill>
                  <a:srgbClr val="000000"/>
                </a:solidFill>
                <a:latin typeface="Courier New"/>
                <a:ea typeface="Courier New"/>
                <a:cs typeface="Courier New"/>
              </a:rPr>
              <a:t>(gripper</a:t>
            </a:r>
          </a:p>
        </p:txBody>
      </p:sp>
      <p:sp>
        <p:nvSpPr>
          <p:cNvPr id="196" name="pdf-text-265-0">
            <a:extLst xmlns:a="http://schemas.openxmlformats.org/drawingml/2006/main">
              <a:ext uri="{FF2B5EF4-FFF2-40B4-BE49-F238E27FC236}">
                <a16:creationId xmlns:a16="http://schemas.microsoft.com/office/drawing/2014/main" id="{7D7D3736-1C93-49E0-80A8-EC89B9E73EFC}"/>
              </a:ext>
            </a:extLst>
          </p:cNvPr>
          <p:cNvSpPr>
            <a:spLocks xmlns:a="http://schemas.openxmlformats.org/drawingml/2006/main" noGrp="1"/>
          </p:cNvSpPr>
          <p:nvPr/>
        </p:nvSpPr>
        <p:spPr>
          <a:xfrm xmlns:a="http://schemas.openxmlformats.org/drawingml/2006/main" rot="0">
            <a:off x="6950836" y="4058946"/>
            <a:ext cx="40292"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571" b="1" i="0">
                <a:solidFill>
                  <a:srgbClr val="000000"/>
                </a:solidFill>
                <a:latin typeface="Arial"/>
                <a:ea typeface="Arial"/>
                <a:cs typeface="Arial"/>
              </a:defRPr>
            </a:defPPr>
          </a:lstStyle>
          <a:p xmlns:a="http://schemas.openxmlformats.org/drawingml/2006/main">
            <a:pPr algn="l">
              <a:defRPr sz="571" b="1" i="0">
                <a:solidFill>
                  <a:srgbClr val="000000"/>
                </a:solidFill>
                <a:latin typeface="Arial"/>
                <a:ea typeface="Arial"/>
                <a:cs typeface="Arial"/>
              </a:defRPr>
            </a:pPr>
            <a:r>
              <a:rPr sz="571" b="1" i="0">
                <a:solidFill>
                  <a:srgbClr val="000000"/>
                </a:solidFill>
                <a:latin typeface="Arial"/>
                <a:ea typeface="Arial"/>
                <a:cs typeface="Arial"/>
              </a:rPr>
              <a:t>_</a:t>
            </a:r>
          </a:p>
        </p:txBody>
      </p:sp>
      <p:sp>
        <p:nvSpPr>
          <p:cNvPr id="197" name="pdf-text-266-0">
            <a:extLst xmlns:a="http://schemas.openxmlformats.org/drawingml/2006/main">
              <a:ext uri="{FF2B5EF4-FFF2-40B4-BE49-F238E27FC236}">
                <a16:creationId xmlns:a16="http://schemas.microsoft.com/office/drawing/2014/main" id="{AF84206B-4F35-482E-B058-721AB9607221}"/>
              </a:ext>
            </a:extLst>
          </p:cNvPr>
          <p:cNvSpPr>
            <a:spLocks xmlns:a="http://schemas.openxmlformats.org/drawingml/2006/main" noGrp="1"/>
          </p:cNvSpPr>
          <p:nvPr/>
        </p:nvSpPr>
        <p:spPr>
          <a:xfrm xmlns:a="http://schemas.openxmlformats.org/drawingml/2006/main" rot="0">
            <a:off x="6989920" y="4061574"/>
            <a:ext cx="472637"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000"/>
                </a:solidFill>
                <a:latin typeface="Courier New"/>
                <a:ea typeface="Courier New"/>
                <a:cs typeface="Courier New"/>
              </a:defRPr>
            </a:defPPr>
          </a:lstStyle>
          <a:p xmlns:a="http://schemas.openxmlformats.org/drawingml/2006/main">
            <a:pPr algn="l">
              <a:defRPr sz="635" b="1" i="0">
                <a:solidFill>
                  <a:srgbClr val="000000"/>
                </a:solidFill>
                <a:latin typeface="Courier New"/>
                <a:ea typeface="Courier New"/>
                <a:cs typeface="Courier New"/>
              </a:defRPr>
            </a:pPr>
            <a:r>
              <a:rPr sz="635" b="1" i="0">
                <a:solidFill>
                  <a:srgbClr val="000000"/>
                </a:solidFill>
                <a:latin typeface="Courier New"/>
                <a:ea typeface="Courier New"/>
                <a:cs typeface="Courier New"/>
              </a:rPr>
              <a:t>empty ?r )</a:t>
            </a:r>
          </a:p>
        </p:txBody>
      </p:sp>
      <p:sp>
        <p:nvSpPr>
          <p:cNvPr id="198" name="pdf-text-266-2">
            <a:extLst xmlns:a="http://schemas.openxmlformats.org/drawingml/2006/main">
              <a:ext uri="{FF2B5EF4-FFF2-40B4-BE49-F238E27FC236}">
                <a16:creationId xmlns:a16="http://schemas.microsoft.com/office/drawing/2014/main" id="{04B4D574-2586-4EA1-BE87-1444DD6412D6}"/>
              </a:ext>
            </a:extLst>
          </p:cNvPr>
          <p:cNvSpPr>
            <a:spLocks xmlns:a="http://schemas.openxmlformats.org/drawingml/2006/main" noGrp="1"/>
          </p:cNvSpPr>
          <p:nvPr/>
        </p:nvSpPr>
        <p:spPr>
          <a:xfrm xmlns:a="http://schemas.openxmlformats.org/drawingml/2006/main" rot="0">
            <a:off x="6573698" y="4154349"/>
            <a:ext cx="519780"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000"/>
                </a:solidFill>
                <a:latin typeface="Courier New"/>
                <a:ea typeface="Courier New"/>
                <a:cs typeface="Courier New"/>
              </a:defRPr>
            </a:defPPr>
          </a:lstStyle>
          <a:p xmlns:a="http://schemas.openxmlformats.org/drawingml/2006/main">
            <a:pPr algn="l">
              <a:defRPr sz="635" b="1" i="0">
                <a:solidFill>
                  <a:srgbClr val="000000"/>
                </a:solidFill>
                <a:latin typeface="Courier New"/>
                <a:ea typeface="Courier New"/>
                <a:cs typeface="Courier New"/>
              </a:defRPr>
            </a:pPr>
            <a:r>
              <a:rPr sz="635" b="1" i="0">
                <a:solidFill>
                  <a:srgbClr val="000000"/>
                </a:solidFill>
                <a:latin typeface="Courier New"/>
                <a:ea typeface="Courier New"/>
                <a:cs typeface="Courier New"/>
              </a:rPr>
              <a:t>(not (plate</a:t>
            </a:r>
          </a:p>
        </p:txBody>
      </p:sp>
      <p:sp>
        <p:nvSpPr>
          <p:cNvPr id="199" name="pdf-text-267-0">
            <a:extLst xmlns:a="http://schemas.openxmlformats.org/drawingml/2006/main">
              <a:ext uri="{FF2B5EF4-FFF2-40B4-BE49-F238E27FC236}">
                <a16:creationId xmlns:a16="http://schemas.microsoft.com/office/drawing/2014/main" id="{37220F95-0852-46A8-AE4B-A1030D40E78C}"/>
              </a:ext>
            </a:extLst>
          </p:cNvPr>
          <p:cNvSpPr>
            <a:spLocks xmlns:a="http://schemas.openxmlformats.org/drawingml/2006/main" noGrp="1"/>
          </p:cNvSpPr>
          <p:nvPr/>
        </p:nvSpPr>
        <p:spPr>
          <a:xfrm xmlns:a="http://schemas.openxmlformats.org/drawingml/2006/main" rot="0">
            <a:off x="7092263" y="4151722"/>
            <a:ext cx="40292"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571" b="1" i="0">
                <a:solidFill>
                  <a:srgbClr val="000000"/>
                </a:solidFill>
                <a:latin typeface="Arial"/>
                <a:ea typeface="Arial"/>
                <a:cs typeface="Arial"/>
              </a:defRPr>
            </a:defPPr>
          </a:lstStyle>
          <a:p xmlns:a="http://schemas.openxmlformats.org/drawingml/2006/main">
            <a:pPr algn="l">
              <a:defRPr sz="571" b="1" i="0">
                <a:solidFill>
                  <a:srgbClr val="000000"/>
                </a:solidFill>
                <a:latin typeface="Arial"/>
                <a:ea typeface="Arial"/>
                <a:cs typeface="Arial"/>
              </a:defRPr>
            </a:pPr>
            <a:r>
              <a:rPr sz="571" b="1" i="0">
                <a:solidFill>
                  <a:srgbClr val="000000"/>
                </a:solidFill>
                <a:latin typeface="Arial"/>
                <a:ea typeface="Arial"/>
                <a:cs typeface="Arial"/>
              </a:rPr>
              <a:t>_</a:t>
            </a:r>
          </a:p>
        </p:txBody>
      </p:sp>
      <p:sp>
        <p:nvSpPr>
          <p:cNvPr id="200" name="pdf-text-268-0">
            <a:extLst xmlns:a="http://schemas.openxmlformats.org/drawingml/2006/main">
              <a:ext uri="{FF2B5EF4-FFF2-40B4-BE49-F238E27FC236}">
                <a16:creationId xmlns:a16="http://schemas.microsoft.com/office/drawing/2014/main" id="{D4C3930D-E8A0-4446-AE0F-96AA9DA68945}"/>
              </a:ext>
            </a:extLst>
          </p:cNvPr>
          <p:cNvSpPr>
            <a:spLocks xmlns:a="http://schemas.openxmlformats.org/drawingml/2006/main" noGrp="1"/>
          </p:cNvSpPr>
          <p:nvPr/>
        </p:nvSpPr>
        <p:spPr>
          <a:xfrm xmlns:a="http://schemas.openxmlformats.org/drawingml/2006/main" rot="0">
            <a:off x="7131346" y="4154349"/>
            <a:ext cx="425495"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000"/>
                </a:solidFill>
                <a:latin typeface="Courier New"/>
                <a:ea typeface="Courier New"/>
                <a:cs typeface="Courier New"/>
              </a:defRPr>
            </a:defPPr>
          </a:lstStyle>
          <a:p xmlns:a="http://schemas.openxmlformats.org/drawingml/2006/main">
            <a:pPr algn="l">
              <a:defRPr sz="635" b="1" i="0">
                <a:solidFill>
                  <a:srgbClr val="000000"/>
                </a:solidFill>
                <a:latin typeface="Courier New"/>
                <a:ea typeface="Courier New"/>
                <a:cs typeface="Courier New"/>
              </a:defRPr>
            </a:pPr>
            <a:r>
              <a:rPr sz="635" b="1" i="0">
                <a:solidFill>
                  <a:srgbClr val="000000"/>
                </a:solidFill>
                <a:latin typeface="Courier New"/>
                <a:ea typeface="Courier New"/>
                <a:cs typeface="Courier New"/>
              </a:rPr>
              <a:t>free ?p))</a:t>
            </a:r>
          </a:p>
        </p:txBody>
      </p:sp>
      <p:sp>
        <p:nvSpPr>
          <p:cNvPr id="201" name="pdf-text-268-2">
            <a:extLst xmlns:a="http://schemas.openxmlformats.org/drawingml/2006/main">
              <a:ext uri="{FF2B5EF4-FFF2-40B4-BE49-F238E27FC236}">
                <a16:creationId xmlns:a16="http://schemas.microsoft.com/office/drawing/2014/main" id="{7F23D45D-6DB7-4D55-A89D-4E2E24949C61}"/>
              </a:ext>
            </a:extLst>
          </p:cNvPr>
          <p:cNvSpPr>
            <a:spLocks xmlns:a="http://schemas.openxmlformats.org/drawingml/2006/main" noGrp="1"/>
          </p:cNvSpPr>
          <p:nvPr/>
        </p:nvSpPr>
        <p:spPr>
          <a:xfrm xmlns:a="http://schemas.openxmlformats.org/drawingml/2006/main" rot="0">
            <a:off x="6573698" y="4241375"/>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000"/>
                </a:solidFill>
                <a:latin typeface="Courier New"/>
                <a:ea typeface="Courier New"/>
                <a:cs typeface="Courier New"/>
              </a:defRPr>
            </a:defPPr>
          </a:lstStyle>
          <a:p xmlns:a="http://schemas.openxmlformats.org/drawingml/2006/main">
            <a:pPr algn="l">
              <a:defRPr sz="635" b="1" i="0">
                <a:solidFill>
                  <a:srgbClr val="000000"/>
                </a:solidFill>
                <a:latin typeface="Courier New"/>
                <a:ea typeface="Courier New"/>
                <a:cs typeface="Courier New"/>
              </a:defRPr>
            </a:pPr>
            <a:r>
              <a:rPr sz="635" b="1" i="0">
                <a:solidFill>
                  <a:srgbClr val="000000"/>
                </a:solidFill>
                <a:latin typeface="Courier New"/>
                <a:ea typeface="Courier New"/>
                <a:cs typeface="Courier New"/>
              </a:rPr>
              <a:t>)</a:t>
            </a:r>
          </a:p>
        </p:txBody>
      </p:sp>
      <p:sp>
        <p:nvSpPr>
          <p:cNvPr id="202" name="pdf-text-268-3">
            <a:extLst xmlns:a="http://schemas.openxmlformats.org/drawingml/2006/main">
              <a:ext uri="{FF2B5EF4-FFF2-40B4-BE49-F238E27FC236}">
                <a16:creationId xmlns:a16="http://schemas.microsoft.com/office/drawing/2014/main" id="{2233A1F9-3286-41AF-900A-1BAD48DD6B7F}"/>
              </a:ext>
            </a:extLst>
          </p:cNvPr>
          <p:cNvSpPr>
            <a:spLocks xmlns:a="http://schemas.openxmlformats.org/drawingml/2006/main" noGrp="1"/>
          </p:cNvSpPr>
          <p:nvPr/>
        </p:nvSpPr>
        <p:spPr>
          <a:xfrm xmlns:a="http://schemas.openxmlformats.org/drawingml/2006/main" rot="0">
            <a:off x="6432354" y="4328401"/>
            <a:ext cx="661206"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000"/>
                </a:solidFill>
                <a:latin typeface="Courier New"/>
                <a:ea typeface="Courier New"/>
                <a:cs typeface="Courier New"/>
              </a:defRPr>
            </a:defPPr>
          </a:lstStyle>
          <a:p xmlns:a="http://schemas.openxmlformats.org/drawingml/2006/main">
            <a:pPr algn="l">
              <a:defRPr sz="635" b="1" i="0">
                <a:solidFill>
                  <a:srgbClr val="000000"/>
                </a:solidFill>
                <a:latin typeface="Courier New"/>
                <a:ea typeface="Courier New"/>
                <a:cs typeface="Courier New"/>
              </a:defRPr>
            </a:pPr>
            <a:r>
              <a:rPr sz="635" b="1" i="0">
                <a:solidFill>
                  <a:srgbClr val="000000"/>
                </a:solidFill>
                <a:latin typeface="Courier New"/>
                <a:ea typeface="Courier New"/>
                <a:cs typeface="Courier New"/>
              </a:rPr>
              <a:t> :effects (and</a:t>
            </a:r>
          </a:p>
        </p:txBody>
      </p:sp>
      <p:sp>
        <p:nvSpPr>
          <p:cNvPr id="203" name="pdf-text-268-5">
            <a:extLst xmlns:a="http://schemas.openxmlformats.org/drawingml/2006/main">
              <a:ext uri="{FF2B5EF4-FFF2-40B4-BE49-F238E27FC236}">
                <a16:creationId xmlns:a16="http://schemas.microsoft.com/office/drawing/2014/main" id="{7AD60E2E-0733-40B7-A9E8-C2235503584D}"/>
              </a:ext>
            </a:extLst>
          </p:cNvPr>
          <p:cNvSpPr>
            <a:spLocks xmlns:a="http://schemas.openxmlformats.org/drawingml/2006/main" noGrp="1"/>
          </p:cNvSpPr>
          <p:nvPr/>
        </p:nvSpPr>
        <p:spPr>
          <a:xfrm xmlns:a="http://schemas.openxmlformats.org/drawingml/2006/main" rot="0">
            <a:off x="6573698" y="4415426"/>
            <a:ext cx="70834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000"/>
                </a:solidFill>
                <a:latin typeface="Courier New"/>
                <a:ea typeface="Courier New"/>
                <a:cs typeface="Courier New"/>
              </a:defRPr>
            </a:defPPr>
          </a:lstStyle>
          <a:p xmlns:a="http://schemas.openxmlformats.org/drawingml/2006/main">
            <a:pPr algn="l">
              <a:defRPr sz="635" b="1" i="0">
                <a:solidFill>
                  <a:srgbClr val="000000"/>
                </a:solidFill>
                <a:latin typeface="Courier New"/>
                <a:ea typeface="Courier New"/>
                <a:cs typeface="Courier New"/>
              </a:defRPr>
            </a:pPr>
            <a:r>
              <a:rPr sz="635" b="1" i="0">
                <a:solidFill>
                  <a:srgbClr val="000000"/>
                </a:solidFill>
                <a:latin typeface="Courier New"/>
                <a:ea typeface="Courier New"/>
                <a:cs typeface="Courier New"/>
              </a:rPr>
              <a:t>(holding ?r ?o)</a:t>
            </a:r>
          </a:p>
        </p:txBody>
      </p:sp>
      <p:sp>
        <p:nvSpPr>
          <p:cNvPr id="204" name="pdf-text-268-7">
            <a:extLst xmlns:a="http://schemas.openxmlformats.org/drawingml/2006/main">
              <a:ext uri="{FF2B5EF4-FFF2-40B4-BE49-F238E27FC236}">
                <a16:creationId xmlns:a16="http://schemas.microsoft.com/office/drawing/2014/main" id="{76CC88EC-50E7-4AA2-9443-A9D9DD4D4F30}"/>
              </a:ext>
            </a:extLst>
          </p:cNvPr>
          <p:cNvSpPr>
            <a:spLocks xmlns:a="http://schemas.openxmlformats.org/drawingml/2006/main" noGrp="1"/>
          </p:cNvSpPr>
          <p:nvPr/>
        </p:nvSpPr>
        <p:spPr>
          <a:xfrm xmlns:a="http://schemas.openxmlformats.org/drawingml/2006/main" rot="0">
            <a:off x="6573698" y="4508201"/>
            <a:ext cx="284070"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000"/>
                </a:solidFill>
                <a:latin typeface="Courier New"/>
                <a:ea typeface="Courier New"/>
                <a:cs typeface="Courier New"/>
              </a:defRPr>
            </a:defPPr>
          </a:lstStyle>
          <a:p xmlns:a="http://schemas.openxmlformats.org/drawingml/2006/main">
            <a:pPr algn="l">
              <a:defRPr sz="635" b="1" i="0">
                <a:solidFill>
                  <a:srgbClr val="000000"/>
                </a:solidFill>
                <a:latin typeface="Courier New"/>
                <a:ea typeface="Courier New"/>
                <a:cs typeface="Courier New"/>
              </a:defRPr>
            </a:pPr>
            <a:r>
              <a:rPr sz="635" b="1" i="0">
                <a:solidFill>
                  <a:srgbClr val="000000"/>
                </a:solidFill>
                <a:latin typeface="Courier New"/>
                <a:ea typeface="Courier New"/>
                <a:cs typeface="Courier New"/>
              </a:rPr>
              <a:t>(plate</a:t>
            </a:r>
          </a:p>
        </p:txBody>
      </p:sp>
      <p:sp>
        <p:nvSpPr>
          <p:cNvPr id="205" name="pdf-text-269-0">
            <a:extLst xmlns:a="http://schemas.openxmlformats.org/drawingml/2006/main">
              <a:ext uri="{FF2B5EF4-FFF2-40B4-BE49-F238E27FC236}">
                <a16:creationId xmlns:a16="http://schemas.microsoft.com/office/drawing/2014/main" id="{3BFD6204-C3E8-4B48-A584-CC2B9178A072}"/>
              </a:ext>
            </a:extLst>
          </p:cNvPr>
          <p:cNvSpPr>
            <a:spLocks xmlns:a="http://schemas.openxmlformats.org/drawingml/2006/main" noGrp="1"/>
          </p:cNvSpPr>
          <p:nvPr/>
        </p:nvSpPr>
        <p:spPr>
          <a:xfrm xmlns:a="http://schemas.openxmlformats.org/drawingml/2006/main" rot="0">
            <a:off x="6856552" y="4505574"/>
            <a:ext cx="40292"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571" b="1" i="0">
                <a:solidFill>
                  <a:srgbClr val="000000"/>
                </a:solidFill>
                <a:latin typeface="Arial"/>
                <a:ea typeface="Arial"/>
                <a:cs typeface="Arial"/>
              </a:defRPr>
            </a:defPPr>
          </a:lstStyle>
          <a:p xmlns:a="http://schemas.openxmlformats.org/drawingml/2006/main">
            <a:pPr algn="l">
              <a:defRPr sz="571" b="1" i="0">
                <a:solidFill>
                  <a:srgbClr val="000000"/>
                </a:solidFill>
                <a:latin typeface="Arial"/>
                <a:ea typeface="Arial"/>
                <a:cs typeface="Arial"/>
              </a:defRPr>
            </a:pPr>
            <a:r>
              <a:rPr sz="571" b="1" i="0">
                <a:solidFill>
                  <a:srgbClr val="000000"/>
                </a:solidFill>
                <a:latin typeface="Arial"/>
                <a:ea typeface="Arial"/>
                <a:cs typeface="Arial"/>
              </a:rPr>
              <a:t>_</a:t>
            </a:r>
          </a:p>
        </p:txBody>
      </p:sp>
      <p:sp>
        <p:nvSpPr>
          <p:cNvPr id="206" name="pdf-text-270-0">
            <a:extLst xmlns:a="http://schemas.openxmlformats.org/drawingml/2006/main">
              <a:ext uri="{FF2B5EF4-FFF2-40B4-BE49-F238E27FC236}">
                <a16:creationId xmlns:a16="http://schemas.microsoft.com/office/drawing/2014/main" id="{C3A180BB-DCAA-4E16-8AC1-FF8890C97028}"/>
              </a:ext>
            </a:extLst>
          </p:cNvPr>
          <p:cNvSpPr>
            <a:spLocks xmlns:a="http://schemas.openxmlformats.org/drawingml/2006/main" noGrp="1"/>
          </p:cNvSpPr>
          <p:nvPr/>
        </p:nvSpPr>
        <p:spPr>
          <a:xfrm xmlns:a="http://schemas.openxmlformats.org/drawingml/2006/main" rot="0">
            <a:off x="6895635" y="4508201"/>
            <a:ext cx="378354"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000"/>
                </a:solidFill>
                <a:latin typeface="Courier New"/>
                <a:ea typeface="Courier New"/>
                <a:cs typeface="Courier New"/>
              </a:defRPr>
            </a:defPPr>
          </a:lstStyle>
          <a:p xmlns:a="http://schemas.openxmlformats.org/drawingml/2006/main">
            <a:pPr algn="l">
              <a:defRPr sz="635" b="1" i="0">
                <a:solidFill>
                  <a:srgbClr val="000000"/>
                </a:solidFill>
                <a:latin typeface="Courier New"/>
                <a:ea typeface="Courier New"/>
                <a:cs typeface="Courier New"/>
              </a:defRPr>
            </a:pPr>
            <a:r>
              <a:rPr sz="635" b="1" i="0">
                <a:solidFill>
                  <a:srgbClr val="000000"/>
                </a:solidFill>
                <a:latin typeface="Courier New"/>
                <a:ea typeface="Courier New"/>
                <a:cs typeface="Courier New"/>
              </a:rPr>
              <a:t>free ?p)</a:t>
            </a:r>
          </a:p>
        </p:txBody>
      </p:sp>
      <p:sp>
        <p:nvSpPr>
          <p:cNvPr id="207" name="pdf-text-270-2">
            <a:extLst xmlns:a="http://schemas.openxmlformats.org/drawingml/2006/main">
              <a:ext uri="{FF2B5EF4-FFF2-40B4-BE49-F238E27FC236}">
                <a16:creationId xmlns:a16="http://schemas.microsoft.com/office/drawing/2014/main" id="{EBB002C7-FA35-4452-9308-FEDBE52C5A18}"/>
              </a:ext>
            </a:extLst>
          </p:cNvPr>
          <p:cNvSpPr>
            <a:spLocks xmlns:a="http://schemas.openxmlformats.org/drawingml/2006/main" noGrp="1"/>
          </p:cNvSpPr>
          <p:nvPr/>
        </p:nvSpPr>
        <p:spPr>
          <a:xfrm xmlns:a="http://schemas.openxmlformats.org/drawingml/2006/main" rot="0">
            <a:off x="6573698" y="4600977"/>
            <a:ext cx="614064"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000"/>
                </a:solidFill>
                <a:latin typeface="Courier New"/>
                <a:ea typeface="Courier New"/>
                <a:cs typeface="Courier New"/>
              </a:defRPr>
            </a:defPPr>
          </a:lstStyle>
          <a:p xmlns:a="http://schemas.openxmlformats.org/drawingml/2006/main">
            <a:pPr algn="l">
              <a:defRPr sz="635" b="1" i="0">
                <a:solidFill>
                  <a:srgbClr val="000000"/>
                </a:solidFill>
                <a:latin typeface="Courier New"/>
                <a:ea typeface="Courier New"/>
                <a:cs typeface="Courier New"/>
              </a:defRPr>
            </a:pPr>
            <a:r>
              <a:rPr sz="635" b="1" i="0">
                <a:solidFill>
                  <a:srgbClr val="000000"/>
                </a:solidFill>
                <a:latin typeface="Courier New"/>
                <a:ea typeface="Courier New"/>
                <a:cs typeface="Courier New"/>
              </a:rPr>
              <a:t>(not (gripper</a:t>
            </a:r>
          </a:p>
        </p:txBody>
      </p:sp>
      <p:sp>
        <p:nvSpPr>
          <p:cNvPr id="208" name="pdf-text-271-0">
            <a:extLst xmlns:a="http://schemas.openxmlformats.org/drawingml/2006/main">
              <a:ext uri="{FF2B5EF4-FFF2-40B4-BE49-F238E27FC236}">
                <a16:creationId xmlns:a16="http://schemas.microsoft.com/office/drawing/2014/main" id="{8665CF77-AA9D-4E85-8007-4D5651D29BF3}"/>
              </a:ext>
            </a:extLst>
          </p:cNvPr>
          <p:cNvSpPr>
            <a:spLocks xmlns:a="http://schemas.openxmlformats.org/drawingml/2006/main" noGrp="1"/>
          </p:cNvSpPr>
          <p:nvPr/>
        </p:nvSpPr>
        <p:spPr>
          <a:xfrm xmlns:a="http://schemas.openxmlformats.org/drawingml/2006/main" rot="0">
            <a:off x="7186547" y="4598349"/>
            <a:ext cx="40292"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571" b="1" i="0">
                <a:solidFill>
                  <a:srgbClr val="000000"/>
                </a:solidFill>
                <a:latin typeface="Arial"/>
                <a:ea typeface="Arial"/>
                <a:cs typeface="Arial"/>
              </a:defRPr>
            </a:defPPr>
          </a:lstStyle>
          <a:p xmlns:a="http://schemas.openxmlformats.org/drawingml/2006/main">
            <a:pPr algn="l">
              <a:defRPr sz="571" b="1" i="0">
                <a:solidFill>
                  <a:srgbClr val="000000"/>
                </a:solidFill>
                <a:latin typeface="Arial"/>
                <a:ea typeface="Arial"/>
                <a:cs typeface="Arial"/>
              </a:defRPr>
            </a:pPr>
            <a:r>
              <a:rPr sz="571" b="1" i="0">
                <a:solidFill>
                  <a:srgbClr val="000000"/>
                </a:solidFill>
                <a:latin typeface="Arial"/>
                <a:ea typeface="Arial"/>
                <a:cs typeface="Arial"/>
              </a:rPr>
              <a:t>_</a:t>
            </a:r>
          </a:p>
        </p:txBody>
      </p:sp>
      <p:sp>
        <p:nvSpPr>
          <p:cNvPr id="209" name="pdf-text-272-0">
            <a:extLst xmlns:a="http://schemas.openxmlformats.org/drawingml/2006/main">
              <a:ext uri="{FF2B5EF4-FFF2-40B4-BE49-F238E27FC236}">
                <a16:creationId xmlns:a16="http://schemas.microsoft.com/office/drawing/2014/main" id="{8B0B79A8-754B-4C00-8404-8EE70DD57BCD}"/>
              </a:ext>
            </a:extLst>
          </p:cNvPr>
          <p:cNvSpPr>
            <a:spLocks xmlns:a="http://schemas.openxmlformats.org/drawingml/2006/main" noGrp="1"/>
          </p:cNvSpPr>
          <p:nvPr/>
        </p:nvSpPr>
        <p:spPr>
          <a:xfrm xmlns:a="http://schemas.openxmlformats.org/drawingml/2006/main" rot="0">
            <a:off x="7225630" y="4600977"/>
            <a:ext cx="47263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000"/>
                </a:solidFill>
                <a:latin typeface="Courier New"/>
                <a:ea typeface="Courier New"/>
                <a:cs typeface="Courier New"/>
              </a:defRPr>
            </a:defPPr>
          </a:lstStyle>
          <a:p xmlns:a="http://schemas.openxmlformats.org/drawingml/2006/main">
            <a:pPr algn="l">
              <a:defRPr sz="635" b="1" i="0">
                <a:solidFill>
                  <a:srgbClr val="000000"/>
                </a:solidFill>
                <a:latin typeface="Courier New"/>
                <a:ea typeface="Courier New"/>
                <a:cs typeface="Courier New"/>
              </a:defRPr>
            </a:pPr>
            <a:r>
              <a:rPr sz="635" b="1" i="0">
                <a:solidFill>
                  <a:srgbClr val="000000"/>
                </a:solidFill>
                <a:latin typeface="Courier New"/>
                <a:ea typeface="Courier New"/>
                <a:cs typeface="Courier New"/>
              </a:rPr>
              <a:t>empty ?r))</a:t>
            </a:r>
          </a:p>
        </p:txBody>
      </p:sp>
      <p:sp>
        <p:nvSpPr>
          <p:cNvPr id="210" name="pdf-text-272-2">
            <a:extLst xmlns:a="http://schemas.openxmlformats.org/drawingml/2006/main">
              <a:ext uri="{FF2B5EF4-FFF2-40B4-BE49-F238E27FC236}">
                <a16:creationId xmlns:a16="http://schemas.microsoft.com/office/drawing/2014/main" id="{19B3263C-6D15-4316-B0B0-7AFD07CC54F2}"/>
              </a:ext>
            </a:extLst>
          </p:cNvPr>
          <p:cNvSpPr>
            <a:spLocks xmlns:a="http://schemas.openxmlformats.org/drawingml/2006/main" noGrp="1"/>
          </p:cNvSpPr>
          <p:nvPr/>
        </p:nvSpPr>
        <p:spPr>
          <a:xfrm xmlns:a="http://schemas.openxmlformats.org/drawingml/2006/main" rot="0">
            <a:off x="6573698" y="4688002"/>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000"/>
                </a:solidFill>
                <a:latin typeface="Courier New"/>
                <a:ea typeface="Courier New"/>
                <a:cs typeface="Courier New"/>
              </a:defRPr>
            </a:defPPr>
          </a:lstStyle>
          <a:p xmlns:a="http://schemas.openxmlformats.org/drawingml/2006/main">
            <a:pPr algn="l">
              <a:defRPr sz="635" b="1" i="0">
                <a:solidFill>
                  <a:srgbClr val="000000"/>
                </a:solidFill>
                <a:latin typeface="Courier New"/>
                <a:ea typeface="Courier New"/>
                <a:cs typeface="Courier New"/>
              </a:defRPr>
            </a:pPr>
            <a:r>
              <a:rPr sz="635" b="1" i="0">
                <a:solidFill>
                  <a:srgbClr val="000000"/>
                </a:solidFill>
                <a:latin typeface="Courier New"/>
                <a:ea typeface="Courier New"/>
                <a:cs typeface="Courier New"/>
              </a:rPr>
              <a:t>)</a:t>
            </a:r>
          </a:p>
        </p:txBody>
      </p:sp>
      <p:pic>
        <p:nvPicPr>
          <p:cNvPr id="211" name="">
            <a:extLst xmlns:a="http://schemas.openxmlformats.org/drawingml/2006/main">
              <a:ext uri="{FF2B5EF4-FFF2-40B4-BE49-F238E27FC236}">
                <a16:creationId xmlns:a16="http://schemas.microsoft.com/office/drawing/2014/main" id="{43E6B51C-5051-477A-8416-CCD105583F04}"/>
              </a:ext>
            </a:extLst>
          </p:cNvPr>
          <p:cNvPicPr>
            <a:picLocks xmlns:a="http://schemas.openxmlformats.org/drawingml/2006/main" noChangeAspect="1"/>
          </p:cNvPicPr>
          <p:nvPr/>
        </p:nvPicPr>
        <p:blipFill>
          <a:blip xmlns:r="http://schemas.openxmlformats.org/officeDocument/2006/relationships" xmlns:a="http://schemas.openxmlformats.org/drawingml/2006/main" r:embed="R0b2fa90dbd914514"/>
          <a:srcRect xmlns:a="http://schemas.openxmlformats.org/drawingml/2006/main" l="1377" t="0" r="1377" b="0"/>
          <a:stretch xmlns:a="http://schemas.openxmlformats.org/drawingml/2006/main">
            <a:fillRect l="0" t="0" r="0" b="0"/>
          </a:stretch>
        </p:blipFill>
        <p:spPr>
          <a:xfrm xmlns:a="http://schemas.openxmlformats.org/drawingml/2006/main">
            <a:off x="6453088" y="3096611"/>
            <a:ext cx="322355" cy="322012"/>
          </a:xfrm>
          <a:prstGeom xmlns:a="http://schemas.openxmlformats.org/drawingml/2006/main" prst="rect">
            <a:avLst/>
          </a:prstGeom>
        </p:spPr>
      </p:pic>
      <p:sp>
        <p:nvSpPr>
          <p:cNvPr id="212" name="pdf-raster-6">
            <a:extLst xmlns:a="http://schemas.openxmlformats.org/drawingml/2006/main">
              <a:ext uri="{FF2B5EF4-FFF2-40B4-BE49-F238E27FC236}">
                <a16:creationId xmlns:a16="http://schemas.microsoft.com/office/drawing/2014/main" id="{23872328-F240-4F74-8A16-54973CBD9A3D}"/>
              </a:ext>
            </a:extLst>
          </p:cNvPr>
          <p:cNvSpPr>
            <a:spLocks xmlns:a="http://schemas.openxmlformats.org/drawingml/2006/main" noGrp="1"/>
          </p:cNvSpPr>
          <p:nvPr/>
        </p:nvSpPr>
        <p:spPr>
          <a:xfrm xmlns:a="http://schemas.openxmlformats.org/drawingml/2006/main" rot="0">
            <a:off x="6453088" y="3096611"/>
            <a:ext cx="322355" cy="322012"/>
          </a:xfrm>
          <a:prstGeom xmlns:a="http://schemas.openxmlformats.org/drawingml/2006/main" prst="rect">
            <a:avLst/>
          </a:prstGeom>
          <a:noFill xmlns:a="http://schemas.openxmlformats.org/drawingml/2006/main"/>
          <a:ln xmlns:a="http://schemas.openxmlformats.org/drawingml/2006/main" w="0">
            <a:noFill/>
          </a:ln>
        </p:spPr>
      </p:sp>
      <p:sp>
        <p:nvSpPr>
          <p:cNvPr id="213" name="pdf-path-620">
            <a:extLst xmlns:a="http://schemas.openxmlformats.org/drawingml/2006/main">
              <a:ext uri="{FF2B5EF4-FFF2-40B4-BE49-F238E27FC236}">
                <a16:creationId xmlns:a16="http://schemas.microsoft.com/office/drawing/2014/main" id="{D28B3B35-5595-4A00-B7C2-4FF5C00C41ED}"/>
              </a:ext>
            </a:extLst>
          </p:cNvPr>
          <p:cNvSpPr>
            <a:spLocks xmlns:a="http://schemas.openxmlformats.org/drawingml/2006/main" noGrp="1"/>
          </p:cNvSpPr>
          <p:nvPr/>
        </p:nvSpPr>
        <p:spPr>
          <a:xfrm xmlns:a="http://schemas.openxmlformats.org/drawingml/2006/main" rot="0">
            <a:off x="6453078" y="3096611"/>
            <a:ext cx="322334" cy="322012"/>
          </a:xfrm>
          <a:custGeom xmlns:a="http://schemas.openxmlformats.org/drawingml/2006/main">
            <a:pathLst>
              <a:path w="322334" h="322012">
                <a:moveTo>
                  <a:pt x="0" y="0"/>
                </a:moveTo>
                <a:lnTo>
                  <a:pt x="322334" y="0"/>
                </a:lnTo>
                <a:lnTo>
                  <a:pt x="322334" y="322012"/>
                </a:lnTo>
                <a:lnTo>
                  <a:pt x="0" y="322012"/>
                </a:lnTo>
                <a:close/>
              </a:path>
            </a:pathLst>
          </a:custGeom>
          <a:noFill xmlns:a="http://schemas.openxmlformats.org/drawingml/2006/main"/>
          <a:ln xmlns:a="http://schemas.openxmlformats.org/drawingml/2006/main" w="7151">
            <a:solidFill>
              <a:srgbClr val="020202"/>
            </a:solidFill>
            <a:prstDash val="solid"/>
          </a:ln>
        </p:spPr>
      </p:sp>
      <p:pic>
        <p:nvPicPr>
          <p:cNvPr id="214" name="">
            <a:extLst xmlns:a="http://schemas.openxmlformats.org/drawingml/2006/main">
              <a:ext uri="{FF2B5EF4-FFF2-40B4-BE49-F238E27FC236}">
                <a16:creationId xmlns:a16="http://schemas.microsoft.com/office/drawing/2014/main" id="{3FF0C0C3-4091-4D7F-A9AF-EB127A5C68F9}"/>
              </a:ext>
            </a:extLst>
          </p:cNvPr>
          <p:cNvPicPr>
            <a:picLocks xmlns:a="http://schemas.openxmlformats.org/drawingml/2006/main" noChangeAspect="1"/>
          </p:cNvPicPr>
          <p:nvPr/>
        </p:nvPicPr>
        <p:blipFill>
          <a:blip xmlns:r="http://schemas.openxmlformats.org/officeDocument/2006/relationships" xmlns:a="http://schemas.openxmlformats.org/drawingml/2006/main" r:embed="R3c471af41fa546ba"/>
          <a:srcRect xmlns:a="http://schemas.openxmlformats.org/drawingml/2006/main" l="0" t="53" r="0" b="53"/>
          <a:stretch xmlns:a="http://schemas.openxmlformats.org/drawingml/2006/main">
            <a:fillRect l="0" t="0" r="0" b="0"/>
          </a:stretch>
        </p:blipFill>
        <p:spPr>
          <a:xfrm xmlns:a="http://schemas.openxmlformats.org/drawingml/2006/main">
            <a:off x="7589191" y="3270986"/>
            <a:ext cx="322355" cy="322012"/>
          </a:xfrm>
          <a:prstGeom xmlns:a="http://schemas.openxmlformats.org/drawingml/2006/main" prst="rect">
            <a:avLst/>
          </a:prstGeom>
        </p:spPr>
      </p:pic>
      <p:sp>
        <p:nvSpPr>
          <p:cNvPr id="215" name="pdf-raster-7">
            <a:extLst xmlns:a="http://schemas.openxmlformats.org/drawingml/2006/main">
              <a:ext uri="{FF2B5EF4-FFF2-40B4-BE49-F238E27FC236}">
                <a16:creationId xmlns:a16="http://schemas.microsoft.com/office/drawing/2014/main" id="{A343EFC5-7ADA-4533-85B3-58C02C8A2AE0}"/>
              </a:ext>
            </a:extLst>
          </p:cNvPr>
          <p:cNvSpPr>
            <a:spLocks xmlns:a="http://schemas.openxmlformats.org/drawingml/2006/main" noGrp="1"/>
          </p:cNvSpPr>
          <p:nvPr/>
        </p:nvSpPr>
        <p:spPr>
          <a:xfrm xmlns:a="http://schemas.openxmlformats.org/drawingml/2006/main" rot="0">
            <a:off x="7589191" y="3270986"/>
            <a:ext cx="322355" cy="322012"/>
          </a:xfrm>
          <a:prstGeom xmlns:a="http://schemas.openxmlformats.org/drawingml/2006/main" prst="rect">
            <a:avLst/>
          </a:prstGeom>
          <a:noFill xmlns:a="http://schemas.openxmlformats.org/drawingml/2006/main"/>
          <a:ln xmlns:a="http://schemas.openxmlformats.org/drawingml/2006/main" w="0">
            <a:noFill/>
          </a:ln>
        </p:spPr>
      </p:sp>
      <p:sp>
        <p:nvSpPr>
          <p:cNvPr id="216" name="pdf-path-622">
            <a:extLst xmlns:a="http://schemas.openxmlformats.org/drawingml/2006/main">
              <a:ext uri="{FF2B5EF4-FFF2-40B4-BE49-F238E27FC236}">
                <a16:creationId xmlns:a16="http://schemas.microsoft.com/office/drawing/2014/main" id="{1AC3F668-BAF7-44AB-BA20-24A1BFA2D79F}"/>
              </a:ext>
            </a:extLst>
          </p:cNvPr>
          <p:cNvSpPr>
            <a:spLocks xmlns:a="http://schemas.openxmlformats.org/drawingml/2006/main" noGrp="1"/>
          </p:cNvSpPr>
          <p:nvPr/>
        </p:nvSpPr>
        <p:spPr>
          <a:xfrm xmlns:a="http://schemas.openxmlformats.org/drawingml/2006/main" rot="0">
            <a:off x="7589184" y="3270951"/>
            <a:ext cx="322334" cy="322011"/>
          </a:xfrm>
          <a:custGeom xmlns:a="http://schemas.openxmlformats.org/drawingml/2006/main">
            <a:pathLst>
              <a:path w="322334" h="322011">
                <a:moveTo>
                  <a:pt x="0" y="0"/>
                </a:moveTo>
                <a:lnTo>
                  <a:pt x="322334" y="0"/>
                </a:lnTo>
                <a:lnTo>
                  <a:pt x="322334" y="322011"/>
                </a:lnTo>
                <a:lnTo>
                  <a:pt x="0" y="322011"/>
                </a:lnTo>
                <a:close/>
              </a:path>
            </a:pathLst>
          </a:custGeom>
          <a:noFill xmlns:a="http://schemas.openxmlformats.org/drawingml/2006/main"/>
          <a:ln xmlns:a="http://schemas.openxmlformats.org/drawingml/2006/main" w="7151">
            <a:solidFill>
              <a:srgbClr val="020202"/>
            </a:solidFill>
            <a:prstDash val="solid"/>
          </a:ln>
        </p:spPr>
      </p:sp>
      <p:sp>
        <p:nvSpPr>
          <p:cNvPr id="217" name="pdf-path-623">
            <a:extLst xmlns:a="http://schemas.openxmlformats.org/drawingml/2006/main">
              <a:ext uri="{FF2B5EF4-FFF2-40B4-BE49-F238E27FC236}">
                <a16:creationId xmlns:a16="http://schemas.microsoft.com/office/drawing/2014/main" id="{31B7ADBE-4620-4071-BA7C-56486ACB3ACC}"/>
              </a:ext>
            </a:extLst>
          </p:cNvPr>
          <p:cNvSpPr>
            <a:spLocks xmlns:a="http://schemas.openxmlformats.org/drawingml/2006/main" noGrp="1"/>
          </p:cNvSpPr>
          <p:nvPr/>
        </p:nvSpPr>
        <p:spPr>
          <a:xfrm xmlns:a="http://schemas.openxmlformats.org/drawingml/2006/main" rot="0">
            <a:off x="6424773" y="3018440"/>
            <a:ext cx="35293" cy="43332"/>
          </a:xfrm>
          <a:custGeom xmlns:a="http://schemas.openxmlformats.org/drawingml/2006/main">
            <a:pathLst>
              <a:path w="35293" h="43332">
                <a:moveTo>
                  <a:pt x="32395" y="6482"/>
                </a:moveTo>
                <a:cubicBezTo>
                  <a:pt x="29883" y="6611"/>
                  <a:pt x="27934" y="8686"/>
                  <a:pt x="27934" y="10825"/>
                </a:cubicBezTo>
                <a:cubicBezTo>
                  <a:pt x="27934" y="12144"/>
                  <a:pt x="28804" y="13656"/>
                  <a:pt x="30945" y="13656"/>
                </a:cubicBezTo>
                <a:cubicBezTo>
                  <a:pt x="33023" y="13656"/>
                  <a:pt x="35293" y="12015"/>
                  <a:pt x="35293" y="8236"/>
                </a:cubicBezTo>
                <a:cubicBezTo>
                  <a:pt x="35293" y="3893"/>
                  <a:pt x="31202" y="0"/>
                  <a:pt x="23845" y="0"/>
                </a:cubicBezTo>
                <a:cubicBezTo>
                  <a:pt x="11254" y="0"/>
                  <a:pt x="7616" y="9748"/>
                  <a:pt x="7616" y="13962"/>
                </a:cubicBezTo>
                <a:cubicBezTo>
                  <a:pt x="7616" y="21441"/>
                  <a:pt x="14716" y="22824"/>
                  <a:pt x="17549" y="23403"/>
                </a:cubicBezTo>
                <a:cubicBezTo>
                  <a:pt x="22525" y="24465"/>
                  <a:pt x="27483" y="25478"/>
                  <a:pt x="27483" y="30754"/>
                </a:cubicBezTo>
                <a:cubicBezTo>
                  <a:pt x="27483" y="33150"/>
                  <a:pt x="25342" y="41257"/>
                  <a:pt x="13783" y="41257"/>
                </a:cubicBezTo>
                <a:cubicBezTo>
                  <a:pt x="12461" y="41257"/>
                  <a:pt x="5104" y="41257"/>
                  <a:pt x="2834" y="36158"/>
                </a:cubicBezTo>
                <a:cubicBezTo>
                  <a:pt x="6601" y="36608"/>
                  <a:pt x="9000" y="33778"/>
                  <a:pt x="9000" y="31076"/>
                </a:cubicBezTo>
                <a:cubicBezTo>
                  <a:pt x="9000" y="28936"/>
                  <a:pt x="7357" y="27730"/>
                  <a:pt x="5410" y="27730"/>
                </a:cubicBezTo>
                <a:cubicBezTo>
                  <a:pt x="2834" y="27730"/>
                  <a:pt x="0" y="29692"/>
                  <a:pt x="0" y="34019"/>
                </a:cubicBezTo>
                <a:cubicBezTo>
                  <a:pt x="0" y="39440"/>
                  <a:pt x="5538" y="43332"/>
                  <a:pt x="13654" y="43332"/>
                </a:cubicBezTo>
                <a:cubicBezTo>
                  <a:pt x="29255" y="43332"/>
                  <a:pt x="33023" y="31831"/>
                  <a:pt x="33023" y="27424"/>
                </a:cubicBezTo>
                <a:cubicBezTo>
                  <a:pt x="33023" y="24031"/>
                  <a:pt x="31202" y="21569"/>
                  <a:pt x="29996" y="20573"/>
                </a:cubicBezTo>
                <a:cubicBezTo>
                  <a:pt x="27483" y="17870"/>
                  <a:pt x="24602" y="17227"/>
                  <a:pt x="20383" y="16471"/>
                </a:cubicBezTo>
                <a:cubicBezTo>
                  <a:pt x="16986" y="15731"/>
                  <a:pt x="13218" y="14975"/>
                  <a:pt x="13218" y="10632"/>
                </a:cubicBezTo>
                <a:cubicBezTo>
                  <a:pt x="13218" y="7930"/>
                  <a:pt x="15473" y="2075"/>
                  <a:pt x="23845" y="2075"/>
                </a:cubicBezTo>
                <a:cubicBezTo>
                  <a:pt x="26292" y="2075"/>
                  <a:pt x="31074" y="2832"/>
                  <a:pt x="32395" y="6482"/>
                </a:cubicBezTo>
              </a:path>
            </a:pathLst>
          </a:custGeom>
          <a:solidFill xmlns:a="http://schemas.openxmlformats.org/drawingml/2006/main">
            <a:srgbClr val="000000"/>
          </a:solidFill>
          <a:ln xmlns:a="http://schemas.openxmlformats.org/drawingml/2006/main" w="8581">
            <a:solidFill>
              <a:srgbClr val="000000"/>
            </a:solidFill>
            <a:prstDash val="solid"/>
          </a:ln>
        </p:spPr>
      </p:sp>
      <p:sp>
        <p:nvSpPr>
          <p:cNvPr id="218" name="pdf-path-625">
            <a:extLst xmlns:a="http://schemas.openxmlformats.org/drawingml/2006/main">
              <a:ext uri="{FF2B5EF4-FFF2-40B4-BE49-F238E27FC236}">
                <a16:creationId xmlns:a16="http://schemas.microsoft.com/office/drawing/2014/main" id="{0534FAAB-91E6-4D95-8102-D42CC524552A}"/>
              </a:ext>
            </a:extLst>
          </p:cNvPr>
          <p:cNvSpPr>
            <a:spLocks xmlns:a="http://schemas.openxmlformats.org/drawingml/2006/main" noGrp="1"/>
          </p:cNvSpPr>
          <p:nvPr/>
        </p:nvSpPr>
        <p:spPr>
          <a:xfrm xmlns:a="http://schemas.openxmlformats.org/drawingml/2006/main" rot="0">
            <a:off x="6472077" y="3030713"/>
            <a:ext cx="24264" cy="44393"/>
          </a:xfrm>
          <a:custGeom xmlns:a="http://schemas.openxmlformats.org/drawingml/2006/main">
            <a:pathLst>
              <a:path w="24264" h="44393">
                <a:moveTo>
                  <a:pt x="14957" y="1753"/>
                </a:moveTo>
                <a:cubicBezTo>
                  <a:pt x="14957" y="0"/>
                  <a:pt x="14957" y="0"/>
                  <a:pt x="13009" y="0"/>
                </a:cubicBezTo>
                <a:cubicBezTo>
                  <a:pt x="8678" y="4150"/>
                  <a:pt x="2641" y="4150"/>
                  <a:pt x="0" y="4150"/>
                </a:cubicBezTo>
                <a:lnTo>
                  <a:pt x="0" y="6595"/>
                </a:lnTo>
                <a:cubicBezTo>
                  <a:pt x="1449" y="6595"/>
                  <a:pt x="5973" y="6595"/>
                  <a:pt x="9548" y="4777"/>
                </a:cubicBezTo>
                <a:lnTo>
                  <a:pt x="9548" y="38796"/>
                </a:lnTo>
                <a:cubicBezTo>
                  <a:pt x="9548" y="41064"/>
                  <a:pt x="9548" y="41948"/>
                  <a:pt x="2946" y="41948"/>
                </a:cubicBezTo>
                <a:lnTo>
                  <a:pt x="434" y="41948"/>
                </a:lnTo>
                <a:lnTo>
                  <a:pt x="434" y="44393"/>
                </a:lnTo>
                <a:cubicBezTo>
                  <a:pt x="1626" y="44393"/>
                  <a:pt x="9870" y="44087"/>
                  <a:pt x="12252" y="44087"/>
                </a:cubicBezTo>
                <a:cubicBezTo>
                  <a:pt x="14393" y="44087"/>
                  <a:pt x="22766" y="44393"/>
                  <a:pt x="24264" y="44393"/>
                </a:cubicBezTo>
                <a:lnTo>
                  <a:pt x="24264" y="41948"/>
                </a:lnTo>
                <a:lnTo>
                  <a:pt x="21752" y="41948"/>
                </a:lnTo>
                <a:cubicBezTo>
                  <a:pt x="14957" y="41948"/>
                  <a:pt x="14957" y="41064"/>
                  <a:pt x="14957" y="38796"/>
                </a:cubicBezTo>
                <a:lnTo>
                  <a:pt x="14957" y="1753"/>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219" name="pdf-path-627">
            <a:extLst xmlns:a="http://schemas.openxmlformats.org/drawingml/2006/main">
              <a:ext uri="{FF2B5EF4-FFF2-40B4-BE49-F238E27FC236}">
                <a16:creationId xmlns:a16="http://schemas.microsoft.com/office/drawing/2014/main" id="{B7BA9736-2D9C-4247-ADA9-29223BC0C3D8}"/>
              </a:ext>
            </a:extLst>
          </p:cNvPr>
          <p:cNvSpPr>
            <a:spLocks xmlns:a="http://schemas.openxmlformats.org/drawingml/2006/main" noGrp="1"/>
          </p:cNvSpPr>
          <p:nvPr/>
        </p:nvSpPr>
        <p:spPr>
          <a:xfrm xmlns:a="http://schemas.openxmlformats.org/drawingml/2006/main" rot="0">
            <a:off x="6955529" y="3373667"/>
            <a:ext cx="35277" cy="43332"/>
          </a:xfrm>
          <a:custGeom xmlns:a="http://schemas.openxmlformats.org/drawingml/2006/main">
            <a:pathLst>
              <a:path w="35277" h="43332">
                <a:moveTo>
                  <a:pt x="32459" y="6401"/>
                </a:moveTo>
                <a:cubicBezTo>
                  <a:pt x="29882" y="6595"/>
                  <a:pt x="27918" y="8669"/>
                  <a:pt x="27918" y="10808"/>
                </a:cubicBezTo>
                <a:cubicBezTo>
                  <a:pt x="27918" y="12127"/>
                  <a:pt x="28869" y="13640"/>
                  <a:pt x="30946" y="13640"/>
                </a:cubicBezTo>
                <a:cubicBezTo>
                  <a:pt x="33087" y="13640"/>
                  <a:pt x="35277" y="11999"/>
                  <a:pt x="35277" y="8235"/>
                </a:cubicBezTo>
                <a:cubicBezTo>
                  <a:pt x="35277" y="3892"/>
                  <a:pt x="31251" y="0"/>
                  <a:pt x="23893" y="0"/>
                </a:cubicBezTo>
                <a:cubicBezTo>
                  <a:pt x="11255" y="0"/>
                  <a:pt x="7680" y="9747"/>
                  <a:pt x="7680" y="13961"/>
                </a:cubicBezTo>
                <a:cubicBezTo>
                  <a:pt x="7680" y="21440"/>
                  <a:pt x="14716" y="22759"/>
                  <a:pt x="17614" y="23386"/>
                </a:cubicBezTo>
                <a:cubicBezTo>
                  <a:pt x="22508" y="24464"/>
                  <a:pt x="27484" y="25461"/>
                  <a:pt x="27484" y="30753"/>
                </a:cubicBezTo>
                <a:cubicBezTo>
                  <a:pt x="27484" y="33134"/>
                  <a:pt x="25406" y="41257"/>
                  <a:pt x="13831" y="41257"/>
                </a:cubicBezTo>
                <a:cubicBezTo>
                  <a:pt x="12510" y="41257"/>
                  <a:pt x="5152" y="41257"/>
                  <a:pt x="2899" y="36158"/>
                </a:cubicBezTo>
                <a:cubicBezTo>
                  <a:pt x="6601" y="36592"/>
                  <a:pt x="9065" y="33761"/>
                  <a:pt x="9065" y="31059"/>
                </a:cubicBezTo>
                <a:cubicBezTo>
                  <a:pt x="9065" y="28920"/>
                  <a:pt x="7358" y="27730"/>
                  <a:pt x="5410" y="27730"/>
                </a:cubicBezTo>
                <a:cubicBezTo>
                  <a:pt x="2899" y="27730"/>
                  <a:pt x="0" y="29676"/>
                  <a:pt x="0" y="34018"/>
                </a:cubicBezTo>
                <a:cubicBezTo>
                  <a:pt x="0" y="39423"/>
                  <a:pt x="5603" y="43332"/>
                  <a:pt x="13718" y="43332"/>
                </a:cubicBezTo>
                <a:cubicBezTo>
                  <a:pt x="29303" y="43332"/>
                  <a:pt x="33087" y="31815"/>
                  <a:pt x="33087" y="27407"/>
                </a:cubicBezTo>
                <a:cubicBezTo>
                  <a:pt x="33087" y="24014"/>
                  <a:pt x="31251" y="21569"/>
                  <a:pt x="30059" y="20556"/>
                </a:cubicBezTo>
                <a:cubicBezTo>
                  <a:pt x="27484" y="17853"/>
                  <a:pt x="24650" y="17226"/>
                  <a:pt x="20448" y="16470"/>
                </a:cubicBezTo>
                <a:cubicBezTo>
                  <a:pt x="16986" y="15714"/>
                  <a:pt x="13202" y="14959"/>
                  <a:pt x="13202" y="10616"/>
                </a:cubicBezTo>
                <a:cubicBezTo>
                  <a:pt x="13202" y="7913"/>
                  <a:pt x="15473" y="2075"/>
                  <a:pt x="23893" y="2075"/>
                </a:cubicBezTo>
                <a:cubicBezTo>
                  <a:pt x="26293" y="2075"/>
                  <a:pt x="31139" y="2831"/>
                  <a:pt x="32459" y="6401"/>
                </a:cubicBezTo>
              </a:path>
            </a:pathLst>
          </a:custGeom>
          <a:solidFill xmlns:a="http://schemas.openxmlformats.org/drawingml/2006/main">
            <a:srgbClr val="000000"/>
          </a:solidFill>
          <a:ln xmlns:a="http://schemas.openxmlformats.org/drawingml/2006/main" w="8581">
            <a:solidFill>
              <a:srgbClr val="000000"/>
            </a:solidFill>
            <a:prstDash val="solid"/>
          </a:ln>
        </p:spPr>
      </p:sp>
      <p:sp>
        <p:nvSpPr>
          <p:cNvPr id="220" name="pdf-path-629">
            <a:extLst xmlns:a="http://schemas.openxmlformats.org/drawingml/2006/main">
              <a:ext uri="{FF2B5EF4-FFF2-40B4-BE49-F238E27FC236}">
                <a16:creationId xmlns:a16="http://schemas.microsoft.com/office/drawing/2014/main" id="{71BE7B05-EB64-4108-BB3F-33052AD9F1B6}"/>
              </a:ext>
            </a:extLst>
          </p:cNvPr>
          <p:cNvSpPr>
            <a:spLocks xmlns:a="http://schemas.openxmlformats.org/drawingml/2006/main" noGrp="1"/>
          </p:cNvSpPr>
          <p:nvPr/>
        </p:nvSpPr>
        <p:spPr>
          <a:xfrm xmlns:a="http://schemas.openxmlformats.org/drawingml/2006/main" rot="0">
            <a:off x="6999048" y="3340581"/>
            <a:ext cx="28113" cy="42447"/>
          </a:xfrm>
          <a:custGeom xmlns:a="http://schemas.openxmlformats.org/drawingml/2006/main">
            <a:pathLst>
              <a:path w="28113" h="42447">
                <a:moveTo>
                  <a:pt x="15344" y="6852"/>
                </a:moveTo>
                <a:cubicBezTo>
                  <a:pt x="17180" y="9120"/>
                  <a:pt x="18935" y="10310"/>
                  <a:pt x="19885" y="11066"/>
                </a:cubicBezTo>
                <a:cubicBezTo>
                  <a:pt x="23588" y="13463"/>
                  <a:pt x="27051" y="13961"/>
                  <a:pt x="27243" y="13961"/>
                </a:cubicBezTo>
                <a:cubicBezTo>
                  <a:pt x="28113" y="13961"/>
                  <a:pt x="28113" y="13334"/>
                  <a:pt x="28113" y="12578"/>
                </a:cubicBezTo>
                <a:cubicBezTo>
                  <a:pt x="28113" y="11822"/>
                  <a:pt x="28113" y="11500"/>
                  <a:pt x="27243" y="11388"/>
                </a:cubicBezTo>
                <a:cubicBezTo>
                  <a:pt x="20883" y="9876"/>
                  <a:pt x="16987" y="6161"/>
                  <a:pt x="15038" y="997"/>
                </a:cubicBezTo>
                <a:cubicBezTo>
                  <a:pt x="14717" y="305"/>
                  <a:pt x="14587" y="0"/>
                  <a:pt x="13960" y="0"/>
                </a:cubicBezTo>
                <a:cubicBezTo>
                  <a:pt x="13525" y="0"/>
                  <a:pt x="13396" y="434"/>
                  <a:pt x="13268" y="434"/>
                </a:cubicBezTo>
                <a:cubicBezTo>
                  <a:pt x="12640" y="2268"/>
                  <a:pt x="11577" y="4777"/>
                  <a:pt x="8872" y="7351"/>
                </a:cubicBezTo>
                <a:cubicBezTo>
                  <a:pt x="5733" y="10182"/>
                  <a:pt x="2464" y="10938"/>
                  <a:pt x="1080" y="11259"/>
                </a:cubicBezTo>
                <a:cubicBezTo>
                  <a:pt x="194" y="11388"/>
                  <a:pt x="0" y="11500"/>
                  <a:pt x="0" y="12578"/>
                </a:cubicBezTo>
                <a:cubicBezTo>
                  <a:pt x="0" y="13334"/>
                  <a:pt x="0" y="13961"/>
                  <a:pt x="757" y="13961"/>
                </a:cubicBezTo>
                <a:cubicBezTo>
                  <a:pt x="951" y="13961"/>
                  <a:pt x="4413" y="13640"/>
                  <a:pt x="8115" y="11066"/>
                </a:cubicBezTo>
                <a:cubicBezTo>
                  <a:pt x="10386" y="9747"/>
                  <a:pt x="11883" y="7929"/>
                  <a:pt x="12640" y="6852"/>
                </a:cubicBezTo>
                <a:lnTo>
                  <a:pt x="12640" y="40307"/>
                </a:lnTo>
                <a:cubicBezTo>
                  <a:pt x="12640" y="41064"/>
                  <a:pt x="12640" y="42447"/>
                  <a:pt x="13960" y="42447"/>
                </a:cubicBezTo>
                <a:cubicBezTo>
                  <a:pt x="15344" y="42447"/>
                  <a:pt x="15344" y="41064"/>
                  <a:pt x="15344" y="40307"/>
                </a:cubicBezTo>
                <a:lnTo>
                  <a:pt x="15344" y="6852"/>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221" name="pdf-path-631">
            <a:extLst xmlns:a="http://schemas.openxmlformats.org/drawingml/2006/main">
              <a:ext uri="{FF2B5EF4-FFF2-40B4-BE49-F238E27FC236}">
                <a16:creationId xmlns:a16="http://schemas.microsoft.com/office/drawing/2014/main" id="{A176D5D9-5DD3-48DF-8C0C-3897CD45B713}"/>
              </a:ext>
            </a:extLst>
          </p:cNvPr>
          <p:cNvSpPr>
            <a:spLocks xmlns:a="http://schemas.openxmlformats.org/drawingml/2006/main" noGrp="1"/>
          </p:cNvSpPr>
          <p:nvPr/>
        </p:nvSpPr>
        <p:spPr>
          <a:xfrm xmlns:a="http://schemas.openxmlformats.org/drawingml/2006/main" rot="0">
            <a:off x="7002833" y="3397053"/>
            <a:ext cx="24328" cy="44409"/>
          </a:xfrm>
          <a:custGeom xmlns:a="http://schemas.openxmlformats.org/drawingml/2006/main">
            <a:pathLst>
              <a:path w="24328" h="44409">
                <a:moveTo>
                  <a:pt x="15022" y="1834"/>
                </a:moveTo>
                <a:cubicBezTo>
                  <a:pt x="15022" y="0"/>
                  <a:pt x="15022" y="0"/>
                  <a:pt x="13073" y="0"/>
                </a:cubicBezTo>
                <a:cubicBezTo>
                  <a:pt x="8727" y="4215"/>
                  <a:pt x="2704" y="4215"/>
                  <a:pt x="0" y="4215"/>
                </a:cubicBezTo>
                <a:lnTo>
                  <a:pt x="0" y="6611"/>
                </a:lnTo>
                <a:cubicBezTo>
                  <a:pt x="1496" y="6611"/>
                  <a:pt x="6038" y="6611"/>
                  <a:pt x="9612" y="4777"/>
                </a:cubicBezTo>
                <a:lnTo>
                  <a:pt x="9612" y="38877"/>
                </a:lnTo>
                <a:cubicBezTo>
                  <a:pt x="9612" y="41064"/>
                  <a:pt x="9612" y="42013"/>
                  <a:pt x="3010" y="42013"/>
                </a:cubicBezTo>
                <a:lnTo>
                  <a:pt x="434" y="42013"/>
                </a:lnTo>
                <a:lnTo>
                  <a:pt x="434" y="44409"/>
                </a:lnTo>
                <a:cubicBezTo>
                  <a:pt x="1625" y="44409"/>
                  <a:pt x="9934" y="44088"/>
                  <a:pt x="12317" y="44088"/>
                </a:cubicBezTo>
                <a:cubicBezTo>
                  <a:pt x="14394" y="44088"/>
                  <a:pt x="22830" y="44409"/>
                  <a:pt x="24328" y="44409"/>
                </a:cubicBezTo>
                <a:lnTo>
                  <a:pt x="24328" y="42013"/>
                </a:lnTo>
                <a:lnTo>
                  <a:pt x="21751" y="42013"/>
                </a:lnTo>
                <a:cubicBezTo>
                  <a:pt x="15022" y="42013"/>
                  <a:pt x="15022" y="41064"/>
                  <a:pt x="15022" y="38877"/>
                </a:cubicBezTo>
                <a:lnTo>
                  <a:pt x="15022" y="1834"/>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222" name="pdf-path-633">
            <a:extLst xmlns:a="http://schemas.openxmlformats.org/drawingml/2006/main">
              <a:ext uri="{FF2B5EF4-FFF2-40B4-BE49-F238E27FC236}">
                <a16:creationId xmlns:a16="http://schemas.microsoft.com/office/drawing/2014/main" id="{D47DFB02-E484-4AC3-933B-4E38EC761EAB}"/>
              </a:ext>
            </a:extLst>
          </p:cNvPr>
          <p:cNvSpPr>
            <a:spLocks xmlns:a="http://schemas.openxmlformats.org/drawingml/2006/main" noGrp="1"/>
          </p:cNvSpPr>
          <p:nvPr/>
        </p:nvSpPr>
        <p:spPr>
          <a:xfrm xmlns:a="http://schemas.openxmlformats.org/drawingml/2006/main" rot="0">
            <a:off x="7092948" y="3051590"/>
            <a:ext cx="35292" cy="43332"/>
          </a:xfrm>
          <a:custGeom xmlns:a="http://schemas.openxmlformats.org/drawingml/2006/main">
            <a:pathLst>
              <a:path w="35292" h="43332">
                <a:moveTo>
                  <a:pt x="32459" y="6418"/>
                </a:moveTo>
                <a:cubicBezTo>
                  <a:pt x="29883" y="6595"/>
                  <a:pt x="27934" y="8670"/>
                  <a:pt x="27934" y="10744"/>
                </a:cubicBezTo>
                <a:cubicBezTo>
                  <a:pt x="27934" y="12128"/>
                  <a:pt x="28868" y="13640"/>
                  <a:pt x="30945" y="13640"/>
                </a:cubicBezTo>
                <a:cubicBezTo>
                  <a:pt x="33022" y="13640"/>
                  <a:pt x="35292" y="11951"/>
                  <a:pt x="35292" y="8235"/>
                </a:cubicBezTo>
                <a:cubicBezTo>
                  <a:pt x="35292" y="3893"/>
                  <a:pt x="31268" y="0"/>
                  <a:pt x="23909" y="0"/>
                </a:cubicBezTo>
                <a:cubicBezTo>
                  <a:pt x="11254" y="0"/>
                  <a:pt x="7680" y="9748"/>
                  <a:pt x="7680" y="13897"/>
                </a:cubicBezTo>
                <a:cubicBezTo>
                  <a:pt x="7680" y="21441"/>
                  <a:pt x="14716" y="22760"/>
                  <a:pt x="17549" y="23387"/>
                </a:cubicBezTo>
                <a:cubicBezTo>
                  <a:pt x="22525" y="24400"/>
                  <a:pt x="27483" y="25462"/>
                  <a:pt x="27483" y="30754"/>
                </a:cubicBezTo>
                <a:cubicBezTo>
                  <a:pt x="27483" y="33134"/>
                  <a:pt x="25407" y="41257"/>
                  <a:pt x="13846" y="41257"/>
                </a:cubicBezTo>
                <a:cubicBezTo>
                  <a:pt x="12461" y="41257"/>
                  <a:pt x="5104" y="41257"/>
                  <a:pt x="2898" y="36094"/>
                </a:cubicBezTo>
                <a:cubicBezTo>
                  <a:pt x="6600" y="36592"/>
                  <a:pt x="9000" y="33713"/>
                  <a:pt x="9000" y="30995"/>
                </a:cubicBezTo>
                <a:cubicBezTo>
                  <a:pt x="9000" y="28920"/>
                  <a:pt x="7357" y="27730"/>
                  <a:pt x="5410" y="27730"/>
                </a:cubicBezTo>
                <a:cubicBezTo>
                  <a:pt x="2898" y="27730"/>
                  <a:pt x="0" y="29676"/>
                  <a:pt x="0" y="34019"/>
                </a:cubicBezTo>
                <a:cubicBezTo>
                  <a:pt x="0" y="39424"/>
                  <a:pt x="5538" y="43332"/>
                  <a:pt x="13654" y="43332"/>
                </a:cubicBezTo>
                <a:cubicBezTo>
                  <a:pt x="29319" y="43332"/>
                  <a:pt x="33022" y="31751"/>
                  <a:pt x="33022" y="27424"/>
                </a:cubicBezTo>
                <a:cubicBezTo>
                  <a:pt x="33022" y="23950"/>
                  <a:pt x="31268" y="21569"/>
                  <a:pt x="30060" y="20492"/>
                </a:cubicBezTo>
                <a:cubicBezTo>
                  <a:pt x="27483" y="17854"/>
                  <a:pt x="24650" y="17227"/>
                  <a:pt x="20448" y="16471"/>
                </a:cubicBezTo>
                <a:cubicBezTo>
                  <a:pt x="16986" y="15715"/>
                  <a:pt x="13218" y="14959"/>
                  <a:pt x="13218" y="10616"/>
                </a:cubicBezTo>
                <a:cubicBezTo>
                  <a:pt x="13218" y="7914"/>
                  <a:pt x="15473" y="2075"/>
                  <a:pt x="23909" y="2075"/>
                </a:cubicBezTo>
                <a:cubicBezTo>
                  <a:pt x="26292" y="2075"/>
                  <a:pt x="31074" y="2831"/>
                  <a:pt x="32459" y="6418"/>
                </a:cubicBezTo>
              </a:path>
            </a:pathLst>
          </a:custGeom>
          <a:solidFill xmlns:a="http://schemas.openxmlformats.org/drawingml/2006/main">
            <a:srgbClr val="000000"/>
          </a:solidFill>
          <a:ln xmlns:a="http://schemas.openxmlformats.org/drawingml/2006/main" w="8581">
            <a:solidFill>
              <a:srgbClr val="000000"/>
            </a:solidFill>
            <a:prstDash val="solid"/>
          </a:ln>
        </p:spPr>
      </p:sp>
      <p:sp>
        <p:nvSpPr>
          <p:cNvPr id="223" name="pdf-path-635">
            <a:extLst xmlns:a="http://schemas.openxmlformats.org/drawingml/2006/main">
              <a:ext uri="{FF2B5EF4-FFF2-40B4-BE49-F238E27FC236}">
                <a16:creationId xmlns:a16="http://schemas.microsoft.com/office/drawing/2014/main" id="{F84F738F-6601-4CEF-932E-C1B5982C09D9}"/>
              </a:ext>
            </a:extLst>
          </p:cNvPr>
          <p:cNvSpPr>
            <a:spLocks xmlns:a="http://schemas.openxmlformats.org/drawingml/2006/main" noGrp="1"/>
          </p:cNvSpPr>
          <p:nvPr/>
        </p:nvSpPr>
        <p:spPr>
          <a:xfrm xmlns:a="http://schemas.openxmlformats.org/drawingml/2006/main" rot="0">
            <a:off x="7136468" y="3018505"/>
            <a:ext cx="28111" cy="42447"/>
          </a:xfrm>
          <a:custGeom xmlns:a="http://schemas.openxmlformats.org/drawingml/2006/main">
            <a:pathLst>
              <a:path w="28111" h="42447">
                <a:moveTo>
                  <a:pt x="15344" y="6852"/>
                </a:moveTo>
                <a:cubicBezTo>
                  <a:pt x="17115" y="9120"/>
                  <a:pt x="18934" y="10311"/>
                  <a:pt x="19820" y="11066"/>
                </a:cubicBezTo>
                <a:cubicBezTo>
                  <a:pt x="23587" y="13463"/>
                  <a:pt x="27049" y="13897"/>
                  <a:pt x="27177" y="13897"/>
                </a:cubicBezTo>
                <a:cubicBezTo>
                  <a:pt x="28111" y="13897"/>
                  <a:pt x="28111" y="13334"/>
                  <a:pt x="28111" y="12578"/>
                </a:cubicBezTo>
                <a:cubicBezTo>
                  <a:pt x="28111" y="11822"/>
                  <a:pt x="28111" y="11501"/>
                  <a:pt x="27177" y="11388"/>
                </a:cubicBezTo>
                <a:cubicBezTo>
                  <a:pt x="20883" y="9876"/>
                  <a:pt x="16986" y="6096"/>
                  <a:pt x="15038" y="997"/>
                </a:cubicBezTo>
                <a:cubicBezTo>
                  <a:pt x="14716" y="258"/>
                  <a:pt x="14603" y="0"/>
                  <a:pt x="13975" y="0"/>
                </a:cubicBezTo>
                <a:cubicBezTo>
                  <a:pt x="13524" y="0"/>
                  <a:pt x="13395" y="434"/>
                  <a:pt x="13218" y="434"/>
                </a:cubicBezTo>
                <a:cubicBezTo>
                  <a:pt x="12638" y="2204"/>
                  <a:pt x="11576" y="4777"/>
                  <a:pt x="8870" y="7302"/>
                </a:cubicBezTo>
                <a:cubicBezTo>
                  <a:pt x="5732" y="10182"/>
                  <a:pt x="2399" y="10938"/>
                  <a:pt x="1079" y="11195"/>
                </a:cubicBezTo>
                <a:cubicBezTo>
                  <a:pt x="193" y="11388"/>
                  <a:pt x="0" y="11501"/>
                  <a:pt x="0" y="12578"/>
                </a:cubicBezTo>
                <a:cubicBezTo>
                  <a:pt x="0" y="13334"/>
                  <a:pt x="0" y="13897"/>
                  <a:pt x="757" y="13897"/>
                </a:cubicBezTo>
                <a:cubicBezTo>
                  <a:pt x="951" y="13897"/>
                  <a:pt x="4347" y="13640"/>
                  <a:pt x="8114" y="11066"/>
                </a:cubicBezTo>
                <a:cubicBezTo>
                  <a:pt x="10385" y="9747"/>
                  <a:pt x="11898" y="7930"/>
                  <a:pt x="12638" y="6852"/>
                </a:cubicBezTo>
                <a:lnTo>
                  <a:pt x="12638" y="40308"/>
                </a:lnTo>
                <a:cubicBezTo>
                  <a:pt x="12638" y="41064"/>
                  <a:pt x="12638" y="42447"/>
                  <a:pt x="13975" y="42447"/>
                </a:cubicBezTo>
                <a:cubicBezTo>
                  <a:pt x="15344" y="42447"/>
                  <a:pt x="15344" y="41064"/>
                  <a:pt x="15344" y="40308"/>
                </a:cubicBezTo>
                <a:lnTo>
                  <a:pt x="15344" y="6852"/>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224" name="pdf-path-637">
            <a:extLst xmlns:a="http://schemas.openxmlformats.org/drawingml/2006/main">
              <a:ext uri="{FF2B5EF4-FFF2-40B4-BE49-F238E27FC236}">
                <a16:creationId xmlns:a16="http://schemas.microsoft.com/office/drawing/2014/main" id="{53EFF71A-D3C3-4A8A-B236-3CD8113BB70E}"/>
              </a:ext>
            </a:extLst>
          </p:cNvPr>
          <p:cNvSpPr>
            <a:spLocks xmlns:a="http://schemas.openxmlformats.org/drawingml/2006/main" noGrp="1"/>
          </p:cNvSpPr>
          <p:nvPr/>
        </p:nvSpPr>
        <p:spPr>
          <a:xfrm xmlns:a="http://schemas.openxmlformats.org/drawingml/2006/main" rot="0">
            <a:off x="7137095" y="3074978"/>
            <a:ext cx="29560" cy="44409"/>
          </a:xfrm>
          <a:custGeom xmlns:a="http://schemas.openxmlformats.org/drawingml/2006/main">
            <a:pathLst>
              <a:path w="29560" h="44409">
                <a:moveTo>
                  <a:pt x="29560" y="32265"/>
                </a:moveTo>
                <a:lnTo>
                  <a:pt x="27306" y="32265"/>
                </a:lnTo>
                <a:cubicBezTo>
                  <a:pt x="27178" y="33713"/>
                  <a:pt x="26421" y="37622"/>
                  <a:pt x="25535" y="38249"/>
                </a:cubicBezTo>
                <a:cubicBezTo>
                  <a:pt x="25101" y="38683"/>
                  <a:pt x="19949" y="38683"/>
                  <a:pt x="18934" y="38683"/>
                </a:cubicBezTo>
                <a:lnTo>
                  <a:pt x="6618" y="38683"/>
                </a:lnTo>
                <a:cubicBezTo>
                  <a:pt x="13653" y="32523"/>
                  <a:pt x="16036" y="30577"/>
                  <a:pt x="19949" y="27424"/>
                </a:cubicBezTo>
                <a:cubicBezTo>
                  <a:pt x="24907" y="23531"/>
                  <a:pt x="29560" y="19317"/>
                  <a:pt x="29560" y="13028"/>
                </a:cubicBezTo>
                <a:cubicBezTo>
                  <a:pt x="29560" y="4906"/>
                  <a:pt x="22525" y="0"/>
                  <a:pt x="13975" y="0"/>
                </a:cubicBezTo>
                <a:cubicBezTo>
                  <a:pt x="5732" y="0"/>
                  <a:pt x="0" y="5854"/>
                  <a:pt x="0" y="12015"/>
                </a:cubicBezTo>
                <a:cubicBezTo>
                  <a:pt x="0" y="15280"/>
                  <a:pt x="2833" y="15731"/>
                  <a:pt x="3590" y="15731"/>
                </a:cubicBezTo>
                <a:cubicBezTo>
                  <a:pt x="5104" y="15731"/>
                  <a:pt x="7052" y="14540"/>
                  <a:pt x="7052" y="12144"/>
                </a:cubicBezTo>
                <a:cubicBezTo>
                  <a:pt x="7052" y="10954"/>
                  <a:pt x="6618" y="8556"/>
                  <a:pt x="3155" y="8556"/>
                </a:cubicBezTo>
                <a:cubicBezTo>
                  <a:pt x="5233" y="3908"/>
                  <a:pt x="9757" y="2396"/>
                  <a:pt x="12896" y="2396"/>
                </a:cubicBezTo>
                <a:cubicBezTo>
                  <a:pt x="19691" y="2396"/>
                  <a:pt x="23089" y="7608"/>
                  <a:pt x="23089" y="13028"/>
                </a:cubicBezTo>
                <a:cubicBezTo>
                  <a:pt x="23089" y="18867"/>
                  <a:pt x="18934" y="23402"/>
                  <a:pt x="16792" y="25783"/>
                </a:cubicBezTo>
                <a:lnTo>
                  <a:pt x="757" y="41835"/>
                </a:lnTo>
                <a:cubicBezTo>
                  <a:pt x="0" y="42463"/>
                  <a:pt x="0" y="42576"/>
                  <a:pt x="0" y="44409"/>
                </a:cubicBezTo>
                <a:lnTo>
                  <a:pt x="27612" y="44409"/>
                </a:lnTo>
                <a:lnTo>
                  <a:pt x="29560" y="32265"/>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225" name="pdf-path-639">
            <a:extLst xmlns:a="http://schemas.openxmlformats.org/drawingml/2006/main">
              <a:ext uri="{FF2B5EF4-FFF2-40B4-BE49-F238E27FC236}">
                <a16:creationId xmlns:a16="http://schemas.microsoft.com/office/drawing/2014/main" id="{50EDD105-0A5B-4270-B717-FCD07AB6A575}"/>
              </a:ext>
            </a:extLst>
          </p:cNvPr>
          <p:cNvSpPr>
            <a:spLocks xmlns:a="http://schemas.openxmlformats.org/drawingml/2006/main" noGrp="1"/>
          </p:cNvSpPr>
          <p:nvPr/>
        </p:nvSpPr>
        <p:spPr>
          <a:xfrm xmlns:a="http://schemas.openxmlformats.org/drawingml/2006/main" rot="0">
            <a:off x="7394640" y="3297056"/>
            <a:ext cx="35292" cy="43332"/>
          </a:xfrm>
          <a:custGeom xmlns:a="http://schemas.openxmlformats.org/drawingml/2006/main">
            <a:pathLst>
              <a:path w="35292" h="43332">
                <a:moveTo>
                  <a:pt x="32458" y="6417"/>
                </a:moveTo>
                <a:cubicBezTo>
                  <a:pt x="29883" y="6610"/>
                  <a:pt x="27935" y="8685"/>
                  <a:pt x="27935" y="10760"/>
                </a:cubicBezTo>
                <a:cubicBezTo>
                  <a:pt x="27935" y="12144"/>
                  <a:pt x="28869" y="13656"/>
                  <a:pt x="30945" y="13656"/>
                </a:cubicBezTo>
                <a:cubicBezTo>
                  <a:pt x="33086" y="13656"/>
                  <a:pt x="35292" y="11950"/>
                  <a:pt x="35292" y="8235"/>
                </a:cubicBezTo>
                <a:cubicBezTo>
                  <a:pt x="35292" y="3892"/>
                  <a:pt x="31267" y="0"/>
                  <a:pt x="23910" y="0"/>
                </a:cubicBezTo>
                <a:cubicBezTo>
                  <a:pt x="11270" y="0"/>
                  <a:pt x="7679" y="9747"/>
                  <a:pt x="7679" y="13896"/>
                </a:cubicBezTo>
                <a:cubicBezTo>
                  <a:pt x="7679" y="21440"/>
                  <a:pt x="14732" y="22759"/>
                  <a:pt x="17613" y="23402"/>
                </a:cubicBezTo>
                <a:cubicBezTo>
                  <a:pt x="22525" y="24400"/>
                  <a:pt x="27484" y="25478"/>
                  <a:pt x="27484" y="30753"/>
                </a:cubicBezTo>
                <a:cubicBezTo>
                  <a:pt x="27484" y="33150"/>
                  <a:pt x="25423" y="41257"/>
                  <a:pt x="13847" y="41257"/>
                </a:cubicBezTo>
                <a:cubicBezTo>
                  <a:pt x="12462" y="41257"/>
                  <a:pt x="5104" y="41257"/>
                  <a:pt x="2898" y="36093"/>
                </a:cubicBezTo>
                <a:cubicBezTo>
                  <a:pt x="6617" y="36608"/>
                  <a:pt x="9065" y="33713"/>
                  <a:pt x="9065" y="31011"/>
                </a:cubicBezTo>
                <a:cubicBezTo>
                  <a:pt x="9065" y="28936"/>
                  <a:pt x="7358" y="27730"/>
                  <a:pt x="5409" y="27730"/>
                </a:cubicBezTo>
                <a:cubicBezTo>
                  <a:pt x="2898" y="27730"/>
                  <a:pt x="0" y="29692"/>
                  <a:pt x="0" y="34018"/>
                </a:cubicBezTo>
                <a:cubicBezTo>
                  <a:pt x="0" y="39439"/>
                  <a:pt x="5603" y="43332"/>
                  <a:pt x="13717" y="43332"/>
                </a:cubicBezTo>
                <a:cubicBezTo>
                  <a:pt x="29320" y="43332"/>
                  <a:pt x="33086" y="31766"/>
                  <a:pt x="33086" y="27424"/>
                </a:cubicBezTo>
                <a:cubicBezTo>
                  <a:pt x="33086" y="23965"/>
                  <a:pt x="31267" y="21569"/>
                  <a:pt x="30077" y="20507"/>
                </a:cubicBezTo>
                <a:cubicBezTo>
                  <a:pt x="27484" y="17805"/>
                  <a:pt x="24667" y="17226"/>
                  <a:pt x="20448" y="16470"/>
                </a:cubicBezTo>
                <a:cubicBezTo>
                  <a:pt x="16986" y="15730"/>
                  <a:pt x="13219" y="14975"/>
                  <a:pt x="13219" y="10631"/>
                </a:cubicBezTo>
                <a:cubicBezTo>
                  <a:pt x="13219" y="7929"/>
                  <a:pt x="15473" y="2075"/>
                  <a:pt x="23910" y="2075"/>
                </a:cubicBezTo>
                <a:cubicBezTo>
                  <a:pt x="26292" y="2075"/>
                  <a:pt x="31073" y="2831"/>
                  <a:pt x="32458" y="6417"/>
                </a:cubicBezTo>
              </a:path>
            </a:pathLst>
          </a:custGeom>
          <a:solidFill xmlns:a="http://schemas.openxmlformats.org/drawingml/2006/main">
            <a:srgbClr val="000000"/>
          </a:solidFill>
          <a:ln xmlns:a="http://schemas.openxmlformats.org/drawingml/2006/main" w="8581">
            <a:solidFill>
              <a:srgbClr val="000000"/>
            </a:solidFill>
            <a:prstDash val="solid"/>
          </a:ln>
        </p:spPr>
      </p:sp>
      <p:sp>
        <p:nvSpPr>
          <p:cNvPr id="226" name="pdf-path-641">
            <a:extLst xmlns:a="http://schemas.openxmlformats.org/drawingml/2006/main">
              <a:ext uri="{FF2B5EF4-FFF2-40B4-BE49-F238E27FC236}">
                <a16:creationId xmlns:a16="http://schemas.microsoft.com/office/drawing/2014/main" id="{301822D4-F805-4AE3-95D3-FEE09E5C11AF}"/>
              </a:ext>
            </a:extLst>
          </p:cNvPr>
          <p:cNvSpPr>
            <a:spLocks xmlns:a="http://schemas.openxmlformats.org/drawingml/2006/main" noGrp="1"/>
          </p:cNvSpPr>
          <p:nvPr/>
        </p:nvSpPr>
        <p:spPr>
          <a:xfrm xmlns:a="http://schemas.openxmlformats.org/drawingml/2006/main" rot="0">
            <a:off x="7438177" y="3263906"/>
            <a:ext cx="28111" cy="42463"/>
          </a:xfrm>
          <a:custGeom xmlns:a="http://schemas.openxmlformats.org/drawingml/2006/main">
            <a:pathLst>
              <a:path w="28111" h="42463">
                <a:moveTo>
                  <a:pt x="15344" y="6917"/>
                </a:moveTo>
                <a:cubicBezTo>
                  <a:pt x="17163" y="9184"/>
                  <a:pt x="18918" y="10391"/>
                  <a:pt x="19868" y="11130"/>
                </a:cubicBezTo>
                <a:cubicBezTo>
                  <a:pt x="23571" y="13528"/>
                  <a:pt x="27031" y="13961"/>
                  <a:pt x="27161" y="13961"/>
                </a:cubicBezTo>
                <a:cubicBezTo>
                  <a:pt x="28111" y="13961"/>
                  <a:pt x="28111" y="13399"/>
                  <a:pt x="28111" y="12642"/>
                </a:cubicBezTo>
                <a:cubicBezTo>
                  <a:pt x="28111" y="11886"/>
                  <a:pt x="28111" y="11581"/>
                  <a:pt x="27161" y="11452"/>
                </a:cubicBezTo>
                <a:cubicBezTo>
                  <a:pt x="20865" y="9940"/>
                  <a:pt x="16969" y="6177"/>
                  <a:pt x="15022" y="1078"/>
                </a:cubicBezTo>
                <a:cubicBezTo>
                  <a:pt x="14716" y="322"/>
                  <a:pt x="14587" y="0"/>
                  <a:pt x="13959" y="0"/>
                </a:cubicBezTo>
                <a:cubicBezTo>
                  <a:pt x="13508" y="0"/>
                  <a:pt x="13395" y="515"/>
                  <a:pt x="13203" y="515"/>
                </a:cubicBezTo>
                <a:cubicBezTo>
                  <a:pt x="12638" y="2268"/>
                  <a:pt x="11559" y="4842"/>
                  <a:pt x="8855" y="7367"/>
                </a:cubicBezTo>
                <a:cubicBezTo>
                  <a:pt x="5715" y="10262"/>
                  <a:pt x="2447" y="11018"/>
                  <a:pt x="1062" y="11259"/>
                </a:cubicBezTo>
                <a:cubicBezTo>
                  <a:pt x="177" y="11452"/>
                  <a:pt x="0" y="11581"/>
                  <a:pt x="0" y="12642"/>
                </a:cubicBezTo>
                <a:cubicBezTo>
                  <a:pt x="0" y="13399"/>
                  <a:pt x="0" y="13961"/>
                  <a:pt x="739" y="13961"/>
                </a:cubicBezTo>
                <a:cubicBezTo>
                  <a:pt x="933" y="13961"/>
                  <a:pt x="4394" y="13720"/>
                  <a:pt x="8099" y="11130"/>
                </a:cubicBezTo>
                <a:cubicBezTo>
                  <a:pt x="10369" y="9811"/>
                  <a:pt x="11882" y="7994"/>
                  <a:pt x="12638" y="6917"/>
                </a:cubicBezTo>
                <a:lnTo>
                  <a:pt x="12638" y="40388"/>
                </a:lnTo>
                <a:cubicBezTo>
                  <a:pt x="12638" y="41144"/>
                  <a:pt x="12638" y="42463"/>
                  <a:pt x="13959" y="42463"/>
                </a:cubicBezTo>
                <a:cubicBezTo>
                  <a:pt x="15344" y="42463"/>
                  <a:pt x="15344" y="41144"/>
                  <a:pt x="15344" y="40388"/>
                </a:cubicBezTo>
                <a:lnTo>
                  <a:pt x="15344" y="6917"/>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227" name="pdf-path-643">
            <a:extLst xmlns:a="http://schemas.openxmlformats.org/drawingml/2006/main">
              <a:ext uri="{FF2B5EF4-FFF2-40B4-BE49-F238E27FC236}">
                <a16:creationId xmlns:a16="http://schemas.microsoft.com/office/drawing/2014/main" id="{F0A73661-4F7B-4562-B902-50AC0928F984}"/>
              </a:ext>
            </a:extLst>
          </p:cNvPr>
          <p:cNvSpPr>
            <a:spLocks xmlns:a="http://schemas.openxmlformats.org/drawingml/2006/main" noGrp="1"/>
          </p:cNvSpPr>
          <p:nvPr/>
        </p:nvSpPr>
        <p:spPr>
          <a:xfrm xmlns:a="http://schemas.openxmlformats.org/drawingml/2006/main" rot="0">
            <a:off x="7438177" y="3320459"/>
            <a:ext cx="30816" cy="45712"/>
          </a:xfrm>
          <a:custGeom xmlns:a="http://schemas.openxmlformats.org/drawingml/2006/main">
            <a:pathLst>
              <a:path w="30816" h="45712">
                <a:moveTo>
                  <a:pt x="14716" y="22004"/>
                </a:moveTo>
                <a:cubicBezTo>
                  <a:pt x="19997" y="22004"/>
                  <a:pt x="23763" y="25655"/>
                  <a:pt x="23763" y="32829"/>
                </a:cubicBezTo>
                <a:cubicBezTo>
                  <a:pt x="23763" y="41064"/>
                  <a:pt x="18805" y="43638"/>
                  <a:pt x="15022" y="43638"/>
                </a:cubicBezTo>
                <a:cubicBezTo>
                  <a:pt x="12316" y="43638"/>
                  <a:pt x="6343" y="42882"/>
                  <a:pt x="3638" y="38796"/>
                </a:cubicBezTo>
                <a:cubicBezTo>
                  <a:pt x="6777" y="38796"/>
                  <a:pt x="7534" y="36592"/>
                  <a:pt x="7534" y="35080"/>
                </a:cubicBezTo>
                <a:cubicBezTo>
                  <a:pt x="7534" y="32957"/>
                  <a:pt x="5844" y="31510"/>
                  <a:pt x="3767" y="31510"/>
                </a:cubicBezTo>
                <a:cubicBezTo>
                  <a:pt x="1947" y="31510"/>
                  <a:pt x="0" y="32700"/>
                  <a:pt x="0" y="35402"/>
                </a:cubicBezTo>
                <a:cubicBezTo>
                  <a:pt x="0" y="41691"/>
                  <a:pt x="6907" y="45712"/>
                  <a:pt x="15022" y="45712"/>
                </a:cubicBezTo>
                <a:cubicBezTo>
                  <a:pt x="24327" y="45712"/>
                  <a:pt x="30816" y="39423"/>
                  <a:pt x="30816" y="32829"/>
                </a:cubicBezTo>
                <a:cubicBezTo>
                  <a:pt x="30816" y="27601"/>
                  <a:pt x="26597" y="22326"/>
                  <a:pt x="19240" y="20813"/>
                </a:cubicBezTo>
                <a:cubicBezTo>
                  <a:pt x="26163" y="18288"/>
                  <a:pt x="28675" y="13334"/>
                  <a:pt x="28675" y="9120"/>
                </a:cubicBezTo>
                <a:cubicBezTo>
                  <a:pt x="28675" y="3893"/>
                  <a:pt x="22701" y="0"/>
                  <a:pt x="15150" y="0"/>
                </a:cubicBezTo>
                <a:cubicBezTo>
                  <a:pt x="7856" y="0"/>
                  <a:pt x="2124" y="3571"/>
                  <a:pt x="2124" y="8991"/>
                </a:cubicBezTo>
                <a:cubicBezTo>
                  <a:pt x="2124" y="11259"/>
                  <a:pt x="3638" y="12450"/>
                  <a:pt x="5586" y="12450"/>
                </a:cubicBezTo>
                <a:cubicBezTo>
                  <a:pt x="7663" y="12450"/>
                  <a:pt x="9047" y="10938"/>
                  <a:pt x="9047" y="9120"/>
                </a:cubicBezTo>
                <a:cubicBezTo>
                  <a:pt x="9047" y="7158"/>
                  <a:pt x="7663" y="5662"/>
                  <a:pt x="5586" y="5533"/>
                </a:cubicBezTo>
                <a:cubicBezTo>
                  <a:pt x="7985" y="2702"/>
                  <a:pt x="12509" y="1946"/>
                  <a:pt x="15022" y="1946"/>
                </a:cubicBezTo>
                <a:cubicBezTo>
                  <a:pt x="18048" y="1946"/>
                  <a:pt x="22250" y="3458"/>
                  <a:pt x="22250" y="9120"/>
                </a:cubicBezTo>
                <a:cubicBezTo>
                  <a:pt x="22250" y="11999"/>
                  <a:pt x="21316" y="15152"/>
                  <a:pt x="19546" y="17098"/>
                </a:cubicBezTo>
                <a:cubicBezTo>
                  <a:pt x="17420" y="19623"/>
                  <a:pt x="15473" y="19801"/>
                  <a:pt x="12188" y="20058"/>
                </a:cubicBezTo>
                <a:cubicBezTo>
                  <a:pt x="10497" y="20251"/>
                  <a:pt x="10369" y="20251"/>
                  <a:pt x="10062" y="20251"/>
                </a:cubicBezTo>
                <a:cubicBezTo>
                  <a:pt x="9934" y="20251"/>
                  <a:pt x="9306" y="20363"/>
                  <a:pt x="9306" y="21119"/>
                </a:cubicBezTo>
                <a:cubicBezTo>
                  <a:pt x="9306" y="22004"/>
                  <a:pt x="9934" y="22004"/>
                  <a:pt x="11125" y="22004"/>
                </a:cubicBezTo>
                <a:lnTo>
                  <a:pt x="14716" y="22004"/>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228" name="pdf-path-645">
            <a:extLst xmlns:a="http://schemas.openxmlformats.org/drawingml/2006/main">
              <a:ext uri="{FF2B5EF4-FFF2-40B4-BE49-F238E27FC236}">
                <a16:creationId xmlns:a16="http://schemas.microsoft.com/office/drawing/2014/main" id="{943E64E7-F908-4784-B35F-E4C660C71126}"/>
              </a:ext>
            </a:extLst>
          </p:cNvPr>
          <p:cNvSpPr>
            <a:spLocks xmlns:a="http://schemas.openxmlformats.org/drawingml/2006/main" noGrp="1"/>
          </p:cNvSpPr>
          <p:nvPr/>
        </p:nvSpPr>
        <p:spPr>
          <a:xfrm xmlns:a="http://schemas.openxmlformats.org/drawingml/2006/main" rot="0">
            <a:off x="7557418" y="2784298"/>
            <a:ext cx="35276" cy="43396"/>
          </a:xfrm>
          <a:custGeom xmlns:a="http://schemas.openxmlformats.org/drawingml/2006/main">
            <a:pathLst>
              <a:path w="35276" h="43396">
                <a:moveTo>
                  <a:pt x="32442" y="6466"/>
                </a:moveTo>
                <a:cubicBezTo>
                  <a:pt x="29866" y="6594"/>
                  <a:pt x="27917" y="8734"/>
                  <a:pt x="27917" y="10809"/>
                </a:cubicBezTo>
                <a:cubicBezTo>
                  <a:pt x="27917" y="12128"/>
                  <a:pt x="28803" y="13640"/>
                  <a:pt x="30945" y="13640"/>
                </a:cubicBezTo>
                <a:cubicBezTo>
                  <a:pt x="33022" y="13640"/>
                  <a:pt x="35276" y="11999"/>
                  <a:pt x="35276" y="8236"/>
                </a:cubicBezTo>
                <a:cubicBezTo>
                  <a:pt x="35276" y="3892"/>
                  <a:pt x="31250" y="0"/>
                  <a:pt x="23892" y="0"/>
                </a:cubicBezTo>
                <a:cubicBezTo>
                  <a:pt x="11254" y="0"/>
                  <a:pt x="7663" y="9747"/>
                  <a:pt x="7663" y="13961"/>
                </a:cubicBezTo>
                <a:cubicBezTo>
                  <a:pt x="7663" y="21440"/>
                  <a:pt x="14716" y="22824"/>
                  <a:pt x="17549" y="23387"/>
                </a:cubicBezTo>
                <a:cubicBezTo>
                  <a:pt x="22507" y="24465"/>
                  <a:pt x="27483" y="25526"/>
                  <a:pt x="27483" y="30753"/>
                </a:cubicBezTo>
                <a:cubicBezTo>
                  <a:pt x="27483" y="33134"/>
                  <a:pt x="25341" y="41257"/>
                  <a:pt x="13830" y="41257"/>
                </a:cubicBezTo>
                <a:cubicBezTo>
                  <a:pt x="12445" y="41257"/>
                  <a:pt x="5087" y="41257"/>
                  <a:pt x="2833" y="36158"/>
                </a:cubicBezTo>
                <a:cubicBezTo>
                  <a:pt x="6600" y="36593"/>
                  <a:pt x="8984" y="33761"/>
                  <a:pt x="8984" y="31059"/>
                </a:cubicBezTo>
                <a:cubicBezTo>
                  <a:pt x="8984" y="28984"/>
                  <a:pt x="7357" y="27730"/>
                  <a:pt x="5409" y="27730"/>
                </a:cubicBezTo>
                <a:cubicBezTo>
                  <a:pt x="2833" y="27730"/>
                  <a:pt x="0" y="29676"/>
                  <a:pt x="0" y="34083"/>
                </a:cubicBezTo>
                <a:cubicBezTo>
                  <a:pt x="0" y="39487"/>
                  <a:pt x="5538" y="43396"/>
                  <a:pt x="13637" y="43396"/>
                </a:cubicBezTo>
                <a:cubicBezTo>
                  <a:pt x="29238" y="43396"/>
                  <a:pt x="33022" y="31815"/>
                  <a:pt x="33022" y="27472"/>
                </a:cubicBezTo>
                <a:cubicBezTo>
                  <a:pt x="33022" y="24014"/>
                  <a:pt x="31250" y="21634"/>
                  <a:pt x="29995" y="20556"/>
                </a:cubicBezTo>
                <a:cubicBezTo>
                  <a:pt x="27483" y="17854"/>
                  <a:pt x="24585" y="17291"/>
                  <a:pt x="20431" y="16535"/>
                </a:cubicBezTo>
                <a:cubicBezTo>
                  <a:pt x="16986" y="15779"/>
                  <a:pt x="13202" y="15023"/>
                  <a:pt x="13202" y="10680"/>
                </a:cubicBezTo>
                <a:cubicBezTo>
                  <a:pt x="13202" y="7978"/>
                  <a:pt x="15473" y="2123"/>
                  <a:pt x="23892" y="2123"/>
                </a:cubicBezTo>
                <a:cubicBezTo>
                  <a:pt x="26292" y="2123"/>
                  <a:pt x="31073" y="2879"/>
                  <a:pt x="32442" y="6466"/>
                </a:cubicBezTo>
              </a:path>
            </a:pathLst>
          </a:custGeom>
          <a:solidFill xmlns:a="http://schemas.openxmlformats.org/drawingml/2006/main">
            <a:srgbClr val="000000"/>
          </a:solidFill>
          <a:ln xmlns:a="http://schemas.openxmlformats.org/drawingml/2006/main" w="8581">
            <a:solidFill>
              <a:srgbClr val="000000"/>
            </a:solidFill>
            <a:prstDash val="solid"/>
          </a:ln>
        </p:spPr>
      </p:sp>
      <p:sp>
        <p:nvSpPr>
          <p:cNvPr id="229" name="pdf-path-647">
            <a:extLst xmlns:a="http://schemas.openxmlformats.org/drawingml/2006/main">
              <a:ext uri="{FF2B5EF4-FFF2-40B4-BE49-F238E27FC236}">
                <a16:creationId xmlns:a16="http://schemas.microsoft.com/office/drawing/2014/main" id="{64BAAAC1-BBAE-483D-80DB-C0697CFF4312}"/>
              </a:ext>
            </a:extLst>
          </p:cNvPr>
          <p:cNvSpPr>
            <a:spLocks xmlns:a="http://schemas.openxmlformats.org/drawingml/2006/main" noGrp="1"/>
          </p:cNvSpPr>
          <p:nvPr/>
        </p:nvSpPr>
        <p:spPr>
          <a:xfrm xmlns:a="http://schemas.openxmlformats.org/drawingml/2006/main" rot="0">
            <a:off x="7601565" y="2796555"/>
            <a:ext cx="29561" cy="44409"/>
          </a:xfrm>
          <a:custGeom xmlns:a="http://schemas.openxmlformats.org/drawingml/2006/main">
            <a:pathLst>
              <a:path w="29561" h="44409">
                <a:moveTo>
                  <a:pt x="29561" y="32265"/>
                </a:moveTo>
                <a:lnTo>
                  <a:pt x="27290" y="32265"/>
                </a:lnTo>
                <a:cubicBezTo>
                  <a:pt x="27178" y="33778"/>
                  <a:pt x="26422" y="37670"/>
                  <a:pt x="25471" y="38232"/>
                </a:cubicBezTo>
                <a:cubicBezTo>
                  <a:pt x="25037" y="38683"/>
                  <a:pt x="19933" y="38683"/>
                  <a:pt x="18870" y="38683"/>
                </a:cubicBezTo>
                <a:lnTo>
                  <a:pt x="6601" y="38683"/>
                </a:lnTo>
                <a:cubicBezTo>
                  <a:pt x="13654" y="32523"/>
                  <a:pt x="16037" y="30561"/>
                  <a:pt x="19933" y="27424"/>
                </a:cubicBezTo>
                <a:cubicBezTo>
                  <a:pt x="24908" y="23515"/>
                  <a:pt x="29561" y="19365"/>
                  <a:pt x="29561" y="13012"/>
                </a:cubicBezTo>
                <a:cubicBezTo>
                  <a:pt x="29561" y="4970"/>
                  <a:pt x="22508" y="0"/>
                  <a:pt x="13959" y="0"/>
                </a:cubicBezTo>
                <a:cubicBezTo>
                  <a:pt x="5668" y="0"/>
                  <a:pt x="0" y="5854"/>
                  <a:pt x="0" y="12015"/>
                </a:cubicBezTo>
                <a:cubicBezTo>
                  <a:pt x="0" y="15280"/>
                  <a:pt x="2834" y="15731"/>
                  <a:pt x="3590" y="15731"/>
                </a:cubicBezTo>
                <a:cubicBezTo>
                  <a:pt x="5088" y="15731"/>
                  <a:pt x="7052" y="14524"/>
                  <a:pt x="7052" y="12144"/>
                </a:cubicBezTo>
                <a:cubicBezTo>
                  <a:pt x="7052" y="10937"/>
                  <a:pt x="6601" y="8556"/>
                  <a:pt x="3139" y="8556"/>
                </a:cubicBezTo>
                <a:cubicBezTo>
                  <a:pt x="5217" y="3892"/>
                  <a:pt x="9742" y="2396"/>
                  <a:pt x="12897" y="2396"/>
                </a:cubicBezTo>
                <a:cubicBezTo>
                  <a:pt x="19627" y="2396"/>
                  <a:pt x="23088" y="7672"/>
                  <a:pt x="23088" y="13012"/>
                </a:cubicBezTo>
                <a:cubicBezTo>
                  <a:pt x="23088" y="18867"/>
                  <a:pt x="18870" y="23402"/>
                  <a:pt x="16793" y="25783"/>
                </a:cubicBezTo>
                <a:lnTo>
                  <a:pt x="757" y="41820"/>
                </a:lnTo>
                <a:cubicBezTo>
                  <a:pt x="0" y="42447"/>
                  <a:pt x="0" y="42576"/>
                  <a:pt x="0" y="44409"/>
                </a:cubicBezTo>
                <a:lnTo>
                  <a:pt x="27612" y="44409"/>
                </a:lnTo>
                <a:lnTo>
                  <a:pt x="29561" y="32265"/>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230" name="pdf-path-649">
            <a:extLst xmlns:a="http://schemas.openxmlformats.org/drawingml/2006/main">
              <a:ext uri="{FF2B5EF4-FFF2-40B4-BE49-F238E27FC236}">
                <a16:creationId xmlns:a16="http://schemas.microsoft.com/office/drawing/2014/main" id="{9806C082-983E-4807-BB7F-0BB097BCC299}"/>
              </a:ext>
            </a:extLst>
          </p:cNvPr>
          <p:cNvSpPr>
            <a:spLocks xmlns:a="http://schemas.openxmlformats.org/drawingml/2006/main" noGrp="1"/>
          </p:cNvSpPr>
          <p:nvPr/>
        </p:nvSpPr>
        <p:spPr>
          <a:xfrm xmlns:a="http://schemas.openxmlformats.org/drawingml/2006/main" rot="0">
            <a:off x="7559671" y="3199825"/>
            <a:ext cx="35292" cy="43332"/>
          </a:xfrm>
          <a:custGeom xmlns:a="http://schemas.openxmlformats.org/drawingml/2006/main">
            <a:pathLst>
              <a:path w="35292" h="43332">
                <a:moveTo>
                  <a:pt x="32458" y="6482"/>
                </a:moveTo>
                <a:cubicBezTo>
                  <a:pt x="29883" y="6595"/>
                  <a:pt x="27935" y="8686"/>
                  <a:pt x="27935" y="10808"/>
                </a:cubicBezTo>
                <a:cubicBezTo>
                  <a:pt x="27935" y="12144"/>
                  <a:pt x="28820" y="13640"/>
                  <a:pt x="30945" y="13640"/>
                </a:cubicBezTo>
                <a:cubicBezTo>
                  <a:pt x="33022" y="13640"/>
                  <a:pt x="35292" y="12015"/>
                  <a:pt x="35292" y="8235"/>
                </a:cubicBezTo>
                <a:cubicBezTo>
                  <a:pt x="35292" y="3892"/>
                  <a:pt x="31267" y="0"/>
                  <a:pt x="23910" y="0"/>
                </a:cubicBezTo>
                <a:cubicBezTo>
                  <a:pt x="11270" y="0"/>
                  <a:pt x="7679" y="9748"/>
                  <a:pt x="7679" y="13961"/>
                </a:cubicBezTo>
                <a:cubicBezTo>
                  <a:pt x="7679" y="21441"/>
                  <a:pt x="14732" y="22824"/>
                  <a:pt x="17550" y="23387"/>
                </a:cubicBezTo>
                <a:cubicBezTo>
                  <a:pt x="22526" y="24465"/>
                  <a:pt x="27484" y="25526"/>
                  <a:pt x="27484" y="30754"/>
                </a:cubicBezTo>
                <a:cubicBezTo>
                  <a:pt x="27484" y="33150"/>
                  <a:pt x="25358" y="41257"/>
                  <a:pt x="13847" y="41257"/>
                </a:cubicBezTo>
                <a:cubicBezTo>
                  <a:pt x="12462" y="41257"/>
                  <a:pt x="5104" y="41257"/>
                  <a:pt x="2834" y="36158"/>
                </a:cubicBezTo>
                <a:cubicBezTo>
                  <a:pt x="6617" y="36608"/>
                  <a:pt x="9000" y="33778"/>
                  <a:pt x="9000" y="31075"/>
                </a:cubicBezTo>
                <a:cubicBezTo>
                  <a:pt x="9000" y="28936"/>
                  <a:pt x="7358" y="27730"/>
                  <a:pt x="5409" y="27730"/>
                </a:cubicBezTo>
                <a:cubicBezTo>
                  <a:pt x="2834" y="27730"/>
                  <a:pt x="0" y="29692"/>
                  <a:pt x="0" y="34083"/>
                </a:cubicBezTo>
                <a:cubicBezTo>
                  <a:pt x="0" y="39439"/>
                  <a:pt x="5538" y="43332"/>
                  <a:pt x="13654" y="43332"/>
                </a:cubicBezTo>
                <a:cubicBezTo>
                  <a:pt x="29320" y="43332"/>
                  <a:pt x="33022" y="31815"/>
                  <a:pt x="33022" y="27488"/>
                </a:cubicBezTo>
                <a:cubicBezTo>
                  <a:pt x="33022" y="24030"/>
                  <a:pt x="31267" y="21634"/>
                  <a:pt x="30011" y="20572"/>
                </a:cubicBezTo>
                <a:cubicBezTo>
                  <a:pt x="27484" y="17854"/>
                  <a:pt x="24667" y="17227"/>
                  <a:pt x="20448" y="16471"/>
                </a:cubicBezTo>
                <a:cubicBezTo>
                  <a:pt x="16986" y="15779"/>
                  <a:pt x="13219" y="15023"/>
                  <a:pt x="13219" y="10632"/>
                </a:cubicBezTo>
                <a:cubicBezTo>
                  <a:pt x="13219" y="7930"/>
                  <a:pt x="15473" y="2075"/>
                  <a:pt x="23910" y="2075"/>
                </a:cubicBezTo>
                <a:cubicBezTo>
                  <a:pt x="26292" y="2075"/>
                  <a:pt x="31073" y="2831"/>
                  <a:pt x="32458" y="6482"/>
                </a:cubicBezTo>
              </a:path>
            </a:pathLst>
          </a:custGeom>
          <a:solidFill xmlns:a="http://schemas.openxmlformats.org/drawingml/2006/main">
            <a:srgbClr val="000000"/>
          </a:solidFill>
          <a:ln xmlns:a="http://schemas.openxmlformats.org/drawingml/2006/main" w="8581">
            <a:solidFill>
              <a:srgbClr val="000000"/>
            </a:solidFill>
            <a:prstDash val="solid"/>
          </a:ln>
        </p:spPr>
      </p:sp>
      <p:sp>
        <p:nvSpPr>
          <p:cNvPr id="231" name="pdf-path-651">
            <a:extLst xmlns:a="http://schemas.openxmlformats.org/drawingml/2006/main">
              <a:ext uri="{FF2B5EF4-FFF2-40B4-BE49-F238E27FC236}">
                <a16:creationId xmlns:a16="http://schemas.microsoft.com/office/drawing/2014/main" id="{90A70F73-FE88-48C0-9663-3228B69D68FC}"/>
              </a:ext>
            </a:extLst>
          </p:cNvPr>
          <p:cNvSpPr>
            <a:spLocks xmlns:a="http://schemas.openxmlformats.org/drawingml/2006/main" noGrp="1"/>
          </p:cNvSpPr>
          <p:nvPr/>
        </p:nvSpPr>
        <p:spPr>
          <a:xfrm xmlns:a="http://schemas.openxmlformats.org/drawingml/2006/main" rot="0">
            <a:off x="7603208" y="3212081"/>
            <a:ext cx="30816" cy="45729"/>
          </a:xfrm>
          <a:custGeom xmlns:a="http://schemas.openxmlformats.org/drawingml/2006/main">
            <a:pathLst>
              <a:path w="30816" h="45729">
                <a:moveTo>
                  <a:pt x="14716" y="22020"/>
                </a:moveTo>
                <a:cubicBezTo>
                  <a:pt x="19997" y="22020"/>
                  <a:pt x="23699" y="25671"/>
                  <a:pt x="23699" y="32829"/>
                </a:cubicBezTo>
                <a:cubicBezTo>
                  <a:pt x="23699" y="41080"/>
                  <a:pt x="18805" y="43654"/>
                  <a:pt x="15022" y="43654"/>
                </a:cubicBezTo>
                <a:cubicBezTo>
                  <a:pt x="12316" y="43654"/>
                  <a:pt x="6279" y="42898"/>
                  <a:pt x="3574" y="38812"/>
                </a:cubicBezTo>
                <a:cubicBezTo>
                  <a:pt x="6777" y="38812"/>
                  <a:pt x="7470" y="36609"/>
                  <a:pt x="7470" y="35097"/>
                </a:cubicBezTo>
                <a:cubicBezTo>
                  <a:pt x="7470" y="32957"/>
                  <a:pt x="5844" y="31510"/>
                  <a:pt x="3767" y="31510"/>
                </a:cubicBezTo>
                <a:cubicBezTo>
                  <a:pt x="1947" y="31510"/>
                  <a:pt x="0" y="32716"/>
                  <a:pt x="0" y="35418"/>
                </a:cubicBezTo>
                <a:cubicBezTo>
                  <a:pt x="0" y="41707"/>
                  <a:pt x="6907" y="45729"/>
                  <a:pt x="15022" y="45729"/>
                </a:cubicBezTo>
                <a:cubicBezTo>
                  <a:pt x="24327" y="45729"/>
                  <a:pt x="30816" y="39439"/>
                  <a:pt x="30816" y="32829"/>
                </a:cubicBezTo>
                <a:cubicBezTo>
                  <a:pt x="30816" y="27618"/>
                  <a:pt x="26597" y="22342"/>
                  <a:pt x="19240" y="20830"/>
                </a:cubicBezTo>
                <a:cubicBezTo>
                  <a:pt x="26098" y="18304"/>
                  <a:pt x="28675" y="13334"/>
                  <a:pt x="28675" y="9120"/>
                </a:cubicBezTo>
                <a:cubicBezTo>
                  <a:pt x="28675" y="3909"/>
                  <a:pt x="22701" y="0"/>
                  <a:pt x="15150" y="0"/>
                </a:cubicBezTo>
                <a:cubicBezTo>
                  <a:pt x="7793" y="0"/>
                  <a:pt x="2076" y="3588"/>
                  <a:pt x="2076" y="9007"/>
                </a:cubicBezTo>
                <a:cubicBezTo>
                  <a:pt x="2076" y="11259"/>
                  <a:pt x="3574" y="12466"/>
                  <a:pt x="5522" y="12466"/>
                </a:cubicBezTo>
                <a:cubicBezTo>
                  <a:pt x="7663" y="12466"/>
                  <a:pt x="8984" y="10954"/>
                  <a:pt x="8984" y="9120"/>
                </a:cubicBezTo>
                <a:cubicBezTo>
                  <a:pt x="8984" y="7174"/>
                  <a:pt x="7663" y="5662"/>
                  <a:pt x="5522" y="5534"/>
                </a:cubicBezTo>
                <a:cubicBezTo>
                  <a:pt x="7985" y="2719"/>
                  <a:pt x="12445" y="1963"/>
                  <a:pt x="15022" y="1963"/>
                </a:cubicBezTo>
                <a:cubicBezTo>
                  <a:pt x="18048" y="1963"/>
                  <a:pt x="22202" y="3458"/>
                  <a:pt x="22202" y="9120"/>
                </a:cubicBezTo>
                <a:cubicBezTo>
                  <a:pt x="22202" y="12015"/>
                  <a:pt x="21317" y="15168"/>
                  <a:pt x="19498" y="17114"/>
                </a:cubicBezTo>
                <a:cubicBezTo>
                  <a:pt x="17420" y="19623"/>
                  <a:pt x="15473" y="19816"/>
                  <a:pt x="12123" y="20074"/>
                </a:cubicBezTo>
                <a:cubicBezTo>
                  <a:pt x="10497" y="20251"/>
                  <a:pt x="10369" y="20251"/>
                  <a:pt x="10062" y="20251"/>
                </a:cubicBezTo>
                <a:cubicBezTo>
                  <a:pt x="9934" y="20251"/>
                  <a:pt x="9306" y="20379"/>
                  <a:pt x="9306" y="21135"/>
                </a:cubicBezTo>
                <a:cubicBezTo>
                  <a:pt x="9306" y="22020"/>
                  <a:pt x="9934" y="22020"/>
                  <a:pt x="11125" y="22020"/>
                </a:cubicBezTo>
                <a:lnTo>
                  <a:pt x="14716" y="22020"/>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232" name="pdf-text-273-0">
            <a:extLst xmlns:a="http://schemas.openxmlformats.org/drawingml/2006/main">
              <a:ext uri="{FF2B5EF4-FFF2-40B4-BE49-F238E27FC236}">
                <a16:creationId xmlns:a16="http://schemas.microsoft.com/office/drawing/2014/main" id="{150D30BC-34BC-4822-915E-B3E0BD8A0C63}"/>
              </a:ext>
            </a:extLst>
          </p:cNvPr>
          <p:cNvSpPr>
            <a:spLocks xmlns:a="http://schemas.openxmlformats.org/drawingml/2006/main" noGrp="1"/>
          </p:cNvSpPr>
          <p:nvPr/>
        </p:nvSpPr>
        <p:spPr>
          <a:xfrm xmlns:a="http://schemas.openxmlformats.org/drawingml/2006/main" rot="0">
            <a:off x="4868218" y="1292597"/>
            <a:ext cx="762784" cy="1289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15" b="1" i="0">
                <a:solidFill>
                  <a:srgbClr val="000000"/>
                </a:solidFill>
                <a:latin typeface="Courier New"/>
                <a:ea typeface="Courier New"/>
                <a:cs typeface="Courier New"/>
              </a:defRPr>
            </a:defPPr>
          </a:lstStyle>
          <a:p xmlns:a="http://schemas.openxmlformats.org/drawingml/2006/main">
            <a:pPr algn="l">
              <a:defRPr sz="1015" b="1" i="0">
                <a:solidFill>
                  <a:srgbClr val="000000"/>
                </a:solidFill>
                <a:latin typeface="Courier New"/>
                <a:ea typeface="Courier New"/>
                <a:cs typeface="Courier New"/>
              </a:defRPr>
            </a:pPr>
            <a:r>
              <a:rPr sz="1015" b="1" i="0">
                <a:solidFill>
                  <a:srgbClr val="000000"/>
                </a:solidFill>
                <a:latin typeface="Courier New"/>
                <a:ea typeface="Courier New"/>
                <a:cs typeface="Courier New"/>
              </a:rPr>
              <a:t>Pick(Bowl)</a:t>
            </a:r>
          </a:p>
        </p:txBody>
      </p:sp>
      <p:sp>
        <p:nvSpPr>
          <p:cNvPr id="233" name="pdf-path-654">
            <a:extLst xmlns:a="http://schemas.openxmlformats.org/drawingml/2006/main">
              <a:ext uri="{FF2B5EF4-FFF2-40B4-BE49-F238E27FC236}">
                <a16:creationId xmlns:a16="http://schemas.microsoft.com/office/drawing/2014/main" id="{E2CA342E-B4A5-4CAD-9133-296486247B76}"/>
              </a:ext>
            </a:extLst>
          </p:cNvPr>
          <p:cNvSpPr>
            <a:spLocks xmlns:a="http://schemas.openxmlformats.org/drawingml/2006/main" noGrp="1"/>
          </p:cNvSpPr>
          <p:nvPr/>
        </p:nvSpPr>
        <p:spPr>
          <a:xfrm xmlns:a="http://schemas.openxmlformats.org/drawingml/2006/main" rot="0">
            <a:off x="5097925" y="1618124"/>
            <a:ext cx="241766" cy="45036"/>
          </a:xfrm>
          <a:custGeom xmlns:a="http://schemas.openxmlformats.org/drawingml/2006/main">
            <a:pathLst>
              <a:path w="241766" h="45036">
                <a:moveTo>
                  <a:pt x="0" y="45036"/>
                </a:moveTo>
                <a:cubicBezTo>
                  <a:pt x="0" y="45036"/>
                  <a:pt x="81388" y="0"/>
                  <a:pt x="125906" y="579"/>
                </a:cubicBezTo>
                <a:cubicBezTo>
                  <a:pt x="167301" y="1142"/>
                  <a:pt x="241766" y="45036"/>
                  <a:pt x="241766" y="45036"/>
                </a:cubicBezTo>
              </a:path>
            </a:pathLst>
          </a:custGeom>
          <a:noFill xmlns:a="http://schemas.openxmlformats.org/drawingml/2006/main"/>
          <a:ln xmlns:a="http://schemas.openxmlformats.org/drawingml/2006/main" w="21453">
            <a:solidFill>
              <a:srgbClr val="000000"/>
            </a:solidFill>
            <a:prstDash val="solid"/>
          </a:ln>
        </p:spPr>
      </p:sp>
      <p:sp>
        <p:nvSpPr>
          <p:cNvPr id="234" name="pdf-path-655">
            <a:extLst xmlns:a="http://schemas.openxmlformats.org/drawingml/2006/main">
              <a:ext uri="{FF2B5EF4-FFF2-40B4-BE49-F238E27FC236}">
                <a16:creationId xmlns:a16="http://schemas.microsoft.com/office/drawing/2014/main" id="{40BEF206-698F-4C29-81F1-A45AE188B4FA}"/>
              </a:ext>
            </a:extLst>
          </p:cNvPr>
          <p:cNvSpPr>
            <a:spLocks xmlns:a="http://schemas.openxmlformats.org/drawingml/2006/main" noGrp="1"/>
          </p:cNvSpPr>
          <p:nvPr/>
        </p:nvSpPr>
        <p:spPr>
          <a:xfrm xmlns:a="http://schemas.openxmlformats.org/drawingml/2006/main" rot="0">
            <a:off x="5308735" y="1627946"/>
            <a:ext cx="62202" cy="53573"/>
          </a:xfrm>
          <a:custGeom xmlns:a="http://schemas.openxmlformats.org/drawingml/2006/main">
            <a:pathLst>
              <a:path w="62202" h="53573">
                <a:moveTo>
                  <a:pt x="62202" y="53573"/>
                </a:moveTo>
                <a:cubicBezTo>
                  <a:pt x="43530" y="49617"/>
                  <a:pt x="16545" y="47723"/>
                  <a:pt x="0" y="52001"/>
                </a:cubicBezTo>
                <a:cubicBezTo>
                  <a:pt x="0" y="52001"/>
                  <a:pt x="12263" y="31194"/>
                  <a:pt x="25731" y="32128"/>
                </a:cubicBezTo>
                <a:cubicBezTo>
                  <a:pt x="18439" y="20807"/>
                  <a:pt x="30701" y="0"/>
                  <a:pt x="30701" y="0"/>
                </a:cubicBezTo>
                <a:cubicBezTo>
                  <a:pt x="34975" y="16545"/>
                  <a:pt x="49626" y="39182"/>
                  <a:pt x="62202" y="53573"/>
                </a:cubicBezTo>
              </a:path>
            </a:pathLst>
          </a:custGeom>
          <a:solidFill xmlns:a="http://schemas.openxmlformats.org/drawingml/2006/main">
            <a:srgbClr val="000000"/>
          </a:solidFill>
          <a:ln xmlns:a="http://schemas.openxmlformats.org/drawingml/2006/main" w="12319">
            <a:solidFill>
              <a:srgbClr val="000000"/>
            </a:solidFill>
            <a:prstDash val="solid"/>
          </a:ln>
        </p:spPr>
      </p:sp>
      <p:sp>
        <p:nvSpPr>
          <p:cNvPr id="235" name="pdf-text-274-0">
            <a:extLst xmlns:a="http://schemas.openxmlformats.org/drawingml/2006/main">
              <a:ext uri="{FF2B5EF4-FFF2-40B4-BE49-F238E27FC236}">
                <a16:creationId xmlns:a16="http://schemas.microsoft.com/office/drawing/2014/main" id="{A3534FC5-FA37-4928-8755-C9E0DDA40F8A}"/>
              </a:ext>
            </a:extLst>
          </p:cNvPr>
          <p:cNvSpPr>
            <a:spLocks xmlns:a="http://schemas.openxmlformats.org/drawingml/2006/main" noGrp="1"/>
          </p:cNvSpPr>
          <p:nvPr/>
        </p:nvSpPr>
        <p:spPr>
          <a:xfrm xmlns:a="http://schemas.openxmlformats.org/drawingml/2006/main" rot="0">
            <a:off x="5041901" y="1684664"/>
            <a:ext cx="390474" cy="9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758" b="1" i="0">
                <a:solidFill>
                  <a:srgbClr val="008000"/>
                </a:solidFill>
                <a:latin typeface="Arial"/>
                <a:ea typeface="Arial"/>
                <a:cs typeface="Arial"/>
              </a:defRPr>
            </a:defPPr>
          </a:lstStyle>
          <a:p xmlns:a="http://schemas.openxmlformats.org/drawingml/2006/main">
            <a:pPr algn="l">
              <a:defRPr sz="758" b="1" i="0">
                <a:solidFill>
                  <a:srgbClr val="008000"/>
                </a:solidFill>
                <a:latin typeface="Arial"/>
                <a:ea typeface="Arial"/>
                <a:cs typeface="Arial"/>
              </a:defRPr>
            </a:pPr>
            <a:r>
              <a:rPr sz="758" b="1" i="0">
                <a:solidFill>
                  <a:srgbClr val="008000"/>
                </a:solidFill>
                <a:latin typeface="Arial"/>
                <a:ea typeface="Arial"/>
                <a:cs typeface="Arial"/>
              </a:rPr>
              <a:t>Success</a:t>
            </a:r>
          </a:p>
        </p:txBody>
      </p:sp>
      <p:pic>
        <p:nvPicPr>
          <p:cNvPr id="236" name="">
            <a:extLst xmlns:a="http://schemas.openxmlformats.org/drawingml/2006/main">
              <a:ext uri="{FF2B5EF4-FFF2-40B4-BE49-F238E27FC236}">
                <a16:creationId xmlns:a16="http://schemas.microsoft.com/office/drawing/2014/main" id="{6238CBCD-8D6A-4D70-BA32-A2E6DC2EA2F0}"/>
              </a:ext>
            </a:extLst>
          </p:cNvPr>
          <p:cNvPicPr>
            <a:picLocks xmlns:a="http://schemas.openxmlformats.org/drawingml/2006/main" noChangeAspect="1"/>
          </p:cNvPicPr>
          <p:nvPr/>
        </p:nvPicPr>
        <p:blipFill>
          <a:blip xmlns:r="http://schemas.openxmlformats.org/officeDocument/2006/relationships" xmlns:a="http://schemas.openxmlformats.org/drawingml/2006/main" r:embed="R5f82fabb67424f6f"/>
          <a:srcRect xmlns:a="http://schemas.openxmlformats.org/drawingml/2006/main" l="0" t="53" r="0" b="53"/>
          <a:stretch xmlns:a="http://schemas.openxmlformats.org/drawingml/2006/main">
            <a:fillRect l="0" t="0" r="0" b="0"/>
          </a:stretch>
        </p:blipFill>
        <p:spPr>
          <a:xfrm xmlns:a="http://schemas.openxmlformats.org/drawingml/2006/main">
            <a:off x="4513852" y="1454609"/>
            <a:ext cx="483533" cy="483018"/>
          </a:xfrm>
          <a:prstGeom xmlns:a="http://schemas.openxmlformats.org/drawingml/2006/main" prst="rect">
            <a:avLst/>
          </a:prstGeom>
        </p:spPr>
      </p:pic>
      <p:sp>
        <p:nvSpPr>
          <p:cNvPr id="237" name="pdf-raster-8">
            <a:extLst xmlns:a="http://schemas.openxmlformats.org/drawingml/2006/main">
              <a:ext uri="{FF2B5EF4-FFF2-40B4-BE49-F238E27FC236}">
                <a16:creationId xmlns:a16="http://schemas.microsoft.com/office/drawing/2014/main" id="{73A7AF39-F799-40BE-88BA-A0CD22E86523}"/>
              </a:ext>
            </a:extLst>
          </p:cNvPr>
          <p:cNvSpPr>
            <a:spLocks xmlns:a="http://schemas.openxmlformats.org/drawingml/2006/main" noGrp="1"/>
          </p:cNvSpPr>
          <p:nvPr/>
        </p:nvSpPr>
        <p:spPr>
          <a:xfrm xmlns:a="http://schemas.openxmlformats.org/drawingml/2006/main" rot="0">
            <a:off x="4513852" y="1454609"/>
            <a:ext cx="483533" cy="483018"/>
          </a:xfrm>
          <a:prstGeom xmlns:a="http://schemas.openxmlformats.org/drawingml/2006/main" prst="rect">
            <a:avLst/>
          </a:prstGeom>
          <a:noFill xmlns:a="http://schemas.openxmlformats.org/drawingml/2006/main"/>
          <a:ln xmlns:a="http://schemas.openxmlformats.org/drawingml/2006/main" w="0">
            <a:noFill/>
          </a:ln>
        </p:spPr>
      </p:sp>
      <p:sp>
        <p:nvSpPr>
          <p:cNvPr id="238" name="pdf-path-659">
            <a:extLst xmlns:a="http://schemas.openxmlformats.org/drawingml/2006/main">
              <a:ext uri="{FF2B5EF4-FFF2-40B4-BE49-F238E27FC236}">
                <a16:creationId xmlns:a16="http://schemas.microsoft.com/office/drawing/2014/main" id="{95310404-9047-4423-ACFB-CE01EC5E6FC0}"/>
              </a:ext>
            </a:extLst>
          </p:cNvPr>
          <p:cNvSpPr>
            <a:spLocks xmlns:a="http://schemas.openxmlformats.org/drawingml/2006/main" noGrp="1"/>
          </p:cNvSpPr>
          <p:nvPr/>
        </p:nvSpPr>
        <p:spPr>
          <a:xfrm xmlns:a="http://schemas.openxmlformats.org/drawingml/2006/main" rot="0">
            <a:off x="4513844" y="1454609"/>
            <a:ext cx="483516" cy="483018"/>
          </a:xfrm>
          <a:custGeom xmlns:a="http://schemas.openxmlformats.org/drawingml/2006/main">
            <a:pathLst>
              <a:path w="483516" h="483018">
                <a:moveTo>
                  <a:pt x="0" y="0"/>
                </a:moveTo>
                <a:lnTo>
                  <a:pt x="483516" y="0"/>
                </a:lnTo>
                <a:lnTo>
                  <a:pt x="483516" y="483018"/>
                </a:lnTo>
                <a:lnTo>
                  <a:pt x="0" y="483018"/>
                </a:lnTo>
                <a:close/>
              </a:path>
            </a:pathLst>
          </a:custGeom>
          <a:noFill xmlns:a="http://schemas.openxmlformats.org/drawingml/2006/main"/>
          <a:ln xmlns:a="http://schemas.openxmlformats.org/drawingml/2006/main" w="14302">
            <a:solidFill>
              <a:srgbClr val="020202"/>
            </a:solidFill>
            <a:prstDash val="solid"/>
          </a:ln>
        </p:spPr>
      </p:sp>
      <p:pic>
        <p:nvPicPr>
          <p:cNvPr id="239" name="">
            <a:extLst xmlns:a="http://schemas.openxmlformats.org/drawingml/2006/main">
              <a:ext uri="{FF2B5EF4-FFF2-40B4-BE49-F238E27FC236}">
                <a16:creationId xmlns:a16="http://schemas.microsoft.com/office/drawing/2014/main" id="{1F084D89-F7F3-4AD0-9B60-E1F1923058BC}"/>
              </a:ext>
            </a:extLst>
          </p:cNvPr>
          <p:cNvPicPr>
            <a:picLocks xmlns:a="http://schemas.openxmlformats.org/drawingml/2006/main" noChangeAspect="1"/>
          </p:cNvPicPr>
          <p:nvPr/>
        </p:nvPicPr>
        <p:blipFill>
          <a:blip xmlns:r="http://schemas.openxmlformats.org/officeDocument/2006/relationships" xmlns:a="http://schemas.openxmlformats.org/drawingml/2006/main" r:embed="R2831991c30ab4df1"/>
          <a:srcRect xmlns:a="http://schemas.openxmlformats.org/drawingml/2006/main" l="0" t="53" r="0" b="53"/>
          <a:stretch xmlns:a="http://schemas.openxmlformats.org/drawingml/2006/main">
            <a:fillRect l="0" t="0" r="0" b="0"/>
          </a:stretch>
        </p:blipFill>
        <p:spPr>
          <a:xfrm xmlns:a="http://schemas.openxmlformats.org/drawingml/2006/main">
            <a:off x="5476437" y="1454609"/>
            <a:ext cx="483533" cy="483018"/>
          </a:xfrm>
          <a:prstGeom xmlns:a="http://schemas.openxmlformats.org/drawingml/2006/main" prst="rect">
            <a:avLst/>
          </a:prstGeom>
        </p:spPr>
      </p:pic>
      <p:sp>
        <p:nvSpPr>
          <p:cNvPr id="240" name="pdf-raster-9">
            <a:extLst xmlns:a="http://schemas.openxmlformats.org/drawingml/2006/main">
              <a:ext uri="{FF2B5EF4-FFF2-40B4-BE49-F238E27FC236}">
                <a16:creationId xmlns:a16="http://schemas.microsoft.com/office/drawing/2014/main" id="{93105C3D-2092-4063-AF4A-C348D28CD435}"/>
              </a:ext>
            </a:extLst>
          </p:cNvPr>
          <p:cNvSpPr>
            <a:spLocks xmlns:a="http://schemas.openxmlformats.org/drawingml/2006/main" noGrp="1"/>
          </p:cNvSpPr>
          <p:nvPr/>
        </p:nvSpPr>
        <p:spPr>
          <a:xfrm xmlns:a="http://schemas.openxmlformats.org/drawingml/2006/main" rot="0">
            <a:off x="5476437" y="1454609"/>
            <a:ext cx="483533" cy="483018"/>
          </a:xfrm>
          <a:prstGeom xmlns:a="http://schemas.openxmlformats.org/drawingml/2006/main" prst="rect">
            <a:avLst/>
          </a:prstGeom>
          <a:noFill xmlns:a="http://schemas.openxmlformats.org/drawingml/2006/main"/>
          <a:ln xmlns:a="http://schemas.openxmlformats.org/drawingml/2006/main" w="0">
            <a:noFill/>
          </a:ln>
        </p:spPr>
      </p:sp>
      <p:sp>
        <p:nvSpPr>
          <p:cNvPr id="241" name="pdf-path-661">
            <a:extLst xmlns:a="http://schemas.openxmlformats.org/drawingml/2006/main">
              <a:ext uri="{FF2B5EF4-FFF2-40B4-BE49-F238E27FC236}">
                <a16:creationId xmlns:a16="http://schemas.microsoft.com/office/drawing/2014/main" id="{F90D142D-D22D-49A3-8E59-15AB5D2297E7}"/>
              </a:ext>
            </a:extLst>
          </p:cNvPr>
          <p:cNvSpPr>
            <a:spLocks xmlns:a="http://schemas.openxmlformats.org/drawingml/2006/main" noGrp="1"/>
          </p:cNvSpPr>
          <p:nvPr/>
        </p:nvSpPr>
        <p:spPr>
          <a:xfrm xmlns:a="http://schemas.openxmlformats.org/drawingml/2006/main" rot="0">
            <a:off x="5476417" y="1454609"/>
            <a:ext cx="483517" cy="483018"/>
          </a:xfrm>
          <a:custGeom xmlns:a="http://schemas.openxmlformats.org/drawingml/2006/main">
            <a:pathLst>
              <a:path w="483517" h="483018">
                <a:moveTo>
                  <a:pt x="0" y="0"/>
                </a:moveTo>
                <a:lnTo>
                  <a:pt x="483517" y="0"/>
                </a:lnTo>
                <a:lnTo>
                  <a:pt x="483517" y="483018"/>
                </a:lnTo>
                <a:lnTo>
                  <a:pt x="0" y="483018"/>
                </a:lnTo>
                <a:close/>
              </a:path>
            </a:pathLst>
          </a:custGeom>
          <a:noFill xmlns:a="http://schemas.openxmlformats.org/drawingml/2006/main"/>
          <a:ln xmlns:a="http://schemas.openxmlformats.org/drawingml/2006/main" w="14302">
            <a:solidFill>
              <a:srgbClr val="020202"/>
            </a:solidFill>
            <a:prstDash val="solid"/>
          </a:ln>
        </p:spPr>
      </p:sp>
      <p:sp>
        <p:nvSpPr>
          <p:cNvPr id="242" name="pdf-path-662">
            <a:extLst xmlns:a="http://schemas.openxmlformats.org/drawingml/2006/main">
              <a:ext uri="{FF2B5EF4-FFF2-40B4-BE49-F238E27FC236}">
                <a16:creationId xmlns:a16="http://schemas.microsoft.com/office/drawing/2014/main" id="{FCDE57DD-3580-45F0-85C8-0A28926B530E}"/>
              </a:ext>
            </a:extLst>
          </p:cNvPr>
          <p:cNvSpPr>
            <a:spLocks xmlns:a="http://schemas.openxmlformats.org/drawingml/2006/main" noGrp="1"/>
          </p:cNvSpPr>
          <p:nvPr/>
        </p:nvSpPr>
        <p:spPr>
          <a:xfrm xmlns:a="http://schemas.openxmlformats.org/drawingml/2006/main" rot="0">
            <a:off x="3269316" y="283352"/>
            <a:ext cx="3956912" cy="210947"/>
          </a:xfrm>
          <a:custGeom xmlns:a="http://schemas.openxmlformats.org/drawingml/2006/main">
            <a:pathLst>
              <a:path w="3956912" h="210947">
                <a:moveTo>
                  <a:pt x="3956912" y="210947"/>
                </a:moveTo>
                <a:lnTo>
                  <a:pt x="3956912" y="73839"/>
                </a:lnTo>
                <a:cubicBezTo>
                  <a:pt x="3956912" y="33085"/>
                  <a:pt x="3918914" y="0"/>
                  <a:pt x="3872062" y="0"/>
                </a:cubicBezTo>
                <a:lnTo>
                  <a:pt x="84770" y="0"/>
                </a:lnTo>
                <a:cubicBezTo>
                  <a:pt x="37917" y="0"/>
                  <a:pt x="0" y="33085"/>
                  <a:pt x="0" y="73839"/>
                </a:cubicBezTo>
                <a:lnTo>
                  <a:pt x="0" y="210947"/>
                </a:lnTo>
              </a:path>
            </a:pathLst>
          </a:custGeom>
          <a:noFill xmlns:a="http://schemas.openxmlformats.org/drawingml/2006/main"/>
          <a:ln xmlns:a="http://schemas.openxmlformats.org/drawingml/2006/main" w="128987">
            <a:solidFill>
              <a:srgbClr val="2E8B57"/>
            </a:solidFill>
            <a:prstDash val="solid"/>
          </a:ln>
        </p:spPr>
      </p:sp>
      <p:sp>
        <p:nvSpPr>
          <p:cNvPr id="243" name="pdf-path-663">
            <a:extLst xmlns:a="http://schemas.openxmlformats.org/drawingml/2006/main">
              <a:ext uri="{FF2B5EF4-FFF2-40B4-BE49-F238E27FC236}">
                <a16:creationId xmlns:a16="http://schemas.microsoft.com/office/drawing/2014/main" id="{7DCD0162-3A2B-4BC2-867A-71C8FEFC952D}"/>
              </a:ext>
            </a:extLst>
          </p:cNvPr>
          <p:cNvSpPr>
            <a:spLocks xmlns:a="http://schemas.openxmlformats.org/drawingml/2006/main" noGrp="1"/>
          </p:cNvSpPr>
          <p:nvPr/>
        </p:nvSpPr>
        <p:spPr>
          <a:xfrm xmlns:a="http://schemas.openxmlformats.org/drawingml/2006/main" rot="0">
            <a:off x="3178429" y="467002"/>
            <a:ext cx="181695" cy="82080"/>
          </a:xfrm>
          <a:custGeom xmlns:a="http://schemas.openxmlformats.org/drawingml/2006/main">
            <a:pathLst>
              <a:path w="181695" h="82080">
                <a:moveTo>
                  <a:pt x="90887" y="82080"/>
                </a:moveTo>
                <a:lnTo>
                  <a:pt x="0" y="0"/>
                </a:lnTo>
                <a:lnTo>
                  <a:pt x="181695" y="0"/>
                </a:lnTo>
                <a:lnTo>
                  <a:pt x="90887" y="82080"/>
                </a:lnTo>
              </a:path>
            </a:pathLst>
          </a:custGeom>
          <a:solidFill xmlns:a="http://schemas.openxmlformats.org/drawingml/2006/main">
            <a:srgbClr val="2E8B57"/>
          </a:solidFill>
          <a:ln xmlns:a="http://schemas.openxmlformats.org/drawingml/2006/main" w="42996">
            <a:solidFill>
              <a:srgbClr val="2E8B57"/>
            </a:solidFill>
            <a:prstDash val="solid"/>
          </a:ln>
        </p:spPr>
      </p:sp>
      <p:sp>
        <p:nvSpPr>
          <p:cNvPr id="244" name="pdf-path-665">
            <a:extLst xmlns:a="http://schemas.openxmlformats.org/drawingml/2006/main">
              <a:ext uri="{FF2B5EF4-FFF2-40B4-BE49-F238E27FC236}">
                <a16:creationId xmlns:a16="http://schemas.microsoft.com/office/drawing/2014/main" id="{170FAE03-AB86-4008-8D42-4CBCE9811926}"/>
              </a:ext>
            </a:extLst>
          </p:cNvPr>
          <p:cNvSpPr>
            <a:spLocks xmlns:a="http://schemas.openxmlformats.org/drawingml/2006/main" noGrp="1"/>
          </p:cNvSpPr>
          <p:nvPr/>
        </p:nvSpPr>
        <p:spPr>
          <a:xfrm xmlns:a="http://schemas.openxmlformats.org/drawingml/2006/main" rot="0">
            <a:off x="7221946" y="3612087"/>
            <a:ext cx="95" cy="193207"/>
          </a:xfrm>
          <a:custGeom xmlns:a="http://schemas.openxmlformats.org/drawingml/2006/main">
            <a:pathLst>
              <a:path w="95" h="193207">
                <a:moveTo>
                  <a:pt x="0" y="0"/>
                </a:moveTo>
                <a:lnTo>
                  <a:pt x="0" y="193207"/>
                </a:lnTo>
              </a:path>
            </a:pathLst>
          </a:custGeom>
          <a:noFill xmlns:a="http://schemas.openxmlformats.org/drawingml/2006/main"/>
          <a:ln xmlns:a="http://schemas.openxmlformats.org/drawingml/2006/main" w="15732">
            <a:solidFill>
              <a:srgbClr val="4A5568"/>
            </a:solidFill>
            <a:prstDash val="solid"/>
          </a:ln>
        </p:spPr>
      </p:sp>
      <p:pic>
        <p:nvPicPr>
          <p:cNvPr id="245" name="">
            <a:extLst xmlns:a="http://schemas.openxmlformats.org/drawingml/2006/main">
              <a:ext uri="{FF2B5EF4-FFF2-40B4-BE49-F238E27FC236}">
                <a16:creationId xmlns:a16="http://schemas.microsoft.com/office/drawing/2014/main" id="{1EE230D7-965B-4921-92A3-55E1D89A1636}"/>
              </a:ext>
            </a:extLst>
          </p:cNvPr>
          <p:cNvPicPr>
            <a:picLocks xmlns:a="http://schemas.openxmlformats.org/drawingml/2006/main" noChangeAspect="1"/>
          </p:cNvPicPr>
          <p:nvPr/>
        </p:nvPicPr>
        <p:blipFill>
          <a:blip xmlns:r="http://schemas.openxmlformats.org/officeDocument/2006/relationships" xmlns:a="http://schemas.openxmlformats.org/drawingml/2006/main" r:embed="R2f4244d9d11747c7"/>
          <a:srcRect xmlns:a="http://schemas.openxmlformats.org/drawingml/2006/main" l="0" t="53" r="0" b="53"/>
          <a:stretch xmlns:a="http://schemas.openxmlformats.org/drawingml/2006/main">
            <a:fillRect l="0" t="0" r="0" b="0"/>
          </a:stretch>
        </p:blipFill>
        <p:spPr>
          <a:xfrm xmlns:a="http://schemas.openxmlformats.org/drawingml/2006/main">
            <a:off x="7590630" y="2853347"/>
            <a:ext cx="322355" cy="322012"/>
          </a:xfrm>
          <a:prstGeom xmlns:a="http://schemas.openxmlformats.org/drawingml/2006/main" prst="rect">
            <a:avLst/>
          </a:prstGeom>
        </p:spPr>
      </p:pic>
      <p:sp>
        <p:nvSpPr>
          <p:cNvPr id="246" name="pdf-raster-10">
            <a:extLst xmlns:a="http://schemas.openxmlformats.org/drawingml/2006/main">
              <a:ext uri="{FF2B5EF4-FFF2-40B4-BE49-F238E27FC236}">
                <a16:creationId xmlns:a16="http://schemas.microsoft.com/office/drawing/2014/main" id="{FBCC9838-E999-4AEE-8170-BBE498BDE959}"/>
              </a:ext>
            </a:extLst>
          </p:cNvPr>
          <p:cNvSpPr>
            <a:spLocks xmlns:a="http://schemas.openxmlformats.org/drawingml/2006/main" noGrp="1"/>
          </p:cNvSpPr>
          <p:nvPr/>
        </p:nvSpPr>
        <p:spPr>
          <a:xfrm xmlns:a="http://schemas.openxmlformats.org/drawingml/2006/main" rot="0">
            <a:off x="7590630" y="2853347"/>
            <a:ext cx="322355" cy="322012"/>
          </a:xfrm>
          <a:prstGeom xmlns:a="http://schemas.openxmlformats.org/drawingml/2006/main" prst="rect">
            <a:avLst/>
          </a:prstGeom>
          <a:noFill xmlns:a="http://schemas.openxmlformats.org/drawingml/2006/main"/>
          <a:ln xmlns:a="http://schemas.openxmlformats.org/drawingml/2006/main" w="0">
            <a:noFill/>
          </a:ln>
        </p:spPr>
      </p:sp>
      <p:sp>
        <p:nvSpPr>
          <p:cNvPr id="247" name="pdf-path-667">
            <a:extLst xmlns:a="http://schemas.openxmlformats.org/drawingml/2006/main">
              <a:ext uri="{FF2B5EF4-FFF2-40B4-BE49-F238E27FC236}">
                <a16:creationId xmlns:a16="http://schemas.microsoft.com/office/drawing/2014/main" id="{ED337E28-AB48-47A1-8321-4EB7CFA0092F}"/>
              </a:ext>
            </a:extLst>
          </p:cNvPr>
          <p:cNvSpPr>
            <a:spLocks xmlns:a="http://schemas.openxmlformats.org/drawingml/2006/main" noGrp="1"/>
          </p:cNvSpPr>
          <p:nvPr/>
        </p:nvSpPr>
        <p:spPr>
          <a:xfrm xmlns:a="http://schemas.openxmlformats.org/drawingml/2006/main" rot="0">
            <a:off x="7590616" y="2853350"/>
            <a:ext cx="322334" cy="322011"/>
          </a:xfrm>
          <a:custGeom xmlns:a="http://schemas.openxmlformats.org/drawingml/2006/main">
            <a:pathLst>
              <a:path w="322334" h="322011">
                <a:moveTo>
                  <a:pt x="0" y="0"/>
                </a:moveTo>
                <a:lnTo>
                  <a:pt x="322334" y="0"/>
                </a:lnTo>
                <a:lnTo>
                  <a:pt x="322334" y="322011"/>
                </a:lnTo>
                <a:lnTo>
                  <a:pt x="0" y="322011"/>
                </a:lnTo>
                <a:close/>
              </a:path>
            </a:pathLst>
          </a:custGeom>
          <a:noFill xmlns:a="http://schemas.openxmlformats.org/drawingml/2006/main"/>
          <a:ln xmlns:a="http://schemas.openxmlformats.org/drawingml/2006/main" w="7151">
            <a:solidFill>
              <a:srgbClr val="020202"/>
            </a:solidFill>
            <a:prstDash val="solid"/>
          </a:ln>
        </p:spPr>
      </p:sp>
      <p:sp>
        <p:nvSpPr>
          <p:cNvPr id="248" name="pdf-path-669">
            <a:extLst xmlns:a="http://schemas.openxmlformats.org/drawingml/2006/main">
              <a:ext uri="{FF2B5EF4-FFF2-40B4-BE49-F238E27FC236}">
                <a16:creationId xmlns:a16="http://schemas.microsoft.com/office/drawing/2014/main" id="{28A58AA3-D20E-40EF-85C9-6FAADF5ED1A3}"/>
              </a:ext>
            </a:extLst>
          </p:cNvPr>
          <p:cNvSpPr>
            <a:spLocks xmlns:a="http://schemas.openxmlformats.org/drawingml/2006/main" noGrp="1"/>
          </p:cNvSpPr>
          <p:nvPr/>
        </p:nvSpPr>
        <p:spPr>
          <a:xfrm xmlns:a="http://schemas.openxmlformats.org/drawingml/2006/main" rot="0">
            <a:off x="7286412" y="1340087"/>
            <a:ext cx="725282" cy="724526"/>
          </a:xfrm>
          <a:custGeom xmlns:a="http://schemas.openxmlformats.org/drawingml/2006/main">
            <a:pathLst>
              <a:path w="725282" h="724526">
                <a:moveTo>
                  <a:pt x="0" y="0"/>
                </a:moveTo>
                <a:lnTo>
                  <a:pt x="725282" y="0"/>
                </a:lnTo>
                <a:lnTo>
                  <a:pt x="725282" y="724526"/>
                </a:lnTo>
                <a:lnTo>
                  <a:pt x="0" y="724526"/>
                </a:lnTo>
                <a:close/>
              </a:path>
            </a:pathLst>
          </a:custGeom>
          <a:noFill xmlns:a="http://schemas.openxmlformats.org/drawingml/2006/main"/>
          <a:ln xmlns:a="http://schemas.openxmlformats.org/drawingml/2006/main" w="21453">
            <a:solidFill>
              <a:srgbClr val="000000"/>
            </a:solidFill>
            <a:prstDash val="solid"/>
          </a:ln>
        </p:spPr>
      </p:sp>
      <p:pic>
        <p:nvPicPr>
          <p:cNvPr id="249" name="">
            <a:extLst xmlns:a="http://schemas.openxmlformats.org/drawingml/2006/main">
              <a:ext uri="{FF2B5EF4-FFF2-40B4-BE49-F238E27FC236}">
                <a16:creationId xmlns:a16="http://schemas.microsoft.com/office/drawing/2014/main" id="{EB027F4C-B8B2-416D-A39C-2B4963D99D5F}"/>
              </a:ext>
            </a:extLst>
          </p:cNvPr>
          <p:cNvPicPr>
            <a:picLocks xmlns:a="http://schemas.openxmlformats.org/drawingml/2006/main" noChangeAspect="1"/>
          </p:cNvPicPr>
          <p:nvPr/>
        </p:nvPicPr>
        <p:blipFill>
          <a:blip xmlns:r="http://schemas.openxmlformats.org/officeDocument/2006/relationships" xmlns:a="http://schemas.openxmlformats.org/drawingml/2006/main" r:embed="R43b5ad6c20714e3e"/>
          <a:srcRect xmlns:a="http://schemas.openxmlformats.org/drawingml/2006/main" l="588" t="0" r="588" b="0"/>
          <a:stretch xmlns:a="http://schemas.openxmlformats.org/drawingml/2006/main">
            <a:fillRect l="0" t="0" r="0" b="0"/>
          </a:stretch>
        </p:blipFill>
        <p:spPr>
          <a:xfrm xmlns:a="http://schemas.openxmlformats.org/drawingml/2006/main">
            <a:off x="7286408" y="1340079"/>
            <a:ext cx="725299" cy="724527"/>
          </a:xfrm>
          <a:prstGeom xmlns:a="http://schemas.openxmlformats.org/drawingml/2006/main" prst="rect">
            <a:avLst/>
          </a:prstGeom>
        </p:spPr>
      </p:pic>
      <p:sp>
        <p:nvSpPr>
          <p:cNvPr id="250" name="pdf-raster-11">
            <a:extLst xmlns:a="http://schemas.openxmlformats.org/drawingml/2006/main">
              <a:ext uri="{FF2B5EF4-FFF2-40B4-BE49-F238E27FC236}">
                <a16:creationId xmlns:a16="http://schemas.microsoft.com/office/drawing/2014/main" id="{C99B87ED-FB9D-4341-B48D-CCDD80FF73D2}"/>
              </a:ext>
            </a:extLst>
          </p:cNvPr>
          <p:cNvSpPr>
            <a:spLocks xmlns:a="http://schemas.openxmlformats.org/drawingml/2006/main" noGrp="1"/>
          </p:cNvSpPr>
          <p:nvPr/>
        </p:nvSpPr>
        <p:spPr>
          <a:xfrm xmlns:a="http://schemas.openxmlformats.org/drawingml/2006/main" rot="0">
            <a:off x="7286408" y="1340079"/>
            <a:ext cx="725299" cy="724527"/>
          </a:xfrm>
          <a:prstGeom xmlns:a="http://schemas.openxmlformats.org/drawingml/2006/main" prst="rect">
            <a:avLst/>
          </a:prstGeom>
          <a:noFill xmlns:a="http://schemas.openxmlformats.org/drawingml/2006/main"/>
          <a:ln xmlns:a="http://schemas.openxmlformats.org/drawingml/2006/main" w="0">
            <a:noFill/>
          </a:ln>
        </p:spPr>
      </p:sp>
      <p:sp>
        <p:nvSpPr>
          <p:cNvPr id="251" name="pdf-path-671">
            <a:extLst xmlns:a="http://schemas.openxmlformats.org/drawingml/2006/main">
              <a:ext uri="{FF2B5EF4-FFF2-40B4-BE49-F238E27FC236}">
                <a16:creationId xmlns:a16="http://schemas.microsoft.com/office/drawing/2014/main" id="{AEF3A6BF-7E00-4490-8704-D60E39759B2D}"/>
              </a:ext>
            </a:extLst>
          </p:cNvPr>
          <p:cNvSpPr>
            <a:spLocks xmlns:a="http://schemas.openxmlformats.org/drawingml/2006/main" noGrp="1"/>
          </p:cNvSpPr>
          <p:nvPr/>
        </p:nvSpPr>
        <p:spPr>
          <a:xfrm xmlns:a="http://schemas.openxmlformats.org/drawingml/2006/main" rot="0">
            <a:off x="9201995" y="3064667"/>
            <a:ext cx="1271770" cy="456092"/>
          </a:xfrm>
          <a:custGeom xmlns:a="http://schemas.openxmlformats.org/drawingml/2006/main">
            <a:pathLst>
              <a:path w="1271770" h="456092">
                <a:moveTo>
                  <a:pt x="48366" y="0"/>
                </a:moveTo>
                <a:lnTo>
                  <a:pt x="1223403" y="0"/>
                </a:lnTo>
                <a:cubicBezTo>
                  <a:pt x="1250195" y="0"/>
                  <a:pt x="1271770" y="21569"/>
                  <a:pt x="1271770" y="48302"/>
                </a:cubicBezTo>
                <a:lnTo>
                  <a:pt x="1271770" y="407790"/>
                </a:lnTo>
                <a:cubicBezTo>
                  <a:pt x="1271770" y="434587"/>
                  <a:pt x="1250195" y="456092"/>
                  <a:pt x="1223403" y="456092"/>
                </a:cubicBezTo>
                <a:lnTo>
                  <a:pt x="48366" y="456092"/>
                </a:lnTo>
                <a:cubicBezTo>
                  <a:pt x="21574" y="456092"/>
                  <a:pt x="0" y="434587"/>
                  <a:pt x="0" y="407790"/>
                </a:cubicBezTo>
                <a:lnTo>
                  <a:pt x="0" y="48302"/>
                </a:lnTo>
                <a:cubicBezTo>
                  <a:pt x="0" y="21569"/>
                  <a:pt x="21574" y="0"/>
                  <a:pt x="48366" y="0"/>
                </a:cubicBezTo>
              </a:path>
            </a:pathLst>
          </a:custGeom>
          <a:solidFill xmlns:a="http://schemas.openxmlformats.org/drawingml/2006/main">
            <a:srgbClr val="FFFFFF"/>
          </a:solidFill>
          <a:ln xmlns:a="http://schemas.openxmlformats.org/drawingml/2006/main" w="5721">
            <a:solidFill>
              <a:srgbClr val="CBD5E1"/>
            </a:solidFill>
            <a:prstDash val="solid"/>
          </a:ln>
        </p:spPr>
      </p:sp>
      <p:sp>
        <p:nvSpPr>
          <p:cNvPr id="252" name="pdf-text-275-0">
            <a:extLst xmlns:a="http://schemas.openxmlformats.org/drawingml/2006/main">
              <a:ext uri="{FF2B5EF4-FFF2-40B4-BE49-F238E27FC236}">
                <a16:creationId xmlns:a16="http://schemas.microsoft.com/office/drawing/2014/main" id="{0160E418-4BD5-45C1-9F0F-827C9013C6AE}"/>
              </a:ext>
            </a:extLst>
          </p:cNvPr>
          <p:cNvSpPr>
            <a:spLocks xmlns:a="http://schemas.openxmlformats.org/drawingml/2006/main" noGrp="1"/>
          </p:cNvSpPr>
          <p:nvPr/>
        </p:nvSpPr>
        <p:spPr>
          <a:xfrm xmlns:a="http://schemas.openxmlformats.org/drawingml/2006/main" rot="0">
            <a:off x="9252594" y="3091203"/>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a:t>
            </a:r>
          </a:p>
        </p:txBody>
      </p:sp>
      <p:sp>
        <p:nvSpPr>
          <p:cNvPr id="253" name="pdf-text-276-0">
            <a:extLst xmlns:a="http://schemas.openxmlformats.org/drawingml/2006/main">
              <a:ext uri="{FF2B5EF4-FFF2-40B4-BE49-F238E27FC236}">
                <a16:creationId xmlns:a16="http://schemas.microsoft.com/office/drawing/2014/main" id="{FDB67B62-9C0C-43E1-A03A-C72C8E0107BD}"/>
              </a:ext>
            </a:extLst>
          </p:cNvPr>
          <p:cNvSpPr>
            <a:spLocks xmlns:a="http://schemas.openxmlformats.org/drawingml/2006/main" noGrp="1"/>
          </p:cNvSpPr>
          <p:nvPr/>
        </p:nvSpPr>
        <p:spPr>
          <a:xfrm xmlns:a="http://schemas.openxmlformats.org/drawingml/2006/main" rot="0">
            <a:off x="9314251" y="3096457"/>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742" b="0" i="0">
                <a:solidFill>
                  <a:srgbClr val="000000"/>
                </a:solidFill>
                <a:latin typeface="Courier New"/>
                <a:ea typeface="Courier New"/>
                <a:cs typeface="Courier New"/>
              </a:defRPr>
            </a:defPPr>
          </a:lstStyle>
          <a:p xmlns:a="http://schemas.openxmlformats.org/drawingml/2006/main">
            <a:pPr algn="l">
              <a:defRPr sz="742" b="0" i="0">
                <a:solidFill>
                  <a:srgbClr val="000000"/>
                </a:solidFill>
                <a:latin typeface="Courier New"/>
                <a:ea typeface="Courier New"/>
                <a:cs typeface="Courier New"/>
              </a:defRPr>
            </a:pPr>
            <a:r>
              <a:rPr sz="742" b="0" i="0">
                <a:solidFill>
                  <a:srgbClr val="000000"/>
                </a:solidFill>
                <a:latin typeface="Courier New"/>
                <a:ea typeface="Courier New"/>
                <a:cs typeface="Courier New"/>
              </a:rPr>
              <a:t>P</a:t>
            </a:r>
          </a:p>
        </p:txBody>
      </p:sp>
      <p:sp>
        <p:nvSpPr>
          <p:cNvPr id="254" name="pdf-text-277-0">
            <a:extLst xmlns:a="http://schemas.openxmlformats.org/drawingml/2006/main">
              <a:ext uri="{FF2B5EF4-FFF2-40B4-BE49-F238E27FC236}">
                <a16:creationId xmlns:a16="http://schemas.microsoft.com/office/drawing/2014/main" id="{69197F3C-9559-4793-916E-50C1ED22A810}"/>
              </a:ext>
            </a:extLst>
          </p:cNvPr>
          <p:cNvSpPr>
            <a:spLocks xmlns:a="http://schemas.openxmlformats.org/drawingml/2006/main" noGrp="1"/>
          </p:cNvSpPr>
          <p:nvPr/>
        </p:nvSpPr>
        <p:spPr>
          <a:xfrm xmlns:a="http://schemas.openxmlformats.org/drawingml/2006/main" rot="0">
            <a:off x="9375908" y="3091203"/>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i</a:t>
            </a:r>
          </a:p>
        </p:txBody>
      </p:sp>
      <p:sp>
        <p:nvSpPr>
          <p:cNvPr id="255" name="pdf-text-278-0">
            <a:extLst xmlns:a="http://schemas.openxmlformats.org/drawingml/2006/main">
              <a:ext uri="{FF2B5EF4-FFF2-40B4-BE49-F238E27FC236}">
                <a16:creationId xmlns:a16="http://schemas.microsoft.com/office/drawing/2014/main" id="{FD2C4ABF-85E7-48F4-B1BC-446BFC5593DB}"/>
              </a:ext>
            </a:extLst>
          </p:cNvPr>
          <p:cNvSpPr>
            <a:spLocks xmlns:a="http://schemas.openxmlformats.org/drawingml/2006/main" noGrp="1"/>
          </p:cNvSpPr>
          <p:nvPr/>
        </p:nvSpPr>
        <p:spPr>
          <a:xfrm xmlns:a="http://schemas.openxmlformats.org/drawingml/2006/main" rot="0">
            <a:off x="9437564" y="3091203"/>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c</a:t>
            </a:r>
          </a:p>
        </p:txBody>
      </p:sp>
      <p:sp>
        <p:nvSpPr>
          <p:cNvPr id="256" name="pdf-text-279-0">
            <a:extLst xmlns:a="http://schemas.openxmlformats.org/drawingml/2006/main">
              <a:ext uri="{FF2B5EF4-FFF2-40B4-BE49-F238E27FC236}">
                <a16:creationId xmlns:a16="http://schemas.microsoft.com/office/drawing/2014/main" id="{A0388C7F-D0EE-40F4-9414-59EB2ABA7D5C}"/>
              </a:ext>
            </a:extLst>
          </p:cNvPr>
          <p:cNvSpPr>
            <a:spLocks xmlns:a="http://schemas.openxmlformats.org/drawingml/2006/main" noGrp="1"/>
          </p:cNvSpPr>
          <p:nvPr/>
        </p:nvSpPr>
        <p:spPr>
          <a:xfrm xmlns:a="http://schemas.openxmlformats.org/drawingml/2006/main" rot="0">
            <a:off x="9499221" y="3091203"/>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k</a:t>
            </a:r>
          </a:p>
        </p:txBody>
      </p:sp>
      <p:sp>
        <p:nvSpPr>
          <p:cNvPr id="257" name="pdf-text-280-0">
            <a:extLst xmlns:a="http://schemas.openxmlformats.org/drawingml/2006/main">
              <a:ext uri="{FF2B5EF4-FFF2-40B4-BE49-F238E27FC236}">
                <a16:creationId xmlns:a16="http://schemas.microsoft.com/office/drawing/2014/main" id="{2F3A1ED8-42FA-4A53-AF01-FDEEDEA56898}"/>
              </a:ext>
            </a:extLst>
          </p:cNvPr>
          <p:cNvSpPr>
            <a:spLocks xmlns:a="http://schemas.openxmlformats.org/drawingml/2006/main" noGrp="1"/>
          </p:cNvSpPr>
          <p:nvPr/>
        </p:nvSpPr>
        <p:spPr>
          <a:xfrm xmlns:a="http://schemas.openxmlformats.org/drawingml/2006/main" rot="0">
            <a:off x="9560878" y="3091203"/>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a:t>
            </a:r>
          </a:p>
        </p:txBody>
      </p:sp>
      <p:sp>
        <p:nvSpPr>
          <p:cNvPr id="258" name="pdf-text-281-0">
            <a:extLst xmlns:a="http://schemas.openxmlformats.org/drawingml/2006/main">
              <a:ext uri="{FF2B5EF4-FFF2-40B4-BE49-F238E27FC236}">
                <a16:creationId xmlns:a16="http://schemas.microsoft.com/office/drawing/2014/main" id="{791E66B3-E118-4418-9F77-118B6DF0A61D}"/>
              </a:ext>
            </a:extLst>
          </p:cNvPr>
          <p:cNvSpPr>
            <a:spLocks xmlns:a="http://schemas.openxmlformats.org/drawingml/2006/main" noGrp="1"/>
          </p:cNvSpPr>
          <p:nvPr/>
        </p:nvSpPr>
        <p:spPr>
          <a:xfrm xmlns:a="http://schemas.openxmlformats.org/drawingml/2006/main" rot="0">
            <a:off x="9622534" y="3092137"/>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10" b="0" i="0">
                <a:solidFill>
                  <a:srgbClr val="000000"/>
                </a:solidFill>
                <a:latin typeface="Courier New"/>
                <a:ea typeface="Courier New"/>
                <a:cs typeface="Courier New"/>
              </a:defRPr>
            </a:defPPr>
          </a:lstStyle>
          <a:p xmlns:a="http://schemas.openxmlformats.org/drawingml/2006/main">
            <a:pPr algn="l">
              <a:defRPr sz="810" b="0" i="0">
                <a:solidFill>
                  <a:srgbClr val="000000"/>
                </a:solidFill>
                <a:latin typeface="Courier New"/>
                <a:ea typeface="Courier New"/>
                <a:cs typeface="Courier New"/>
              </a:defRPr>
            </a:pPr>
            <a:r>
              <a:rPr sz="810" b="0" i="0">
                <a:solidFill>
                  <a:srgbClr val="000000"/>
                </a:solidFill>
                <a:latin typeface="Courier New"/>
                <a:ea typeface="Courier New"/>
                <a:cs typeface="Courier New"/>
              </a:rPr>
              <a:t>T</a:t>
            </a:r>
          </a:p>
        </p:txBody>
      </p:sp>
      <p:sp>
        <p:nvSpPr>
          <p:cNvPr id="259" name="pdf-text-282-0">
            <a:extLst xmlns:a="http://schemas.openxmlformats.org/drawingml/2006/main">
              <a:ext uri="{FF2B5EF4-FFF2-40B4-BE49-F238E27FC236}">
                <a16:creationId xmlns:a16="http://schemas.microsoft.com/office/drawing/2014/main" id="{BAD4D7F7-1386-4CDE-B963-65B642AE1C54}"/>
              </a:ext>
            </a:extLst>
          </p:cNvPr>
          <p:cNvSpPr>
            <a:spLocks xmlns:a="http://schemas.openxmlformats.org/drawingml/2006/main" noGrp="1"/>
          </p:cNvSpPr>
          <p:nvPr/>
        </p:nvSpPr>
        <p:spPr>
          <a:xfrm xmlns:a="http://schemas.openxmlformats.org/drawingml/2006/main" rot="0">
            <a:off x="9684191" y="3091203"/>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e</a:t>
            </a:r>
          </a:p>
        </p:txBody>
      </p:sp>
      <p:sp>
        <p:nvSpPr>
          <p:cNvPr id="260" name="pdf-text-283-0">
            <a:extLst xmlns:a="http://schemas.openxmlformats.org/drawingml/2006/main">
              <a:ext uri="{FF2B5EF4-FFF2-40B4-BE49-F238E27FC236}">
                <a16:creationId xmlns:a16="http://schemas.microsoft.com/office/drawing/2014/main" id="{5493B5FE-DD3E-496A-9EE9-46D1EE9BD88B}"/>
              </a:ext>
            </a:extLst>
          </p:cNvPr>
          <p:cNvSpPr>
            <a:spLocks xmlns:a="http://schemas.openxmlformats.org/drawingml/2006/main" noGrp="1"/>
          </p:cNvSpPr>
          <p:nvPr/>
        </p:nvSpPr>
        <p:spPr>
          <a:xfrm xmlns:a="http://schemas.openxmlformats.org/drawingml/2006/main" rot="0">
            <a:off x="9745848" y="3091203"/>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a</a:t>
            </a:r>
          </a:p>
        </p:txBody>
      </p:sp>
      <p:sp>
        <p:nvSpPr>
          <p:cNvPr id="261" name="pdf-text-284-0">
            <a:extLst xmlns:a="http://schemas.openxmlformats.org/drawingml/2006/main">
              <a:ext uri="{FF2B5EF4-FFF2-40B4-BE49-F238E27FC236}">
                <a16:creationId xmlns:a16="http://schemas.microsoft.com/office/drawing/2014/main" id="{B552E286-07DD-4962-839A-8D70C651F8DC}"/>
              </a:ext>
            </a:extLst>
          </p:cNvPr>
          <p:cNvSpPr>
            <a:spLocks xmlns:a="http://schemas.openxmlformats.org/drawingml/2006/main" noGrp="1"/>
          </p:cNvSpPr>
          <p:nvPr/>
        </p:nvSpPr>
        <p:spPr>
          <a:xfrm xmlns:a="http://schemas.openxmlformats.org/drawingml/2006/main" rot="0">
            <a:off x="9807505" y="3091203"/>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p</a:t>
            </a:r>
          </a:p>
        </p:txBody>
      </p:sp>
      <p:sp>
        <p:nvSpPr>
          <p:cNvPr id="262" name="pdf-text-285-0">
            <a:extLst xmlns:a="http://schemas.openxmlformats.org/drawingml/2006/main">
              <a:ext uri="{FF2B5EF4-FFF2-40B4-BE49-F238E27FC236}">
                <a16:creationId xmlns:a16="http://schemas.microsoft.com/office/drawing/2014/main" id="{31E7DD0D-B95A-4AB9-9866-041A62F3E98C}"/>
              </a:ext>
            </a:extLst>
          </p:cNvPr>
          <p:cNvSpPr>
            <a:spLocks xmlns:a="http://schemas.openxmlformats.org/drawingml/2006/main" noGrp="1"/>
          </p:cNvSpPr>
          <p:nvPr/>
        </p:nvSpPr>
        <p:spPr>
          <a:xfrm xmlns:a="http://schemas.openxmlformats.org/drawingml/2006/main" rot="0">
            <a:off x="9869161" y="3091203"/>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o</a:t>
            </a:r>
          </a:p>
        </p:txBody>
      </p:sp>
      <p:sp>
        <p:nvSpPr>
          <p:cNvPr id="263" name="pdf-text-286-0">
            <a:extLst xmlns:a="http://schemas.openxmlformats.org/drawingml/2006/main">
              <a:ext uri="{FF2B5EF4-FFF2-40B4-BE49-F238E27FC236}">
                <a16:creationId xmlns:a16="http://schemas.microsoft.com/office/drawing/2014/main" id="{A053469F-F23B-4303-A93B-6B6B1B0A4E25}"/>
              </a:ext>
            </a:extLst>
          </p:cNvPr>
          <p:cNvSpPr>
            <a:spLocks xmlns:a="http://schemas.openxmlformats.org/drawingml/2006/main" noGrp="1"/>
          </p:cNvSpPr>
          <p:nvPr/>
        </p:nvSpPr>
        <p:spPr>
          <a:xfrm xmlns:a="http://schemas.openxmlformats.org/drawingml/2006/main" rot="0">
            <a:off x="9930818" y="3091203"/>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t</a:t>
            </a:r>
          </a:p>
        </p:txBody>
      </p:sp>
      <p:sp>
        <p:nvSpPr>
          <p:cNvPr id="264" name="pdf-text-287-0">
            <a:extLst xmlns:a="http://schemas.openxmlformats.org/drawingml/2006/main">
              <a:ext uri="{FF2B5EF4-FFF2-40B4-BE49-F238E27FC236}">
                <a16:creationId xmlns:a16="http://schemas.microsoft.com/office/drawing/2014/main" id="{31C34FFE-0022-48E8-8156-7AF7DE122506}"/>
              </a:ext>
            </a:extLst>
          </p:cNvPr>
          <p:cNvSpPr>
            <a:spLocks xmlns:a="http://schemas.openxmlformats.org/drawingml/2006/main" noGrp="1"/>
          </p:cNvSpPr>
          <p:nvPr/>
        </p:nvSpPr>
        <p:spPr>
          <a:xfrm xmlns:a="http://schemas.openxmlformats.org/drawingml/2006/main" rot="0">
            <a:off x="9992475" y="3091203"/>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a:t>
            </a:r>
          </a:p>
        </p:txBody>
      </p:sp>
      <p:sp>
        <p:nvSpPr>
          <p:cNvPr id="265" name="pdf-text-288-0">
            <a:extLst xmlns:a="http://schemas.openxmlformats.org/drawingml/2006/main">
              <a:ext uri="{FF2B5EF4-FFF2-40B4-BE49-F238E27FC236}">
                <a16:creationId xmlns:a16="http://schemas.microsoft.com/office/drawing/2014/main" id="{D7ABFB51-D457-45BE-BA15-00E954DC2EDE}"/>
              </a:ext>
            </a:extLst>
          </p:cNvPr>
          <p:cNvSpPr>
            <a:spLocks xmlns:a="http://schemas.openxmlformats.org/drawingml/2006/main" noGrp="1"/>
          </p:cNvSpPr>
          <p:nvPr/>
        </p:nvSpPr>
        <p:spPr>
          <a:xfrm xmlns:a="http://schemas.openxmlformats.org/drawingml/2006/main" rot="0">
            <a:off x="10054131" y="3091203"/>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a:t>
            </a:r>
          </a:p>
        </p:txBody>
      </p:sp>
      <p:sp>
        <p:nvSpPr>
          <p:cNvPr id="266" name="pdf-text-289-0">
            <a:extLst xmlns:a="http://schemas.openxmlformats.org/drawingml/2006/main">
              <a:ext uri="{FF2B5EF4-FFF2-40B4-BE49-F238E27FC236}">
                <a16:creationId xmlns:a16="http://schemas.microsoft.com/office/drawing/2014/main" id="{B03677BC-53EF-493B-A762-BCEB8E74989A}"/>
              </a:ext>
            </a:extLst>
          </p:cNvPr>
          <p:cNvSpPr>
            <a:spLocks xmlns:a="http://schemas.openxmlformats.org/drawingml/2006/main" noGrp="1"/>
          </p:cNvSpPr>
          <p:nvPr/>
        </p:nvSpPr>
        <p:spPr>
          <a:xfrm xmlns:a="http://schemas.openxmlformats.org/drawingml/2006/main" rot="0">
            <a:off x="9252594" y="3225858"/>
            <a:ext cx="94294"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786" b="0" i="0">
                <a:solidFill>
                  <a:srgbClr val="000000"/>
                </a:solidFill>
                <a:latin typeface="Courier New"/>
                <a:ea typeface="Courier New"/>
                <a:cs typeface="Courier New"/>
              </a:defRPr>
            </a:defPPr>
          </a:lstStyle>
          <a:p xmlns:a="http://schemas.openxmlformats.org/drawingml/2006/main">
            <a:pPr algn="l">
              <a:defRPr sz="786" b="0" i="0">
                <a:solidFill>
                  <a:srgbClr val="000000"/>
                </a:solidFill>
                <a:latin typeface="Courier New"/>
                <a:ea typeface="Courier New"/>
                <a:cs typeface="Courier New"/>
              </a:defRPr>
            </a:pPr>
            <a:r>
              <a:rPr sz="786" b="0" i="0">
                <a:solidFill>
                  <a:srgbClr val="000000"/>
                </a:solidFill>
                <a:latin typeface="Courier New"/>
                <a:ea typeface="Courier New"/>
                <a:cs typeface="Courier New"/>
              </a:rPr>
              <a:t> P</a:t>
            </a:r>
          </a:p>
        </p:txBody>
      </p:sp>
      <p:sp>
        <p:nvSpPr>
          <p:cNvPr id="267" name="pdf-text-290-0">
            <a:extLst xmlns:a="http://schemas.openxmlformats.org/drawingml/2006/main">
              <a:ext uri="{FF2B5EF4-FFF2-40B4-BE49-F238E27FC236}">
                <a16:creationId xmlns:a16="http://schemas.microsoft.com/office/drawing/2014/main" id="{05D14EDD-1F92-4939-B516-B11337FEB60E}"/>
              </a:ext>
            </a:extLst>
          </p:cNvPr>
          <p:cNvSpPr>
            <a:spLocks xmlns:a="http://schemas.openxmlformats.org/drawingml/2006/main" noGrp="1"/>
          </p:cNvSpPr>
          <p:nvPr/>
        </p:nvSpPr>
        <p:spPr>
          <a:xfrm xmlns:a="http://schemas.openxmlformats.org/drawingml/2006/main" rot="0">
            <a:off x="9345689" y="3223369"/>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o</a:t>
            </a:r>
          </a:p>
        </p:txBody>
      </p:sp>
      <p:sp>
        <p:nvSpPr>
          <p:cNvPr id="268" name="pdf-text-291-0">
            <a:extLst xmlns:a="http://schemas.openxmlformats.org/drawingml/2006/main">
              <a:ext uri="{FF2B5EF4-FFF2-40B4-BE49-F238E27FC236}">
                <a16:creationId xmlns:a16="http://schemas.microsoft.com/office/drawing/2014/main" id="{6542DBF2-C60E-49C8-AF86-8B60E2EDBAB7}"/>
              </a:ext>
            </a:extLst>
          </p:cNvPr>
          <p:cNvSpPr>
            <a:spLocks xmlns:a="http://schemas.openxmlformats.org/drawingml/2006/main" noGrp="1"/>
          </p:cNvSpPr>
          <p:nvPr/>
        </p:nvSpPr>
        <p:spPr>
          <a:xfrm xmlns:a="http://schemas.openxmlformats.org/drawingml/2006/main" rot="0">
            <a:off x="9407346" y="3223369"/>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u</a:t>
            </a:r>
          </a:p>
        </p:txBody>
      </p:sp>
      <p:sp>
        <p:nvSpPr>
          <p:cNvPr id="269" name="pdf-text-292-0">
            <a:extLst xmlns:a="http://schemas.openxmlformats.org/drawingml/2006/main">
              <a:ext uri="{FF2B5EF4-FFF2-40B4-BE49-F238E27FC236}">
                <a16:creationId xmlns:a16="http://schemas.microsoft.com/office/drawing/2014/main" id="{C4BF2715-830F-40D0-ABF8-A62C5BA7E2A0}"/>
              </a:ext>
            </a:extLst>
          </p:cNvPr>
          <p:cNvSpPr>
            <a:spLocks xmlns:a="http://schemas.openxmlformats.org/drawingml/2006/main" noGrp="1"/>
          </p:cNvSpPr>
          <p:nvPr/>
        </p:nvSpPr>
        <p:spPr>
          <a:xfrm xmlns:a="http://schemas.openxmlformats.org/drawingml/2006/main" rot="0">
            <a:off x="9469002" y="3223369"/>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r</a:t>
            </a:r>
          </a:p>
        </p:txBody>
      </p:sp>
      <p:sp>
        <p:nvSpPr>
          <p:cNvPr id="270" name="pdf-text-293-0">
            <a:extLst xmlns:a="http://schemas.openxmlformats.org/drawingml/2006/main">
              <a:ext uri="{FF2B5EF4-FFF2-40B4-BE49-F238E27FC236}">
                <a16:creationId xmlns:a16="http://schemas.microsoft.com/office/drawing/2014/main" id="{19B9B4AD-7C6C-4DDC-9379-81C4EC7E2642}"/>
              </a:ext>
            </a:extLst>
          </p:cNvPr>
          <p:cNvSpPr>
            <a:spLocks xmlns:a="http://schemas.openxmlformats.org/drawingml/2006/main" noGrp="1"/>
          </p:cNvSpPr>
          <p:nvPr/>
        </p:nvSpPr>
        <p:spPr>
          <a:xfrm xmlns:a="http://schemas.openxmlformats.org/drawingml/2006/main" rot="0">
            <a:off x="9530659" y="3223369"/>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a:t>
            </a:r>
          </a:p>
        </p:txBody>
      </p:sp>
      <p:sp>
        <p:nvSpPr>
          <p:cNvPr id="271" name="pdf-text-294-0">
            <a:extLst xmlns:a="http://schemas.openxmlformats.org/drawingml/2006/main">
              <a:ext uri="{FF2B5EF4-FFF2-40B4-BE49-F238E27FC236}">
                <a16:creationId xmlns:a16="http://schemas.microsoft.com/office/drawing/2014/main" id="{EF2CDCC7-E83C-43D3-9919-9221FCE212C1}"/>
              </a:ext>
            </a:extLst>
          </p:cNvPr>
          <p:cNvSpPr>
            <a:spLocks xmlns:a="http://schemas.openxmlformats.org/drawingml/2006/main" noGrp="1"/>
          </p:cNvSpPr>
          <p:nvPr/>
        </p:nvSpPr>
        <p:spPr>
          <a:xfrm xmlns:a="http://schemas.openxmlformats.org/drawingml/2006/main" rot="0">
            <a:off x="9592316" y="3224304"/>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10" b="0" i="0">
                <a:solidFill>
                  <a:srgbClr val="000000"/>
                </a:solidFill>
                <a:latin typeface="Courier New"/>
                <a:ea typeface="Courier New"/>
                <a:cs typeface="Courier New"/>
              </a:defRPr>
            </a:defPPr>
          </a:lstStyle>
          <a:p xmlns:a="http://schemas.openxmlformats.org/drawingml/2006/main">
            <a:pPr algn="l">
              <a:defRPr sz="810" b="0" i="0">
                <a:solidFill>
                  <a:srgbClr val="000000"/>
                </a:solidFill>
                <a:latin typeface="Courier New"/>
                <a:ea typeface="Courier New"/>
                <a:cs typeface="Courier New"/>
              </a:defRPr>
            </a:pPr>
            <a:r>
              <a:rPr sz="810" b="0" i="0">
                <a:solidFill>
                  <a:srgbClr val="000000"/>
                </a:solidFill>
                <a:latin typeface="Courier New"/>
                <a:ea typeface="Courier New"/>
                <a:cs typeface="Courier New"/>
              </a:rPr>
              <a:t>T</a:t>
            </a:r>
          </a:p>
        </p:txBody>
      </p:sp>
      <p:sp>
        <p:nvSpPr>
          <p:cNvPr id="272" name="pdf-text-295-0">
            <a:extLst xmlns:a="http://schemas.openxmlformats.org/drawingml/2006/main">
              <a:ext uri="{FF2B5EF4-FFF2-40B4-BE49-F238E27FC236}">
                <a16:creationId xmlns:a16="http://schemas.microsoft.com/office/drawing/2014/main" id="{ADE5B05B-936A-478D-AA9C-8D708AF760D6}"/>
              </a:ext>
            </a:extLst>
          </p:cNvPr>
          <p:cNvSpPr>
            <a:spLocks xmlns:a="http://schemas.openxmlformats.org/drawingml/2006/main" noGrp="1"/>
          </p:cNvSpPr>
          <p:nvPr/>
        </p:nvSpPr>
        <p:spPr>
          <a:xfrm xmlns:a="http://schemas.openxmlformats.org/drawingml/2006/main" rot="0">
            <a:off x="9653972" y="3223369"/>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e</a:t>
            </a:r>
          </a:p>
        </p:txBody>
      </p:sp>
      <p:sp>
        <p:nvSpPr>
          <p:cNvPr id="273" name="pdf-text-296-0">
            <a:extLst xmlns:a="http://schemas.openxmlformats.org/drawingml/2006/main">
              <a:ext uri="{FF2B5EF4-FFF2-40B4-BE49-F238E27FC236}">
                <a16:creationId xmlns:a16="http://schemas.microsoft.com/office/drawing/2014/main" id="{5FD94CE0-E4C8-4E2B-9EBD-4430C6D24A07}"/>
              </a:ext>
            </a:extLst>
          </p:cNvPr>
          <p:cNvSpPr>
            <a:spLocks xmlns:a="http://schemas.openxmlformats.org/drawingml/2006/main" noGrp="1"/>
          </p:cNvSpPr>
          <p:nvPr/>
        </p:nvSpPr>
        <p:spPr>
          <a:xfrm xmlns:a="http://schemas.openxmlformats.org/drawingml/2006/main" rot="0">
            <a:off x="9715629" y="3223369"/>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a</a:t>
            </a:r>
          </a:p>
        </p:txBody>
      </p:sp>
      <p:sp>
        <p:nvSpPr>
          <p:cNvPr id="274" name="pdf-text-297-0">
            <a:extLst xmlns:a="http://schemas.openxmlformats.org/drawingml/2006/main">
              <a:ext uri="{FF2B5EF4-FFF2-40B4-BE49-F238E27FC236}">
                <a16:creationId xmlns:a16="http://schemas.microsoft.com/office/drawing/2014/main" id="{1C412E81-651F-4F4D-8D64-F546715CF236}"/>
              </a:ext>
            </a:extLst>
          </p:cNvPr>
          <p:cNvSpPr>
            <a:spLocks xmlns:a="http://schemas.openxmlformats.org/drawingml/2006/main" noGrp="1"/>
          </p:cNvSpPr>
          <p:nvPr/>
        </p:nvSpPr>
        <p:spPr>
          <a:xfrm xmlns:a="http://schemas.openxmlformats.org/drawingml/2006/main" rot="0">
            <a:off x="9777286" y="3223369"/>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p</a:t>
            </a:r>
          </a:p>
        </p:txBody>
      </p:sp>
      <p:sp>
        <p:nvSpPr>
          <p:cNvPr id="275" name="pdf-text-298-0">
            <a:extLst xmlns:a="http://schemas.openxmlformats.org/drawingml/2006/main">
              <a:ext uri="{FF2B5EF4-FFF2-40B4-BE49-F238E27FC236}">
                <a16:creationId xmlns:a16="http://schemas.microsoft.com/office/drawing/2014/main" id="{EAEDD6F9-9ED8-4F61-8FEE-0262FAA2C5EB}"/>
              </a:ext>
            </a:extLst>
          </p:cNvPr>
          <p:cNvSpPr>
            <a:spLocks xmlns:a="http://schemas.openxmlformats.org/drawingml/2006/main" noGrp="1"/>
          </p:cNvSpPr>
          <p:nvPr/>
        </p:nvSpPr>
        <p:spPr>
          <a:xfrm xmlns:a="http://schemas.openxmlformats.org/drawingml/2006/main" rot="0">
            <a:off x="9838942" y="3223369"/>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o</a:t>
            </a:r>
          </a:p>
        </p:txBody>
      </p:sp>
      <p:sp>
        <p:nvSpPr>
          <p:cNvPr id="276" name="pdf-text-299-0">
            <a:extLst xmlns:a="http://schemas.openxmlformats.org/drawingml/2006/main">
              <a:ext uri="{FF2B5EF4-FFF2-40B4-BE49-F238E27FC236}">
                <a16:creationId xmlns:a16="http://schemas.microsoft.com/office/drawing/2014/main" id="{33FA6726-234E-44D1-BAD8-A87184C9129F}"/>
              </a:ext>
            </a:extLst>
          </p:cNvPr>
          <p:cNvSpPr>
            <a:spLocks xmlns:a="http://schemas.openxmlformats.org/drawingml/2006/main" noGrp="1"/>
          </p:cNvSpPr>
          <p:nvPr/>
        </p:nvSpPr>
        <p:spPr>
          <a:xfrm xmlns:a="http://schemas.openxmlformats.org/drawingml/2006/main" rot="0">
            <a:off x="9900599" y="3223369"/>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t</a:t>
            </a:r>
          </a:p>
        </p:txBody>
      </p:sp>
      <p:sp>
        <p:nvSpPr>
          <p:cNvPr id="277" name="pdf-text-300-0">
            <a:extLst xmlns:a="http://schemas.openxmlformats.org/drawingml/2006/main">
              <a:ext uri="{FF2B5EF4-FFF2-40B4-BE49-F238E27FC236}">
                <a16:creationId xmlns:a16="http://schemas.microsoft.com/office/drawing/2014/main" id="{DAB29AD7-F4EB-4868-B028-2F4EDC5EFCC9}"/>
              </a:ext>
            </a:extLst>
          </p:cNvPr>
          <p:cNvSpPr>
            <a:spLocks xmlns:a="http://schemas.openxmlformats.org/drawingml/2006/main" noGrp="1"/>
          </p:cNvSpPr>
          <p:nvPr/>
        </p:nvSpPr>
        <p:spPr>
          <a:xfrm xmlns:a="http://schemas.openxmlformats.org/drawingml/2006/main" rot="0">
            <a:off x="9962256" y="3223369"/>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a:t>
            </a:r>
          </a:p>
        </p:txBody>
      </p:sp>
      <p:sp>
        <p:nvSpPr>
          <p:cNvPr id="278" name="pdf-text-301-0">
            <a:extLst xmlns:a="http://schemas.openxmlformats.org/drawingml/2006/main">
              <a:ext uri="{FF2B5EF4-FFF2-40B4-BE49-F238E27FC236}">
                <a16:creationId xmlns:a16="http://schemas.microsoft.com/office/drawing/2014/main" id="{586E14F2-6F12-4A84-A290-13D6AB556DAB}"/>
              </a:ext>
            </a:extLst>
          </p:cNvPr>
          <p:cNvSpPr>
            <a:spLocks xmlns:a="http://schemas.openxmlformats.org/drawingml/2006/main" noGrp="1"/>
          </p:cNvSpPr>
          <p:nvPr/>
        </p:nvSpPr>
        <p:spPr>
          <a:xfrm xmlns:a="http://schemas.openxmlformats.org/drawingml/2006/main" rot="0">
            <a:off x="10023912" y="3233312"/>
            <a:ext cx="94294"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68" b="0" i="0">
                <a:solidFill>
                  <a:srgbClr val="000000"/>
                </a:solidFill>
                <a:latin typeface="Courier New"/>
                <a:ea typeface="Courier New"/>
                <a:cs typeface="Courier New"/>
              </a:defRPr>
            </a:defPPr>
          </a:lstStyle>
          <a:p xmlns:a="http://schemas.openxmlformats.org/drawingml/2006/main">
            <a:pPr algn="l">
              <a:defRPr sz="668" b="0" i="0">
                <a:solidFill>
                  <a:srgbClr val="000000"/>
                </a:solidFill>
                <a:latin typeface="Courier New"/>
                <a:ea typeface="Courier New"/>
                <a:cs typeface="Courier New"/>
              </a:defRPr>
            </a:pPr>
            <a:r>
              <a:rPr sz="668" b="0" i="0">
                <a:solidFill>
                  <a:srgbClr val="000000"/>
                </a:solidFill>
                <a:latin typeface="Courier New"/>
                <a:ea typeface="Courier New"/>
                <a:cs typeface="Courier New"/>
              </a:rPr>
              <a:t> M</a:t>
            </a:r>
          </a:p>
        </p:txBody>
      </p:sp>
      <p:sp>
        <p:nvSpPr>
          <p:cNvPr id="279" name="pdf-text-302-0">
            <a:extLst xmlns:a="http://schemas.openxmlformats.org/drawingml/2006/main">
              <a:ext uri="{FF2B5EF4-FFF2-40B4-BE49-F238E27FC236}">
                <a16:creationId xmlns:a16="http://schemas.microsoft.com/office/drawing/2014/main" id="{D7C0D3F8-3F5F-4347-AF96-5116CBB75779}"/>
              </a:ext>
            </a:extLst>
          </p:cNvPr>
          <p:cNvSpPr>
            <a:spLocks xmlns:a="http://schemas.openxmlformats.org/drawingml/2006/main" noGrp="1"/>
          </p:cNvSpPr>
          <p:nvPr/>
        </p:nvSpPr>
        <p:spPr>
          <a:xfrm xmlns:a="http://schemas.openxmlformats.org/drawingml/2006/main" rot="0">
            <a:off x="10117006" y="3223369"/>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u</a:t>
            </a:r>
          </a:p>
        </p:txBody>
      </p:sp>
      <p:sp>
        <p:nvSpPr>
          <p:cNvPr id="280" name="pdf-text-303-0">
            <a:extLst xmlns:a="http://schemas.openxmlformats.org/drawingml/2006/main">
              <a:ext uri="{FF2B5EF4-FFF2-40B4-BE49-F238E27FC236}">
                <a16:creationId xmlns:a16="http://schemas.microsoft.com/office/drawing/2014/main" id="{19B35E77-7EEF-45C2-BE75-A1A598963B37}"/>
              </a:ext>
            </a:extLst>
          </p:cNvPr>
          <p:cNvSpPr>
            <a:spLocks xmlns:a="http://schemas.openxmlformats.org/drawingml/2006/main" noGrp="1"/>
          </p:cNvSpPr>
          <p:nvPr/>
        </p:nvSpPr>
        <p:spPr>
          <a:xfrm xmlns:a="http://schemas.openxmlformats.org/drawingml/2006/main" rot="0">
            <a:off x="10178663" y="3223369"/>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g</a:t>
            </a:r>
          </a:p>
        </p:txBody>
      </p:sp>
      <p:sp>
        <p:nvSpPr>
          <p:cNvPr id="281" name="pdf-text-304-0">
            <a:extLst xmlns:a="http://schemas.openxmlformats.org/drawingml/2006/main">
              <a:ext uri="{FF2B5EF4-FFF2-40B4-BE49-F238E27FC236}">
                <a16:creationId xmlns:a16="http://schemas.microsoft.com/office/drawing/2014/main" id="{3640DD97-74F8-4D35-9011-7F11998A20C6}"/>
              </a:ext>
            </a:extLst>
          </p:cNvPr>
          <p:cNvSpPr>
            <a:spLocks xmlns:a="http://schemas.openxmlformats.org/drawingml/2006/main" noGrp="1"/>
          </p:cNvSpPr>
          <p:nvPr/>
        </p:nvSpPr>
        <p:spPr>
          <a:xfrm xmlns:a="http://schemas.openxmlformats.org/drawingml/2006/main" rot="0">
            <a:off x="10240320" y="3223369"/>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a:t>
            </a:r>
          </a:p>
        </p:txBody>
      </p:sp>
      <p:sp>
        <p:nvSpPr>
          <p:cNvPr id="282" name="pdf-text-305-0">
            <a:extLst xmlns:a="http://schemas.openxmlformats.org/drawingml/2006/main">
              <a:ext uri="{FF2B5EF4-FFF2-40B4-BE49-F238E27FC236}">
                <a16:creationId xmlns:a16="http://schemas.microsoft.com/office/drawing/2014/main" id="{58C35D34-338E-4471-8871-3DC1D9D9C03C}"/>
              </a:ext>
            </a:extLst>
          </p:cNvPr>
          <p:cNvSpPr>
            <a:spLocks xmlns:a="http://schemas.openxmlformats.org/drawingml/2006/main" noGrp="1"/>
          </p:cNvSpPr>
          <p:nvPr/>
        </p:nvSpPr>
        <p:spPr>
          <a:xfrm xmlns:a="http://schemas.openxmlformats.org/drawingml/2006/main" rot="0">
            <a:off x="10301976" y="3223369"/>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a:t>
            </a:r>
          </a:p>
        </p:txBody>
      </p:sp>
      <p:sp>
        <p:nvSpPr>
          <p:cNvPr id="283" name="pdf-text-306-0">
            <a:extLst xmlns:a="http://schemas.openxmlformats.org/drawingml/2006/main">
              <a:ext uri="{FF2B5EF4-FFF2-40B4-BE49-F238E27FC236}">
                <a16:creationId xmlns:a16="http://schemas.microsoft.com/office/drawing/2014/main" id="{9CD7AEC7-7D92-4DDD-AD54-C81DDD3B2A1B}"/>
              </a:ext>
            </a:extLst>
          </p:cNvPr>
          <p:cNvSpPr>
            <a:spLocks xmlns:a="http://schemas.openxmlformats.org/drawingml/2006/main" noGrp="1"/>
          </p:cNvSpPr>
          <p:nvPr/>
        </p:nvSpPr>
        <p:spPr>
          <a:xfrm xmlns:a="http://schemas.openxmlformats.org/drawingml/2006/main" rot="0">
            <a:off x="9252594" y="3355536"/>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a:t>
            </a:r>
          </a:p>
        </p:txBody>
      </p:sp>
      <p:sp>
        <p:nvSpPr>
          <p:cNvPr id="284" name="pdf-text-307-0">
            <a:extLst xmlns:a="http://schemas.openxmlformats.org/drawingml/2006/main">
              <a:ext uri="{FF2B5EF4-FFF2-40B4-BE49-F238E27FC236}">
                <a16:creationId xmlns:a16="http://schemas.microsoft.com/office/drawing/2014/main" id="{3E345BF8-3F5D-47A8-96A9-61DB502DC307}"/>
              </a:ext>
            </a:extLst>
          </p:cNvPr>
          <p:cNvSpPr>
            <a:spLocks xmlns:a="http://schemas.openxmlformats.org/drawingml/2006/main" noGrp="1"/>
          </p:cNvSpPr>
          <p:nvPr/>
        </p:nvSpPr>
        <p:spPr>
          <a:xfrm xmlns:a="http://schemas.openxmlformats.org/drawingml/2006/main" rot="0">
            <a:off x="9314251" y="3355536"/>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a:t>
            </a:r>
          </a:p>
        </p:txBody>
      </p:sp>
      <p:sp>
        <p:nvSpPr>
          <p:cNvPr id="285" name="pdf-text-308-0">
            <a:extLst xmlns:a="http://schemas.openxmlformats.org/drawingml/2006/main">
              <a:ext uri="{FF2B5EF4-FFF2-40B4-BE49-F238E27FC236}">
                <a16:creationId xmlns:a16="http://schemas.microsoft.com/office/drawing/2014/main" id="{2C4C4A01-04E5-4948-BB07-D4BB5C07D9E4}"/>
              </a:ext>
            </a:extLst>
          </p:cNvPr>
          <p:cNvSpPr>
            <a:spLocks xmlns:a="http://schemas.openxmlformats.org/drawingml/2006/main" noGrp="1"/>
          </p:cNvSpPr>
          <p:nvPr/>
        </p:nvSpPr>
        <p:spPr>
          <a:xfrm xmlns:a="http://schemas.openxmlformats.org/drawingml/2006/main" rot="0">
            <a:off x="9375908" y="3355536"/>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a:t>
            </a:r>
          </a:p>
        </p:txBody>
      </p:sp>
      <p:sp>
        <p:nvSpPr>
          <p:cNvPr id="286" name="pdf-text-309-0">
            <a:extLst xmlns:a="http://schemas.openxmlformats.org/drawingml/2006/main">
              <a:ext uri="{FF2B5EF4-FFF2-40B4-BE49-F238E27FC236}">
                <a16:creationId xmlns:a16="http://schemas.microsoft.com/office/drawing/2014/main" id="{B3EA775F-F718-4EAD-AA45-4B2CCE52120B}"/>
              </a:ext>
            </a:extLst>
          </p:cNvPr>
          <p:cNvSpPr>
            <a:spLocks xmlns:a="http://schemas.openxmlformats.org/drawingml/2006/main" noGrp="1"/>
          </p:cNvSpPr>
          <p:nvPr/>
        </p:nvSpPr>
        <p:spPr>
          <a:xfrm xmlns:a="http://schemas.openxmlformats.org/drawingml/2006/main" rot="0">
            <a:off x="9437564" y="3355536"/>
            <a:ext cx="62865" cy="1047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0" i="0">
                <a:solidFill>
                  <a:srgbClr val="000000"/>
                </a:solidFill>
                <a:latin typeface="Courier New"/>
                <a:ea typeface="Courier New"/>
                <a:cs typeface="Courier New"/>
              </a:defRPr>
            </a:defPPr>
          </a:lstStyle>
          <a:p xmlns:a="http://schemas.openxmlformats.org/drawingml/2006/main">
            <a:pPr algn="l">
              <a:defRPr sz="825" b="0" i="0">
                <a:solidFill>
                  <a:srgbClr val="000000"/>
                </a:solidFill>
                <a:latin typeface="Courier New"/>
                <a:ea typeface="Courier New"/>
                <a:cs typeface="Courier New"/>
              </a:defRPr>
            </a:pPr>
            <a:r>
              <a:rPr sz="825" b="0" i="0">
                <a:solidFill>
                  <a:srgbClr val="000000"/>
                </a:solidFill>
                <a:latin typeface="Courier New"/>
                <a:ea typeface="Courier New"/>
                <a:cs typeface="Courier New"/>
              </a:rPr>
              <a:t>}</a:t>
            </a:r>
          </a:p>
        </p:txBody>
      </p:sp>
      <p:sp>
        <p:nvSpPr>
          <p:cNvPr id="287" name="pdf-path-743">
            <a:extLst xmlns:a="http://schemas.openxmlformats.org/drawingml/2006/main">
              <a:ext uri="{FF2B5EF4-FFF2-40B4-BE49-F238E27FC236}">
                <a16:creationId xmlns:a16="http://schemas.microsoft.com/office/drawing/2014/main" id="{FC63D271-B586-4010-83DD-9128E4E7AF13}"/>
              </a:ext>
            </a:extLst>
          </p:cNvPr>
          <p:cNvSpPr>
            <a:spLocks xmlns:a="http://schemas.openxmlformats.org/drawingml/2006/main" noGrp="1"/>
          </p:cNvSpPr>
          <p:nvPr/>
        </p:nvSpPr>
        <p:spPr>
          <a:xfrm xmlns:a="http://schemas.openxmlformats.org/drawingml/2006/main" rot="0">
            <a:off x="8349807" y="2074924"/>
            <a:ext cx="660817" cy="245852"/>
          </a:xfrm>
          <a:custGeom xmlns:a="http://schemas.openxmlformats.org/drawingml/2006/main">
            <a:pathLst>
              <a:path w="660817" h="245852">
                <a:moveTo>
                  <a:pt x="32266" y="0"/>
                </a:moveTo>
                <a:lnTo>
                  <a:pt x="628551" y="0"/>
                </a:lnTo>
                <a:cubicBezTo>
                  <a:pt x="646406" y="0"/>
                  <a:pt x="660817" y="14332"/>
                  <a:pt x="660817" y="32201"/>
                </a:cubicBezTo>
                <a:lnTo>
                  <a:pt x="660817" y="213651"/>
                </a:lnTo>
                <a:cubicBezTo>
                  <a:pt x="660817" y="231440"/>
                  <a:pt x="646406" y="245852"/>
                  <a:pt x="628551" y="245852"/>
                </a:cubicBezTo>
                <a:lnTo>
                  <a:pt x="32266" y="245852"/>
                </a:lnTo>
                <a:cubicBezTo>
                  <a:pt x="14394" y="245852"/>
                  <a:pt x="0" y="231440"/>
                  <a:pt x="0" y="213651"/>
                </a:cubicBezTo>
                <a:lnTo>
                  <a:pt x="0" y="32201"/>
                </a:lnTo>
                <a:cubicBezTo>
                  <a:pt x="0" y="14332"/>
                  <a:pt x="14394" y="0"/>
                  <a:pt x="32266" y="0"/>
                </a:cubicBezTo>
              </a:path>
            </a:pathLst>
          </a:custGeom>
          <a:solidFill xmlns:a="http://schemas.openxmlformats.org/drawingml/2006/main">
            <a:srgbClr val="FFFFFF"/>
          </a:solidFill>
          <a:ln xmlns:a="http://schemas.openxmlformats.org/drawingml/2006/main" w="14302">
            <a:solidFill>
              <a:srgbClr val="F5B041"/>
            </a:solidFill>
            <a:prstDash val="solid"/>
          </a:ln>
        </p:spPr>
      </p:sp>
      <p:sp>
        <p:nvSpPr>
          <p:cNvPr id="288" name="pdf-path-745">
            <a:extLst xmlns:a="http://schemas.openxmlformats.org/drawingml/2006/main">
              <a:ext uri="{FF2B5EF4-FFF2-40B4-BE49-F238E27FC236}">
                <a16:creationId xmlns:a16="http://schemas.microsoft.com/office/drawing/2014/main" id="{BD494E38-2654-4204-AA70-F2496E0EB37C}"/>
              </a:ext>
            </a:extLst>
          </p:cNvPr>
          <p:cNvSpPr>
            <a:spLocks xmlns:a="http://schemas.openxmlformats.org/drawingml/2006/main" noGrp="1"/>
          </p:cNvSpPr>
          <p:nvPr/>
        </p:nvSpPr>
        <p:spPr>
          <a:xfrm xmlns:a="http://schemas.openxmlformats.org/drawingml/2006/main" rot="0">
            <a:off x="8418042" y="2152789"/>
            <a:ext cx="107986" cy="74842"/>
          </a:xfrm>
          <a:custGeom xmlns:a="http://schemas.openxmlformats.org/drawingml/2006/main">
            <a:pathLst>
              <a:path w="107986" h="74842">
                <a:moveTo>
                  <a:pt x="35598" y="14460"/>
                </a:moveTo>
                <a:cubicBezTo>
                  <a:pt x="38239" y="27360"/>
                  <a:pt x="42570" y="48607"/>
                  <a:pt x="48172" y="60060"/>
                </a:cubicBezTo>
                <a:cubicBezTo>
                  <a:pt x="50379" y="64274"/>
                  <a:pt x="51441" y="66478"/>
                  <a:pt x="52519" y="66478"/>
                </a:cubicBezTo>
                <a:cubicBezTo>
                  <a:pt x="52826" y="66478"/>
                  <a:pt x="53148" y="66478"/>
                  <a:pt x="54838" y="64772"/>
                </a:cubicBezTo>
                <a:cubicBezTo>
                  <a:pt x="62454" y="57486"/>
                  <a:pt x="67607" y="51696"/>
                  <a:pt x="74465" y="43766"/>
                </a:cubicBezTo>
                <a:lnTo>
                  <a:pt x="96233" y="18674"/>
                </a:lnTo>
                <a:cubicBezTo>
                  <a:pt x="94784" y="27038"/>
                  <a:pt x="91194" y="49235"/>
                  <a:pt x="91194" y="60880"/>
                </a:cubicBezTo>
                <a:cubicBezTo>
                  <a:pt x="91194" y="63518"/>
                  <a:pt x="91387" y="66156"/>
                  <a:pt x="91692" y="68793"/>
                </a:cubicBezTo>
                <a:cubicBezTo>
                  <a:pt x="91692" y="69871"/>
                  <a:pt x="92143" y="72831"/>
                  <a:pt x="96346" y="72831"/>
                </a:cubicBezTo>
                <a:cubicBezTo>
                  <a:pt x="100565" y="72831"/>
                  <a:pt x="107986" y="68295"/>
                  <a:pt x="107986" y="66478"/>
                </a:cubicBezTo>
                <a:cubicBezTo>
                  <a:pt x="107986" y="65850"/>
                  <a:pt x="107359" y="65657"/>
                  <a:pt x="107036" y="65657"/>
                </a:cubicBezTo>
                <a:cubicBezTo>
                  <a:pt x="105846" y="65657"/>
                  <a:pt x="103833" y="66590"/>
                  <a:pt x="102705" y="67234"/>
                </a:cubicBezTo>
                <a:cubicBezTo>
                  <a:pt x="100371" y="66912"/>
                  <a:pt x="100258" y="65335"/>
                  <a:pt x="99937" y="63196"/>
                </a:cubicBezTo>
                <a:cubicBezTo>
                  <a:pt x="99614" y="59931"/>
                  <a:pt x="99614" y="56972"/>
                  <a:pt x="99614" y="56666"/>
                </a:cubicBezTo>
                <a:cubicBezTo>
                  <a:pt x="99614" y="45648"/>
                  <a:pt x="103961" y="15521"/>
                  <a:pt x="106924" y="3265"/>
                </a:cubicBezTo>
                <a:cubicBezTo>
                  <a:pt x="107036" y="2638"/>
                  <a:pt x="107036" y="2509"/>
                  <a:pt x="107036" y="1561"/>
                </a:cubicBezTo>
                <a:cubicBezTo>
                  <a:pt x="107036" y="1255"/>
                  <a:pt x="107036" y="177"/>
                  <a:pt x="106296" y="177"/>
                </a:cubicBezTo>
                <a:cubicBezTo>
                  <a:pt x="105974" y="177"/>
                  <a:pt x="105846" y="177"/>
                  <a:pt x="103961" y="2509"/>
                </a:cubicBezTo>
                <a:cubicBezTo>
                  <a:pt x="94656" y="13705"/>
                  <a:pt x="65722" y="48414"/>
                  <a:pt x="55789" y="56666"/>
                </a:cubicBezTo>
                <a:cubicBezTo>
                  <a:pt x="53324" y="51374"/>
                  <a:pt x="51634" y="47675"/>
                  <a:pt x="48172" y="33826"/>
                </a:cubicBezTo>
                <a:cubicBezTo>
                  <a:pt x="45227" y="22695"/>
                  <a:pt x="43519" y="14460"/>
                  <a:pt x="41829" y="4842"/>
                </a:cubicBezTo>
                <a:cubicBezTo>
                  <a:pt x="41636" y="3458"/>
                  <a:pt x="41072" y="804"/>
                  <a:pt x="41072" y="499"/>
                </a:cubicBezTo>
                <a:cubicBezTo>
                  <a:pt x="40750" y="0"/>
                  <a:pt x="40252" y="0"/>
                  <a:pt x="39930" y="0"/>
                </a:cubicBezTo>
                <a:cubicBezTo>
                  <a:pt x="38239" y="0"/>
                  <a:pt x="34021" y="2188"/>
                  <a:pt x="33715" y="4391"/>
                </a:cubicBezTo>
                <a:cubicBezTo>
                  <a:pt x="32523" y="12578"/>
                  <a:pt x="30623" y="25655"/>
                  <a:pt x="23652" y="44587"/>
                </a:cubicBezTo>
                <a:cubicBezTo>
                  <a:pt x="15731" y="65657"/>
                  <a:pt x="13524" y="65657"/>
                  <a:pt x="11705" y="65657"/>
                </a:cubicBezTo>
                <a:cubicBezTo>
                  <a:pt x="10433" y="65657"/>
                  <a:pt x="6730" y="64901"/>
                  <a:pt x="4524" y="62891"/>
                </a:cubicBezTo>
                <a:cubicBezTo>
                  <a:pt x="4089" y="62440"/>
                  <a:pt x="3767" y="62440"/>
                  <a:pt x="3590" y="62440"/>
                </a:cubicBezTo>
                <a:cubicBezTo>
                  <a:pt x="2205" y="62440"/>
                  <a:pt x="0" y="66912"/>
                  <a:pt x="0" y="69742"/>
                </a:cubicBezTo>
                <a:cubicBezTo>
                  <a:pt x="0" y="70499"/>
                  <a:pt x="0" y="71753"/>
                  <a:pt x="3268" y="73458"/>
                </a:cubicBezTo>
                <a:cubicBezTo>
                  <a:pt x="5780" y="74648"/>
                  <a:pt x="8114" y="74842"/>
                  <a:pt x="8549" y="74842"/>
                </a:cubicBezTo>
                <a:cubicBezTo>
                  <a:pt x="14780" y="74842"/>
                  <a:pt x="20496" y="60687"/>
                  <a:pt x="22573" y="55589"/>
                </a:cubicBezTo>
                <a:cubicBezTo>
                  <a:pt x="27226" y="44393"/>
                  <a:pt x="32829" y="28743"/>
                  <a:pt x="35598" y="14460"/>
                </a:cubicBezTo>
              </a:path>
            </a:pathLst>
          </a:custGeom>
          <a:solidFill xmlns:a="http://schemas.openxmlformats.org/drawingml/2006/main">
            <a:srgbClr val="000000"/>
          </a:solidFill>
          <a:ln xmlns:a="http://schemas.openxmlformats.org/drawingml/2006/main" w="12166">
            <a:solidFill>
              <a:srgbClr val="000000"/>
            </a:solidFill>
            <a:prstDash val="solid"/>
          </a:ln>
        </p:spPr>
      </p:sp>
      <p:sp>
        <p:nvSpPr>
          <p:cNvPr id="289" name="pdf-path-747">
            <a:extLst xmlns:a="http://schemas.openxmlformats.org/drawingml/2006/main">
              <a:ext uri="{FF2B5EF4-FFF2-40B4-BE49-F238E27FC236}">
                <a16:creationId xmlns:a16="http://schemas.microsoft.com/office/drawing/2014/main" id="{74476EF3-AB0E-4641-85D9-9DFE34F09105}"/>
              </a:ext>
            </a:extLst>
          </p:cNvPr>
          <p:cNvSpPr>
            <a:spLocks xmlns:a="http://schemas.openxmlformats.org/drawingml/2006/main" noGrp="1"/>
          </p:cNvSpPr>
          <p:nvPr/>
        </p:nvSpPr>
        <p:spPr>
          <a:xfrm xmlns:a="http://schemas.openxmlformats.org/drawingml/2006/main" rot="0">
            <a:off x="8567535" y="2186373"/>
            <a:ext cx="65852" cy="23081"/>
          </a:xfrm>
          <a:custGeom xmlns:a="http://schemas.openxmlformats.org/drawingml/2006/main">
            <a:pathLst>
              <a:path w="65852" h="23081">
                <a:moveTo>
                  <a:pt x="62454" y="3828"/>
                </a:moveTo>
                <a:cubicBezTo>
                  <a:pt x="64032" y="3828"/>
                  <a:pt x="65852" y="3828"/>
                  <a:pt x="65852" y="2010"/>
                </a:cubicBezTo>
                <a:cubicBezTo>
                  <a:pt x="65852" y="0"/>
                  <a:pt x="64032" y="0"/>
                  <a:pt x="62584" y="0"/>
                </a:cubicBezTo>
                <a:lnTo>
                  <a:pt x="3268" y="0"/>
                </a:lnTo>
                <a:cubicBezTo>
                  <a:pt x="1819" y="0"/>
                  <a:pt x="0" y="0"/>
                  <a:pt x="0" y="2010"/>
                </a:cubicBezTo>
                <a:cubicBezTo>
                  <a:pt x="0" y="3828"/>
                  <a:pt x="1819" y="3828"/>
                  <a:pt x="3268" y="3828"/>
                </a:cubicBezTo>
                <a:lnTo>
                  <a:pt x="62454" y="3828"/>
                </a:lnTo>
                <a:moveTo>
                  <a:pt x="62584" y="23081"/>
                </a:moveTo>
                <a:cubicBezTo>
                  <a:pt x="64032" y="23081"/>
                  <a:pt x="65852" y="23081"/>
                  <a:pt x="65852" y="21071"/>
                </a:cubicBezTo>
                <a:cubicBezTo>
                  <a:pt x="65852" y="19237"/>
                  <a:pt x="64032" y="19237"/>
                  <a:pt x="62454" y="19237"/>
                </a:cubicBezTo>
                <a:lnTo>
                  <a:pt x="3268" y="19237"/>
                </a:lnTo>
                <a:cubicBezTo>
                  <a:pt x="1819" y="19237"/>
                  <a:pt x="0" y="19237"/>
                  <a:pt x="0" y="21071"/>
                </a:cubicBezTo>
                <a:cubicBezTo>
                  <a:pt x="0" y="23081"/>
                  <a:pt x="1819" y="23081"/>
                  <a:pt x="3268" y="23081"/>
                </a:cubicBezTo>
                <a:lnTo>
                  <a:pt x="62584" y="23081"/>
                </a:lnTo>
              </a:path>
            </a:pathLst>
          </a:custGeom>
          <a:solidFill xmlns:a="http://schemas.openxmlformats.org/drawingml/2006/main">
            <a:srgbClr val="000000"/>
          </a:solidFill>
          <a:ln xmlns:a="http://schemas.openxmlformats.org/drawingml/2006/main" w="12166">
            <a:solidFill>
              <a:srgbClr val="000000"/>
            </a:solidFill>
            <a:prstDash val="solid"/>
          </a:ln>
        </p:spPr>
      </p:sp>
      <p:sp>
        <p:nvSpPr>
          <p:cNvPr id="290" name="pdf-path-749">
            <a:extLst xmlns:a="http://schemas.openxmlformats.org/drawingml/2006/main">
              <a:ext uri="{FF2B5EF4-FFF2-40B4-BE49-F238E27FC236}">
                <a16:creationId xmlns:a16="http://schemas.microsoft.com/office/drawing/2014/main" id="{CC560846-8C8D-441B-810F-667916B58C99}"/>
              </a:ext>
            </a:extLst>
          </p:cNvPr>
          <p:cNvSpPr>
            <a:spLocks xmlns:a="http://schemas.openxmlformats.org/drawingml/2006/main" noGrp="1"/>
          </p:cNvSpPr>
          <p:nvPr/>
        </p:nvSpPr>
        <p:spPr>
          <a:xfrm xmlns:a="http://schemas.openxmlformats.org/drawingml/2006/main" rot="0">
            <a:off x="8681559" y="2138441"/>
            <a:ext cx="25794" cy="118736"/>
          </a:xfrm>
          <a:custGeom xmlns:a="http://schemas.openxmlformats.org/drawingml/2006/main">
            <a:pathLst>
              <a:path w="25794" h="118736">
                <a:moveTo>
                  <a:pt x="25794" y="117803"/>
                </a:moveTo>
                <a:cubicBezTo>
                  <a:pt x="25794" y="117481"/>
                  <a:pt x="25600" y="117176"/>
                  <a:pt x="25472" y="116854"/>
                </a:cubicBezTo>
                <a:cubicBezTo>
                  <a:pt x="20947" y="112077"/>
                  <a:pt x="14089" y="104035"/>
                  <a:pt x="9934" y="87870"/>
                </a:cubicBezTo>
                <a:cubicBezTo>
                  <a:pt x="7745" y="78862"/>
                  <a:pt x="6795" y="68746"/>
                  <a:pt x="6795" y="59432"/>
                </a:cubicBezTo>
                <a:cubicBezTo>
                  <a:pt x="6795" y="33392"/>
                  <a:pt x="13026" y="15216"/>
                  <a:pt x="24973" y="2333"/>
                </a:cubicBezTo>
                <a:cubicBezTo>
                  <a:pt x="25794" y="1383"/>
                  <a:pt x="25794" y="1254"/>
                  <a:pt x="25794" y="1142"/>
                </a:cubicBezTo>
                <a:cubicBezTo>
                  <a:pt x="25794" y="0"/>
                  <a:pt x="24973" y="0"/>
                  <a:pt x="24651" y="0"/>
                </a:cubicBezTo>
                <a:cubicBezTo>
                  <a:pt x="23154" y="0"/>
                  <a:pt x="17872" y="6031"/>
                  <a:pt x="16600" y="7479"/>
                </a:cubicBezTo>
                <a:cubicBezTo>
                  <a:pt x="6361" y="19559"/>
                  <a:pt x="0" y="37300"/>
                  <a:pt x="0" y="59432"/>
                </a:cubicBezTo>
                <a:cubicBezTo>
                  <a:pt x="0" y="73458"/>
                  <a:pt x="2464" y="93274"/>
                  <a:pt x="15538" y="110066"/>
                </a:cubicBezTo>
                <a:cubicBezTo>
                  <a:pt x="16489" y="111321"/>
                  <a:pt x="22832" y="118736"/>
                  <a:pt x="24651" y="118736"/>
                </a:cubicBezTo>
                <a:cubicBezTo>
                  <a:pt x="24973" y="118736"/>
                  <a:pt x="25794" y="118736"/>
                  <a:pt x="25794" y="117803"/>
                </a:cubicBezTo>
              </a:path>
            </a:pathLst>
          </a:custGeom>
          <a:solidFill xmlns:a="http://schemas.openxmlformats.org/drawingml/2006/main">
            <a:srgbClr val="000000"/>
          </a:solidFill>
          <a:ln xmlns:a="http://schemas.openxmlformats.org/drawingml/2006/main" w="12166">
            <a:solidFill>
              <a:srgbClr val="000000"/>
            </a:solidFill>
            <a:prstDash val="solid"/>
          </a:ln>
        </p:spPr>
      </p:sp>
      <p:sp>
        <p:nvSpPr>
          <p:cNvPr id="291" name="pdf-path-751">
            <a:extLst xmlns:a="http://schemas.openxmlformats.org/drawingml/2006/main">
              <a:ext uri="{FF2B5EF4-FFF2-40B4-BE49-F238E27FC236}">
                <a16:creationId xmlns:a16="http://schemas.microsoft.com/office/drawing/2014/main" id="{BCDDB3E4-9FE5-41C6-BCC7-0FFE4AAE134E}"/>
              </a:ext>
            </a:extLst>
          </p:cNvPr>
          <p:cNvSpPr>
            <a:spLocks xmlns:a="http://schemas.openxmlformats.org/drawingml/2006/main" noGrp="1"/>
          </p:cNvSpPr>
          <p:nvPr/>
        </p:nvSpPr>
        <p:spPr>
          <a:xfrm xmlns:a="http://schemas.openxmlformats.org/drawingml/2006/main" rot="0">
            <a:off x="8713890" y="2154976"/>
            <a:ext cx="70698" cy="72654"/>
          </a:xfrm>
          <a:custGeom xmlns:a="http://schemas.openxmlformats.org/drawingml/2006/main">
            <a:pathLst>
              <a:path w="70698" h="72654">
                <a:moveTo>
                  <a:pt x="32459" y="0"/>
                </a:moveTo>
                <a:cubicBezTo>
                  <a:pt x="18483" y="0"/>
                  <a:pt x="7921" y="6868"/>
                  <a:pt x="3895" y="11517"/>
                </a:cubicBezTo>
                <a:cubicBezTo>
                  <a:pt x="306" y="15361"/>
                  <a:pt x="0" y="18304"/>
                  <a:pt x="0" y="18497"/>
                </a:cubicBezTo>
                <a:cubicBezTo>
                  <a:pt x="0" y="19124"/>
                  <a:pt x="435" y="19253"/>
                  <a:pt x="1063" y="19253"/>
                </a:cubicBezTo>
                <a:cubicBezTo>
                  <a:pt x="2640" y="19253"/>
                  <a:pt x="4975" y="17870"/>
                  <a:pt x="5715" y="17371"/>
                </a:cubicBezTo>
                <a:cubicBezTo>
                  <a:pt x="7793" y="15988"/>
                  <a:pt x="8114" y="15361"/>
                  <a:pt x="8678" y="13527"/>
                </a:cubicBezTo>
                <a:cubicBezTo>
                  <a:pt x="10127" y="9506"/>
                  <a:pt x="12897" y="6048"/>
                  <a:pt x="25342" y="5421"/>
                </a:cubicBezTo>
                <a:cubicBezTo>
                  <a:pt x="23652" y="27810"/>
                  <a:pt x="17550" y="49508"/>
                  <a:pt x="9306" y="70128"/>
                </a:cubicBezTo>
                <a:cubicBezTo>
                  <a:pt x="8678" y="71705"/>
                  <a:pt x="8678" y="71898"/>
                  <a:pt x="8678" y="71898"/>
                </a:cubicBezTo>
                <a:cubicBezTo>
                  <a:pt x="8678" y="72203"/>
                  <a:pt x="9000" y="72654"/>
                  <a:pt x="9628" y="72654"/>
                </a:cubicBezTo>
                <a:cubicBezTo>
                  <a:pt x="11189" y="72654"/>
                  <a:pt x="16036" y="70450"/>
                  <a:pt x="17098" y="67812"/>
                </a:cubicBezTo>
                <a:cubicBezTo>
                  <a:pt x="22202" y="55732"/>
                  <a:pt x="30446" y="33086"/>
                  <a:pt x="33393" y="5421"/>
                </a:cubicBezTo>
                <a:lnTo>
                  <a:pt x="38561" y="5421"/>
                </a:lnTo>
                <a:cubicBezTo>
                  <a:pt x="50636" y="5421"/>
                  <a:pt x="62132" y="10069"/>
                  <a:pt x="62132" y="20009"/>
                </a:cubicBezTo>
                <a:cubicBezTo>
                  <a:pt x="62132" y="27488"/>
                  <a:pt x="55032" y="41273"/>
                  <a:pt x="35904" y="41900"/>
                </a:cubicBezTo>
                <a:cubicBezTo>
                  <a:pt x="33715" y="42077"/>
                  <a:pt x="32636" y="42077"/>
                  <a:pt x="29819" y="43782"/>
                </a:cubicBezTo>
                <a:cubicBezTo>
                  <a:pt x="28112" y="45036"/>
                  <a:pt x="27355" y="46114"/>
                  <a:pt x="27355" y="46741"/>
                </a:cubicBezTo>
                <a:cubicBezTo>
                  <a:pt x="27355" y="47369"/>
                  <a:pt x="27983" y="47369"/>
                  <a:pt x="29174" y="47369"/>
                </a:cubicBezTo>
                <a:cubicBezTo>
                  <a:pt x="47239" y="47369"/>
                  <a:pt x="70698" y="32153"/>
                  <a:pt x="70698" y="15859"/>
                </a:cubicBezTo>
                <a:cubicBezTo>
                  <a:pt x="70698" y="4535"/>
                  <a:pt x="57350" y="0"/>
                  <a:pt x="45854" y="0"/>
                </a:cubicBezTo>
                <a:lnTo>
                  <a:pt x="32459" y="0"/>
                </a:lnTo>
              </a:path>
            </a:pathLst>
          </a:custGeom>
          <a:solidFill xmlns:a="http://schemas.openxmlformats.org/drawingml/2006/main">
            <a:srgbClr val="000000"/>
          </a:solidFill>
          <a:ln xmlns:a="http://schemas.openxmlformats.org/drawingml/2006/main" w="12166">
            <a:solidFill>
              <a:srgbClr val="000000"/>
            </a:solidFill>
            <a:prstDash val="solid"/>
          </a:ln>
        </p:spPr>
      </p:sp>
      <p:sp>
        <p:nvSpPr>
          <p:cNvPr id="292" name="pdf-path-753">
            <a:extLst xmlns:a="http://schemas.openxmlformats.org/drawingml/2006/main">
              <a:ext uri="{FF2B5EF4-FFF2-40B4-BE49-F238E27FC236}">
                <a16:creationId xmlns:a16="http://schemas.microsoft.com/office/drawing/2014/main" id="{5F044530-A62C-485D-8153-D230B080BA8B}"/>
              </a:ext>
            </a:extLst>
          </p:cNvPr>
          <p:cNvSpPr>
            <a:spLocks xmlns:a="http://schemas.openxmlformats.org/drawingml/2006/main" noGrp="1"/>
          </p:cNvSpPr>
          <p:nvPr/>
        </p:nvSpPr>
        <p:spPr>
          <a:xfrm xmlns:a="http://schemas.openxmlformats.org/drawingml/2006/main" rot="0">
            <a:off x="8797468" y="2212092"/>
            <a:ext cx="11640" cy="29692"/>
          </a:xfrm>
          <a:custGeom xmlns:a="http://schemas.openxmlformats.org/drawingml/2006/main">
            <a:pathLst>
              <a:path w="11640" h="29692">
                <a:moveTo>
                  <a:pt x="11640" y="10438"/>
                </a:moveTo>
                <a:cubicBezTo>
                  <a:pt x="11640" y="3892"/>
                  <a:pt x="9129" y="0"/>
                  <a:pt x="5281" y="0"/>
                </a:cubicBezTo>
                <a:cubicBezTo>
                  <a:pt x="2013" y="0"/>
                  <a:pt x="0" y="2509"/>
                  <a:pt x="0" y="5275"/>
                </a:cubicBezTo>
                <a:cubicBezTo>
                  <a:pt x="0" y="7930"/>
                  <a:pt x="2013" y="10567"/>
                  <a:pt x="5281" y="10567"/>
                </a:cubicBezTo>
                <a:cubicBezTo>
                  <a:pt x="6360" y="10567"/>
                  <a:pt x="7745" y="10117"/>
                  <a:pt x="8679" y="9313"/>
                </a:cubicBezTo>
                <a:cubicBezTo>
                  <a:pt x="9000" y="8991"/>
                  <a:pt x="9129" y="8991"/>
                  <a:pt x="9129" y="8991"/>
                </a:cubicBezTo>
                <a:cubicBezTo>
                  <a:pt x="9306" y="8991"/>
                  <a:pt x="9306" y="8991"/>
                  <a:pt x="9306" y="10438"/>
                </a:cubicBezTo>
                <a:cubicBezTo>
                  <a:pt x="9306" y="17853"/>
                  <a:pt x="5861" y="23773"/>
                  <a:pt x="2641" y="27038"/>
                </a:cubicBezTo>
                <a:cubicBezTo>
                  <a:pt x="1514" y="28115"/>
                  <a:pt x="1514" y="28244"/>
                  <a:pt x="1514" y="28550"/>
                </a:cubicBezTo>
                <a:cubicBezTo>
                  <a:pt x="1514" y="29370"/>
                  <a:pt x="2013" y="29692"/>
                  <a:pt x="2464" y="29692"/>
                </a:cubicBezTo>
                <a:cubicBezTo>
                  <a:pt x="3526" y="29692"/>
                  <a:pt x="11640" y="22068"/>
                  <a:pt x="11640" y="10438"/>
                </a:cubicBezTo>
              </a:path>
            </a:pathLst>
          </a:custGeom>
          <a:solidFill xmlns:a="http://schemas.openxmlformats.org/drawingml/2006/main">
            <a:srgbClr val="000000"/>
          </a:solidFill>
          <a:ln xmlns:a="http://schemas.openxmlformats.org/drawingml/2006/main" w="12166">
            <a:solidFill>
              <a:srgbClr val="000000"/>
            </a:solidFill>
            <a:prstDash val="solid"/>
          </a:ln>
        </p:spPr>
      </p:sp>
      <p:sp>
        <p:nvSpPr>
          <p:cNvPr id="293" name="pdf-path-755">
            <a:extLst xmlns:a="http://schemas.openxmlformats.org/drawingml/2006/main">
              <a:ext uri="{FF2B5EF4-FFF2-40B4-BE49-F238E27FC236}">
                <a16:creationId xmlns:a16="http://schemas.microsoft.com/office/drawing/2014/main" id="{80361AD7-FE3C-486B-8416-2AFC7B3F0C70}"/>
              </a:ext>
            </a:extLst>
          </p:cNvPr>
          <p:cNvSpPr>
            <a:spLocks xmlns:a="http://schemas.openxmlformats.org/drawingml/2006/main" noGrp="1"/>
          </p:cNvSpPr>
          <p:nvPr/>
        </p:nvSpPr>
        <p:spPr>
          <a:xfrm xmlns:a="http://schemas.openxmlformats.org/drawingml/2006/main" rot="0">
            <a:off x="8835594" y="2151084"/>
            <a:ext cx="76478" cy="76546"/>
          </a:xfrm>
          <a:custGeom xmlns:a="http://schemas.openxmlformats.org/drawingml/2006/main">
            <a:pathLst>
              <a:path w="76478" h="76546">
                <a:moveTo>
                  <a:pt x="56401" y="55283"/>
                </a:moveTo>
                <a:cubicBezTo>
                  <a:pt x="56852" y="61507"/>
                  <a:pt x="57978" y="65979"/>
                  <a:pt x="58607" y="67860"/>
                </a:cubicBezTo>
                <a:cubicBezTo>
                  <a:pt x="59686" y="72332"/>
                  <a:pt x="60120" y="74536"/>
                  <a:pt x="64339" y="74536"/>
                </a:cubicBezTo>
                <a:cubicBezTo>
                  <a:pt x="68863" y="74536"/>
                  <a:pt x="76478" y="70000"/>
                  <a:pt x="76478" y="68183"/>
                </a:cubicBezTo>
                <a:cubicBezTo>
                  <a:pt x="76478" y="67555"/>
                  <a:pt x="76156" y="67362"/>
                  <a:pt x="75529" y="67362"/>
                </a:cubicBezTo>
                <a:cubicBezTo>
                  <a:pt x="74273" y="67362"/>
                  <a:pt x="72261" y="68488"/>
                  <a:pt x="71938" y="68616"/>
                </a:cubicBezTo>
                <a:cubicBezTo>
                  <a:pt x="71181" y="69051"/>
                  <a:pt x="71005" y="69051"/>
                  <a:pt x="70876" y="69051"/>
                </a:cubicBezTo>
                <a:cubicBezTo>
                  <a:pt x="68042" y="69051"/>
                  <a:pt x="67414" y="66477"/>
                  <a:pt x="66223" y="60574"/>
                </a:cubicBezTo>
                <a:cubicBezTo>
                  <a:pt x="65595" y="57100"/>
                  <a:pt x="64644" y="53272"/>
                  <a:pt x="63888" y="39745"/>
                </a:cubicBezTo>
                <a:cubicBezTo>
                  <a:pt x="63260" y="29499"/>
                  <a:pt x="62761" y="19430"/>
                  <a:pt x="62761" y="9313"/>
                </a:cubicBezTo>
                <a:cubicBezTo>
                  <a:pt x="62761" y="6981"/>
                  <a:pt x="62954" y="4343"/>
                  <a:pt x="62954" y="2010"/>
                </a:cubicBezTo>
                <a:cubicBezTo>
                  <a:pt x="62954" y="499"/>
                  <a:pt x="62954" y="0"/>
                  <a:pt x="61810" y="0"/>
                </a:cubicBezTo>
                <a:cubicBezTo>
                  <a:pt x="60425" y="0"/>
                  <a:pt x="56401" y="1705"/>
                  <a:pt x="54516" y="4343"/>
                </a:cubicBezTo>
                <a:lnTo>
                  <a:pt x="53889" y="5469"/>
                </a:lnTo>
                <a:cubicBezTo>
                  <a:pt x="45967" y="22197"/>
                  <a:pt x="38675" y="34147"/>
                  <a:pt x="33587" y="42270"/>
                </a:cubicBezTo>
                <a:cubicBezTo>
                  <a:pt x="27661" y="51262"/>
                  <a:pt x="17422" y="67362"/>
                  <a:pt x="11947" y="67362"/>
                </a:cubicBezTo>
                <a:cubicBezTo>
                  <a:pt x="8421" y="67362"/>
                  <a:pt x="5281" y="65030"/>
                  <a:pt x="4331" y="61507"/>
                </a:cubicBezTo>
                <a:cubicBezTo>
                  <a:pt x="4331" y="61314"/>
                  <a:pt x="4073" y="60687"/>
                  <a:pt x="3768" y="60687"/>
                </a:cubicBezTo>
                <a:cubicBezTo>
                  <a:pt x="2190" y="60687"/>
                  <a:pt x="0" y="65351"/>
                  <a:pt x="0" y="68183"/>
                </a:cubicBezTo>
                <a:cubicBezTo>
                  <a:pt x="0" y="72204"/>
                  <a:pt x="4331" y="76546"/>
                  <a:pt x="9049" y="76546"/>
                </a:cubicBezTo>
                <a:cubicBezTo>
                  <a:pt x="15843" y="76546"/>
                  <a:pt x="27227" y="58677"/>
                  <a:pt x="29369" y="55283"/>
                </a:cubicBezTo>
                <a:lnTo>
                  <a:pt x="56401" y="55283"/>
                </a:lnTo>
                <a:moveTo>
                  <a:pt x="54388" y="12273"/>
                </a:moveTo>
                <a:lnTo>
                  <a:pt x="54388" y="18047"/>
                </a:lnTo>
                <a:cubicBezTo>
                  <a:pt x="54388" y="23773"/>
                  <a:pt x="54516" y="29499"/>
                  <a:pt x="54839" y="35290"/>
                </a:cubicBezTo>
                <a:cubicBezTo>
                  <a:pt x="55033" y="37300"/>
                  <a:pt x="55338" y="44587"/>
                  <a:pt x="55773" y="49814"/>
                </a:cubicBezTo>
                <a:lnTo>
                  <a:pt x="37788" y="49814"/>
                </a:lnTo>
                <a:cubicBezTo>
                  <a:pt x="36034" y="49814"/>
                  <a:pt x="34650" y="49814"/>
                  <a:pt x="32009" y="51390"/>
                </a:cubicBezTo>
                <a:cubicBezTo>
                  <a:pt x="38980" y="40694"/>
                  <a:pt x="44777" y="30448"/>
                  <a:pt x="45404" y="29370"/>
                </a:cubicBezTo>
                <a:cubicBezTo>
                  <a:pt x="50363" y="20508"/>
                  <a:pt x="53020" y="14782"/>
                  <a:pt x="54211" y="12273"/>
                </a:cubicBezTo>
                <a:lnTo>
                  <a:pt x="54388" y="12273"/>
                </a:lnTo>
              </a:path>
            </a:pathLst>
          </a:custGeom>
          <a:solidFill xmlns:a="http://schemas.openxmlformats.org/drawingml/2006/main">
            <a:srgbClr val="000000"/>
          </a:solidFill>
          <a:ln xmlns:a="http://schemas.openxmlformats.org/drawingml/2006/main" w="12166">
            <a:solidFill>
              <a:srgbClr val="000000"/>
            </a:solidFill>
            <a:prstDash val="solid"/>
          </a:ln>
        </p:spPr>
      </p:sp>
      <p:sp>
        <p:nvSpPr>
          <p:cNvPr id="294" name="pdf-path-757">
            <a:extLst xmlns:a="http://schemas.openxmlformats.org/drawingml/2006/main">
              <a:ext uri="{FF2B5EF4-FFF2-40B4-BE49-F238E27FC236}">
                <a16:creationId xmlns:a16="http://schemas.microsoft.com/office/drawing/2014/main" id="{EDAA02FF-B013-4F8E-A289-04AAD5C54BEA}"/>
              </a:ext>
            </a:extLst>
          </p:cNvPr>
          <p:cNvSpPr>
            <a:spLocks xmlns:a="http://schemas.openxmlformats.org/drawingml/2006/main" noGrp="1"/>
          </p:cNvSpPr>
          <p:nvPr/>
        </p:nvSpPr>
        <p:spPr>
          <a:xfrm xmlns:a="http://schemas.openxmlformats.org/drawingml/2006/main" rot="0">
            <a:off x="8916403" y="2138441"/>
            <a:ext cx="25970" cy="118736"/>
          </a:xfrm>
          <a:custGeom xmlns:a="http://schemas.openxmlformats.org/drawingml/2006/main">
            <a:pathLst>
              <a:path w="25970" h="118736">
                <a:moveTo>
                  <a:pt x="25970" y="59432"/>
                </a:moveTo>
                <a:cubicBezTo>
                  <a:pt x="25970" y="45471"/>
                  <a:pt x="23459" y="25478"/>
                  <a:pt x="10385" y="8863"/>
                </a:cubicBezTo>
                <a:cubicBezTo>
                  <a:pt x="9499" y="7608"/>
                  <a:pt x="2962" y="0"/>
                  <a:pt x="1256" y="0"/>
                </a:cubicBezTo>
                <a:cubicBezTo>
                  <a:pt x="757" y="0"/>
                  <a:pt x="0" y="322"/>
                  <a:pt x="0" y="1142"/>
                </a:cubicBezTo>
                <a:cubicBezTo>
                  <a:pt x="0" y="1383"/>
                  <a:pt x="129" y="1705"/>
                  <a:pt x="628" y="2010"/>
                </a:cubicBezTo>
                <a:cubicBezTo>
                  <a:pt x="5409" y="7174"/>
                  <a:pt x="11818" y="15216"/>
                  <a:pt x="15842" y="31075"/>
                </a:cubicBezTo>
                <a:cubicBezTo>
                  <a:pt x="18178" y="40066"/>
                  <a:pt x="19128" y="50135"/>
                  <a:pt x="19128" y="59432"/>
                </a:cubicBezTo>
                <a:cubicBezTo>
                  <a:pt x="19128" y="69373"/>
                  <a:pt x="18178" y="79506"/>
                  <a:pt x="15537" y="89253"/>
                </a:cubicBezTo>
                <a:cubicBezTo>
                  <a:pt x="11818" y="103086"/>
                  <a:pt x="5909" y="111015"/>
                  <a:pt x="950" y="116613"/>
                </a:cubicBezTo>
                <a:cubicBezTo>
                  <a:pt x="0" y="117481"/>
                  <a:pt x="0" y="117674"/>
                  <a:pt x="0" y="117803"/>
                </a:cubicBezTo>
                <a:cubicBezTo>
                  <a:pt x="0" y="118623"/>
                  <a:pt x="757" y="118736"/>
                  <a:pt x="1256" y="118736"/>
                </a:cubicBezTo>
                <a:cubicBezTo>
                  <a:pt x="2641" y="118736"/>
                  <a:pt x="8050" y="112833"/>
                  <a:pt x="9306" y="111450"/>
                </a:cubicBezTo>
                <a:cubicBezTo>
                  <a:pt x="19433" y="99370"/>
                  <a:pt x="25970" y="81645"/>
                  <a:pt x="25970" y="59432"/>
                </a:cubicBezTo>
              </a:path>
            </a:pathLst>
          </a:custGeom>
          <a:solidFill xmlns:a="http://schemas.openxmlformats.org/drawingml/2006/main">
            <a:srgbClr val="000000"/>
          </a:solidFill>
          <a:ln xmlns:a="http://schemas.openxmlformats.org/drawingml/2006/main" w="12166">
            <a:solidFill>
              <a:srgbClr val="000000"/>
            </a:solidFill>
            <a:prstDash val="solid"/>
          </a:ln>
        </p:spPr>
      </p:sp>
      <p:sp>
        <p:nvSpPr>
          <p:cNvPr id="295" name="pdf-path-759">
            <a:extLst xmlns:a="http://schemas.openxmlformats.org/drawingml/2006/main">
              <a:ext uri="{FF2B5EF4-FFF2-40B4-BE49-F238E27FC236}">
                <a16:creationId xmlns:a16="http://schemas.microsoft.com/office/drawing/2014/main" id="{CC0D0FBA-DAAD-4775-AE20-36B5ABB8E20B}"/>
              </a:ext>
            </a:extLst>
          </p:cNvPr>
          <p:cNvSpPr>
            <a:spLocks xmlns:a="http://schemas.openxmlformats.org/drawingml/2006/main" noGrp="1"/>
          </p:cNvSpPr>
          <p:nvPr/>
        </p:nvSpPr>
        <p:spPr>
          <a:xfrm xmlns:a="http://schemas.openxmlformats.org/drawingml/2006/main" rot="0">
            <a:off x="8188174" y="2197809"/>
            <a:ext cx="161939" cy="95"/>
          </a:xfrm>
          <a:custGeom xmlns:a="http://schemas.openxmlformats.org/drawingml/2006/main">
            <a:pathLst>
              <a:path w="161939" h="95">
                <a:moveTo>
                  <a:pt x="161939" y="0"/>
                </a:moveTo>
                <a:lnTo>
                  <a:pt x="0" y="0"/>
                </a:lnTo>
              </a:path>
            </a:pathLst>
          </a:custGeom>
          <a:noFill xmlns:a="http://schemas.openxmlformats.org/drawingml/2006/main"/>
          <a:ln xmlns:a="http://schemas.openxmlformats.org/drawingml/2006/main" w="28604">
            <a:solidFill>
              <a:srgbClr val="F5B041"/>
            </a:solidFill>
            <a:prstDash val="solid"/>
          </a:ln>
        </p:spPr>
      </p:sp>
      <p:sp>
        <p:nvSpPr>
          <p:cNvPr id="296" name="pdf-path-760">
            <a:extLst xmlns:a="http://schemas.openxmlformats.org/drawingml/2006/main">
              <a:ext uri="{FF2B5EF4-FFF2-40B4-BE49-F238E27FC236}">
                <a16:creationId xmlns:a16="http://schemas.microsoft.com/office/drawing/2014/main" id="{2B28EB60-4A97-4B41-B8EA-45FF990E78AD}"/>
              </a:ext>
            </a:extLst>
          </p:cNvPr>
          <p:cNvSpPr>
            <a:spLocks xmlns:a="http://schemas.openxmlformats.org/drawingml/2006/main" noGrp="1"/>
          </p:cNvSpPr>
          <p:nvPr/>
        </p:nvSpPr>
        <p:spPr>
          <a:xfrm xmlns:a="http://schemas.openxmlformats.org/drawingml/2006/main" rot="0">
            <a:off x="8749230" y="1897946"/>
            <a:ext cx="414461" cy="215774"/>
          </a:xfrm>
          <a:custGeom xmlns:a="http://schemas.openxmlformats.org/drawingml/2006/main">
            <a:pathLst>
              <a:path w="414461" h="215774">
                <a:moveTo>
                  <a:pt x="0" y="215774"/>
                </a:moveTo>
                <a:lnTo>
                  <a:pt x="516" y="60365"/>
                </a:lnTo>
                <a:cubicBezTo>
                  <a:pt x="628" y="26974"/>
                  <a:pt x="27741" y="0"/>
                  <a:pt x="61133" y="0"/>
                </a:cubicBezTo>
                <a:lnTo>
                  <a:pt x="414461" y="0"/>
                </a:lnTo>
              </a:path>
            </a:pathLst>
          </a:custGeom>
          <a:noFill xmlns:a="http://schemas.openxmlformats.org/drawingml/2006/main"/>
          <a:ln xmlns:a="http://schemas.openxmlformats.org/drawingml/2006/main" w="42905">
            <a:solidFill>
              <a:srgbClr val="1A252C"/>
            </a:solidFill>
            <a:prstDash val="solid"/>
          </a:ln>
        </p:spPr>
      </p:sp>
      <p:sp>
        <p:nvSpPr>
          <p:cNvPr id="297" name="pdf-path-761">
            <a:extLst xmlns:a="http://schemas.openxmlformats.org/drawingml/2006/main">
              <a:ext uri="{FF2B5EF4-FFF2-40B4-BE49-F238E27FC236}">
                <a16:creationId xmlns:a16="http://schemas.microsoft.com/office/drawing/2014/main" id="{C3C98CA0-DE87-4603-BADA-C3BCE8B025CD}"/>
              </a:ext>
            </a:extLst>
          </p:cNvPr>
          <p:cNvSpPr>
            <a:spLocks xmlns:a="http://schemas.openxmlformats.org/drawingml/2006/main" noGrp="1"/>
          </p:cNvSpPr>
          <p:nvPr/>
        </p:nvSpPr>
        <p:spPr>
          <a:xfrm xmlns:a="http://schemas.openxmlformats.org/drawingml/2006/main" rot="0">
            <a:off x="9138349" y="1855676"/>
            <a:ext cx="76173" cy="84524"/>
          </a:xfrm>
          <a:custGeom xmlns:a="http://schemas.openxmlformats.org/drawingml/2006/main">
            <a:pathLst>
              <a:path w="76173" h="84524">
                <a:moveTo>
                  <a:pt x="76173" y="42270"/>
                </a:moveTo>
                <a:cubicBezTo>
                  <a:pt x="50766" y="50698"/>
                  <a:pt x="16922" y="67603"/>
                  <a:pt x="0" y="84524"/>
                </a:cubicBezTo>
                <a:cubicBezTo>
                  <a:pt x="0" y="84524"/>
                  <a:pt x="0" y="50698"/>
                  <a:pt x="16922" y="42270"/>
                </a:cubicBezTo>
                <a:cubicBezTo>
                  <a:pt x="0" y="33778"/>
                  <a:pt x="0" y="0"/>
                  <a:pt x="0" y="0"/>
                </a:cubicBezTo>
                <a:cubicBezTo>
                  <a:pt x="16922" y="16857"/>
                  <a:pt x="50766" y="33778"/>
                  <a:pt x="76173" y="42270"/>
                </a:cubicBezTo>
              </a:path>
            </a:pathLst>
          </a:custGeom>
          <a:solidFill xmlns:a="http://schemas.openxmlformats.org/drawingml/2006/main">
            <a:srgbClr val="1A252C"/>
          </a:solidFill>
          <a:ln xmlns:a="http://schemas.openxmlformats.org/drawingml/2006/main" w="20023">
            <a:solidFill>
              <a:srgbClr val="1A252C"/>
            </a:solidFill>
            <a:prstDash val="solid"/>
          </a:ln>
        </p:spPr>
      </p:sp>
      <p:sp>
        <p:nvSpPr>
          <p:cNvPr id="298" name="pdf-path-763">
            <a:extLst xmlns:a="http://schemas.openxmlformats.org/drawingml/2006/main">
              <a:ext uri="{FF2B5EF4-FFF2-40B4-BE49-F238E27FC236}">
                <a16:creationId xmlns:a16="http://schemas.microsoft.com/office/drawing/2014/main" id="{AA4890F9-A026-488F-A29C-934D23B91B83}"/>
              </a:ext>
            </a:extLst>
          </p:cNvPr>
          <p:cNvSpPr>
            <a:spLocks xmlns:a="http://schemas.openxmlformats.org/drawingml/2006/main" noGrp="1"/>
          </p:cNvSpPr>
          <p:nvPr/>
        </p:nvSpPr>
        <p:spPr>
          <a:xfrm xmlns:a="http://schemas.openxmlformats.org/drawingml/2006/main" rot="0">
            <a:off x="8873832" y="2276929"/>
            <a:ext cx="371506" cy="180564"/>
          </a:xfrm>
          <a:custGeom xmlns:a="http://schemas.openxmlformats.org/drawingml/2006/main">
            <a:pathLst>
              <a:path w="371506" h="180564">
                <a:moveTo>
                  <a:pt x="0" y="0"/>
                </a:moveTo>
                <a:lnTo>
                  <a:pt x="0" y="120199"/>
                </a:lnTo>
                <a:cubicBezTo>
                  <a:pt x="0" y="153526"/>
                  <a:pt x="27033" y="180564"/>
                  <a:pt x="60425" y="180500"/>
                </a:cubicBezTo>
                <a:lnTo>
                  <a:pt x="371506" y="180066"/>
                </a:lnTo>
              </a:path>
            </a:pathLst>
          </a:custGeom>
          <a:noFill xmlns:a="http://schemas.openxmlformats.org/drawingml/2006/main"/>
          <a:ln xmlns:a="http://schemas.openxmlformats.org/drawingml/2006/main" w="42905">
            <a:solidFill>
              <a:srgbClr val="1A252C"/>
            </a:solidFill>
            <a:prstDash val="solid"/>
          </a:ln>
        </p:spPr>
      </p:sp>
      <p:sp>
        <p:nvSpPr>
          <p:cNvPr id="299" name="pdf-path-764">
            <a:extLst xmlns:a="http://schemas.openxmlformats.org/drawingml/2006/main">
              <a:ext uri="{FF2B5EF4-FFF2-40B4-BE49-F238E27FC236}">
                <a16:creationId xmlns:a16="http://schemas.microsoft.com/office/drawing/2014/main" id="{EE06CD86-779C-4C9F-A596-BE3C7E8F508D}"/>
              </a:ext>
            </a:extLst>
          </p:cNvPr>
          <p:cNvSpPr>
            <a:spLocks xmlns:a="http://schemas.openxmlformats.org/drawingml/2006/main" noGrp="1"/>
          </p:cNvSpPr>
          <p:nvPr/>
        </p:nvSpPr>
        <p:spPr>
          <a:xfrm xmlns:a="http://schemas.openxmlformats.org/drawingml/2006/main" rot="0">
            <a:off x="9219855" y="2414737"/>
            <a:ext cx="76235" cy="84524"/>
          </a:xfrm>
          <a:custGeom xmlns:a="http://schemas.openxmlformats.org/drawingml/2006/main">
            <a:pathLst>
              <a:path w="76235" h="84524">
                <a:moveTo>
                  <a:pt x="76235" y="42140"/>
                </a:moveTo>
                <a:cubicBezTo>
                  <a:pt x="50890" y="50621"/>
                  <a:pt x="17056" y="67610"/>
                  <a:pt x="127" y="84524"/>
                </a:cubicBezTo>
                <a:cubicBezTo>
                  <a:pt x="127" y="84524"/>
                  <a:pt x="141" y="50747"/>
                  <a:pt x="16986" y="42260"/>
                </a:cubicBezTo>
                <a:cubicBezTo>
                  <a:pt x="67" y="33826"/>
                  <a:pt x="0" y="0"/>
                  <a:pt x="0" y="0"/>
                </a:cubicBezTo>
                <a:cubicBezTo>
                  <a:pt x="16995" y="16911"/>
                  <a:pt x="50831" y="33765"/>
                  <a:pt x="76235" y="42140"/>
                </a:cubicBezTo>
              </a:path>
            </a:pathLst>
          </a:custGeom>
          <a:solidFill xmlns:a="http://schemas.openxmlformats.org/drawingml/2006/main">
            <a:srgbClr val="1A252C"/>
          </a:solidFill>
          <a:ln xmlns:a="http://schemas.openxmlformats.org/drawingml/2006/main" w="20022">
            <a:solidFill>
              <a:srgbClr val="1A252C"/>
            </a:solidFill>
            <a:prstDash val="solid"/>
          </a:ln>
        </p:spPr>
      </p:sp>
      <p:pic>
        <p:nvPicPr>
          <p:cNvPr id="300" name="">
            <a:extLst xmlns:a="http://schemas.openxmlformats.org/drawingml/2006/main">
              <a:ext uri="{FF2B5EF4-FFF2-40B4-BE49-F238E27FC236}">
                <a16:creationId xmlns:a16="http://schemas.microsoft.com/office/drawing/2014/main" id="{6BD0F821-3636-4778-8DDD-A81208FC496E}"/>
              </a:ext>
            </a:extLst>
          </p:cNvPr>
          <p:cNvPicPr>
            <a:picLocks xmlns:a="http://schemas.openxmlformats.org/drawingml/2006/main" noChangeAspect="1"/>
          </p:cNvPicPr>
          <p:nvPr/>
        </p:nvPicPr>
        <p:blipFill>
          <a:blip xmlns:r="http://schemas.openxmlformats.org/officeDocument/2006/relationships" xmlns:a="http://schemas.openxmlformats.org/drawingml/2006/main" r:embed="Rc14e64130c6f424d"/>
          <a:srcRect xmlns:a="http://schemas.openxmlformats.org/drawingml/2006/main" l="732" t="0" r="732" b="0"/>
          <a:stretch xmlns:a="http://schemas.openxmlformats.org/drawingml/2006/main">
            <a:fillRect l="0" t="0" r="0" b="0"/>
          </a:stretch>
        </p:blipFill>
        <p:spPr>
          <a:xfrm xmlns:a="http://schemas.openxmlformats.org/drawingml/2006/main">
            <a:off x="738784" y="1038817"/>
            <a:ext cx="749426" cy="855631"/>
          </a:xfrm>
          <a:prstGeom xmlns:a="http://schemas.openxmlformats.org/drawingml/2006/main" prst="rect">
            <a:avLst/>
          </a:prstGeom>
        </p:spPr>
      </p:pic>
      <p:sp>
        <p:nvSpPr>
          <p:cNvPr id="301" name="pdf-raster-12">
            <a:extLst xmlns:a="http://schemas.openxmlformats.org/drawingml/2006/main">
              <a:ext uri="{FF2B5EF4-FFF2-40B4-BE49-F238E27FC236}">
                <a16:creationId xmlns:a16="http://schemas.microsoft.com/office/drawing/2014/main" id="{E7477E13-5A89-4B96-AEB4-4810F8E58A45}"/>
              </a:ext>
            </a:extLst>
          </p:cNvPr>
          <p:cNvSpPr>
            <a:spLocks xmlns:a="http://schemas.openxmlformats.org/drawingml/2006/main" noGrp="1"/>
          </p:cNvSpPr>
          <p:nvPr/>
        </p:nvSpPr>
        <p:spPr>
          <a:xfrm xmlns:a="http://schemas.openxmlformats.org/drawingml/2006/main" rot="0">
            <a:off x="738784" y="1038817"/>
            <a:ext cx="749426" cy="855631"/>
          </a:xfrm>
          <a:prstGeom xmlns:a="http://schemas.openxmlformats.org/drawingml/2006/main" prst="rect">
            <a:avLst/>
          </a:prstGeom>
          <a:noFill xmlns:a="http://schemas.openxmlformats.org/drawingml/2006/main"/>
          <a:ln xmlns:a="http://schemas.openxmlformats.org/drawingml/2006/main" w="0">
            <a:noFill/>
          </a:ln>
        </p:spPr>
      </p:sp>
      <p:sp>
        <p:nvSpPr>
          <p:cNvPr id="302" name="pdf-path-767">
            <a:extLst xmlns:a="http://schemas.openxmlformats.org/drawingml/2006/main">
              <a:ext uri="{FF2B5EF4-FFF2-40B4-BE49-F238E27FC236}">
                <a16:creationId xmlns:a16="http://schemas.microsoft.com/office/drawing/2014/main" id="{DCB48381-24E1-4616-BE32-426EDFCD3E8F}"/>
              </a:ext>
            </a:extLst>
          </p:cNvPr>
          <p:cNvSpPr>
            <a:spLocks xmlns:a="http://schemas.openxmlformats.org/drawingml/2006/main" noGrp="1"/>
          </p:cNvSpPr>
          <p:nvPr/>
        </p:nvSpPr>
        <p:spPr>
          <a:xfrm xmlns:a="http://schemas.openxmlformats.org/drawingml/2006/main" rot="0">
            <a:off x="2834906" y="1229200"/>
            <a:ext cx="1312085" cy="756728"/>
          </a:xfrm>
          <a:custGeom xmlns:a="http://schemas.openxmlformats.org/drawingml/2006/main">
            <a:pathLst>
              <a:path w="1312085" h="756728">
                <a:moveTo>
                  <a:pt x="32266" y="0"/>
                </a:moveTo>
                <a:lnTo>
                  <a:pt x="1279820" y="0"/>
                </a:lnTo>
                <a:cubicBezTo>
                  <a:pt x="1297675" y="0"/>
                  <a:pt x="1312085" y="14346"/>
                  <a:pt x="1312085" y="32201"/>
                </a:cubicBezTo>
                <a:lnTo>
                  <a:pt x="1312085" y="724526"/>
                </a:lnTo>
                <a:cubicBezTo>
                  <a:pt x="1312085" y="742382"/>
                  <a:pt x="1297675" y="756728"/>
                  <a:pt x="1279820" y="756728"/>
                </a:cubicBezTo>
                <a:lnTo>
                  <a:pt x="32266" y="756728"/>
                </a:lnTo>
                <a:cubicBezTo>
                  <a:pt x="14410" y="756728"/>
                  <a:pt x="0" y="742382"/>
                  <a:pt x="0" y="724526"/>
                </a:cubicBezTo>
                <a:lnTo>
                  <a:pt x="0" y="32201"/>
                </a:lnTo>
                <a:cubicBezTo>
                  <a:pt x="0" y="14346"/>
                  <a:pt x="14410" y="0"/>
                  <a:pt x="32266" y="0"/>
                </a:cubicBezTo>
              </a:path>
            </a:pathLst>
          </a:custGeom>
          <a:solidFill xmlns:a="http://schemas.openxmlformats.org/drawingml/2006/main">
            <a:srgbClr val="FFFFFF">
              <a:alpha val="86000"/>
            </a:srgbClr>
          </a:solidFill>
          <a:ln xmlns:a="http://schemas.openxmlformats.org/drawingml/2006/main" w="0">
            <a:noFill/>
            <a:prstDash val="solid"/>
          </a:ln>
        </p:spPr>
      </p:sp>
      <p:sp>
        <p:nvSpPr>
          <p:cNvPr id="303" name="pdf-text-310-0">
            <a:extLst xmlns:a="http://schemas.openxmlformats.org/drawingml/2006/main">
              <a:ext uri="{FF2B5EF4-FFF2-40B4-BE49-F238E27FC236}">
                <a16:creationId xmlns:a16="http://schemas.microsoft.com/office/drawing/2014/main" id="{32A09982-968A-4AD4-B8FD-C738B15544B1}"/>
              </a:ext>
            </a:extLst>
          </p:cNvPr>
          <p:cNvSpPr>
            <a:spLocks xmlns:a="http://schemas.openxmlformats.org/drawingml/2006/main" noGrp="1"/>
          </p:cNvSpPr>
          <p:nvPr/>
        </p:nvSpPr>
        <p:spPr>
          <a:xfrm xmlns:a="http://schemas.openxmlformats.org/drawingml/2006/main" rot="0">
            <a:off x="2860836" y="1330368"/>
            <a:ext cx="1234110" cy="11281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8" b="1" i="0">
                <a:solidFill>
                  <a:srgbClr val="000000"/>
                </a:solidFill>
                <a:latin typeface="Courier New"/>
                <a:ea typeface="Courier New"/>
                <a:cs typeface="Courier New"/>
              </a:defRPr>
            </a:defPPr>
          </a:lstStyle>
          <a:p xmlns:a="http://schemas.openxmlformats.org/drawingml/2006/main">
            <a:pPr algn="l">
              <a:defRPr sz="888" b="1" i="0">
                <a:solidFill>
                  <a:srgbClr val="000000"/>
                </a:solidFill>
                <a:latin typeface="Courier New"/>
                <a:ea typeface="Courier New"/>
                <a:cs typeface="Courier New"/>
              </a:defRPr>
            </a:pPr>
            <a:r>
              <a:rPr sz="888" b="1" i="0">
                <a:solidFill>
                  <a:srgbClr val="000000"/>
                </a:solidFill>
                <a:latin typeface="Courier New"/>
                <a:ea typeface="Courier New"/>
                <a:cs typeface="Courier New"/>
              </a:rPr>
              <a:t>{Pour(Teapot, Mug),</a:t>
            </a:r>
          </a:p>
        </p:txBody>
      </p:sp>
      <p:sp>
        <p:nvSpPr>
          <p:cNvPr id="304" name="pdf-text-310-1">
            <a:extLst xmlns:a="http://schemas.openxmlformats.org/drawingml/2006/main">
              <a:ext uri="{FF2B5EF4-FFF2-40B4-BE49-F238E27FC236}">
                <a16:creationId xmlns:a16="http://schemas.microsoft.com/office/drawing/2014/main" id="{BE04F0BE-2A58-44DF-AA16-66FBB416D9C6}"/>
              </a:ext>
            </a:extLst>
          </p:cNvPr>
          <p:cNvSpPr>
            <a:spLocks xmlns:a="http://schemas.openxmlformats.org/drawingml/2006/main" noGrp="1"/>
          </p:cNvSpPr>
          <p:nvPr/>
        </p:nvSpPr>
        <p:spPr>
          <a:xfrm xmlns:a="http://schemas.openxmlformats.org/drawingml/2006/main" rot="0">
            <a:off x="2873408" y="1471248"/>
            <a:ext cx="901752" cy="1128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8" b="1" i="0">
                <a:solidFill>
                  <a:srgbClr val="000000"/>
                </a:solidFill>
                <a:latin typeface="Courier New"/>
                <a:ea typeface="Courier New"/>
                <a:cs typeface="Courier New"/>
              </a:defRPr>
            </a:defPPr>
          </a:lstStyle>
          <a:p xmlns:a="http://schemas.openxmlformats.org/drawingml/2006/main">
            <a:pPr algn="l">
              <a:defRPr sz="888" b="1" i="0">
                <a:solidFill>
                  <a:srgbClr val="000000"/>
                </a:solidFill>
                <a:latin typeface="Courier New"/>
                <a:ea typeface="Courier New"/>
                <a:cs typeface="Courier New"/>
              </a:defRPr>
            </a:pPr>
            <a:r>
              <a:rPr sz="888" b="1" i="0">
                <a:solidFill>
                  <a:srgbClr val="000000"/>
                </a:solidFill>
                <a:latin typeface="Courier New"/>
                <a:ea typeface="Courier New"/>
                <a:cs typeface="Courier New"/>
              </a:rPr>
              <a:t> Pick(Teapot),</a:t>
            </a:r>
          </a:p>
        </p:txBody>
      </p:sp>
      <p:sp>
        <p:nvSpPr>
          <p:cNvPr id="305" name="pdf-text-310-2">
            <a:extLst xmlns:a="http://schemas.openxmlformats.org/drawingml/2006/main">
              <a:ext uri="{FF2B5EF4-FFF2-40B4-BE49-F238E27FC236}">
                <a16:creationId xmlns:a16="http://schemas.microsoft.com/office/drawing/2014/main" id="{AEEE15C7-5B8D-4BBC-B5C8-7E894C9726B1}"/>
              </a:ext>
            </a:extLst>
          </p:cNvPr>
          <p:cNvSpPr>
            <a:spLocks xmlns:a="http://schemas.openxmlformats.org/drawingml/2006/main" noGrp="1"/>
          </p:cNvSpPr>
          <p:nvPr/>
        </p:nvSpPr>
        <p:spPr>
          <a:xfrm xmlns:a="http://schemas.openxmlformats.org/drawingml/2006/main" rot="0">
            <a:off x="2873408" y="1612128"/>
            <a:ext cx="1203874" cy="1128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8" b="1" i="0">
                <a:solidFill>
                  <a:srgbClr val="000000"/>
                </a:solidFill>
                <a:latin typeface="Courier New"/>
                <a:ea typeface="Courier New"/>
                <a:cs typeface="Courier New"/>
              </a:defRPr>
            </a:defPPr>
          </a:lstStyle>
          <a:p xmlns:a="http://schemas.openxmlformats.org/drawingml/2006/main">
            <a:pPr algn="l">
              <a:defRPr sz="888" b="1" i="0">
                <a:solidFill>
                  <a:srgbClr val="000000"/>
                </a:solidFill>
                <a:latin typeface="Courier New"/>
                <a:ea typeface="Courier New"/>
                <a:cs typeface="Courier New"/>
              </a:defRPr>
            </a:pPr>
            <a:r>
              <a:rPr sz="888" b="1" i="0">
                <a:solidFill>
                  <a:srgbClr val="000000"/>
                </a:solidFill>
                <a:latin typeface="Courier New"/>
                <a:ea typeface="Courier New"/>
                <a:cs typeface="Courier New"/>
              </a:rPr>
              <a:t> Pour(Teapot, Mug),</a:t>
            </a:r>
          </a:p>
        </p:txBody>
      </p:sp>
      <p:sp>
        <p:nvSpPr>
          <p:cNvPr id="306" name="pdf-text-310-3">
            <a:extLst xmlns:a="http://schemas.openxmlformats.org/drawingml/2006/main">
              <a:ext uri="{FF2B5EF4-FFF2-40B4-BE49-F238E27FC236}">
                <a16:creationId xmlns:a16="http://schemas.microsoft.com/office/drawing/2014/main" id="{EDE8530E-E6E1-4294-B083-3E9655760C23}"/>
              </a:ext>
            </a:extLst>
          </p:cNvPr>
          <p:cNvSpPr>
            <a:spLocks xmlns:a="http://schemas.openxmlformats.org/drawingml/2006/main" noGrp="1"/>
          </p:cNvSpPr>
          <p:nvPr/>
        </p:nvSpPr>
        <p:spPr>
          <a:xfrm xmlns:a="http://schemas.openxmlformats.org/drawingml/2006/main" rot="0">
            <a:off x="2873408" y="1753007"/>
            <a:ext cx="303374" cy="1128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8" b="1" i="0">
                <a:solidFill>
                  <a:srgbClr val="000000"/>
                </a:solidFill>
                <a:latin typeface="Courier New"/>
                <a:ea typeface="Courier New"/>
                <a:cs typeface="Courier New"/>
              </a:defRPr>
            </a:defPPr>
          </a:lstStyle>
          <a:p xmlns:a="http://schemas.openxmlformats.org/drawingml/2006/main">
            <a:pPr algn="l">
              <a:defRPr sz="888" b="1" i="0">
                <a:solidFill>
                  <a:srgbClr val="000000"/>
                </a:solidFill>
                <a:latin typeface="Courier New"/>
                <a:ea typeface="Courier New"/>
                <a:cs typeface="Courier New"/>
              </a:defRPr>
            </a:pPr>
            <a:r>
              <a:rPr sz="888" b="1" i="0">
                <a:solidFill>
                  <a:srgbClr val="000000"/>
                </a:solidFill>
                <a:latin typeface="Courier New"/>
                <a:ea typeface="Courier New"/>
                <a:cs typeface="Courier New"/>
              </a:rPr>
              <a:t> ...}</a:t>
            </a:r>
          </a:p>
        </p:txBody>
      </p:sp>
      <p:sp>
        <p:nvSpPr>
          <p:cNvPr id="307" name="pdf-path-769">
            <a:extLst xmlns:a="http://schemas.openxmlformats.org/drawingml/2006/main">
              <a:ext uri="{FF2B5EF4-FFF2-40B4-BE49-F238E27FC236}">
                <a16:creationId xmlns:a16="http://schemas.microsoft.com/office/drawing/2014/main" id="{5ED09833-94CA-4018-AAA9-FE080DA0C15C}"/>
              </a:ext>
            </a:extLst>
          </p:cNvPr>
          <p:cNvSpPr>
            <a:spLocks xmlns:a="http://schemas.openxmlformats.org/drawingml/2006/main" noGrp="1"/>
          </p:cNvSpPr>
          <p:nvPr/>
        </p:nvSpPr>
        <p:spPr>
          <a:xfrm xmlns:a="http://schemas.openxmlformats.org/drawingml/2006/main" rot="0">
            <a:off x="2411767" y="1356813"/>
            <a:ext cx="327421" cy="327035"/>
          </a:xfrm>
          <a:custGeom xmlns:a="http://schemas.openxmlformats.org/drawingml/2006/main">
            <a:pathLst>
              <a:path w="327421" h="327035">
                <a:moveTo>
                  <a:pt x="59556" y="0"/>
                </a:moveTo>
                <a:cubicBezTo>
                  <a:pt x="26663" y="0"/>
                  <a:pt x="0" y="26598"/>
                  <a:pt x="0" y="59428"/>
                </a:cubicBezTo>
                <a:lnTo>
                  <a:pt x="0" y="267608"/>
                </a:lnTo>
                <a:cubicBezTo>
                  <a:pt x="0" y="300437"/>
                  <a:pt x="26663" y="327035"/>
                  <a:pt x="59556" y="327035"/>
                </a:cubicBezTo>
                <a:lnTo>
                  <a:pt x="267930" y="327035"/>
                </a:lnTo>
                <a:cubicBezTo>
                  <a:pt x="300759" y="327035"/>
                  <a:pt x="327421" y="300437"/>
                  <a:pt x="327421" y="267608"/>
                </a:cubicBezTo>
                <a:lnTo>
                  <a:pt x="327421" y="59428"/>
                </a:lnTo>
                <a:cubicBezTo>
                  <a:pt x="327421" y="26598"/>
                  <a:pt x="300759" y="0"/>
                  <a:pt x="267930" y="0"/>
                </a:cubicBezTo>
                <a:lnTo>
                  <a:pt x="59556" y="0"/>
                </a:lnTo>
                <a:moveTo>
                  <a:pt x="94977" y="89487"/>
                </a:moveTo>
                <a:cubicBezTo>
                  <a:pt x="101820" y="51007"/>
                  <a:pt x="147304" y="33650"/>
                  <a:pt x="178056" y="57914"/>
                </a:cubicBezTo>
                <a:lnTo>
                  <a:pt x="177928" y="57978"/>
                </a:lnTo>
                <a:lnTo>
                  <a:pt x="116423" y="93448"/>
                </a:lnTo>
                <a:cubicBezTo>
                  <a:pt x="114089" y="94768"/>
                  <a:pt x="112640" y="97232"/>
                  <a:pt x="112704" y="99936"/>
                </a:cubicBezTo>
                <a:lnTo>
                  <a:pt x="113026" y="175851"/>
                </a:lnTo>
                <a:lnTo>
                  <a:pt x="94220" y="165095"/>
                </a:lnTo>
                <a:lnTo>
                  <a:pt x="94220" y="98488"/>
                </a:lnTo>
                <a:cubicBezTo>
                  <a:pt x="94220" y="95412"/>
                  <a:pt x="94462" y="92385"/>
                  <a:pt x="94977" y="89487"/>
                </a:cubicBezTo>
                <a:moveTo>
                  <a:pt x="256032" y="89809"/>
                </a:moveTo>
                <a:cubicBezTo>
                  <a:pt x="261892" y="99872"/>
                  <a:pt x="264146" y="111561"/>
                  <a:pt x="262455" y="123073"/>
                </a:cubicBezTo>
                <a:lnTo>
                  <a:pt x="262327" y="123008"/>
                </a:lnTo>
                <a:lnTo>
                  <a:pt x="200822" y="87539"/>
                </a:lnTo>
                <a:cubicBezTo>
                  <a:pt x="198488" y="86219"/>
                  <a:pt x="195654" y="86219"/>
                  <a:pt x="193336" y="87539"/>
                </a:cubicBezTo>
                <a:lnTo>
                  <a:pt x="127677" y="125778"/>
                </a:lnTo>
                <a:lnTo>
                  <a:pt x="127613" y="104155"/>
                </a:lnTo>
                <a:lnTo>
                  <a:pt x="185349" y="70875"/>
                </a:lnTo>
                <a:cubicBezTo>
                  <a:pt x="210128" y="56594"/>
                  <a:pt x="241766" y="65095"/>
                  <a:pt x="256032" y="89809"/>
                </a:cubicBezTo>
                <a:moveTo>
                  <a:pt x="127806" y="142957"/>
                </a:moveTo>
                <a:lnTo>
                  <a:pt x="127920" y="184336"/>
                </a:lnTo>
                <a:lnTo>
                  <a:pt x="163903" y="204896"/>
                </a:lnTo>
                <a:lnTo>
                  <a:pt x="199680" y="184014"/>
                </a:lnTo>
                <a:lnTo>
                  <a:pt x="199502" y="142635"/>
                </a:lnTo>
                <a:lnTo>
                  <a:pt x="163517" y="122139"/>
                </a:lnTo>
                <a:lnTo>
                  <a:pt x="127806" y="142957"/>
                </a:lnTo>
                <a:moveTo>
                  <a:pt x="178362" y="113461"/>
                </a:moveTo>
                <a:lnTo>
                  <a:pt x="197104" y="102577"/>
                </a:lnTo>
                <a:lnTo>
                  <a:pt x="254840" y="135905"/>
                </a:lnTo>
                <a:cubicBezTo>
                  <a:pt x="292323" y="157480"/>
                  <a:pt x="288297" y="212705"/>
                  <a:pt x="248110" y="228677"/>
                </a:cubicBezTo>
                <a:lnTo>
                  <a:pt x="248110" y="157609"/>
                </a:lnTo>
                <a:cubicBezTo>
                  <a:pt x="248110" y="154904"/>
                  <a:pt x="246661" y="152457"/>
                  <a:pt x="244342" y="151120"/>
                </a:cubicBezTo>
                <a:lnTo>
                  <a:pt x="178362" y="113461"/>
                </a:lnTo>
                <a:moveTo>
                  <a:pt x="233265" y="161875"/>
                </a:moveTo>
                <a:lnTo>
                  <a:pt x="214411" y="151184"/>
                </a:lnTo>
                <a:lnTo>
                  <a:pt x="214782" y="227099"/>
                </a:lnTo>
                <a:cubicBezTo>
                  <a:pt x="214782" y="229740"/>
                  <a:pt x="213397" y="232203"/>
                  <a:pt x="211062" y="233587"/>
                </a:cubicBezTo>
                <a:lnTo>
                  <a:pt x="149558" y="269057"/>
                </a:lnTo>
                <a:lnTo>
                  <a:pt x="149365" y="269122"/>
                </a:lnTo>
                <a:cubicBezTo>
                  <a:pt x="183337" y="295848"/>
                  <a:pt x="233201" y="271762"/>
                  <a:pt x="233201" y="228548"/>
                </a:cubicBezTo>
                <a:lnTo>
                  <a:pt x="233201" y="161875"/>
                </a:lnTo>
                <a:lnTo>
                  <a:pt x="233265" y="161875"/>
                </a:lnTo>
                <a:moveTo>
                  <a:pt x="199744" y="201193"/>
                </a:moveTo>
                <a:lnTo>
                  <a:pt x="199872" y="222833"/>
                </a:lnTo>
                <a:lnTo>
                  <a:pt x="142072" y="256161"/>
                </a:lnTo>
                <a:cubicBezTo>
                  <a:pt x="104653" y="277735"/>
                  <a:pt x="58799" y="246661"/>
                  <a:pt x="65030" y="203898"/>
                </a:cubicBezTo>
                <a:lnTo>
                  <a:pt x="65159" y="204027"/>
                </a:lnTo>
                <a:lnTo>
                  <a:pt x="126663" y="239496"/>
                </a:lnTo>
                <a:cubicBezTo>
                  <a:pt x="128997" y="240817"/>
                  <a:pt x="131831" y="240817"/>
                  <a:pt x="134150" y="239432"/>
                </a:cubicBezTo>
                <a:lnTo>
                  <a:pt x="199744" y="201193"/>
                </a:lnTo>
                <a:moveTo>
                  <a:pt x="130382" y="224458"/>
                </a:moveTo>
                <a:lnTo>
                  <a:pt x="149059" y="213526"/>
                </a:lnTo>
                <a:lnTo>
                  <a:pt x="83079" y="175915"/>
                </a:lnTo>
                <a:cubicBezTo>
                  <a:pt x="80760" y="174595"/>
                  <a:pt x="79376" y="172067"/>
                  <a:pt x="79376" y="169427"/>
                </a:cubicBezTo>
                <a:lnTo>
                  <a:pt x="79376" y="98294"/>
                </a:lnTo>
                <a:cubicBezTo>
                  <a:pt x="39189" y="114266"/>
                  <a:pt x="35163" y="169491"/>
                  <a:pt x="72582" y="191130"/>
                </a:cubicBezTo>
                <a:lnTo>
                  <a:pt x="130382" y="224458"/>
                </a:lnTo>
              </a:path>
            </a:pathLst>
          </a:custGeom>
          <a:solidFill xmlns:a="http://schemas.openxmlformats.org/drawingml/2006/main">
            <a:srgbClr val="000000"/>
          </a:solidFill>
          <a:ln xmlns:a="http://schemas.openxmlformats.org/drawingml/2006/main" w="0">
            <a:noFill/>
            <a:prstDash val="solid"/>
          </a:ln>
        </p:spPr>
      </p:sp>
      <p:sp>
        <p:nvSpPr>
          <p:cNvPr id="308" name="pdf-path-770">
            <a:extLst xmlns:a="http://schemas.openxmlformats.org/drawingml/2006/main">
              <a:ext uri="{FF2B5EF4-FFF2-40B4-BE49-F238E27FC236}">
                <a16:creationId xmlns:a16="http://schemas.microsoft.com/office/drawing/2014/main" id="{67CE2095-1E78-48E2-B8C7-29F47320F8BD}"/>
              </a:ext>
            </a:extLst>
          </p:cNvPr>
          <p:cNvSpPr>
            <a:spLocks xmlns:a="http://schemas.openxmlformats.org/drawingml/2006/main" noGrp="1"/>
          </p:cNvSpPr>
          <p:nvPr/>
        </p:nvSpPr>
        <p:spPr>
          <a:xfrm xmlns:a="http://schemas.openxmlformats.org/drawingml/2006/main" rot="0">
            <a:off x="4328864" y="3404727"/>
            <a:ext cx="343973" cy="343587"/>
          </a:xfrm>
          <a:custGeom xmlns:a="http://schemas.openxmlformats.org/drawingml/2006/main">
            <a:pathLst>
              <a:path w="343973" h="343587">
                <a:moveTo>
                  <a:pt x="62518" y="0"/>
                </a:moveTo>
                <a:cubicBezTo>
                  <a:pt x="27999" y="0"/>
                  <a:pt x="0" y="27919"/>
                  <a:pt x="0" y="62454"/>
                </a:cubicBezTo>
                <a:lnTo>
                  <a:pt x="0" y="281133"/>
                </a:lnTo>
                <a:cubicBezTo>
                  <a:pt x="0" y="315668"/>
                  <a:pt x="27999" y="343587"/>
                  <a:pt x="62518" y="343587"/>
                </a:cubicBezTo>
                <a:lnTo>
                  <a:pt x="281454" y="343587"/>
                </a:lnTo>
                <a:cubicBezTo>
                  <a:pt x="315974" y="343587"/>
                  <a:pt x="343973" y="315668"/>
                  <a:pt x="343973" y="281133"/>
                </a:cubicBezTo>
                <a:lnTo>
                  <a:pt x="343973" y="62454"/>
                </a:lnTo>
                <a:cubicBezTo>
                  <a:pt x="343973" y="27919"/>
                  <a:pt x="315974" y="0"/>
                  <a:pt x="281454" y="0"/>
                </a:cubicBezTo>
                <a:lnTo>
                  <a:pt x="62518" y="0"/>
                </a:lnTo>
                <a:moveTo>
                  <a:pt x="99759" y="94028"/>
                </a:moveTo>
                <a:cubicBezTo>
                  <a:pt x="106923" y="53583"/>
                  <a:pt x="154726" y="35405"/>
                  <a:pt x="186991" y="60812"/>
                </a:cubicBezTo>
                <a:lnTo>
                  <a:pt x="186863" y="60941"/>
                </a:lnTo>
                <a:lnTo>
                  <a:pt x="122268" y="98181"/>
                </a:lnTo>
                <a:cubicBezTo>
                  <a:pt x="119820" y="99631"/>
                  <a:pt x="118307" y="102207"/>
                  <a:pt x="118372" y="104976"/>
                </a:cubicBezTo>
                <a:lnTo>
                  <a:pt x="118678" y="184722"/>
                </a:lnTo>
                <a:lnTo>
                  <a:pt x="98938" y="173467"/>
                </a:lnTo>
                <a:lnTo>
                  <a:pt x="98938" y="103462"/>
                </a:lnTo>
                <a:cubicBezTo>
                  <a:pt x="98938" y="100258"/>
                  <a:pt x="99244" y="97103"/>
                  <a:pt x="99759" y="94028"/>
                </a:cubicBezTo>
                <a:moveTo>
                  <a:pt x="268992" y="94334"/>
                </a:moveTo>
                <a:cubicBezTo>
                  <a:pt x="275095" y="104912"/>
                  <a:pt x="277494" y="117229"/>
                  <a:pt x="275722" y="129304"/>
                </a:cubicBezTo>
                <a:lnTo>
                  <a:pt x="275545" y="129240"/>
                </a:lnTo>
                <a:lnTo>
                  <a:pt x="210950" y="91950"/>
                </a:lnTo>
                <a:cubicBezTo>
                  <a:pt x="208502" y="90566"/>
                  <a:pt x="205475" y="90566"/>
                  <a:pt x="203093" y="92015"/>
                </a:cubicBezTo>
                <a:lnTo>
                  <a:pt x="134101" y="132202"/>
                </a:lnTo>
                <a:lnTo>
                  <a:pt x="134037" y="109436"/>
                </a:lnTo>
                <a:lnTo>
                  <a:pt x="194720" y="74465"/>
                </a:lnTo>
                <a:cubicBezTo>
                  <a:pt x="220691" y="59428"/>
                  <a:pt x="253970" y="68363"/>
                  <a:pt x="268992" y="94334"/>
                </a:cubicBezTo>
                <a:moveTo>
                  <a:pt x="134215" y="150251"/>
                </a:moveTo>
                <a:lnTo>
                  <a:pt x="134407" y="193706"/>
                </a:lnTo>
                <a:lnTo>
                  <a:pt x="172211" y="215281"/>
                </a:lnTo>
                <a:lnTo>
                  <a:pt x="209758" y="193336"/>
                </a:lnTo>
                <a:lnTo>
                  <a:pt x="209565" y="149881"/>
                </a:lnTo>
                <a:lnTo>
                  <a:pt x="171761" y="128305"/>
                </a:lnTo>
                <a:lnTo>
                  <a:pt x="134215" y="150251"/>
                </a:lnTo>
                <a:moveTo>
                  <a:pt x="187362" y="119241"/>
                </a:moveTo>
                <a:lnTo>
                  <a:pt x="207054" y="107794"/>
                </a:lnTo>
                <a:lnTo>
                  <a:pt x="267736" y="142764"/>
                </a:lnTo>
                <a:cubicBezTo>
                  <a:pt x="307054" y="165466"/>
                  <a:pt x="302836" y="223524"/>
                  <a:pt x="260636" y="240317"/>
                </a:cubicBezTo>
                <a:lnTo>
                  <a:pt x="260636" y="165595"/>
                </a:lnTo>
                <a:cubicBezTo>
                  <a:pt x="260636" y="162761"/>
                  <a:pt x="259122" y="160185"/>
                  <a:pt x="256675" y="158800"/>
                </a:cubicBezTo>
                <a:lnTo>
                  <a:pt x="187362" y="119241"/>
                </a:lnTo>
                <a:moveTo>
                  <a:pt x="245034" y="170135"/>
                </a:moveTo>
                <a:lnTo>
                  <a:pt x="225230" y="158800"/>
                </a:lnTo>
                <a:lnTo>
                  <a:pt x="225601" y="238562"/>
                </a:lnTo>
                <a:cubicBezTo>
                  <a:pt x="225601" y="241380"/>
                  <a:pt x="224153" y="243956"/>
                  <a:pt x="221705" y="245406"/>
                </a:cubicBezTo>
                <a:lnTo>
                  <a:pt x="157045" y="282646"/>
                </a:lnTo>
                <a:lnTo>
                  <a:pt x="156932" y="282775"/>
                </a:lnTo>
                <a:cubicBezTo>
                  <a:pt x="192579" y="310886"/>
                  <a:pt x="244970" y="285479"/>
                  <a:pt x="244970" y="240124"/>
                </a:cubicBezTo>
                <a:lnTo>
                  <a:pt x="244970" y="170135"/>
                </a:lnTo>
                <a:lnTo>
                  <a:pt x="245034" y="170135"/>
                </a:lnTo>
                <a:moveTo>
                  <a:pt x="209822" y="211385"/>
                </a:moveTo>
                <a:lnTo>
                  <a:pt x="209936" y="234151"/>
                </a:lnTo>
                <a:lnTo>
                  <a:pt x="149252" y="269122"/>
                </a:lnTo>
                <a:cubicBezTo>
                  <a:pt x="109887" y="291823"/>
                  <a:pt x="61698" y="259123"/>
                  <a:pt x="68250" y="214218"/>
                </a:cubicBezTo>
                <a:lnTo>
                  <a:pt x="68427" y="214347"/>
                </a:lnTo>
                <a:lnTo>
                  <a:pt x="133023" y="251636"/>
                </a:lnTo>
                <a:cubicBezTo>
                  <a:pt x="135471" y="253021"/>
                  <a:pt x="138433" y="253021"/>
                  <a:pt x="140880" y="251572"/>
                </a:cubicBezTo>
                <a:lnTo>
                  <a:pt x="209822" y="211385"/>
                </a:lnTo>
                <a:moveTo>
                  <a:pt x="136919" y="235793"/>
                </a:moveTo>
                <a:lnTo>
                  <a:pt x="156546" y="224345"/>
                </a:lnTo>
                <a:lnTo>
                  <a:pt x="87233" y="184787"/>
                </a:lnTo>
                <a:cubicBezTo>
                  <a:pt x="84849" y="183402"/>
                  <a:pt x="83336" y="180826"/>
                  <a:pt x="83336" y="177992"/>
                </a:cubicBezTo>
                <a:lnTo>
                  <a:pt x="83336" y="103269"/>
                </a:lnTo>
                <a:cubicBezTo>
                  <a:pt x="41137" y="120062"/>
                  <a:pt x="36854" y="178121"/>
                  <a:pt x="76236" y="200822"/>
                </a:cubicBezTo>
                <a:lnTo>
                  <a:pt x="136919" y="235793"/>
                </a:lnTo>
              </a:path>
            </a:pathLst>
          </a:custGeom>
          <a:solidFill xmlns:a="http://schemas.openxmlformats.org/drawingml/2006/main">
            <a:srgbClr val="000000"/>
          </a:solidFill>
          <a:ln xmlns:a="http://schemas.openxmlformats.org/drawingml/2006/main" w="0">
            <a:noFill/>
            <a:prstDash val="solid"/>
          </a:ln>
        </p:spPr>
      </p:sp>
      <p:sp>
        <p:nvSpPr>
          <p:cNvPr id="309" name="pdf-path-771">
            <a:extLst xmlns:a="http://schemas.openxmlformats.org/drawingml/2006/main">
              <a:ext uri="{FF2B5EF4-FFF2-40B4-BE49-F238E27FC236}">
                <a16:creationId xmlns:a16="http://schemas.microsoft.com/office/drawing/2014/main" id="{CC0B1595-3CEF-45F5-B35D-5314F5ACE874}"/>
              </a:ext>
            </a:extLst>
          </p:cNvPr>
          <p:cNvSpPr>
            <a:spLocks xmlns:a="http://schemas.openxmlformats.org/drawingml/2006/main" noGrp="1"/>
          </p:cNvSpPr>
          <p:nvPr/>
        </p:nvSpPr>
        <p:spPr>
          <a:xfrm xmlns:a="http://schemas.openxmlformats.org/drawingml/2006/main" rot="0">
            <a:off x="8988663" y="625421"/>
            <a:ext cx="1698498" cy="937421"/>
          </a:xfrm>
          <a:custGeom xmlns:a="http://schemas.openxmlformats.org/drawingml/2006/main">
            <a:pathLst>
              <a:path w="1698498" h="937421">
                <a:moveTo>
                  <a:pt x="128933" y="0"/>
                </a:moveTo>
                <a:lnTo>
                  <a:pt x="1569501" y="0"/>
                </a:lnTo>
                <a:cubicBezTo>
                  <a:pt x="1640938" y="0"/>
                  <a:pt x="1698498" y="57421"/>
                  <a:pt x="1698498" y="128805"/>
                </a:cubicBezTo>
                <a:lnTo>
                  <a:pt x="1698498" y="808616"/>
                </a:lnTo>
                <a:cubicBezTo>
                  <a:pt x="1698498" y="879999"/>
                  <a:pt x="1640938" y="937421"/>
                  <a:pt x="1569501" y="937421"/>
                </a:cubicBezTo>
                <a:lnTo>
                  <a:pt x="128933" y="937421"/>
                </a:lnTo>
                <a:cubicBezTo>
                  <a:pt x="57494" y="937421"/>
                  <a:pt x="0" y="879999"/>
                  <a:pt x="0" y="808616"/>
                </a:cubicBezTo>
                <a:lnTo>
                  <a:pt x="0" y="128805"/>
                </a:lnTo>
                <a:cubicBezTo>
                  <a:pt x="0" y="57421"/>
                  <a:pt x="57494" y="0"/>
                  <a:pt x="128933" y="0"/>
                </a:cubicBezTo>
              </a:path>
            </a:pathLst>
          </a:custGeom>
          <a:solidFill xmlns:a="http://schemas.openxmlformats.org/drawingml/2006/main">
            <a:srgbClr val="EBF5EE"/>
          </a:solidFill>
          <a:ln xmlns:a="http://schemas.openxmlformats.org/drawingml/2006/main" w="14302">
            <a:solidFill>
              <a:srgbClr val="718D63"/>
            </a:solidFill>
            <a:prstDash val="solid"/>
          </a:ln>
        </p:spPr>
      </p:sp>
      <p:sp>
        <p:nvSpPr>
          <p:cNvPr id="310" name="pdf-text-311-0">
            <a:extLst xmlns:a="http://schemas.openxmlformats.org/drawingml/2006/main">
              <a:ext uri="{FF2B5EF4-FFF2-40B4-BE49-F238E27FC236}">
                <a16:creationId xmlns:a16="http://schemas.microsoft.com/office/drawing/2014/main" id="{2A44B167-FB2E-45F4-B482-82B29C8BBAA4}"/>
              </a:ext>
            </a:extLst>
          </p:cNvPr>
          <p:cNvSpPr>
            <a:spLocks xmlns:a="http://schemas.openxmlformats.org/drawingml/2006/main" noGrp="1"/>
          </p:cNvSpPr>
          <p:nvPr/>
        </p:nvSpPr>
        <p:spPr>
          <a:xfrm xmlns:a="http://schemas.openxmlformats.org/drawingml/2006/main" rot="0">
            <a:off x="9150427" y="734810"/>
            <a:ext cx="1379332" cy="1289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998" b="1" i="0">
                <a:solidFill>
                  <a:srgbClr val="2E4A3F"/>
                </a:solidFill>
                <a:latin typeface="Arial"/>
                <a:ea typeface="Arial"/>
                <a:cs typeface="Arial"/>
              </a:defRPr>
            </a:defPPr>
          </a:lstStyle>
          <a:p xmlns:a="http://schemas.openxmlformats.org/drawingml/2006/main">
            <a:pPr algn="l">
              <a:defRPr sz="998" b="1" i="0">
                <a:solidFill>
                  <a:srgbClr val="2E4A3F"/>
                </a:solidFill>
                <a:latin typeface="Arial"/>
                <a:ea typeface="Arial"/>
                <a:cs typeface="Arial"/>
              </a:defRPr>
            </a:pPr>
            <a:r>
              <a:rPr sz="998" b="1" i="0">
                <a:solidFill>
                  <a:srgbClr val="2E4A3F"/>
                </a:solidFill>
                <a:latin typeface="Arial"/>
                <a:ea typeface="Arial"/>
                <a:cs typeface="Arial"/>
              </a:rPr>
              <a:t>Skill Planning Problem</a:t>
            </a:r>
          </a:p>
        </p:txBody>
      </p:sp>
      <p:pic>
        <p:nvPicPr>
          <p:cNvPr id="311" name="">
            <a:extLst xmlns:a="http://schemas.openxmlformats.org/drawingml/2006/main">
              <a:ext uri="{FF2B5EF4-FFF2-40B4-BE49-F238E27FC236}">
                <a16:creationId xmlns:a16="http://schemas.microsoft.com/office/drawing/2014/main" id="{2CB2F36D-BE1F-4A33-B9FC-3DEB8EBCC9A9}"/>
              </a:ext>
            </a:extLst>
          </p:cNvPr>
          <p:cNvPicPr>
            <a:picLocks xmlns:a="http://schemas.openxmlformats.org/drawingml/2006/main" noChangeAspect="1"/>
          </p:cNvPicPr>
          <p:nvPr/>
        </p:nvPicPr>
        <p:blipFill>
          <a:blip xmlns:r="http://schemas.openxmlformats.org/officeDocument/2006/relationships" xmlns:a="http://schemas.openxmlformats.org/drawingml/2006/main" r:embed="R539f3fb3c2044554"/>
          <a:srcRect xmlns:a="http://schemas.openxmlformats.org/drawingml/2006/main" l="909" t="0" r="909" b="0"/>
          <a:stretch xmlns:a="http://schemas.openxmlformats.org/drawingml/2006/main">
            <a:fillRect l="0" t="0" r="0" b="0"/>
          </a:stretch>
        </p:blipFill>
        <p:spPr>
          <a:xfrm xmlns:a="http://schemas.openxmlformats.org/drawingml/2006/main">
            <a:off x="9180133" y="963740"/>
            <a:ext cx="483533" cy="483018"/>
          </a:xfrm>
          <a:prstGeom xmlns:a="http://schemas.openxmlformats.org/drawingml/2006/main" prst="rect">
            <a:avLst/>
          </a:prstGeom>
        </p:spPr>
      </p:pic>
      <p:sp>
        <p:nvSpPr>
          <p:cNvPr id="312" name="pdf-raster-13">
            <a:extLst xmlns:a="http://schemas.openxmlformats.org/drawingml/2006/main">
              <a:ext uri="{FF2B5EF4-FFF2-40B4-BE49-F238E27FC236}">
                <a16:creationId xmlns:a16="http://schemas.microsoft.com/office/drawing/2014/main" id="{4D9A669E-C0A1-47B7-853A-20CD22BF4121}"/>
              </a:ext>
            </a:extLst>
          </p:cNvPr>
          <p:cNvSpPr>
            <a:spLocks xmlns:a="http://schemas.openxmlformats.org/drawingml/2006/main" noGrp="1"/>
          </p:cNvSpPr>
          <p:nvPr/>
        </p:nvSpPr>
        <p:spPr>
          <a:xfrm xmlns:a="http://schemas.openxmlformats.org/drawingml/2006/main" rot="0">
            <a:off x="9180133" y="963740"/>
            <a:ext cx="483533" cy="483018"/>
          </a:xfrm>
          <a:prstGeom xmlns:a="http://schemas.openxmlformats.org/drawingml/2006/main" prst="rect">
            <a:avLst/>
          </a:prstGeom>
          <a:noFill xmlns:a="http://schemas.openxmlformats.org/drawingml/2006/main"/>
          <a:ln xmlns:a="http://schemas.openxmlformats.org/drawingml/2006/main" w="0">
            <a:noFill/>
          </a:ln>
        </p:spPr>
      </p:sp>
      <p:sp>
        <p:nvSpPr>
          <p:cNvPr id="313" name="pdf-path-814">
            <a:extLst xmlns:a="http://schemas.openxmlformats.org/drawingml/2006/main">
              <a:ext uri="{FF2B5EF4-FFF2-40B4-BE49-F238E27FC236}">
                <a16:creationId xmlns:a16="http://schemas.microsoft.com/office/drawing/2014/main" id="{9F336121-414D-4655-9C00-D799CBF65B8B}"/>
              </a:ext>
            </a:extLst>
          </p:cNvPr>
          <p:cNvSpPr>
            <a:spLocks xmlns:a="http://schemas.openxmlformats.org/drawingml/2006/main" noGrp="1"/>
          </p:cNvSpPr>
          <p:nvPr/>
        </p:nvSpPr>
        <p:spPr>
          <a:xfrm xmlns:a="http://schemas.openxmlformats.org/drawingml/2006/main" rot="0">
            <a:off x="9180115" y="963726"/>
            <a:ext cx="483516" cy="483018"/>
          </a:xfrm>
          <a:custGeom xmlns:a="http://schemas.openxmlformats.org/drawingml/2006/main">
            <a:pathLst>
              <a:path w="483516" h="483018">
                <a:moveTo>
                  <a:pt x="0" y="0"/>
                </a:moveTo>
                <a:lnTo>
                  <a:pt x="483516" y="0"/>
                </a:lnTo>
                <a:lnTo>
                  <a:pt x="483516" y="483018"/>
                </a:lnTo>
                <a:lnTo>
                  <a:pt x="0" y="483018"/>
                </a:lnTo>
                <a:close/>
              </a:path>
            </a:pathLst>
          </a:custGeom>
          <a:noFill xmlns:a="http://schemas.openxmlformats.org/drawingml/2006/main"/>
          <a:ln xmlns:a="http://schemas.openxmlformats.org/drawingml/2006/main" w="28604">
            <a:solidFill>
              <a:srgbClr val="2E8B57"/>
            </a:solidFill>
            <a:prstDash val="solid"/>
          </a:ln>
        </p:spPr>
      </p:sp>
      <p:pic>
        <p:nvPicPr>
          <p:cNvPr id="314" name="">
            <a:extLst xmlns:a="http://schemas.openxmlformats.org/drawingml/2006/main">
              <a:ext uri="{FF2B5EF4-FFF2-40B4-BE49-F238E27FC236}">
                <a16:creationId xmlns:a16="http://schemas.microsoft.com/office/drawing/2014/main" id="{F71C1657-EA07-4F9D-B1AB-4DF95878D67D}"/>
              </a:ext>
            </a:extLst>
          </p:cNvPr>
          <p:cNvPicPr>
            <a:picLocks xmlns:a="http://schemas.openxmlformats.org/drawingml/2006/main" noChangeAspect="1"/>
          </p:cNvPicPr>
          <p:nvPr/>
        </p:nvPicPr>
        <p:blipFill>
          <a:blip xmlns:r="http://schemas.openxmlformats.org/officeDocument/2006/relationships" xmlns:a="http://schemas.openxmlformats.org/drawingml/2006/main" r:embed="R3c01f29a45d74147"/>
          <a:srcRect xmlns:a="http://schemas.openxmlformats.org/drawingml/2006/main" l="909" t="0" r="909" b="0"/>
          <a:stretch xmlns:a="http://schemas.openxmlformats.org/drawingml/2006/main">
            <a:fillRect l="0" t="0" r="0" b="0"/>
          </a:stretch>
        </p:blipFill>
        <p:spPr>
          <a:xfrm xmlns:a="http://schemas.openxmlformats.org/drawingml/2006/main">
            <a:off x="10009463" y="964551"/>
            <a:ext cx="483533" cy="483018"/>
          </a:xfrm>
          <a:prstGeom xmlns:a="http://schemas.openxmlformats.org/drawingml/2006/main" prst="rect">
            <a:avLst/>
          </a:prstGeom>
        </p:spPr>
      </p:pic>
      <p:sp>
        <p:nvSpPr>
          <p:cNvPr id="315" name="pdf-raster-14">
            <a:extLst xmlns:a="http://schemas.openxmlformats.org/drawingml/2006/main">
              <a:ext uri="{FF2B5EF4-FFF2-40B4-BE49-F238E27FC236}">
                <a16:creationId xmlns:a16="http://schemas.microsoft.com/office/drawing/2014/main" id="{FDBA18E3-3C00-442C-A6C8-D8D27808FD61}"/>
              </a:ext>
            </a:extLst>
          </p:cNvPr>
          <p:cNvSpPr>
            <a:spLocks xmlns:a="http://schemas.openxmlformats.org/drawingml/2006/main" noGrp="1"/>
          </p:cNvSpPr>
          <p:nvPr/>
        </p:nvSpPr>
        <p:spPr>
          <a:xfrm xmlns:a="http://schemas.openxmlformats.org/drawingml/2006/main" rot="0">
            <a:off x="10009463" y="964551"/>
            <a:ext cx="483533" cy="483018"/>
          </a:xfrm>
          <a:prstGeom xmlns:a="http://schemas.openxmlformats.org/drawingml/2006/main" prst="rect">
            <a:avLst/>
          </a:prstGeom>
          <a:noFill xmlns:a="http://schemas.openxmlformats.org/drawingml/2006/main"/>
          <a:ln xmlns:a="http://schemas.openxmlformats.org/drawingml/2006/main" w="0">
            <a:noFill/>
          </a:ln>
        </p:spPr>
      </p:sp>
      <p:sp>
        <p:nvSpPr>
          <p:cNvPr id="316" name="pdf-path-816">
            <a:extLst xmlns:a="http://schemas.openxmlformats.org/drawingml/2006/main">
              <a:ext uri="{FF2B5EF4-FFF2-40B4-BE49-F238E27FC236}">
                <a16:creationId xmlns:a16="http://schemas.microsoft.com/office/drawing/2014/main" id="{CFFDE30F-B80D-4FC4-8D40-9B0127DA0BD9}"/>
              </a:ext>
            </a:extLst>
          </p:cNvPr>
          <p:cNvSpPr>
            <a:spLocks xmlns:a="http://schemas.openxmlformats.org/drawingml/2006/main" noGrp="1"/>
          </p:cNvSpPr>
          <p:nvPr/>
        </p:nvSpPr>
        <p:spPr>
          <a:xfrm xmlns:a="http://schemas.openxmlformats.org/drawingml/2006/main" rot="0">
            <a:off x="10009488" y="964546"/>
            <a:ext cx="483452" cy="483017"/>
          </a:xfrm>
          <a:custGeom xmlns:a="http://schemas.openxmlformats.org/drawingml/2006/main">
            <a:pathLst>
              <a:path w="483452" h="483017">
                <a:moveTo>
                  <a:pt x="0" y="0"/>
                </a:moveTo>
                <a:lnTo>
                  <a:pt x="483452" y="0"/>
                </a:lnTo>
                <a:lnTo>
                  <a:pt x="483452" y="483017"/>
                </a:lnTo>
                <a:lnTo>
                  <a:pt x="0" y="483017"/>
                </a:lnTo>
                <a:close/>
              </a:path>
            </a:pathLst>
          </a:custGeom>
          <a:noFill xmlns:a="http://schemas.openxmlformats.org/drawingml/2006/main"/>
          <a:ln xmlns:a="http://schemas.openxmlformats.org/drawingml/2006/main" w="28604">
            <a:solidFill>
              <a:srgbClr val="E09384"/>
            </a:solidFill>
            <a:prstDash val="solid"/>
          </a:ln>
        </p:spPr>
      </p:sp>
      <p:pic>
        <p:nvPicPr>
          <p:cNvPr id="317" name="">
            <a:extLst xmlns:a="http://schemas.openxmlformats.org/drawingml/2006/main">
              <a:ext uri="{FF2B5EF4-FFF2-40B4-BE49-F238E27FC236}">
                <a16:creationId xmlns:a16="http://schemas.microsoft.com/office/drawing/2014/main" id="{AE78A426-07A0-4FBD-897A-395548906495}"/>
              </a:ext>
            </a:extLst>
          </p:cNvPr>
          <p:cNvPicPr>
            <a:picLocks xmlns:a="http://schemas.openxmlformats.org/drawingml/2006/main" noChangeAspect="1"/>
          </p:cNvPicPr>
          <p:nvPr/>
        </p:nvPicPr>
        <p:blipFill>
          <a:blip xmlns:r="http://schemas.openxmlformats.org/officeDocument/2006/relationships" xmlns:a="http://schemas.openxmlformats.org/drawingml/2006/main" r:embed="R6f86db54d6674272"/>
          <a:srcRect xmlns:a="http://schemas.openxmlformats.org/drawingml/2006/main" l="0" t="53" r="0" b="53"/>
          <a:stretch xmlns:a="http://schemas.openxmlformats.org/drawingml/2006/main">
            <a:fillRect l="0" t="0" r="0" b="0"/>
          </a:stretch>
        </p:blipFill>
        <p:spPr>
          <a:xfrm xmlns:a="http://schemas.openxmlformats.org/drawingml/2006/main">
            <a:off x="10806870" y="4111548"/>
            <a:ext cx="483533" cy="483018"/>
          </a:xfrm>
          <a:prstGeom xmlns:a="http://schemas.openxmlformats.org/drawingml/2006/main" prst="rect">
            <a:avLst/>
          </a:prstGeom>
        </p:spPr>
      </p:pic>
      <p:sp>
        <p:nvSpPr>
          <p:cNvPr id="318" name="pdf-raster-15">
            <a:extLst xmlns:a="http://schemas.openxmlformats.org/drawingml/2006/main">
              <a:ext uri="{FF2B5EF4-FFF2-40B4-BE49-F238E27FC236}">
                <a16:creationId xmlns:a16="http://schemas.microsoft.com/office/drawing/2014/main" id="{0097A302-A8E3-4013-9AD1-BFD7922B79CC}"/>
              </a:ext>
            </a:extLst>
          </p:cNvPr>
          <p:cNvSpPr>
            <a:spLocks xmlns:a="http://schemas.openxmlformats.org/drawingml/2006/main" noGrp="1"/>
          </p:cNvSpPr>
          <p:nvPr/>
        </p:nvSpPr>
        <p:spPr>
          <a:xfrm xmlns:a="http://schemas.openxmlformats.org/drawingml/2006/main" rot="0">
            <a:off x="10806870" y="4111548"/>
            <a:ext cx="483533" cy="483018"/>
          </a:xfrm>
          <a:prstGeom xmlns:a="http://schemas.openxmlformats.org/drawingml/2006/main" prst="rect">
            <a:avLst/>
          </a:prstGeom>
          <a:noFill xmlns:a="http://schemas.openxmlformats.org/drawingml/2006/main"/>
          <a:ln xmlns:a="http://schemas.openxmlformats.org/drawingml/2006/main" w="0">
            <a:noFill/>
          </a:ln>
        </p:spPr>
      </p:sp>
      <p:sp>
        <p:nvSpPr>
          <p:cNvPr id="319" name="pdf-path-818">
            <a:extLst xmlns:a="http://schemas.openxmlformats.org/drawingml/2006/main">
              <a:ext uri="{FF2B5EF4-FFF2-40B4-BE49-F238E27FC236}">
                <a16:creationId xmlns:a16="http://schemas.microsoft.com/office/drawing/2014/main" id="{F50B63A5-02C5-4383-9914-CFF259B19F2F}"/>
              </a:ext>
            </a:extLst>
          </p:cNvPr>
          <p:cNvSpPr>
            <a:spLocks xmlns:a="http://schemas.openxmlformats.org/drawingml/2006/main" noGrp="1"/>
          </p:cNvSpPr>
          <p:nvPr/>
        </p:nvSpPr>
        <p:spPr>
          <a:xfrm xmlns:a="http://schemas.openxmlformats.org/drawingml/2006/main" rot="0">
            <a:off x="10806836" y="4111527"/>
            <a:ext cx="483517" cy="483017"/>
          </a:xfrm>
          <a:custGeom xmlns:a="http://schemas.openxmlformats.org/drawingml/2006/main">
            <a:pathLst>
              <a:path w="483517" h="483017">
                <a:moveTo>
                  <a:pt x="0" y="0"/>
                </a:moveTo>
                <a:lnTo>
                  <a:pt x="483517" y="0"/>
                </a:lnTo>
                <a:lnTo>
                  <a:pt x="483517" y="483017"/>
                </a:lnTo>
                <a:lnTo>
                  <a:pt x="0" y="483017"/>
                </a:lnTo>
                <a:close/>
              </a:path>
            </a:pathLst>
          </a:custGeom>
          <a:noFill xmlns:a="http://schemas.openxmlformats.org/drawingml/2006/main"/>
          <a:ln xmlns:a="http://schemas.openxmlformats.org/drawingml/2006/main" w="28604">
            <a:solidFill>
              <a:srgbClr val="E09384"/>
            </a:solidFill>
            <a:prstDash val="solid"/>
          </a:ln>
        </p:spPr>
      </p:sp>
      <p:sp>
        <p:nvSpPr>
          <p:cNvPr id="320" name="pdf-path-819">
            <a:extLst xmlns:a="http://schemas.openxmlformats.org/drawingml/2006/main">
              <a:ext uri="{FF2B5EF4-FFF2-40B4-BE49-F238E27FC236}">
                <a16:creationId xmlns:a16="http://schemas.microsoft.com/office/drawing/2014/main" id="{9FF55FCE-D75B-40EC-B79C-7FD0EC3A192A}"/>
              </a:ext>
            </a:extLst>
          </p:cNvPr>
          <p:cNvSpPr>
            <a:spLocks xmlns:a="http://schemas.openxmlformats.org/drawingml/2006/main" noGrp="1"/>
          </p:cNvSpPr>
          <p:nvPr/>
        </p:nvSpPr>
        <p:spPr>
          <a:xfrm xmlns:a="http://schemas.openxmlformats.org/drawingml/2006/main" rot="0">
            <a:off x="9715025" y="1181848"/>
            <a:ext cx="210435" cy="56344"/>
          </a:xfrm>
          <a:custGeom xmlns:a="http://schemas.openxmlformats.org/drawingml/2006/main">
            <a:pathLst>
              <a:path w="210435" h="56344">
                <a:moveTo>
                  <a:pt x="0" y="56344"/>
                </a:moveTo>
                <a:cubicBezTo>
                  <a:pt x="0" y="56344"/>
                  <a:pt x="69555" y="997"/>
                  <a:pt x="110997" y="499"/>
                </a:cubicBezTo>
                <a:cubicBezTo>
                  <a:pt x="147674" y="0"/>
                  <a:pt x="210435" y="47353"/>
                  <a:pt x="210435" y="47353"/>
                </a:cubicBezTo>
              </a:path>
            </a:pathLst>
          </a:custGeom>
          <a:noFill xmlns:a="http://schemas.openxmlformats.org/drawingml/2006/main"/>
          <a:ln xmlns:a="http://schemas.openxmlformats.org/drawingml/2006/main" w="21453">
            <a:solidFill>
              <a:srgbClr val="000000"/>
            </a:solidFill>
            <a:prstDash val="solid"/>
          </a:ln>
        </p:spPr>
      </p:sp>
      <p:sp>
        <p:nvSpPr>
          <p:cNvPr id="321" name="pdf-path-820">
            <a:extLst xmlns:a="http://schemas.openxmlformats.org/drawingml/2006/main">
              <a:ext uri="{FF2B5EF4-FFF2-40B4-BE49-F238E27FC236}">
                <a16:creationId xmlns:a16="http://schemas.microsoft.com/office/drawing/2014/main" id="{88C7CD08-685A-4731-90D9-8B9F2293DA4B}"/>
              </a:ext>
            </a:extLst>
          </p:cNvPr>
          <p:cNvSpPr>
            <a:spLocks xmlns:a="http://schemas.openxmlformats.org/drawingml/2006/main" noGrp="1"/>
          </p:cNvSpPr>
          <p:nvPr/>
        </p:nvSpPr>
        <p:spPr>
          <a:xfrm xmlns:a="http://schemas.openxmlformats.org/drawingml/2006/main" rot="0">
            <a:off x="9892762" y="1194168"/>
            <a:ext cx="61627" cy="56871"/>
          </a:xfrm>
          <a:custGeom xmlns:a="http://schemas.openxmlformats.org/drawingml/2006/main">
            <a:pathLst>
              <a:path w="61627" h="56871">
                <a:moveTo>
                  <a:pt x="61627" y="56871"/>
                </a:moveTo>
                <a:cubicBezTo>
                  <a:pt x="43517" y="50764"/>
                  <a:pt x="16977" y="45849"/>
                  <a:pt x="0" y="48246"/>
                </a:cubicBezTo>
                <a:cubicBezTo>
                  <a:pt x="0" y="48246"/>
                  <a:pt x="14585" y="28945"/>
                  <a:pt x="27859" y="31381"/>
                </a:cubicBezTo>
                <a:cubicBezTo>
                  <a:pt x="21882" y="19322"/>
                  <a:pt x="36406" y="0"/>
                  <a:pt x="36406" y="0"/>
                </a:cubicBezTo>
                <a:cubicBezTo>
                  <a:pt x="38786" y="16921"/>
                  <a:pt x="50815" y="41141"/>
                  <a:pt x="61627" y="56871"/>
                </a:cubicBezTo>
              </a:path>
            </a:pathLst>
          </a:custGeom>
          <a:solidFill xmlns:a="http://schemas.openxmlformats.org/drawingml/2006/main">
            <a:srgbClr val="000000"/>
          </a:solidFill>
          <a:ln xmlns:a="http://schemas.openxmlformats.org/drawingml/2006/main" w="11415">
            <a:solidFill>
              <a:srgbClr val="000000"/>
            </a:solidFill>
            <a:prstDash val="solid"/>
          </a:ln>
        </p:spPr>
      </p:sp>
      <p:sp>
        <p:nvSpPr>
          <p:cNvPr id="322" name="pdf-text-333-0">
            <a:extLst xmlns:a="http://schemas.openxmlformats.org/drawingml/2006/main">
              <a:ext uri="{FF2B5EF4-FFF2-40B4-BE49-F238E27FC236}">
                <a16:creationId xmlns:a16="http://schemas.microsoft.com/office/drawing/2014/main" id="{C6A8F03F-E918-43E9-8C13-1A430B97BAE5}"/>
              </a:ext>
            </a:extLst>
          </p:cNvPr>
          <p:cNvSpPr>
            <a:spLocks xmlns:a="http://schemas.openxmlformats.org/drawingml/2006/main" noGrp="1"/>
          </p:cNvSpPr>
          <p:nvPr/>
        </p:nvSpPr>
        <p:spPr>
          <a:xfrm xmlns:a="http://schemas.openxmlformats.org/drawingml/2006/main" rot="0">
            <a:off x="9797576" y="997060"/>
            <a:ext cx="80648" cy="14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39" b="1" i="0">
                <a:solidFill>
                  <a:srgbClr val="000000"/>
                </a:solidFill>
                <a:latin typeface="Arial"/>
                <a:ea typeface="Arial"/>
                <a:cs typeface="Arial"/>
              </a:defRPr>
            </a:defPPr>
          </a:lstStyle>
          <a:p xmlns:a="http://schemas.openxmlformats.org/drawingml/2006/main">
            <a:pPr algn="l">
              <a:defRPr sz="1039" b="1" i="0">
                <a:solidFill>
                  <a:srgbClr val="000000"/>
                </a:solidFill>
                <a:latin typeface="Arial"/>
                <a:ea typeface="Arial"/>
                <a:cs typeface="Arial"/>
              </a:defRPr>
            </a:pPr>
            <a:r>
              <a:rPr sz="1039" b="1" i="0">
                <a:solidFill>
                  <a:srgbClr val="000000"/>
                </a:solidFill>
                <a:latin typeface="Arial"/>
                <a:ea typeface="Arial"/>
                <a:cs typeface="Arial"/>
              </a:rPr>
              <a:t>?</a:t>
            </a:r>
          </a:p>
        </p:txBody>
      </p:sp>
      <p:pic>
        <p:nvPicPr>
          <p:cNvPr id="323" name="">
            <a:extLst xmlns:a="http://schemas.openxmlformats.org/drawingml/2006/main">
              <a:ext uri="{FF2B5EF4-FFF2-40B4-BE49-F238E27FC236}">
                <a16:creationId xmlns:a16="http://schemas.microsoft.com/office/drawing/2014/main" id="{8F90EE78-5F00-4B25-A693-0FC19197E078}"/>
              </a:ext>
            </a:extLst>
          </p:cNvPr>
          <p:cNvPicPr>
            <a:picLocks xmlns:a="http://schemas.openxmlformats.org/drawingml/2006/main" noChangeAspect="1"/>
          </p:cNvPicPr>
          <p:nvPr/>
        </p:nvPicPr>
        <p:blipFill>
          <a:blip xmlns:r="http://schemas.openxmlformats.org/officeDocument/2006/relationships" xmlns:a="http://schemas.openxmlformats.org/drawingml/2006/main" r:embed="Rf9fd363af52e4b5c"/>
          <a:srcRect xmlns:a="http://schemas.openxmlformats.org/drawingml/2006/main" l="0" t="1299" r="0" b="1299"/>
          <a:stretch xmlns:a="http://schemas.openxmlformats.org/drawingml/2006/main">
            <a:fillRect l="0" t="0" r="0" b="0"/>
          </a:stretch>
        </p:blipFill>
        <p:spPr>
          <a:xfrm xmlns:a="http://schemas.openxmlformats.org/drawingml/2006/main">
            <a:off x="3850511" y="3286050"/>
            <a:ext cx="366655" cy="366289"/>
          </a:xfrm>
          <a:prstGeom xmlns:a="http://schemas.openxmlformats.org/drawingml/2006/main" prst="rect">
            <a:avLst/>
          </a:prstGeom>
        </p:spPr>
      </p:pic>
      <p:sp>
        <p:nvSpPr>
          <p:cNvPr id="324" name="pdf-raster-16">
            <a:extLst xmlns:a="http://schemas.openxmlformats.org/drawingml/2006/main">
              <a:ext uri="{FF2B5EF4-FFF2-40B4-BE49-F238E27FC236}">
                <a16:creationId xmlns:a16="http://schemas.microsoft.com/office/drawing/2014/main" id="{CC681DEB-A373-421E-9D14-1D8604B0C912}"/>
              </a:ext>
            </a:extLst>
          </p:cNvPr>
          <p:cNvSpPr>
            <a:spLocks xmlns:a="http://schemas.openxmlformats.org/drawingml/2006/main" noGrp="1"/>
          </p:cNvSpPr>
          <p:nvPr/>
        </p:nvSpPr>
        <p:spPr>
          <a:xfrm xmlns:a="http://schemas.openxmlformats.org/drawingml/2006/main" rot="0">
            <a:off x="3850511" y="3286050"/>
            <a:ext cx="366655" cy="366289"/>
          </a:xfrm>
          <a:prstGeom xmlns:a="http://schemas.openxmlformats.org/drawingml/2006/main" prst="rect">
            <a:avLst/>
          </a:prstGeom>
          <a:noFill xmlns:a="http://schemas.openxmlformats.org/drawingml/2006/main"/>
          <a:ln xmlns:a="http://schemas.openxmlformats.org/drawingml/2006/main" w="0">
            <a:noFill/>
          </a:ln>
        </p:spPr>
      </p:sp>
      <p:sp>
        <p:nvSpPr>
          <p:cNvPr id="325" name="pdf-text-334-0">
            <a:extLst xmlns:a="http://schemas.openxmlformats.org/drawingml/2006/main">
              <a:ext uri="{FF2B5EF4-FFF2-40B4-BE49-F238E27FC236}">
                <a16:creationId xmlns:a16="http://schemas.microsoft.com/office/drawing/2014/main" id="{BCFAE098-7768-43D4-92E1-8271BA3086A8}"/>
              </a:ext>
            </a:extLst>
          </p:cNvPr>
          <p:cNvSpPr>
            <a:spLocks xmlns:a="http://schemas.openxmlformats.org/drawingml/2006/main" noGrp="1"/>
          </p:cNvSpPr>
          <p:nvPr/>
        </p:nvSpPr>
        <p:spPr>
          <a:xfrm xmlns:a="http://schemas.openxmlformats.org/drawingml/2006/main" rot="0">
            <a:off x="2455762" y="2225713"/>
            <a:ext cx="1101212" cy="1128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8" b="1" i="0">
                <a:solidFill>
                  <a:srgbClr val="000000"/>
                </a:solidFill>
                <a:latin typeface="Courier New"/>
                <a:ea typeface="Courier New"/>
                <a:cs typeface="Courier New"/>
              </a:defRPr>
            </a:defPPr>
          </a:lstStyle>
          <a:p xmlns:a="http://schemas.openxmlformats.org/drawingml/2006/main">
            <a:pPr algn="l">
              <a:defRPr sz="888" b="1" i="0">
                <a:solidFill>
                  <a:srgbClr val="000000"/>
                </a:solidFill>
                <a:latin typeface="Courier New"/>
                <a:ea typeface="Courier New"/>
                <a:cs typeface="Courier New"/>
              </a:defRPr>
            </a:pPr>
            <a:r>
              <a:rPr sz="888" b="1" i="0">
                <a:solidFill>
                  <a:srgbClr val="000000"/>
                </a:solidFill>
                <a:latin typeface="Courier New"/>
                <a:ea typeface="Courier New"/>
                <a:cs typeface="Courier New"/>
              </a:rPr>
              <a:t>Pour(Teapot, Mug)</a:t>
            </a:r>
          </a:p>
        </p:txBody>
      </p:sp>
      <p:sp>
        <p:nvSpPr>
          <p:cNvPr id="326" name="pdf-text-334-1">
            <a:extLst xmlns:a="http://schemas.openxmlformats.org/drawingml/2006/main">
              <a:ext uri="{FF2B5EF4-FFF2-40B4-BE49-F238E27FC236}">
                <a16:creationId xmlns:a16="http://schemas.microsoft.com/office/drawing/2014/main" id="{76D1021D-49CE-492D-B650-93A24B0C7FB8}"/>
              </a:ext>
            </a:extLst>
          </p:cNvPr>
          <p:cNvSpPr>
            <a:spLocks xmlns:a="http://schemas.openxmlformats.org/drawingml/2006/main" noGrp="1"/>
          </p:cNvSpPr>
          <p:nvPr/>
        </p:nvSpPr>
        <p:spPr>
          <a:xfrm xmlns:a="http://schemas.openxmlformats.org/drawingml/2006/main" rot="0">
            <a:off x="2455762" y="3714817"/>
            <a:ext cx="1101212" cy="1128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8" b="1" i="0">
                <a:solidFill>
                  <a:srgbClr val="000000"/>
                </a:solidFill>
                <a:latin typeface="Courier New"/>
                <a:ea typeface="Courier New"/>
                <a:cs typeface="Courier New"/>
              </a:defRPr>
            </a:defPPr>
          </a:lstStyle>
          <a:p xmlns:a="http://schemas.openxmlformats.org/drawingml/2006/main">
            <a:pPr algn="l">
              <a:defRPr sz="888" b="1" i="0">
                <a:solidFill>
                  <a:srgbClr val="000000"/>
                </a:solidFill>
                <a:latin typeface="Courier New"/>
                <a:ea typeface="Courier New"/>
                <a:cs typeface="Courier New"/>
              </a:defRPr>
            </a:pPr>
            <a:r>
              <a:rPr sz="888" b="1" i="0">
                <a:solidFill>
                  <a:srgbClr val="000000"/>
                </a:solidFill>
                <a:latin typeface="Courier New"/>
                <a:ea typeface="Courier New"/>
                <a:cs typeface="Courier New"/>
              </a:rPr>
              <a:t>Pour(Teapot, Mug)</a:t>
            </a:r>
          </a:p>
        </p:txBody>
      </p:sp>
      <p:sp>
        <p:nvSpPr>
          <p:cNvPr id="327" name="pdf-path-825">
            <a:extLst xmlns:a="http://schemas.openxmlformats.org/drawingml/2006/main">
              <a:ext uri="{FF2B5EF4-FFF2-40B4-BE49-F238E27FC236}">
                <a16:creationId xmlns:a16="http://schemas.microsoft.com/office/drawing/2014/main" id="{74FE1CC4-24E6-470F-90E7-B30F45CC6791}"/>
              </a:ext>
            </a:extLst>
          </p:cNvPr>
          <p:cNvSpPr>
            <a:spLocks xmlns:a="http://schemas.openxmlformats.org/drawingml/2006/main" noGrp="1"/>
          </p:cNvSpPr>
          <p:nvPr/>
        </p:nvSpPr>
        <p:spPr>
          <a:xfrm xmlns:a="http://schemas.openxmlformats.org/drawingml/2006/main" rot="0">
            <a:off x="3633019" y="2432783"/>
            <a:ext cx="223524" cy="1017927"/>
          </a:xfrm>
          <a:custGeom xmlns:a="http://schemas.openxmlformats.org/drawingml/2006/main">
            <a:pathLst>
              <a:path w="223524" h="1017927">
                <a:moveTo>
                  <a:pt x="0" y="0"/>
                </a:moveTo>
                <a:cubicBezTo>
                  <a:pt x="138560" y="0"/>
                  <a:pt x="118870" y="124908"/>
                  <a:pt x="134221" y="636601"/>
                </a:cubicBezTo>
                <a:cubicBezTo>
                  <a:pt x="144973" y="994147"/>
                  <a:pt x="142831" y="1012260"/>
                  <a:pt x="223524" y="1017927"/>
                </a:cubicBezTo>
              </a:path>
            </a:pathLst>
          </a:custGeom>
          <a:noFill xmlns:a="http://schemas.openxmlformats.org/drawingml/2006/main"/>
          <a:ln xmlns:a="http://schemas.openxmlformats.org/drawingml/2006/main" w="42907">
            <a:solidFill>
              <a:srgbClr val="432B2B"/>
            </a:solidFill>
            <a:prstDash val="solid"/>
          </a:ln>
        </p:spPr>
      </p:sp>
      <p:sp>
        <p:nvSpPr>
          <p:cNvPr id="328" name="pdf-path-826">
            <a:extLst xmlns:a="http://schemas.openxmlformats.org/drawingml/2006/main">
              <a:ext uri="{FF2B5EF4-FFF2-40B4-BE49-F238E27FC236}">
                <a16:creationId xmlns:a16="http://schemas.microsoft.com/office/drawing/2014/main" id="{EE7B29DA-782A-44C6-862E-4117E39ED883}"/>
              </a:ext>
            </a:extLst>
          </p:cNvPr>
          <p:cNvSpPr>
            <a:spLocks xmlns:a="http://schemas.openxmlformats.org/drawingml/2006/main" noGrp="1"/>
          </p:cNvSpPr>
          <p:nvPr/>
        </p:nvSpPr>
        <p:spPr>
          <a:xfrm xmlns:a="http://schemas.openxmlformats.org/drawingml/2006/main" rot="0">
            <a:off x="3633019" y="3450710"/>
            <a:ext cx="223524" cy="1017912"/>
          </a:xfrm>
          <a:custGeom xmlns:a="http://schemas.openxmlformats.org/drawingml/2006/main">
            <a:pathLst>
              <a:path w="223524" h="1017912">
                <a:moveTo>
                  <a:pt x="0" y="1017912"/>
                </a:moveTo>
                <a:cubicBezTo>
                  <a:pt x="138560" y="1017912"/>
                  <a:pt x="118870" y="893068"/>
                  <a:pt x="134221" y="381375"/>
                </a:cubicBezTo>
                <a:cubicBezTo>
                  <a:pt x="144973" y="23829"/>
                  <a:pt x="142831" y="5716"/>
                  <a:pt x="223524" y="0"/>
                </a:cubicBezTo>
              </a:path>
            </a:pathLst>
          </a:custGeom>
          <a:noFill xmlns:a="http://schemas.openxmlformats.org/drawingml/2006/main"/>
          <a:ln xmlns:a="http://schemas.openxmlformats.org/drawingml/2006/main" w="42907">
            <a:solidFill>
              <a:srgbClr val="432B2B"/>
            </a:solidFill>
            <a:prstDash val="solid"/>
          </a:ln>
        </p:spPr>
      </p:sp>
      <p:sp>
        <p:nvSpPr>
          <p:cNvPr id="329" name="pdf-text-335-0">
            <a:extLst xmlns:a="http://schemas.openxmlformats.org/drawingml/2006/main">
              <a:ext uri="{FF2B5EF4-FFF2-40B4-BE49-F238E27FC236}">
                <a16:creationId xmlns:a16="http://schemas.microsoft.com/office/drawing/2014/main" id="{29229C37-CE63-414D-9F6D-DE79ECC93361}"/>
              </a:ext>
            </a:extLst>
          </p:cNvPr>
          <p:cNvSpPr>
            <a:spLocks xmlns:a="http://schemas.openxmlformats.org/drawingml/2006/main" noGrp="1"/>
          </p:cNvSpPr>
          <p:nvPr/>
        </p:nvSpPr>
        <p:spPr>
          <a:xfrm xmlns:a="http://schemas.openxmlformats.org/drawingml/2006/main" rot="0">
            <a:off x="3034723" y="3275776"/>
            <a:ext cx="35844" cy="1289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48" b="1" i="0">
                <a:solidFill>
                  <a:srgbClr val="1A1A1A"/>
                </a:solidFill>
                <a:latin typeface="Arial"/>
                <a:ea typeface="Arial"/>
                <a:cs typeface="Arial"/>
              </a:defRPr>
            </a:defPPr>
          </a:lstStyle>
          <a:p xmlns:a="http://schemas.openxmlformats.org/drawingml/2006/main">
            <a:pPr algn="l">
              <a:defRPr sz="848" b="1" i="0">
                <a:solidFill>
                  <a:srgbClr val="1A1A1A"/>
                </a:solidFill>
                <a:latin typeface="Arial"/>
                <a:ea typeface="Arial"/>
                <a:cs typeface="Arial"/>
              </a:defRPr>
            </a:pPr>
            <a:r>
              <a:rPr sz="848" b="1" i="0">
                <a:solidFill>
                  <a:srgbClr val="1A1A1A"/>
                </a:solidFill>
                <a:latin typeface="Arial"/>
                <a:ea typeface="Arial"/>
                <a:cs typeface="Arial"/>
              </a:rPr>
              <a:t>:</a:t>
            </a:r>
          </a:p>
        </p:txBody>
      </p:sp>
      <p:sp>
        <p:nvSpPr>
          <p:cNvPr id="330" name="pdf-text-337-0">
            <a:extLst xmlns:a="http://schemas.openxmlformats.org/drawingml/2006/main">
              <a:ext uri="{FF2B5EF4-FFF2-40B4-BE49-F238E27FC236}">
                <a16:creationId xmlns:a16="http://schemas.microsoft.com/office/drawing/2014/main" id="{2A741315-1DBD-40A2-81FD-D100352C1B3A}"/>
              </a:ext>
            </a:extLst>
          </p:cNvPr>
          <p:cNvSpPr>
            <a:spLocks xmlns:a="http://schemas.openxmlformats.org/drawingml/2006/main" noGrp="1"/>
          </p:cNvSpPr>
          <p:nvPr/>
        </p:nvSpPr>
        <p:spPr>
          <a:xfrm xmlns:a="http://schemas.openxmlformats.org/drawingml/2006/main" rot="0">
            <a:off x="3106410" y="3265446"/>
            <a:ext cx="520636" cy="1289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10" b="1" i="0">
                <a:solidFill>
                  <a:srgbClr val="008000"/>
                </a:solidFill>
                <a:latin typeface="Arial"/>
                <a:ea typeface="Arial"/>
                <a:cs typeface="Arial"/>
              </a:defRPr>
            </a:defPPr>
          </a:lstStyle>
          <a:p xmlns:a="http://schemas.openxmlformats.org/drawingml/2006/main">
            <a:pPr algn="l">
              <a:defRPr sz="1010" b="1" i="0">
                <a:solidFill>
                  <a:srgbClr val="008000"/>
                </a:solidFill>
                <a:latin typeface="Arial"/>
                <a:ea typeface="Arial"/>
                <a:cs typeface="Arial"/>
              </a:defRPr>
            </a:pPr>
            <a:r>
              <a:rPr sz="1010" b="1" i="0">
                <a:solidFill>
                  <a:srgbClr val="008000"/>
                </a:solidFill>
                <a:latin typeface="Arial"/>
                <a:ea typeface="Arial"/>
                <a:cs typeface="Arial"/>
              </a:rPr>
              <a:t>Success</a:t>
            </a:r>
          </a:p>
        </p:txBody>
      </p:sp>
      <p:sp>
        <p:nvSpPr>
          <p:cNvPr id="331" name="pdf-text-338-0">
            <a:extLst xmlns:a="http://schemas.openxmlformats.org/drawingml/2006/main">
              <a:ext uri="{FF2B5EF4-FFF2-40B4-BE49-F238E27FC236}">
                <a16:creationId xmlns:a16="http://schemas.microsoft.com/office/drawing/2014/main" id="{3FFBAAF5-021A-46B2-ABEA-0382465C7EC2}"/>
              </a:ext>
            </a:extLst>
          </p:cNvPr>
          <p:cNvSpPr>
            <a:spLocks xmlns:a="http://schemas.openxmlformats.org/drawingml/2006/main" noGrp="1"/>
          </p:cNvSpPr>
          <p:nvPr/>
        </p:nvSpPr>
        <p:spPr>
          <a:xfrm xmlns:a="http://schemas.openxmlformats.org/drawingml/2006/main" rot="0">
            <a:off x="3034723" y="4011991"/>
            <a:ext cx="35844" cy="1289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48" b="1" i="0">
                <a:solidFill>
                  <a:srgbClr val="1A1A1A"/>
                </a:solidFill>
                <a:latin typeface="Arial"/>
                <a:ea typeface="Arial"/>
                <a:cs typeface="Arial"/>
              </a:defRPr>
            </a:defPPr>
          </a:lstStyle>
          <a:p xmlns:a="http://schemas.openxmlformats.org/drawingml/2006/main">
            <a:pPr algn="l">
              <a:defRPr sz="848" b="1" i="0">
                <a:solidFill>
                  <a:srgbClr val="1A1A1A"/>
                </a:solidFill>
                <a:latin typeface="Arial"/>
                <a:ea typeface="Arial"/>
                <a:cs typeface="Arial"/>
              </a:defRPr>
            </a:pPr>
            <a:r>
              <a:rPr sz="848" b="1" i="0">
                <a:solidFill>
                  <a:srgbClr val="1A1A1A"/>
                </a:solidFill>
                <a:latin typeface="Arial"/>
                <a:ea typeface="Arial"/>
                <a:cs typeface="Arial"/>
              </a:rPr>
              <a:t>:</a:t>
            </a:r>
          </a:p>
        </p:txBody>
      </p:sp>
      <p:sp>
        <p:nvSpPr>
          <p:cNvPr id="332" name="pdf-text-340-0">
            <a:extLst xmlns:a="http://schemas.openxmlformats.org/drawingml/2006/main">
              <a:ext uri="{FF2B5EF4-FFF2-40B4-BE49-F238E27FC236}">
                <a16:creationId xmlns:a16="http://schemas.microsoft.com/office/drawing/2014/main" id="{2FEC28FB-0BFB-4373-BBFC-7AF302729790}"/>
              </a:ext>
            </a:extLst>
          </p:cNvPr>
          <p:cNvSpPr>
            <a:spLocks xmlns:a="http://schemas.openxmlformats.org/drawingml/2006/main" noGrp="1"/>
          </p:cNvSpPr>
          <p:nvPr/>
        </p:nvSpPr>
        <p:spPr>
          <a:xfrm xmlns:a="http://schemas.openxmlformats.org/drawingml/2006/main" rot="0">
            <a:off x="3106410" y="4001661"/>
            <a:ext cx="520636" cy="1289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10" b="1" i="0">
                <a:solidFill>
                  <a:srgbClr val="008000"/>
                </a:solidFill>
                <a:latin typeface="Arial"/>
                <a:ea typeface="Arial"/>
                <a:cs typeface="Arial"/>
              </a:defRPr>
            </a:defPPr>
          </a:lstStyle>
          <a:p xmlns:a="http://schemas.openxmlformats.org/drawingml/2006/main">
            <a:pPr algn="l">
              <a:defRPr sz="1010" b="1" i="0">
                <a:solidFill>
                  <a:srgbClr val="008000"/>
                </a:solidFill>
                <a:latin typeface="Arial"/>
                <a:ea typeface="Arial"/>
                <a:cs typeface="Arial"/>
              </a:defRPr>
            </a:pPr>
            <a:r>
              <a:rPr sz="1010" b="1" i="0">
                <a:solidFill>
                  <a:srgbClr val="008000"/>
                </a:solidFill>
                <a:latin typeface="Arial"/>
                <a:ea typeface="Arial"/>
                <a:cs typeface="Arial"/>
              </a:rPr>
              <a:t>Success</a:t>
            </a:r>
          </a:p>
        </p:txBody>
      </p:sp>
      <p:sp>
        <p:nvSpPr>
          <p:cNvPr id="333" name="pdf-text-341-0">
            <a:extLst xmlns:a="http://schemas.openxmlformats.org/drawingml/2006/main">
              <a:ext uri="{FF2B5EF4-FFF2-40B4-BE49-F238E27FC236}">
                <a16:creationId xmlns:a16="http://schemas.microsoft.com/office/drawing/2014/main" id="{8688AA80-572C-4069-8467-C420B23D43C5}"/>
              </a:ext>
            </a:extLst>
          </p:cNvPr>
          <p:cNvSpPr>
            <a:spLocks xmlns:a="http://schemas.openxmlformats.org/drawingml/2006/main" noGrp="1"/>
          </p:cNvSpPr>
          <p:nvPr/>
        </p:nvSpPr>
        <p:spPr>
          <a:xfrm xmlns:a="http://schemas.openxmlformats.org/drawingml/2006/main" rot="0">
            <a:off x="2781350" y="4568445"/>
            <a:ext cx="288805" cy="80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274" b="1" i="0">
                <a:solidFill>
                  <a:srgbClr val="1A1A1A"/>
                </a:solidFill>
                <a:latin typeface="Arial"/>
                <a:ea typeface="Arial"/>
                <a:cs typeface="Arial"/>
              </a:defRPr>
            </a:defPPr>
          </a:lstStyle>
          <a:p xmlns:a="http://schemas.openxmlformats.org/drawingml/2006/main">
            <a:pPr algn="l">
              <a:defRPr sz="2274" b="1" i="0">
                <a:solidFill>
                  <a:srgbClr val="1A1A1A"/>
                </a:solidFill>
                <a:latin typeface="Arial"/>
                <a:ea typeface="Arial"/>
                <a:cs typeface="Arial"/>
              </a:defRPr>
            </a:pPr>
            <a:r>
              <a:rPr sz="2274" b="1" i="0">
                <a:solidFill>
                  <a:srgbClr val="1A1A1A"/>
                </a:solidFill>
                <a:latin typeface="Arial"/>
                <a:ea typeface="Arial"/>
                <a:cs typeface="Arial"/>
              </a:rPr>
              <a:t>.</a:t>
            </a:r>
          </a:p>
        </p:txBody>
      </p:sp>
      <p:sp>
        <p:nvSpPr>
          <p:cNvPr id="334" name="pdf-text-341-1">
            <a:extLst xmlns:a="http://schemas.openxmlformats.org/drawingml/2006/main">
              <a:ext uri="{FF2B5EF4-FFF2-40B4-BE49-F238E27FC236}">
                <a16:creationId xmlns:a16="http://schemas.microsoft.com/office/drawing/2014/main" id="{580A3A97-CB52-4FD4-9BAA-30BED65079DA}"/>
              </a:ext>
            </a:extLst>
          </p:cNvPr>
          <p:cNvSpPr>
            <a:spLocks xmlns:a="http://schemas.openxmlformats.org/drawingml/2006/main" noGrp="1"/>
          </p:cNvSpPr>
          <p:nvPr/>
        </p:nvSpPr>
        <p:spPr>
          <a:xfrm xmlns:a="http://schemas.openxmlformats.org/drawingml/2006/main" rot="0">
            <a:off x="2781350" y="4488157"/>
            <a:ext cx="288805" cy="80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274" b="1" i="0">
                <a:solidFill>
                  <a:srgbClr val="1A1A1A"/>
                </a:solidFill>
                <a:latin typeface="Arial"/>
                <a:ea typeface="Arial"/>
                <a:cs typeface="Arial"/>
              </a:defRPr>
            </a:defPPr>
          </a:lstStyle>
          <a:p xmlns:a="http://schemas.openxmlformats.org/drawingml/2006/main">
            <a:pPr algn="l">
              <a:defRPr sz="2274" b="1" i="0">
                <a:solidFill>
                  <a:srgbClr val="1A1A1A"/>
                </a:solidFill>
                <a:latin typeface="Arial"/>
                <a:ea typeface="Arial"/>
                <a:cs typeface="Arial"/>
              </a:defRPr>
            </a:pPr>
            <a:r>
              <a:rPr sz="2274" b="1" i="0">
                <a:solidFill>
                  <a:srgbClr val="1A1A1A"/>
                </a:solidFill>
                <a:latin typeface="Arial"/>
                <a:ea typeface="Arial"/>
                <a:cs typeface="Arial"/>
              </a:rPr>
              <a:t>.</a:t>
            </a:r>
          </a:p>
        </p:txBody>
      </p:sp>
      <p:sp>
        <p:nvSpPr>
          <p:cNvPr id="335" name="pdf-text-341-2">
            <a:extLst xmlns:a="http://schemas.openxmlformats.org/drawingml/2006/main">
              <a:ext uri="{FF2B5EF4-FFF2-40B4-BE49-F238E27FC236}">
                <a16:creationId xmlns:a16="http://schemas.microsoft.com/office/drawing/2014/main" id="{002BC8AA-E20A-4E7A-8E9E-4A7712CC4A80}"/>
              </a:ext>
            </a:extLst>
          </p:cNvPr>
          <p:cNvSpPr>
            <a:spLocks xmlns:a="http://schemas.openxmlformats.org/drawingml/2006/main" noGrp="1"/>
          </p:cNvSpPr>
          <p:nvPr/>
        </p:nvSpPr>
        <p:spPr>
          <a:xfrm xmlns:a="http://schemas.openxmlformats.org/drawingml/2006/main" rot="0">
            <a:off x="2781350" y="4407870"/>
            <a:ext cx="288805" cy="80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274" b="1" i="0">
                <a:solidFill>
                  <a:srgbClr val="1A1A1A"/>
                </a:solidFill>
                <a:latin typeface="Arial"/>
                <a:ea typeface="Arial"/>
                <a:cs typeface="Arial"/>
              </a:defRPr>
            </a:defPPr>
          </a:lstStyle>
          <a:p xmlns:a="http://schemas.openxmlformats.org/drawingml/2006/main">
            <a:pPr algn="l">
              <a:defRPr sz="2274" b="1" i="0">
                <a:solidFill>
                  <a:srgbClr val="1A1A1A"/>
                </a:solidFill>
                <a:latin typeface="Arial"/>
                <a:ea typeface="Arial"/>
                <a:cs typeface="Arial"/>
              </a:defRPr>
            </a:pPr>
            <a:r>
              <a:rPr sz="2274" b="1" i="0">
                <a:solidFill>
                  <a:srgbClr val="1A1A1A"/>
                </a:solidFill>
                <a:latin typeface="Arial"/>
                <a:ea typeface="Arial"/>
                <a:cs typeface="Arial"/>
              </a:rPr>
              <a:t>.</a:t>
            </a:r>
          </a:p>
        </p:txBody>
      </p:sp>
      <p:sp>
        <p:nvSpPr>
          <p:cNvPr id="336" name="pdf-path-832">
            <a:extLst xmlns:a="http://schemas.openxmlformats.org/drawingml/2006/main">
              <a:ext uri="{FF2B5EF4-FFF2-40B4-BE49-F238E27FC236}">
                <a16:creationId xmlns:a16="http://schemas.microsoft.com/office/drawing/2014/main" id="{68B38BB4-CD3B-48C0-A728-E10785D325B2}"/>
              </a:ext>
            </a:extLst>
          </p:cNvPr>
          <p:cNvSpPr>
            <a:spLocks xmlns:a="http://schemas.openxmlformats.org/drawingml/2006/main" noGrp="1"/>
          </p:cNvSpPr>
          <p:nvPr/>
        </p:nvSpPr>
        <p:spPr>
          <a:xfrm xmlns:a="http://schemas.openxmlformats.org/drawingml/2006/main" rot="0">
            <a:off x="3992957" y="3119065"/>
            <a:ext cx="99052" cy="90700"/>
          </a:xfrm>
          <a:custGeom xmlns:a="http://schemas.openxmlformats.org/drawingml/2006/main">
            <a:pathLst>
              <a:path w="99052" h="90700">
                <a:moveTo>
                  <a:pt x="24344" y="90700"/>
                </a:moveTo>
                <a:cubicBezTo>
                  <a:pt x="55354" y="90700"/>
                  <a:pt x="99052" y="66992"/>
                  <a:pt x="99052" y="30753"/>
                </a:cubicBezTo>
                <a:cubicBezTo>
                  <a:pt x="99052" y="18931"/>
                  <a:pt x="93464" y="11645"/>
                  <a:pt x="86976" y="7495"/>
                </a:cubicBezTo>
                <a:cubicBezTo>
                  <a:pt x="75544" y="0"/>
                  <a:pt x="63275" y="0"/>
                  <a:pt x="50572" y="0"/>
                </a:cubicBezTo>
                <a:cubicBezTo>
                  <a:pt x="39366" y="0"/>
                  <a:pt x="31445" y="0"/>
                  <a:pt x="20190" y="4777"/>
                </a:cubicBezTo>
                <a:cubicBezTo>
                  <a:pt x="2705" y="12706"/>
                  <a:pt x="0" y="23708"/>
                  <a:pt x="0" y="24786"/>
                </a:cubicBezTo>
                <a:cubicBezTo>
                  <a:pt x="0" y="25607"/>
                  <a:pt x="628" y="25783"/>
                  <a:pt x="1449" y="25783"/>
                </a:cubicBezTo>
                <a:cubicBezTo>
                  <a:pt x="3527" y="25783"/>
                  <a:pt x="6666" y="23901"/>
                  <a:pt x="7680" y="23274"/>
                </a:cubicBezTo>
                <a:cubicBezTo>
                  <a:pt x="10385" y="21456"/>
                  <a:pt x="10820" y="20572"/>
                  <a:pt x="11641" y="18111"/>
                </a:cubicBezTo>
                <a:cubicBezTo>
                  <a:pt x="13524" y="12706"/>
                  <a:pt x="17293" y="8123"/>
                  <a:pt x="33908" y="7302"/>
                </a:cubicBezTo>
                <a:cubicBezTo>
                  <a:pt x="31831" y="35161"/>
                  <a:pt x="24973" y="60510"/>
                  <a:pt x="15859" y="83591"/>
                </a:cubicBezTo>
                <a:cubicBezTo>
                  <a:pt x="10820" y="85280"/>
                  <a:pt x="7680" y="88368"/>
                  <a:pt x="7680" y="89815"/>
                </a:cubicBezTo>
                <a:cubicBezTo>
                  <a:pt x="7680" y="90443"/>
                  <a:pt x="7680" y="90700"/>
                  <a:pt x="10627" y="90700"/>
                </a:cubicBezTo>
                <a:lnTo>
                  <a:pt x="24344" y="90700"/>
                </a:lnTo>
                <a:moveTo>
                  <a:pt x="24973" y="83398"/>
                </a:moveTo>
                <a:cubicBezTo>
                  <a:pt x="40187" y="46355"/>
                  <a:pt x="42892" y="23274"/>
                  <a:pt x="44776" y="7302"/>
                </a:cubicBezTo>
                <a:cubicBezTo>
                  <a:pt x="53712" y="7302"/>
                  <a:pt x="87619" y="7302"/>
                  <a:pt x="87619" y="36608"/>
                </a:cubicBezTo>
                <a:cubicBezTo>
                  <a:pt x="87619" y="62585"/>
                  <a:pt x="64338" y="83398"/>
                  <a:pt x="32265" y="83398"/>
                </a:cubicBezTo>
                <a:lnTo>
                  <a:pt x="24973" y="83398"/>
                </a:lnTo>
              </a:path>
            </a:pathLst>
          </a:custGeom>
          <a:solidFill xmlns:a="http://schemas.openxmlformats.org/drawingml/2006/main">
            <a:srgbClr val="000000"/>
          </a:solidFill>
          <a:ln xmlns:a="http://schemas.openxmlformats.org/drawingml/2006/main" w="6493">
            <a:solidFill>
              <a:srgbClr val="000000"/>
            </a:solidFill>
            <a:prstDash val="solid"/>
          </a:ln>
        </p:spPr>
      </p:sp>
      <p:pic>
        <p:nvPicPr>
          <p:cNvPr id="337" name="">
            <a:extLst xmlns:a="http://schemas.openxmlformats.org/drawingml/2006/main">
              <a:ext uri="{FF2B5EF4-FFF2-40B4-BE49-F238E27FC236}">
                <a16:creationId xmlns:a16="http://schemas.microsoft.com/office/drawing/2014/main" id="{64AA4B37-83C6-4453-9352-D41FFDF08C9C}"/>
              </a:ext>
            </a:extLst>
          </p:cNvPr>
          <p:cNvPicPr>
            <a:picLocks xmlns:a="http://schemas.openxmlformats.org/drawingml/2006/main" noChangeAspect="1"/>
          </p:cNvPicPr>
          <p:nvPr/>
        </p:nvPicPr>
        <p:blipFill>
          <a:blip xmlns:r="http://schemas.openxmlformats.org/officeDocument/2006/relationships" xmlns:a="http://schemas.openxmlformats.org/drawingml/2006/main" r:embed="R6d70719d37d948ea"/>
          <a:srcRect xmlns:a="http://schemas.openxmlformats.org/drawingml/2006/main" l="0" t="1014" r="0" b="1014"/>
          <a:stretch xmlns:a="http://schemas.openxmlformats.org/drawingml/2006/main">
            <a:fillRect l="0" t="0" r="0" b="0"/>
          </a:stretch>
        </p:blipFill>
        <p:spPr>
          <a:xfrm xmlns:a="http://schemas.openxmlformats.org/drawingml/2006/main">
            <a:off x="2410315" y="2359383"/>
            <a:ext cx="483533" cy="483018"/>
          </a:xfrm>
          <a:prstGeom xmlns:a="http://schemas.openxmlformats.org/drawingml/2006/main" prst="rect">
            <a:avLst/>
          </a:prstGeom>
        </p:spPr>
      </p:pic>
      <p:sp>
        <p:nvSpPr>
          <p:cNvPr id="338" name="pdf-raster-17">
            <a:extLst xmlns:a="http://schemas.openxmlformats.org/drawingml/2006/main">
              <a:ext uri="{FF2B5EF4-FFF2-40B4-BE49-F238E27FC236}">
                <a16:creationId xmlns:a16="http://schemas.microsoft.com/office/drawing/2014/main" id="{AC7ECCB4-B32B-4FD9-AC4B-0FA05E9DCD6A}"/>
              </a:ext>
            </a:extLst>
          </p:cNvPr>
          <p:cNvSpPr>
            <a:spLocks xmlns:a="http://schemas.openxmlformats.org/drawingml/2006/main" noGrp="1"/>
          </p:cNvSpPr>
          <p:nvPr/>
        </p:nvSpPr>
        <p:spPr>
          <a:xfrm xmlns:a="http://schemas.openxmlformats.org/drawingml/2006/main" rot="0">
            <a:off x="2410315" y="2359383"/>
            <a:ext cx="483533" cy="483018"/>
          </a:xfrm>
          <a:prstGeom xmlns:a="http://schemas.openxmlformats.org/drawingml/2006/main" prst="rect">
            <a:avLst/>
          </a:prstGeom>
          <a:noFill xmlns:a="http://schemas.openxmlformats.org/drawingml/2006/main"/>
          <a:ln xmlns:a="http://schemas.openxmlformats.org/drawingml/2006/main" w="0">
            <a:noFill/>
          </a:ln>
        </p:spPr>
      </p:sp>
      <p:sp>
        <p:nvSpPr>
          <p:cNvPr id="339" name="pdf-path-835">
            <a:extLst xmlns:a="http://schemas.openxmlformats.org/drawingml/2006/main">
              <a:ext uri="{FF2B5EF4-FFF2-40B4-BE49-F238E27FC236}">
                <a16:creationId xmlns:a16="http://schemas.microsoft.com/office/drawing/2014/main" id="{9F4FC166-329F-4010-BCE3-9F66A1436089}"/>
              </a:ext>
            </a:extLst>
          </p:cNvPr>
          <p:cNvSpPr>
            <a:spLocks xmlns:a="http://schemas.openxmlformats.org/drawingml/2006/main" noGrp="1"/>
          </p:cNvSpPr>
          <p:nvPr/>
        </p:nvSpPr>
        <p:spPr>
          <a:xfrm xmlns:a="http://schemas.openxmlformats.org/drawingml/2006/main" rot="0">
            <a:off x="2410318" y="2359378"/>
            <a:ext cx="483517" cy="483018"/>
          </a:xfrm>
          <a:custGeom xmlns:a="http://schemas.openxmlformats.org/drawingml/2006/main">
            <a:pathLst>
              <a:path w="483517" h="483018">
                <a:moveTo>
                  <a:pt x="0" y="0"/>
                </a:moveTo>
                <a:lnTo>
                  <a:pt x="483517" y="0"/>
                </a:lnTo>
                <a:lnTo>
                  <a:pt x="483517" y="483018"/>
                </a:lnTo>
                <a:lnTo>
                  <a:pt x="0" y="483018"/>
                </a:lnTo>
                <a:close/>
              </a:path>
            </a:pathLst>
          </a:custGeom>
          <a:noFill xmlns:a="http://schemas.openxmlformats.org/drawingml/2006/main"/>
          <a:ln xmlns:a="http://schemas.openxmlformats.org/drawingml/2006/main" w="14302">
            <a:solidFill>
              <a:srgbClr val="020202"/>
            </a:solidFill>
            <a:prstDash val="solid"/>
          </a:ln>
        </p:spPr>
      </p:sp>
      <p:pic>
        <p:nvPicPr>
          <p:cNvPr id="340" name="">
            <a:extLst xmlns:a="http://schemas.openxmlformats.org/drawingml/2006/main">
              <a:ext uri="{FF2B5EF4-FFF2-40B4-BE49-F238E27FC236}">
                <a16:creationId xmlns:a16="http://schemas.microsoft.com/office/drawing/2014/main" id="{3DA998A6-8986-49FD-9638-FEF630862101}"/>
              </a:ext>
            </a:extLst>
          </p:cNvPr>
          <p:cNvPicPr>
            <a:picLocks xmlns:a="http://schemas.openxmlformats.org/drawingml/2006/main" noChangeAspect="1"/>
          </p:cNvPicPr>
          <p:nvPr/>
        </p:nvPicPr>
        <p:blipFill>
          <a:blip xmlns:r="http://schemas.openxmlformats.org/officeDocument/2006/relationships" xmlns:a="http://schemas.openxmlformats.org/drawingml/2006/main" r:embed="R5498a2de65824782"/>
          <a:srcRect xmlns:a="http://schemas.openxmlformats.org/drawingml/2006/main" l="0" t="53" r="0" b="53"/>
          <a:stretch xmlns:a="http://schemas.openxmlformats.org/drawingml/2006/main">
            <a:fillRect l="0" t="0" r="0" b="0"/>
          </a:stretch>
        </p:blipFill>
        <p:spPr>
          <a:xfrm xmlns:a="http://schemas.openxmlformats.org/drawingml/2006/main">
            <a:off x="2412376" y="3102180"/>
            <a:ext cx="483533" cy="483018"/>
          </a:xfrm>
          <a:prstGeom xmlns:a="http://schemas.openxmlformats.org/drawingml/2006/main" prst="rect">
            <a:avLst/>
          </a:prstGeom>
        </p:spPr>
      </p:pic>
      <p:sp>
        <p:nvSpPr>
          <p:cNvPr id="341" name="pdf-raster-18">
            <a:extLst xmlns:a="http://schemas.openxmlformats.org/drawingml/2006/main">
              <a:ext uri="{FF2B5EF4-FFF2-40B4-BE49-F238E27FC236}">
                <a16:creationId xmlns:a16="http://schemas.microsoft.com/office/drawing/2014/main" id="{F6BA76EB-C328-465E-931F-64C69369D45E}"/>
              </a:ext>
            </a:extLst>
          </p:cNvPr>
          <p:cNvSpPr>
            <a:spLocks xmlns:a="http://schemas.openxmlformats.org/drawingml/2006/main" noGrp="1"/>
          </p:cNvSpPr>
          <p:nvPr/>
        </p:nvSpPr>
        <p:spPr>
          <a:xfrm xmlns:a="http://schemas.openxmlformats.org/drawingml/2006/main" rot="0">
            <a:off x="2412376" y="3102180"/>
            <a:ext cx="483533" cy="483018"/>
          </a:xfrm>
          <a:prstGeom xmlns:a="http://schemas.openxmlformats.org/drawingml/2006/main" prst="rect">
            <a:avLst/>
          </a:prstGeom>
          <a:noFill xmlns:a="http://schemas.openxmlformats.org/drawingml/2006/main"/>
          <a:ln xmlns:a="http://schemas.openxmlformats.org/drawingml/2006/main" w="0">
            <a:noFill/>
          </a:ln>
        </p:spPr>
      </p:sp>
      <p:sp>
        <p:nvSpPr>
          <p:cNvPr id="342" name="pdf-path-837">
            <a:extLst xmlns:a="http://schemas.openxmlformats.org/drawingml/2006/main">
              <a:ext uri="{FF2B5EF4-FFF2-40B4-BE49-F238E27FC236}">
                <a16:creationId xmlns:a16="http://schemas.microsoft.com/office/drawing/2014/main" id="{9DCEC90A-45BC-479C-A847-B9222EA375A8}"/>
              </a:ext>
            </a:extLst>
          </p:cNvPr>
          <p:cNvSpPr>
            <a:spLocks xmlns:a="http://schemas.openxmlformats.org/drawingml/2006/main" noGrp="1"/>
          </p:cNvSpPr>
          <p:nvPr/>
        </p:nvSpPr>
        <p:spPr>
          <a:xfrm xmlns:a="http://schemas.openxmlformats.org/drawingml/2006/main" rot="0">
            <a:off x="2412395" y="3102144"/>
            <a:ext cx="483452" cy="483018"/>
          </a:xfrm>
          <a:custGeom xmlns:a="http://schemas.openxmlformats.org/drawingml/2006/main">
            <a:pathLst>
              <a:path w="483452" h="483018">
                <a:moveTo>
                  <a:pt x="0" y="0"/>
                </a:moveTo>
                <a:lnTo>
                  <a:pt x="483452" y="0"/>
                </a:lnTo>
                <a:lnTo>
                  <a:pt x="483452" y="483018"/>
                </a:lnTo>
                <a:lnTo>
                  <a:pt x="0" y="483018"/>
                </a:lnTo>
                <a:close/>
              </a:path>
            </a:pathLst>
          </a:custGeom>
          <a:noFill xmlns:a="http://schemas.openxmlformats.org/drawingml/2006/main"/>
          <a:ln xmlns:a="http://schemas.openxmlformats.org/drawingml/2006/main" w="14302">
            <a:solidFill>
              <a:srgbClr val="020202"/>
            </a:solidFill>
            <a:prstDash val="solid"/>
          </a:ln>
        </p:spPr>
      </p:sp>
      <p:pic>
        <p:nvPicPr>
          <p:cNvPr id="343" name="">
            <a:extLst xmlns:a="http://schemas.openxmlformats.org/drawingml/2006/main">
              <a:ext uri="{FF2B5EF4-FFF2-40B4-BE49-F238E27FC236}">
                <a16:creationId xmlns:a16="http://schemas.microsoft.com/office/drawing/2014/main" id="{D2F00964-5604-429B-95E4-BA7C3067EF94}"/>
              </a:ext>
            </a:extLst>
          </p:cNvPr>
          <p:cNvPicPr>
            <a:picLocks xmlns:a="http://schemas.openxmlformats.org/drawingml/2006/main" noChangeAspect="1"/>
          </p:cNvPicPr>
          <p:nvPr/>
        </p:nvPicPr>
        <p:blipFill>
          <a:blip xmlns:r="http://schemas.openxmlformats.org/officeDocument/2006/relationships" xmlns:a="http://schemas.openxmlformats.org/drawingml/2006/main" r:embed="R8d8df61a282849cb"/>
          <a:srcRect xmlns:a="http://schemas.openxmlformats.org/drawingml/2006/main" l="0" t="53" r="0" b="53"/>
          <a:stretch xmlns:a="http://schemas.openxmlformats.org/drawingml/2006/main">
            <a:fillRect l="0" t="0" r="0" b="0"/>
          </a:stretch>
        </p:blipFill>
        <p:spPr>
          <a:xfrm xmlns:a="http://schemas.openxmlformats.org/drawingml/2006/main">
            <a:off x="2408067" y="3845545"/>
            <a:ext cx="483533" cy="483018"/>
          </a:xfrm>
          <a:prstGeom xmlns:a="http://schemas.openxmlformats.org/drawingml/2006/main" prst="rect">
            <a:avLst/>
          </a:prstGeom>
        </p:spPr>
      </p:pic>
      <p:sp>
        <p:nvSpPr>
          <p:cNvPr id="344" name="pdf-raster-19">
            <a:extLst xmlns:a="http://schemas.openxmlformats.org/drawingml/2006/main">
              <a:ext uri="{FF2B5EF4-FFF2-40B4-BE49-F238E27FC236}">
                <a16:creationId xmlns:a16="http://schemas.microsoft.com/office/drawing/2014/main" id="{220E23A4-2256-480C-80E6-4CC9B0032970}"/>
              </a:ext>
            </a:extLst>
          </p:cNvPr>
          <p:cNvSpPr>
            <a:spLocks xmlns:a="http://schemas.openxmlformats.org/drawingml/2006/main" noGrp="1"/>
          </p:cNvSpPr>
          <p:nvPr/>
        </p:nvSpPr>
        <p:spPr>
          <a:xfrm xmlns:a="http://schemas.openxmlformats.org/drawingml/2006/main" rot="0">
            <a:off x="2408067" y="3845545"/>
            <a:ext cx="483533" cy="483018"/>
          </a:xfrm>
          <a:prstGeom xmlns:a="http://schemas.openxmlformats.org/drawingml/2006/main" prst="rect">
            <a:avLst/>
          </a:prstGeom>
          <a:noFill xmlns:a="http://schemas.openxmlformats.org/drawingml/2006/main"/>
          <a:ln xmlns:a="http://schemas.openxmlformats.org/drawingml/2006/main" w="0">
            <a:noFill/>
          </a:ln>
        </p:spPr>
      </p:sp>
      <p:sp>
        <p:nvSpPr>
          <p:cNvPr id="345" name="pdf-path-839">
            <a:extLst xmlns:a="http://schemas.openxmlformats.org/drawingml/2006/main">
              <a:ext uri="{FF2B5EF4-FFF2-40B4-BE49-F238E27FC236}">
                <a16:creationId xmlns:a16="http://schemas.microsoft.com/office/drawing/2014/main" id="{8230F848-428F-4DC8-AA48-3132BC17C2E0}"/>
              </a:ext>
            </a:extLst>
          </p:cNvPr>
          <p:cNvSpPr>
            <a:spLocks xmlns:a="http://schemas.openxmlformats.org/drawingml/2006/main" noGrp="1"/>
          </p:cNvSpPr>
          <p:nvPr/>
        </p:nvSpPr>
        <p:spPr>
          <a:xfrm xmlns:a="http://schemas.openxmlformats.org/drawingml/2006/main" rot="0">
            <a:off x="2408064" y="3845537"/>
            <a:ext cx="483516" cy="483018"/>
          </a:xfrm>
          <a:custGeom xmlns:a="http://schemas.openxmlformats.org/drawingml/2006/main">
            <a:pathLst>
              <a:path w="483516" h="483018">
                <a:moveTo>
                  <a:pt x="0" y="0"/>
                </a:moveTo>
                <a:lnTo>
                  <a:pt x="483516" y="0"/>
                </a:lnTo>
                <a:lnTo>
                  <a:pt x="483516" y="483018"/>
                </a:lnTo>
                <a:lnTo>
                  <a:pt x="0" y="483018"/>
                </a:lnTo>
                <a:close/>
              </a:path>
            </a:pathLst>
          </a:custGeom>
          <a:noFill xmlns:a="http://schemas.openxmlformats.org/drawingml/2006/main"/>
          <a:ln xmlns:a="http://schemas.openxmlformats.org/drawingml/2006/main" w="14302">
            <a:solidFill>
              <a:srgbClr val="020202"/>
            </a:solidFill>
            <a:prstDash val="solid"/>
          </a:ln>
        </p:spPr>
      </p:sp>
      <p:sp>
        <p:nvSpPr>
          <p:cNvPr id="346" name="pdf-text-342-0">
            <a:extLst xmlns:a="http://schemas.openxmlformats.org/drawingml/2006/main">
              <a:ext uri="{FF2B5EF4-FFF2-40B4-BE49-F238E27FC236}">
                <a16:creationId xmlns:a16="http://schemas.microsoft.com/office/drawing/2014/main" id="{8FDF8705-C737-4A21-8A9A-023206B9FF3E}"/>
              </a:ext>
            </a:extLst>
          </p:cNvPr>
          <p:cNvSpPr>
            <a:spLocks xmlns:a="http://schemas.openxmlformats.org/drawingml/2006/main" noGrp="1"/>
          </p:cNvSpPr>
          <p:nvPr/>
        </p:nvSpPr>
        <p:spPr>
          <a:xfrm xmlns:a="http://schemas.openxmlformats.org/drawingml/2006/main" rot="0">
            <a:off x="2455762" y="2970109"/>
            <a:ext cx="798977" cy="1128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8" b="1" i="0">
                <a:solidFill>
                  <a:srgbClr val="000000"/>
                </a:solidFill>
                <a:latin typeface="Courier New"/>
                <a:ea typeface="Courier New"/>
                <a:cs typeface="Courier New"/>
              </a:defRPr>
            </a:defPPr>
          </a:lstStyle>
          <a:p xmlns:a="http://schemas.openxmlformats.org/drawingml/2006/main">
            <a:pPr algn="l">
              <a:defRPr sz="888" b="1" i="0">
                <a:solidFill>
                  <a:srgbClr val="000000"/>
                </a:solidFill>
                <a:latin typeface="Courier New"/>
                <a:ea typeface="Courier New"/>
                <a:cs typeface="Courier New"/>
              </a:defRPr>
            </a:pPr>
            <a:r>
              <a:rPr sz="888" b="1" i="0">
                <a:solidFill>
                  <a:srgbClr val="000000"/>
                </a:solidFill>
                <a:latin typeface="Courier New"/>
                <a:ea typeface="Courier New"/>
                <a:cs typeface="Courier New"/>
              </a:rPr>
              <a:t>Pick(Teapot)</a:t>
            </a:r>
          </a:p>
        </p:txBody>
      </p:sp>
      <p:sp>
        <p:nvSpPr>
          <p:cNvPr id="347" name="pdf-text-343-0">
            <a:extLst xmlns:a="http://schemas.openxmlformats.org/drawingml/2006/main">
              <a:ext uri="{FF2B5EF4-FFF2-40B4-BE49-F238E27FC236}">
                <a16:creationId xmlns:a16="http://schemas.microsoft.com/office/drawing/2014/main" id="{31ECF4FF-8559-4EFB-8513-EA7122B54374}"/>
              </a:ext>
            </a:extLst>
          </p:cNvPr>
          <p:cNvSpPr>
            <a:spLocks xmlns:a="http://schemas.openxmlformats.org/drawingml/2006/main" noGrp="1"/>
          </p:cNvSpPr>
          <p:nvPr/>
        </p:nvSpPr>
        <p:spPr>
          <a:xfrm xmlns:a="http://schemas.openxmlformats.org/drawingml/2006/main" rot="0">
            <a:off x="3034723" y="2564099"/>
            <a:ext cx="35844" cy="1289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48" b="1" i="0">
                <a:solidFill>
                  <a:srgbClr val="1A1A1A"/>
                </a:solidFill>
                <a:latin typeface="Arial"/>
                <a:ea typeface="Arial"/>
                <a:cs typeface="Arial"/>
              </a:defRPr>
            </a:defPPr>
          </a:lstStyle>
          <a:p xmlns:a="http://schemas.openxmlformats.org/drawingml/2006/main">
            <a:pPr algn="l">
              <a:defRPr sz="848" b="1" i="0">
                <a:solidFill>
                  <a:srgbClr val="1A1A1A"/>
                </a:solidFill>
                <a:latin typeface="Arial"/>
                <a:ea typeface="Arial"/>
                <a:cs typeface="Arial"/>
              </a:defRPr>
            </a:pPr>
            <a:r>
              <a:rPr sz="848" b="1" i="0">
                <a:solidFill>
                  <a:srgbClr val="1A1A1A"/>
                </a:solidFill>
                <a:latin typeface="Arial"/>
                <a:ea typeface="Arial"/>
                <a:cs typeface="Arial"/>
              </a:rPr>
              <a:t>:</a:t>
            </a:r>
          </a:p>
        </p:txBody>
      </p:sp>
      <p:sp>
        <p:nvSpPr>
          <p:cNvPr id="348" name="pdf-text-344-0">
            <a:extLst xmlns:a="http://schemas.openxmlformats.org/drawingml/2006/main">
              <a:ext uri="{FF2B5EF4-FFF2-40B4-BE49-F238E27FC236}">
                <a16:creationId xmlns:a16="http://schemas.microsoft.com/office/drawing/2014/main" id="{269EAB4C-4FF9-44D6-B0C9-BAC26AC993E5}"/>
              </a:ext>
            </a:extLst>
          </p:cNvPr>
          <p:cNvSpPr>
            <a:spLocks xmlns:a="http://schemas.openxmlformats.org/drawingml/2006/main" noGrp="1"/>
          </p:cNvSpPr>
          <p:nvPr/>
        </p:nvSpPr>
        <p:spPr>
          <a:xfrm xmlns:a="http://schemas.openxmlformats.org/drawingml/2006/main" rot="0">
            <a:off x="3106410" y="2553942"/>
            <a:ext cx="369784" cy="1289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08" b="1" i="0">
                <a:solidFill>
                  <a:srgbClr val="AA0000"/>
                </a:solidFill>
                <a:latin typeface="Arial"/>
                <a:ea typeface="Arial"/>
                <a:cs typeface="Arial"/>
              </a:defRPr>
            </a:defPPr>
          </a:lstStyle>
          <a:p xmlns:a="http://schemas.openxmlformats.org/drawingml/2006/main">
            <a:pPr algn="l">
              <a:defRPr sz="1008" b="1" i="0">
                <a:solidFill>
                  <a:srgbClr val="AA0000"/>
                </a:solidFill>
                <a:latin typeface="Arial"/>
                <a:ea typeface="Arial"/>
                <a:cs typeface="Arial"/>
              </a:defRPr>
            </a:pPr>
            <a:r>
              <a:rPr sz="1008" b="1" i="0">
                <a:solidFill>
                  <a:srgbClr val="AA0000"/>
                </a:solidFill>
                <a:latin typeface="Arial"/>
                <a:ea typeface="Arial"/>
                <a:cs typeface="Arial"/>
              </a:rPr>
              <a:t>Failed</a:t>
            </a:r>
          </a:p>
        </p:txBody>
      </p:sp>
      <p:sp>
        <p:nvSpPr>
          <p:cNvPr id="349" name="pdf-text-345-0">
            <a:extLst xmlns:a="http://schemas.openxmlformats.org/drawingml/2006/main">
              <a:ext uri="{FF2B5EF4-FFF2-40B4-BE49-F238E27FC236}">
                <a16:creationId xmlns:a16="http://schemas.microsoft.com/office/drawing/2014/main" id="{FEF9FA29-06DB-4CAB-BA2F-351B81D93086}"/>
              </a:ext>
            </a:extLst>
          </p:cNvPr>
          <p:cNvSpPr>
            <a:spLocks xmlns:a="http://schemas.openxmlformats.org/drawingml/2006/main" noGrp="1"/>
          </p:cNvSpPr>
          <p:nvPr/>
        </p:nvSpPr>
        <p:spPr>
          <a:xfrm xmlns:a="http://schemas.openxmlformats.org/drawingml/2006/main" rot="0">
            <a:off x="4767723" y="2173967"/>
            <a:ext cx="915054" cy="1289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15" b="1" i="0">
                <a:solidFill>
                  <a:srgbClr val="000000"/>
                </a:solidFill>
                <a:latin typeface="Courier New"/>
                <a:ea typeface="Courier New"/>
                <a:cs typeface="Courier New"/>
              </a:defRPr>
            </a:defPPr>
          </a:lstStyle>
          <a:p xmlns:a="http://schemas.openxmlformats.org/drawingml/2006/main">
            <a:pPr algn="l">
              <a:defRPr sz="1015" b="1" i="0">
                <a:solidFill>
                  <a:srgbClr val="000000"/>
                </a:solidFill>
                <a:latin typeface="Courier New"/>
                <a:ea typeface="Courier New"/>
                <a:cs typeface="Courier New"/>
              </a:defRPr>
            </a:pPr>
            <a:r>
              <a:rPr sz="1015" b="1" i="0">
                <a:solidFill>
                  <a:srgbClr val="000000"/>
                </a:solidFill>
                <a:latin typeface="Courier New"/>
                <a:ea typeface="Courier New"/>
                <a:cs typeface="Courier New"/>
              </a:rPr>
              <a:t>Pick(Sponge)</a:t>
            </a:r>
          </a:p>
        </p:txBody>
      </p:sp>
      <p:pic>
        <p:nvPicPr>
          <p:cNvPr id="350" name="">
            <a:extLst xmlns:a="http://schemas.openxmlformats.org/drawingml/2006/main">
              <a:ext uri="{FF2B5EF4-FFF2-40B4-BE49-F238E27FC236}">
                <a16:creationId xmlns:a16="http://schemas.microsoft.com/office/drawing/2014/main" id="{B27F45C8-3C87-4ED5-AC36-782AF58C6744}"/>
              </a:ext>
            </a:extLst>
          </p:cNvPr>
          <p:cNvPicPr>
            <a:picLocks xmlns:a="http://schemas.openxmlformats.org/drawingml/2006/main" noChangeAspect="1"/>
          </p:cNvPicPr>
          <p:nvPr/>
        </p:nvPicPr>
        <p:blipFill>
          <a:blip xmlns:r="http://schemas.openxmlformats.org/officeDocument/2006/relationships" xmlns:a="http://schemas.openxmlformats.org/drawingml/2006/main" r:embed="R8ab034c6fb91414c"/>
          <a:srcRect xmlns:a="http://schemas.openxmlformats.org/drawingml/2006/main" l="0" t="53" r="0" b="53"/>
          <a:stretch xmlns:a="http://schemas.openxmlformats.org/drawingml/2006/main">
            <a:fillRect l="0" t="0" r="0" b="0"/>
          </a:stretch>
        </p:blipFill>
        <p:spPr>
          <a:xfrm xmlns:a="http://schemas.openxmlformats.org/drawingml/2006/main">
            <a:off x="4513062" y="2338515"/>
            <a:ext cx="483533" cy="483018"/>
          </a:xfrm>
          <a:prstGeom xmlns:a="http://schemas.openxmlformats.org/drawingml/2006/main" prst="rect">
            <a:avLst/>
          </a:prstGeom>
        </p:spPr>
      </p:pic>
      <p:sp>
        <p:nvSpPr>
          <p:cNvPr id="351" name="pdf-raster-20">
            <a:extLst xmlns:a="http://schemas.openxmlformats.org/drawingml/2006/main">
              <a:ext uri="{FF2B5EF4-FFF2-40B4-BE49-F238E27FC236}">
                <a16:creationId xmlns:a16="http://schemas.microsoft.com/office/drawing/2014/main" id="{AE3B7C4B-88EB-4637-8DDD-7C605558B3E9}"/>
              </a:ext>
            </a:extLst>
          </p:cNvPr>
          <p:cNvSpPr>
            <a:spLocks xmlns:a="http://schemas.openxmlformats.org/drawingml/2006/main" noGrp="1"/>
          </p:cNvSpPr>
          <p:nvPr/>
        </p:nvSpPr>
        <p:spPr>
          <a:xfrm xmlns:a="http://schemas.openxmlformats.org/drawingml/2006/main" rot="0">
            <a:off x="4513062" y="2338515"/>
            <a:ext cx="483533" cy="483018"/>
          </a:xfrm>
          <a:prstGeom xmlns:a="http://schemas.openxmlformats.org/drawingml/2006/main" prst="rect">
            <a:avLst/>
          </a:prstGeom>
          <a:noFill xmlns:a="http://schemas.openxmlformats.org/drawingml/2006/main"/>
          <a:ln xmlns:a="http://schemas.openxmlformats.org/drawingml/2006/main" w="0">
            <a:noFill/>
          </a:ln>
        </p:spPr>
      </p:sp>
      <p:sp>
        <p:nvSpPr>
          <p:cNvPr id="352" name="pdf-path-845">
            <a:extLst xmlns:a="http://schemas.openxmlformats.org/drawingml/2006/main">
              <a:ext uri="{FF2B5EF4-FFF2-40B4-BE49-F238E27FC236}">
                <a16:creationId xmlns:a16="http://schemas.microsoft.com/office/drawing/2014/main" id="{200DC0AC-792B-44F9-8EAF-DF5F7A5FC401}"/>
              </a:ext>
            </a:extLst>
          </p:cNvPr>
          <p:cNvSpPr>
            <a:spLocks xmlns:a="http://schemas.openxmlformats.org/drawingml/2006/main" noGrp="1"/>
          </p:cNvSpPr>
          <p:nvPr/>
        </p:nvSpPr>
        <p:spPr>
          <a:xfrm xmlns:a="http://schemas.openxmlformats.org/drawingml/2006/main" rot="0">
            <a:off x="4513087" y="2338501"/>
            <a:ext cx="483452" cy="483017"/>
          </a:xfrm>
          <a:custGeom xmlns:a="http://schemas.openxmlformats.org/drawingml/2006/main">
            <a:pathLst>
              <a:path w="483452" h="483017">
                <a:moveTo>
                  <a:pt x="0" y="0"/>
                </a:moveTo>
                <a:lnTo>
                  <a:pt x="483452" y="0"/>
                </a:lnTo>
                <a:lnTo>
                  <a:pt x="483452" y="483017"/>
                </a:lnTo>
                <a:lnTo>
                  <a:pt x="0" y="483017"/>
                </a:lnTo>
                <a:close/>
              </a:path>
            </a:pathLst>
          </a:custGeom>
          <a:noFill xmlns:a="http://schemas.openxmlformats.org/drawingml/2006/main"/>
          <a:ln xmlns:a="http://schemas.openxmlformats.org/drawingml/2006/main" w="14302">
            <a:solidFill>
              <a:srgbClr val="020202"/>
            </a:solidFill>
            <a:prstDash val="solid"/>
          </a:ln>
        </p:spPr>
      </p:sp>
      <p:pic>
        <p:nvPicPr>
          <p:cNvPr id="353" name="">
            <a:extLst xmlns:a="http://schemas.openxmlformats.org/drawingml/2006/main">
              <a:ext uri="{FF2B5EF4-FFF2-40B4-BE49-F238E27FC236}">
                <a16:creationId xmlns:a16="http://schemas.microsoft.com/office/drawing/2014/main" id="{631CC443-6AEE-4CD0-8B51-9A855937A38A}"/>
              </a:ext>
            </a:extLst>
          </p:cNvPr>
          <p:cNvPicPr>
            <a:picLocks xmlns:a="http://schemas.openxmlformats.org/drawingml/2006/main" noChangeAspect="1"/>
          </p:cNvPicPr>
          <p:nvPr/>
        </p:nvPicPr>
        <p:blipFill>
          <a:blip xmlns:r="http://schemas.openxmlformats.org/officeDocument/2006/relationships" xmlns:a="http://schemas.openxmlformats.org/drawingml/2006/main" r:embed="R302156e2a4e94015"/>
          <a:srcRect xmlns:a="http://schemas.openxmlformats.org/drawingml/2006/main" l="0" t="1014" r="0" b="1014"/>
          <a:stretch xmlns:a="http://schemas.openxmlformats.org/drawingml/2006/main">
            <a:fillRect l="0" t="0" r="0" b="0"/>
          </a:stretch>
        </p:blipFill>
        <p:spPr>
          <a:xfrm xmlns:a="http://schemas.openxmlformats.org/drawingml/2006/main">
            <a:off x="5477227" y="2338515"/>
            <a:ext cx="483533" cy="483018"/>
          </a:xfrm>
          <a:prstGeom xmlns:a="http://schemas.openxmlformats.org/drawingml/2006/main" prst="rect">
            <a:avLst/>
          </a:prstGeom>
        </p:spPr>
      </p:pic>
      <p:sp>
        <p:nvSpPr>
          <p:cNvPr id="354" name="pdf-raster-21">
            <a:extLst xmlns:a="http://schemas.openxmlformats.org/drawingml/2006/main">
              <a:ext uri="{FF2B5EF4-FFF2-40B4-BE49-F238E27FC236}">
                <a16:creationId xmlns:a16="http://schemas.microsoft.com/office/drawing/2014/main" id="{654370A9-9251-437F-92ED-33C9E8788A06}"/>
              </a:ext>
            </a:extLst>
          </p:cNvPr>
          <p:cNvSpPr>
            <a:spLocks xmlns:a="http://schemas.openxmlformats.org/drawingml/2006/main" noGrp="1"/>
          </p:cNvSpPr>
          <p:nvPr/>
        </p:nvSpPr>
        <p:spPr>
          <a:xfrm xmlns:a="http://schemas.openxmlformats.org/drawingml/2006/main" rot="0">
            <a:off x="5477227" y="2338515"/>
            <a:ext cx="483533" cy="483018"/>
          </a:xfrm>
          <a:prstGeom xmlns:a="http://schemas.openxmlformats.org/drawingml/2006/main" prst="rect">
            <a:avLst/>
          </a:prstGeom>
          <a:noFill xmlns:a="http://schemas.openxmlformats.org/drawingml/2006/main"/>
          <a:ln xmlns:a="http://schemas.openxmlformats.org/drawingml/2006/main" w="0">
            <a:noFill/>
          </a:ln>
        </p:spPr>
      </p:sp>
      <p:sp>
        <p:nvSpPr>
          <p:cNvPr id="355" name="pdf-path-847">
            <a:extLst xmlns:a="http://schemas.openxmlformats.org/drawingml/2006/main">
              <a:ext uri="{FF2B5EF4-FFF2-40B4-BE49-F238E27FC236}">
                <a16:creationId xmlns:a16="http://schemas.microsoft.com/office/drawing/2014/main" id="{074891B9-BC61-42DF-9D3B-559FFB8FFF11}"/>
              </a:ext>
            </a:extLst>
          </p:cNvPr>
          <p:cNvSpPr>
            <a:spLocks xmlns:a="http://schemas.openxmlformats.org/drawingml/2006/main" noGrp="1"/>
          </p:cNvSpPr>
          <p:nvPr/>
        </p:nvSpPr>
        <p:spPr>
          <a:xfrm xmlns:a="http://schemas.openxmlformats.org/drawingml/2006/main" rot="0">
            <a:off x="5477237" y="2338501"/>
            <a:ext cx="483517" cy="483017"/>
          </a:xfrm>
          <a:custGeom xmlns:a="http://schemas.openxmlformats.org/drawingml/2006/main">
            <a:pathLst>
              <a:path w="483517" h="483017">
                <a:moveTo>
                  <a:pt x="0" y="0"/>
                </a:moveTo>
                <a:lnTo>
                  <a:pt x="483517" y="0"/>
                </a:lnTo>
                <a:lnTo>
                  <a:pt x="483517" y="483017"/>
                </a:lnTo>
                <a:lnTo>
                  <a:pt x="0" y="483017"/>
                </a:lnTo>
                <a:close/>
              </a:path>
            </a:pathLst>
          </a:custGeom>
          <a:noFill xmlns:a="http://schemas.openxmlformats.org/drawingml/2006/main"/>
          <a:ln xmlns:a="http://schemas.openxmlformats.org/drawingml/2006/main" w="14302">
            <a:solidFill>
              <a:srgbClr val="020202"/>
            </a:solidFill>
            <a:prstDash val="solid"/>
          </a:ln>
        </p:spPr>
      </p:sp>
      <p:sp>
        <p:nvSpPr>
          <p:cNvPr id="356" name="pdf-path-848">
            <a:extLst xmlns:a="http://schemas.openxmlformats.org/drawingml/2006/main">
              <a:ext uri="{FF2B5EF4-FFF2-40B4-BE49-F238E27FC236}">
                <a16:creationId xmlns:a16="http://schemas.microsoft.com/office/drawing/2014/main" id="{F63495A3-D931-43A6-A1D8-0E3BFBB59367}"/>
              </a:ext>
            </a:extLst>
          </p:cNvPr>
          <p:cNvSpPr>
            <a:spLocks xmlns:a="http://schemas.openxmlformats.org/drawingml/2006/main" noGrp="1"/>
          </p:cNvSpPr>
          <p:nvPr/>
        </p:nvSpPr>
        <p:spPr>
          <a:xfrm xmlns:a="http://schemas.openxmlformats.org/drawingml/2006/main" rot="0">
            <a:off x="5097925" y="2521140"/>
            <a:ext cx="241766" cy="45101"/>
          </a:xfrm>
          <a:custGeom xmlns:a="http://schemas.openxmlformats.org/drawingml/2006/main">
            <a:pathLst>
              <a:path w="241766" h="45101">
                <a:moveTo>
                  <a:pt x="0" y="45101"/>
                </a:moveTo>
                <a:cubicBezTo>
                  <a:pt x="0" y="45101"/>
                  <a:pt x="81388" y="0"/>
                  <a:pt x="125906" y="644"/>
                </a:cubicBezTo>
                <a:cubicBezTo>
                  <a:pt x="167301" y="1206"/>
                  <a:pt x="241766" y="45101"/>
                  <a:pt x="241766" y="45101"/>
                </a:cubicBezTo>
              </a:path>
            </a:pathLst>
          </a:custGeom>
          <a:noFill xmlns:a="http://schemas.openxmlformats.org/drawingml/2006/main"/>
          <a:ln xmlns:a="http://schemas.openxmlformats.org/drawingml/2006/main" w="21453">
            <a:solidFill>
              <a:srgbClr val="000000"/>
            </a:solidFill>
            <a:prstDash val="solid"/>
          </a:ln>
        </p:spPr>
      </p:sp>
      <p:sp>
        <p:nvSpPr>
          <p:cNvPr id="357" name="pdf-path-849">
            <a:extLst xmlns:a="http://schemas.openxmlformats.org/drawingml/2006/main">
              <a:ext uri="{FF2B5EF4-FFF2-40B4-BE49-F238E27FC236}">
                <a16:creationId xmlns:a16="http://schemas.microsoft.com/office/drawing/2014/main" id="{53FC29FC-3F0A-4CB6-809A-CADAF87BFC15}"/>
              </a:ext>
            </a:extLst>
          </p:cNvPr>
          <p:cNvSpPr>
            <a:spLocks xmlns:a="http://schemas.openxmlformats.org/drawingml/2006/main" noGrp="1"/>
          </p:cNvSpPr>
          <p:nvPr/>
        </p:nvSpPr>
        <p:spPr>
          <a:xfrm xmlns:a="http://schemas.openxmlformats.org/drawingml/2006/main" rot="0">
            <a:off x="5308745" y="2531017"/>
            <a:ext cx="62202" cy="53582"/>
          </a:xfrm>
          <a:custGeom xmlns:a="http://schemas.openxmlformats.org/drawingml/2006/main">
            <a:pathLst>
              <a:path w="62202" h="53582">
                <a:moveTo>
                  <a:pt x="62202" y="53582"/>
                </a:moveTo>
                <a:cubicBezTo>
                  <a:pt x="43514" y="49617"/>
                  <a:pt x="16536" y="47749"/>
                  <a:pt x="0" y="52011"/>
                </a:cubicBezTo>
                <a:cubicBezTo>
                  <a:pt x="0" y="52011"/>
                  <a:pt x="12263" y="31204"/>
                  <a:pt x="25722" y="32153"/>
                </a:cubicBezTo>
                <a:cubicBezTo>
                  <a:pt x="18429" y="20833"/>
                  <a:pt x="30686" y="0"/>
                  <a:pt x="30686" y="0"/>
                </a:cubicBezTo>
                <a:cubicBezTo>
                  <a:pt x="34958" y="16544"/>
                  <a:pt x="49626" y="39192"/>
                  <a:pt x="62202" y="53582"/>
                </a:cubicBezTo>
              </a:path>
            </a:pathLst>
          </a:custGeom>
          <a:solidFill xmlns:a="http://schemas.openxmlformats.org/drawingml/2006/main">
            <a:srgbClr val="000000"/>
          </a:solidFill>
          <a:ln xmlns:a="http://schemas.openxmlformats.org/drawingml/2006/main" w="12319">
            <a:solidFill>
              <a:srgbClr val="000000"/>
            </a:solidFill>
            <a:prstDash val="solid"/>
          </a:ln>
        </p:spPr>
      </p:sp>
      <p:sp>
        <p:nvSpPr>
          <p:cNvPr id="358" name="pdf-path-851">
            <a:extLst xmlns:a="http://schemas.openxmlformats.org/drawingml/2006/main">
              <a:ext uri="{FF2B5EF4-FFF2-40B4-BE49-F238E27FC236}">
                <a16:creationId xmlns:a16="http://schemas.microsoft.com/office/drawing/2014/main" id="{3A9B9AF3-1CCA-4046-BFC7-4696278F1C4A}"/>
              </a:ext>
            </a:extLst>
          </p:cNvPr>
          <p:cNvSpPr>
            <a:spLocks xmlns:a="http://schemas.openxmlformats.org/drawingml/2006/main" noGrp="1"/>
          </p:cNvSpPr>
          <p:nvPr/>
        </p:nvSpPr>
        <p:spPr>
          <a:xfrm xmlns:a="http://schemas.openxmlformats.org/drawingml/2006/main" rot="0">
            <a:off x="5187541" y="2485481"/>
            <a:ext cx="72581" cy="72525"/>
          </a:xfrm>
          <a:custGeom xmlns:a="http://schemas.openxmlformats.org/drawingml/2006/main">
            <a:pathLst>
              <a:path w="72581" h="72525">
                <a:moveTo>
                  <a:pt x="0" y="0"/>
                </a:moveTo>
                <a:lnTo>
                  <a:pt x="72581" y="72525"/>
                </a:lnTo>
              </a:path>
            </a:pathLst>
          </a:custGeom>
          <a:solidFill xmlns:a="http://schemas.openxmlformats.org/drawingml/2006/main">
            <a:srgbClr val="9BC2E6"/>
          </a:solidFill>
          <a:ln xmlns:a="http://schemas.openxmlformats.org/drawingml/2006/main" w="30062">
            <a:solidFill>
              <a:srgbClr val="AA2E00"/>
            </a:solidFill>
            <a:prstDash val="solid"/>
          </a:ln>
        </p:spPr>
      </p:sp>
      <p:sp>
        <p:nvSpPr>
          <p:cNvPr id="359" name="pdf-path-853">
            <a:extLst xmlns:a="http://schemas.openxmlformats.org/drawingml/2006/main">
              <a:ext uri="{FF2B5EF4-FFF2-40B4-BE49-F238E27FC236}">
                <a16:creationId xmlns:a16="http://schemas.microsoft.com/office/drawing/2014/main" id="{9F6DB166-9C90-4A62-BE7B-1411AE1CB98C}"/>
              </a:ext>
            </a:extLst>
          </p:cNvPr>
          <p:cNvSpPr>
            <a:spLocks xmlns:a="http://schemas.openxmlformats.org/drawingml/2006/main" noGrp="1"/>
          </p:cNvSpPr>
          <p:nvPr/>
        </p:nvSpPr>
        <p:spPr>
          <a:xfrm xmlns:a="http://schemas.openxmlformats.org/drawingml/2006/main" rot="0">
            <a:off x="5187541" y="2485481"/>
            <a:ext cx="72581" cy="72525"/>
          </a:xfrm>
          <a:custGeom xmlns:a="http://schemas.openxmlformats.org/drawingml/2006/main">
            <a:pathLst>
              <a:path w="72581" h="72525">
                <a:moveTo>
                  <a:pt x="72581" y="0"/>
                </a:moveTo>
                <a:lnTo>
                  <a:pt x="0" y="72525"/>
                </a:lnTo>
              </a:path>
            </a:pathLst>
          </a:custGeom>
          <a:solidFill xmlns:a="http://schemas.openxmlformats.org/drawingml/2006/main">
            <a:srgbClr val="9BC2E6"/>
          </a:solidFill>
          <a:ln xmlns:a="http://schemas.openxmlformats.org/drawingml/2006/main" w="30062">
            <a:solidFill>
              <a:srgbClr val="AA2E00"/>
            </a:solidFill>
            <a:prstDash val="solid"/>
          </a:ln>
        </p:spPr>
      </p:sp>
      <p:sp>
        <p:nvSpPr>
          <p:cNvPr id="360" name="pdf-text-346-0">
            <a:extLst xmlns:a="http://schemas.openxmlformats.org/drawingml/2006/main">
              <a:ext uri="{FF2B5EF4-FFF2-40B4-BE49-F238E27FC236}">
                <a16:creationId xmlns:a16="http://schemas.microsoft.com/office/drawing/2014/main" id="{E43C4EA9-E8DC-460E-8AD3-2662C84562B1}"/>
              </a:ext>
            </a:extLst>
          </p:cNvPr>
          <p:cNvSpPr>
            <a:spLocks xmlns:a="http://schemas.openxmlformats.org/drawingml/2006/main" noGrp="1"/>
          </p:cNvSpPr>
          <p:nvPr/>
        </p:nvSpPr>
        <p:spPr>
          <a:xfrm xmlns:a="http://schemas.openxmlformats.org/drawingml/2006/main" rot="0">
            <a:off x="5087167" y="2586039"/>
            <a:ext cx="277337" cy="9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756" b="1" i="0">
                <a:solidFill>
                  <a:srgbClr val="AA0000"/>
                </a:solidFill>
                <a:latin typeface="Arial"/>
                <a:ea typeface="Arial"/>
                <a:cs typeface="Arial"/>
              </a:defRPr>
            </a:defPPr>
          </a:lstStyle>
          <a:p xmlns:a="http://schemas.openxmlformats.org/drawingml/2006/main">
            <a:pPr algn="l">
              <a:defRPr sz="756" b="1" i="0">
                <a:solidFill>
                  <a:srgbClr val="AA0000"/>
                </a:solidFill>
                <a:latin typeface="Arial"/>
                <a:ea typeface="Arial"/>
                <a:cs typeface="Arial"/>
              </a:defRPr>
            </a:pPr>
            <a:r>
              <a:rPr sz="756" b="1" i="0">
                <a:solidFill>
                  <a:srgbClr val="AA0000"/>
                </a:solidFill>
                <a:latin typeface="Arial"/>
                <a:ea typeface="Arial"/>
                <a:cs typeface="Arial"/>
              </a:rPr>
              <a:t>Failed</a:t>
            </a:r>
          </a:p>
        </p:txBody>
      </p:sp>
      <p:sp>
        <p:nvSpPr>
          <p:cNvPr id="361" name="pdf-text-347-0">
            <a:extLst xmlns:a="http://schemas.openxmlformats.org/drawingml/2006/main">
              <a:ext uri="{FF2B5EF4-FFF2-40B4-BE49-F238E27FC236}">
                <a16:creationId xmlns:a16="http://schemas.microsoft.com/office/drawing/2014/main" id="{C52A1EDD-E2C1-4FBA-9B66-54FCF14FACD3}"/>
              </a:ext>
            </a:extLst>
          </p:cNvPr>
          <p:cNvSpPr>
            <a:spLocks xmlns:a="http://schemas.openxmlformats.org/drawingml/2006/main" noGrp="1"/>
          </p:cNvSpPr>
          <p:nvPr/>
        </p:nvSpPr>
        <p:spPr>
          <a:xfrm xmlns:a="http://schemas.openxmlformats.org/drawingml/2006/main" rot="0">
            <a:off x="2832794" y="1087798"/>
            <a:ext cx="802070" cy="11281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88" b="1" i="0">
                <a:solidFill>
                  <a:srgbClr val="000000"/>
                </a:solidFill>
                <a:latin typeface="Arial"/>
                <a:ea typeface="Arial"/>
                <a:cs typeface="Arial"/>
              </a:defRPr>
            </a:defPPr>
          </a:lstStyle>
          <a:p xmlns:a="http://schemas.openxmlformats.org/drawingml/2006/main">
            <a:pPr algn="l">
              <a:defRPr sz="888" b="1" i="0">
                <a:solidFill>
                  <a:srgbClr val="000000"/>
                </a:solidFill>
                <a:latin typeface="Arial"/>
                <a:ea typeface="Arial"/>
                <a:cs typeface="Arial"/>
              </a:defRPr>
            </a:pPr>
            <a:r>
              <a:rPr sz="888" b="1" i="0">
                <a:solidFill>
                  <a:srgbClr val="000000"/>
                </a:solidFill>
                <a:latin typeface="Arial"/>
                <a:ea typeface="Arial"/>
                <a:cs typeface="Arial"/>
              </a:rPr>
              <a:t>Skill Sequence</a:t>
            </a:r>
          </a:p>
        </p:txBody>
      </p:sp>
      <p:sp>
        <p:nvSpPr>
          <p:cNvPr id="362" name="pdf-path-882">
            <a:extLst xmlns:a="http://schemas.openxmlformats.org/drawingml/2006/main">
              <a:ext uri="{FF2B5EF4-FFF2-40B4-BE49-F238E27FC236}">
                <a16:creationId xmlns:a16="http://schemas.microsoft.com/office/drawing/2014/main" id="{09B57295-38F0-4190-B208-E01279D4E89F}"/>
              </a:ext>
            </a:extLst>
          </p:cNvPr>
          <p:cNvSpPr>
            <a:spLocks xmlns:a="http://schemas.openxmlformats.org/drawingml/2006/main" noGrp="1"/>
          </p:cNvSpPr>
          <p:nvPr/>
        </p:nvSpPr>
        <p:spPr>
          <a:xfrm xmlns:a="http://schemas.openxmlformats.org/drawingml/2006/main" rot="0">
            <a:off x="3716478" y="1138066"/>
            <a:ext cx="74593" cy="56987"/>
          </a:xfrm>
          <a:custGeom xmlns:a="http://schemas.openxmlformats.org/drawingml/2006/main">
            <a:pathLst>
              <a:path w="74593" h="56987">
                <a:moveTo>
                  <a:pt x="74593" y="8879"/>
                </a:moveTo>
                <a:cubicBezTo>
                  <a:pt x="74593" y="3217"/>
                  <a:pt x="72388" y="0"/>
                  <a:pt x="69441" y="0"/>
                </a:cubicBezTo>
                <a:cubicBezTo>
                  <a:pt x="66285" y="0"/>
                  <a:pt x="62953" y="2960"/>
                  <a:pt x="62953" y="5919"/>
                </a:cubicBezTo>
                <a:cubicBezTo>
                  <a:pt x="62953" y="7110"/>
                  <a:pt x="63532" y="8493"/>
                  <a:pt x="64724" y="9683"/>
                </a:cubicBezTo>
                <a:cubicBezTo>
                  <a:pt x="66865" y="11645"/>
                  <a:pt x="69248" y="15039"/>
                  <a:pt x="69248" y="20315"/>
                </a:cubicBezTo>
                <a:cubicBezTo>
                  <a:pt x="69248" y="25221"/>
                  <a:pt x="66672" y="32523"/>
                  <a:pt x="62953" y="38249"/>
                </a:cubicBezTo>
                <a:cubicBezTo>
                  <a:pt x="59185" y="43589"/>
                  <a:pt x="54468" y="47932"/>
                  <a:pt x="48559" y="47932"/>
                </a:cubicBezTo>
                <a:cubicBezTo>
                  <a:pt x="41443" y="47932"/>
                  <a:pt x="37482" y="43396"/>
                  <a:pt x="36290" y="36673"/>
                </a:cubicBezTo>
                <a:cubicBezTo>
                  <a:pt x="37675" y="33343"/>
                  <a:pt x="40637" y="25221"/>
                  <a:pt x="40637" y="21698"/>
                </a:cubicBezTo>
                <a:cubicBezTo>
                  <a:pt x="40637" y="20315"/>
                  <a:pt x="40074" y="18932"/>
                  <a:pt x="38303" y="18932"/>
                </a:cubicBezTo>
                <a:cubicBezTo>
                  <a:pt x="37304" y="18932"/>
                  <a:pt x="35920" y="19318"/>
                  <a:pt x="34906" y="21135"/>
                </a:cubicBezTo>
                <a:cubicBezTo>
                  <a:pt x="33521" y="23644"/>
                  <a:pt x="31959" y="31767"/>
                  <a:pt x="31959" y="36287"/>
                </a:cubicBezTo>
                <a:cubicBezTo>
                  <a:pt x="27805" y="42206"/>
                  <a:pt x="22895" y="47932"/>
                  <a:pt x="14973" y="47932"/>
                </a:cubicBezTo>
                <a:cubicBezTo>
                  <a:pt x="6537" y="47932"/>
                  <a:pt x="3961" y="40437"/>
                  <a:pt x="3961" y="33520"/>
                </a:cubicBezTo>
                <a:cubicBezTo>
                  <a:pt x="3961" y="17741"/>
                  <a:pt x="16793" y="4536"/>
                  <a:pt x="16793" y="2960"/>
                </a:cubicBezTo>
                <a:cubicBezTo>
                  <a:pt x="16793" y="1576"/>
                  <a:pt x="15794" y="627"/>
                  <a:pt x="14410" y="627"/>
                </a:cubicBezTo>
                <a:cubicBezTo>
                  <a:pt x="12832" y="627"/>
                  <a:pt x="11834" y="2204"/>
                  <a:pt x="11077" y="3394"/>
                </a:cubicBezTo>
                <a:cubicBezTo>
                  <a:pt x="4717" y="12642"/>
                  <a:pt x="0" y="27617"/>
                  <a:pt x="0" y="39053"/>
                </a:cubicBezTo>
                <a:cubicBezTo>
                  <a:pt x="0" y="47739"/>
                  <a:pt x="2769" y="56987"/>
                  <a:pt x="13218" y="56987"/>
                </a:cubicBezTo>
                <a:cubicBezTo>
                  <a:pt x="22074" y="56987"/>
                  <a:pt x="27999" y="50699"/>
                  <a:pt x="32587" y="43782"/>
                </a:cubicBezTo>
                <a:cubicBezTo>
                  <a:pt x="33714" y="51068"/>
                  <a:pt x="38689" y="56987"/>
                  <a:pt x="46353" y="56987"/>
                </a:cubicBezTo>
                <a:cubicBezTo>
                  <a:pt x="56223" y="56987"/>
                  <a:pt x="62148" y="49315"/>
                  <a:pt x="66672" y="39809"/>
                </a:cubicBezTo>
                <a:cubicBezTo>
                  <a:pt x="69812" y="33713"/>
                  <a:pt x="74593" y="16599"/>
                  <a:pt x="74593" y="8879"/>
                </a:cubicBezTo>
              </a:path>
            </a:pathLst>
          </a:custGeom>
          <a:solidFill xmlns:a="http://schemas.openxmlformats.org/drawingml/2006/main">
            <a:srgbClr val="000000"/>
          </a:solidFill>
          <a:ln xmlns:a="http://schemas.openxmlformats.org/drawingml/2006/main" w="13234">
            <a:solidFill>
              <a:srgbClr val="000000"/>
            </a:solidFill>
            <a:prstDash val="solid"/>
          </a:ln>
        </p:spPr>
      </p:sp>
      <p:sp>
        <p:nvSpPr>
          <p:cNvPr id="363" name="pdf-text-360-0">
            <a:extLst xmlns:a="http://schemas.openxmlformats.org/drawingml/2006/main">
              <a:ext uri="{FF2B5EF4-FFF2-40B4-BE49-F238E27FC236}">
                <a16:creationId xmlns:a16="http://schemas.microsoft.com/office/drawing/2014/main" id="{BCE1B511-6B19-4D6C-B39C-654D85D38FEF}"/>
              </a:ext>
            </a:extLst>
          </p:cNvPr>
          <p:cNvSpPr>
            <a:spLocks xmlns:a="http://schemas.openxmlformats.org/drawingml/2006/main" noGrp="1"/>
          </p:cNvSpPr>
          <p:nvPr/>
        </p:nvSpPr>
        <p:spPr>
          <a:xfrm xmlns:a="http://schemas.openxmlformats.org/drawingml/2006/main" rot="0">
            <a:off x="4312168" y="3792555"/>
            <a:ext cx="446755" cy="9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761" b="1" i="0">
                <a:solidFill>
                  <a:srgbClr val="000000"/>
                </a:solidFill>
                <a:latin typeface="Arial"/>
                <a:ea typeface="Arial"/>
                <a:cs typeface="Arial"/>
              </a:defRPr>
            </a:defPPr>
          </a:lstStyle>
          <a:p xmlns:a="http://schemas.openxmlformats.org/drawingml/2006/main">
            <a:pPr algn="l">
              <a:defRPr sz="761" b="1" i="0">
                <a:solidFill>
                  <a:srgbClr val="000000"/>
                </a:solidFill>
                <a:latin typeface="Arial"/>
                <a:ea typeface="Arial"/>
                <a:cs typeface="Arial"/>
              </a:defRPr>
            </a:pPr>
            <a:r>
              <a:rPr sz="761" b="1" i="0">
                <a:solidFill>
                  <a:srgbClr val="000000"/>
                </a:solidFill>
                <a:latin typeface="Arial"/>
                <a:ea typeface="Arial"/>
                <a:cs typeface="Arial"/>
              </a:rPr>
              <a:t>Predicate</a:t>
            </a:r>
          </a:p>
        </p:txBody>
      </p:sp>
      <p:sp>
        <p:nvSpPr>
          <p:cNvPr id="364" name="pdf-text-369-1">
            <a:extLst xmlns:a="http://schemas.openxmlformats.org/drawingml/2006/main">
              <a:ext uri="{FF2B5EF4-FFF2-40B4-BE49-F238E27FC236}">
                <a16:creationId xmlns:a16="http://schemas.microsoft.com/office/drawing/2014/main" id="{EBB81F60-46C6-4806-971C-CE87B002673D}"/>
              </a:ext>
            </a:extLst>
          </p:cNvPr>
          <p:cNvSpPr>
            <a:spLocks xmlns:a="http://schemas.openxmlformats.org/drawingml/2006/main" noGrp="1"/>
          </p:cNvSpPr>
          <p:nvPr/>
        </p:nvSpPr>
        <p:spPr>
          <a:xfrm xmlns:a="http://schemas.openxmlformats.org/drawingml/2006/main" rot="0">
            <a:off x="6359097" y="3658648"/>
            <a:ext cx="415496" cy="9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761" b="1" i="0">
                <a:solidFill>
                  <a:srgbClr val="000000"/>
                </a:solidFill>
                <a:latin typeface="Arial"/>
                <a:ea typeface="Arial"/>
                <a:cs typeface="Arial"/>
              </a:defRPr>
            </a:defPPr>
          </a:lstStyle>
          <a:p xmlns:a="http://schemas.openxmlformats.org/drawingml/2006/main">
            <a:pPr algn="l">
              <a:defRPr sz="761" b="1" i="0">
                <a:solidFill>
                  <a:srgbClr val="000000"/>
                </a:solidFill>
                <a:latin typeface="Arial"/>
                <a:ea typeface="Arial"/>
                <a:cs typeface="Arial"/>
              </a:defRPr>
            </a:pPr>
            <a:r>
              <a:rPr sz="761" b="1" i="0">
                <a:solidFill>
                  <a:srgbClr val="000000"/>
                </a:solidFill>
                <a:latin typeface="Arial"/>
                <a:ea typeface="Arial"/>
                <a:cs typeface="Arial"/>
              </a:rPr>
              <a:t>Operator</a:t>
            </a:r>
          </a:p>
        </p:txBody>
      </p:sp>
      <p:sp>
        <p:nvSpPr>
          <p:cNvPr id="365" name="pdf-path-918">
            <a:extLst xmlns:a="http://schemas.openxmlformats.org/drawingml/2006/main">
              <a:ext uri="{FF2B5EF4-FFF2-40B4-BE49-F238E27FC236}">
                <a16:creationId xmlns:a16="http://schemas.microsoft.com/office/drawing/2014/main" id="{AB4CF799-097E-4FD0-8377-3D97CE5D5E27}"/>
              </a:ext>
            </a:extLst>
          </p:cNvPr>
          <p:cNvSpPr>
            <a:spLocks xmlns:a="http://schemas.openxmlformats.org/drawingml/2006/main" noGrp="1"/>
          </p:cNvSpPr>
          <p:nvPr/>
        </p:nvSpPr>
        <p:spPr>
          <a:xfrm xmlns:a="http://schemas.openxmlformats.org/drawingml/2006/main" rot="0">
            <a:off x="4795089" y="3828118"/>
            <a:ext cx="63968" cy="77993"/>
          </a:xfrm>
          <a:custGeom xmlns:a="http://schemas.openxmlformats.org/drawingml/2006/main">
            <a:pathLst>
              <a:path w="63968" h="77993">
                <a:moveTo>
                  <a:pt x="9370" y="69195"/>
                </a:moveTo>
                <a:cubicBezTo>
                  <a:pt x="8436" y="73410"/>
                  <a:pt x="8050" y="74149"/>
                  <a:pt x="2656" y="74149"/>
                </a:cubicBezTo>
                <a:cubicBezTo>
                  <a:pt x="1320" y="74149"/>
                  <a:pt x="0" y="74149"/>
                  <a:pt x="0" y="76482"/>
                </a:cubicBezTo>
                <a:cubicBezTo>
                  <a:pt x="0" y="77431"/>
                  <a:pt x="579" y="77993"/>
                  <a:pt x="1513" y="77993"/>
                </a:cubicBezTo>
                <a:cubicBezTo>
                  <a:pt x="4781" y="77993"/>
                  <a:pt x="8436" y="77624"/>
                  <a:pt x="11705" y="77624"/>
                </a:cubicBezTo>
                <a:cubicBezTo>
                  <a:pt x="15923" y="77624"/>
                  <a:pt x="19948" y="77993"/>
                  <a:pt x="24038" y="77993"/>
                </a:cubicBezTo>
                <a:cubicBezTo>
                  <a:pt x="24601" y="77993"/>
                  <a:pt x="26115" y="77993"/>
                  <a:pt x="26115" y="75485"/>
                </a:cubicBezTo>
                <a:cubicBezTo>
                  <a:pt x="26115" y="74149"/>
                  <a:pt x="24972" y="74149"/>
                  <a:pt x="23216" y="74149"/>
                </a:cubicBezTo>
                <a:cubicBezTo>
                  <a:pt x="17115" y="74149"/>
                  <a:pt x="17115" y="73410"/>
                  <a:pt x="17115" y="72203"/>
                </a:cubicBezTo>
                <a:cubicBezTo>
                  <a:pt x="17115" y="70691"/>
                  <a:pt x="22267" y="50698"/>
                  <a:pt x="23024" y="47674"/>
                </a:cubicBezTo>
                <a:cubicBezTo>
                  <a:pt x="24601" y="51325"/>
                  <a:pt x="28063" y="55540"/>
                  <a:pt x="34406" y="55540"/>
                </a:cubicBezTo>
                <a:cubicBezTo>
                  <a:pt x="48623" y="55540"/>
                  <a:pt x="63968" y="37686"/>
                  <a:pt x="63968" y="19623"/>
                </a:cubicBezTo>
                <a:cubicBezTo>
                  <a:pt x="63968" y="8123"/>
                  <a:pt x="56867" y="0"/>
                  <a:pt x="47674" y="0"/>
                </a:cubicBezTo>
                <a:cubicBezTo>
                  <a:pt x="41523" y="0"/>
                  <a:pt x="35534" y="4471"/>
                  <a:pt x="31509" y="9248"/>
                </a:cubicBezTo>
                <a:cubicBezTo>
                  <a:pt x="30317" y="2525"/>
                  <a:pt x="24972" y="0"/>
                  <a:pt x="20576" y="0"/>
                </a:cubicBezTo>
                <a:cubicBezTo>
                  <a:pt x="14780" y="0"/>
                  <a:pt x="12461" y="4841"/>
                  <a:pt x="11512" y="6916"/>
                </a:cubicBezTo>
                <a:cubicBezTo>
                  <a:pt x="9193" y="11130"/>
                  <a:pt x="7680" y="18497"/>
                  <a:pt x="7680" y="18867"/>
                </a:cubicBezTo>
                <a:cubicBezTo>
                  <a:pt x="7680" y="20202"/>
                  <a:pt x="8807" y="20202"/>
                  <a:pt x="9000" y="20202"/>
                </a:cubicBezTo>
                <a:cubicBezTo>
                  <a:pt x="10384" y="20202"/>
                  <a:pt x="10384" y="20009"/>
                  <a:pt x="11141" y="17307"/>
                </a:cubicBezTo>
                <a:cubicBezTo>
                  <a:pt x="13218" y="8685"/>
                  <a:pt x="15730" y="2719"/>
                  <a:pt x="20126" y="2719"/>
                </a:cubicBezTo>
                <a:cubicBezTo>
                  <a:pt x="22267" y="2719"/>
                  <a:pt x="24038" y="3651"/>
                  <a:pt x="24038" y="8316"/>
                </a:cubicBezTo>
                <a:cubicBezTo>
                  <a:pt x="24038" y="11130"/>
                  <a:pt x="23587" y="12513"/>
                  <a:pt x="23024" y="14604"/>
                </a:cubicBezTo>
                <a:lnTo>
                  <a:pt x="9370" y="69195"/>
                </a:lnTo>
                <a:moveTo>
                  <a:pt x="30945" y="15988"/>
                </a:moveTo>
                <a:cubicBezTo>
                  <a:pt x="31702" y="12706"/>
                  <a:pt x="35163" y="9248"/>
                  <a:pt x="37305" y="7302"/>
                </a:cubicBezTo>
                <a:cubicBezTo>
                  <a:pt x="41700" y="3651"/>
                  <a:pt x="45162" y="2719"/>
                  <a:pt x="47238" y="2719"/>
                </a:cubicBezTo>
                <a:cubicBezTo>
                  <a:pt x="52085" y="2719"/>
                  <a:pt x="55160" y="6916"/>
                  <a:pt x="55160" y="14219"/>
                </a:cubicBezTo>
                <a:cubicBezTo>
                  <a:pt x="55160" y="21521"/>
                  <a:pt x="51136" y="35547"/>
                  <a:pt x="48817" y="40195"/>
                </a:cubicBezTo>
                <a:cubicBezTo>
                  <a:pt x="44598" y="48816"/>
                  <a:pt x="38818" y="52838"/>
                  <a:pt x="34214" y="52838"/>
                </a:cubicBezTo>
                <a:cubicBezTo>
                  <a:pt x="26115" y="52838"/>
                  <a:pt x="24601" y="42640"/>
                  <a:pt x="24601" y="41900"/>
                </a:cubicBezTo>
                <a:cubicBezTo>
                  <a:pt x="24601" y="41707"/>
                  <a:pt x="24601" y="41514"/>
                  <a:pt x="24972" y="39938"/>
                </a:cubicBezTo>
                <a:lnTo>
                  <a:pt x="30945" y="15988"/>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366" name="pdf-path-920">
            <a:extLst xmlns:a="http://schemas.openxmlformats.org/drawingml/2006/main">
              <a:ext uri="{FF2B5EF4-FFF2-40B4-BE49-F238E27FC236}">
                <a16:creationId xmlns:a16="http://schemas.microsoft.com/office/drawing/2014/main" id="{6AD129C8-7BBE-46ED-A595-A06E99EEE441}"/>
              </a:ext>
            </a:extLst>
          </p:cNvPr>
          <p:cNvSpPr>
            <a:spLocks xmlns:a="http://schemas.openxmlformats.org/drawingml/2006/main" noGrp="1"/>
          </p:cNvSpPr>
          <p:nvPr/>
        </p:nvSpPr>
        <p:spPr>
          <a:xfrm xmlns:a="http://schemas.openxmlformats.org/drawingml/2006/main" rot="0">
            <a:off x="4904846" y="3816055"/>
            <a:ext cx="61311" cy="71254"/>
          </a:xfrm>
          <a:custGeom xmlns:a="http://schemas.openxmlformats.org/drawingml/2006/main">
            <a:pathLst>
              <a:path w="61311" h="71254">
                <a:moveTo>
                  <a:pt x="57108" y="38040"/>
                </a:moveTo>
                <a:cubicBezTo>
                  <a:pt x="58993" y="38040"/>
                  <a:pt x="61311" y="38040"/>
                  <a:pt x="61311" y="35530"/>
                </a:cubicBezTo>
                <a:cubicBezTo>
                  <a:pt x="61311" y="33198"/>
                  <a:pt x="58993" y="33198"/>
                  <a:pt x="57108" y="33198"/>
                </a:cubicBezTo>
                <a:lnTo>
                  <a:pt x="4959" y="33198"/>
                </a:lnTo>
                <a:cubicBezTo>
                  <a:pt x="6537" y="16727"/>
                  <a:pt x="20560" y="4970"/>
                  <a:pt x="37853" y="4970"/>
                </a:cubicBezTo>
                <a:lnTo>
                  <a:pt x="57108" y="4970"/>
                </a:lnTo>
                <a:cubicBezTo>
                  <a:pt x="58993" y="4970"/>
                  <a:pt x="61311" y="4970"/>
                  <a:pt x="61311" y="2509"/>
                </a:cubicBezTo>
                <a:cubicBezTo>
                  <a:pt x="61311" y="0"/>
                  <a:pt x="58993" y="0"/>
                  <a:pt x="57108" y="0"/>
                </a:cubicBezTo>
                <a:lnTo>
                  <a:pt x="37675" y="0"/>
                </a:lnTo>
                <a:cubicBezTo>
                  <a:pt x="16728" y="0"/>
                  <a:pt x="0" y="15907"/>
                  <a:pt x="0" y="35530"/>
                </a:cubicBezTo>
                <a:cubicBezTo>
                  <a:pt x="0" y="55282"/>
                  <a:pt x="16728" y="71254"/>
                  <a:pt x="37675" y="71254"/>
                </a:cubicBezTo>
                <a:lnTo>
                  <a:pt x="57108" y="71254"/>
                </a:lnTo>
                <a:cubicBezTo>
                  <a:pt x="58993" y="71254"/>
                  <a:pt x="61311" y="71254"/>
                  <a:pt x="61311" y="68729"/>
                </a:cubicBezTo>
                <a:cubicBezTo>
                  <a:pt x="61311" y="66220"/>
                  <a:pt x="58993" y="66220"/>
                  <a:pt x="57108" y="66220"/>
                </a:cubicBezTo>
                <a:lnTo>
                  <a:pt x="37853" y="66220"/>
                </a:lnTo>
                <a:cubicBezTo>
                  <a:pt x="20560" y="66220"/>
                  <a:pt x="6537" y="54526"/>
                  <a:pt x="4959" y="38040"/>
                </a:cubicBezTo>
                <a:lnTo>
                  <a:pt x="57108" y="38040"/>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367" name="pdf-path-922">
            <a:extLst xmlns:a="http://schemas.openxmlformats.org/drawingml/2006/main">
              <a:ext uri="{FF2B5EF4-FFF2-40B4-BE49-F238E27FC236}">
                <a16:creationId xmlns:a16="http://schemas.microsoft.com/office/drawing/2014/main" id="{D2B002C4-1762-4D6E-9F67-10C5B997AD32}"/>
              </a:ext>
            </a:extLst>
          </p:cNvPr>
          <p:cNvSpPr>
            <a:spLocks xmlns:a="http://schemas.openxmlformats.org/drawingml/2006/main" noGrp="1"/>
          </p:cNvSpPr>
          <p:nvPr/>
        </p:nvSpPr>
        <p:spPr>
          <a:xfrm xmlns:a="http://schemas.openxmlformats.org/drawingml/2006/main" rot="0">
            <a:off x="5012962" y="3798571"/>
            <a:ext cx="87410" cy="89864"/>
          </a:xfrm>
          <a:custGeom xmlns:a="http://schemas.openxmlformats.org/drawingml/2006/main">
            <a:pathLst>
              <a:path w="87410" h="89864">
                <a:moveTo>
                  <a:pt x="40187" y="0"/>
                </a:moveTo>
                <a:cubicBezTo>
                  <a:pt x="22830" y="0"/>
                  <a:pt x="9805" y="8428"/>
                  <a:pt x="4781" y="14202"/>
                </a:cubicBezTo>
                <a:cubicBezTo>
                  <a:pt x="370" y="18980"/>
                  <a:pt x="0" y="22631"/>
                  <a:pt x="0" y="22824"/>
                </a:cubicBezTo>
                <a:cubicBezTo>
                  <a:pt x="0" y="23644"/>
                  <a:pt x="563" y="23837"/>
                  <a:pt x="1320" y="23837"/>
                </a:cubicBezTo>
                <a:cubicBezTo>
                  <a:pt x="3268" y="23837"/>
                  <a:pt x="6102" y="22068"/>
                  <a:pt x="7100" y="21505"/>
                </a:cubicBezTo>
                <a:cubicBezTo>
                  <a:pt x="9612" y="19800"/>
                  <a:pt x="9998" y="18980"/>
                  <a:pt x="10755" y="16728"/>
                </a:cubicBezTo>
                <a:cubicBezTo>
                  <a:pt x="12446" y="11693"/>
                  <a:pt x="15907" y="7479"/>
                  <a:pt x="31315" y="6723"/>
                </a:cubicBezTo>
                <a:cubicBezTo>
                  <a:pt x="29174" y="34388"/>
                  <a:pt x="21688" y="61249"/>
                  <a:pt x="11512" y="86792"/>
                </a:cubicBezTo>
                <a:cubicBezTo>
                  <a:pt x="10755" y="88738"/>
                  <a:pt x="10755" y="88931"/>
                  <a:pt x="10755" y="88931"/>
                </a:cubicBezTo>
                <a:cubicBezTo>
                  <a:pt x="10755" y="89301"/>
                  <a:pt x="11125" y="89864"/>
                  <a:pt x="11882" y="89864"/>
                </a:cubicBezTo>
                <a:cubicBezTo>
                  <a:pt x="13831" y="89864"/>
                  <a:pt x="19803" y="87162"/>
                  <a:pt x="21123" y="83961"/>
                </a:cubicBezTo>
                <a:cubicBezTo>
                  <a:pt x="27483" y="68922"/>
                  <a:pt x="37675" y="40935"/>
                  <a:pt x="41314" y="6723"/>
                </a:cubicBezTo>
                <a:lnTo>
                  <a:pt x="47674" y="6723"/>
                </a:lnTo>
                <a:cubicBezTo>
                  <a:pt x="62631" y="6723"/>
                  <a:pt x="76848" y="12513"/>
                  <a:pt x="76848" y="24770"/>
                </a:cubicBezTo>
                <a:cubicBezTo>
                  <a:pt x="76848" y="34019"/>
                  <a:pt x="68041" y="51068"/>
                  <a:pt x="44405" y="51872"/>
                </a:cubicBezTo>
                <a:cubicBezTo>
                  <a:pt x="41700" y="52066"/>
                  <a:pt x="40380" y="52066"/>
                  <a:pt x="36919" y="54141"/>
                </a:cubicBezTo>
                <a:cubicBezTo>
                  <a:pt x="34777" y="55716"/>
                  <a:pt x="33827" y="57035"/>
                  <a:pt x="33827" y="57791"/>
                </a:cubicBezTo>
                <a:cubicBezTo>
                  <a:pt x="33827" y="58547"/>
                  <a:pt x="34584" y="58547"/>
                  <a:pt x="36097" y="58547"/>
                </a:cubicBezTo>
                <a:cubicBezTo>
                  <a:pt x="58428" y="58547"/>
                  <a:pt x="87410" y="39745"/>
                  <a:pt x="87410" y="19623"/>
                </a:cubicBezTo>
                <a:cubicBezTo>
                  <a:pt x="87410" y="5597"/>
                  <a:pt x="70939" y="0"/>
                  <a:pt x="56658" y="0"/>
                </a:cubicBezTo>
                <a:lnTo>
                  <a:pt x="40187" y="0"/>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368" name="pdf-text-377-0">
            <a:extLst xmlns:a="http://schemas.openxmlformats.org/drawingml/2006/main">
              <a:ext uri="{FF2B5EF4-FFF2-40B4-BE49-F238E27FC236}">
                <a16:creationId xmlns:a16="http://schemas.microsoft.com/office/drawing/2014/main" id="{15184A92-FFF1-4DFC-8B97-CA8D2269433C}"/>
              </a:ext>
            </a:extLst>
          </p:cNvPr>
          <p:cNvSpPr>
            <a:spLocks xmlns:a="http://schemas.openxmlformats.org/drawingml/2006/main" noGrp="1"/>
          </p:cNvSpPr>
          <p:nvPr/>
        </p:nvSpPr>
        <p:spPr>
          <a:xfrm xmlns:a="http://schemas.openxmlformats.org/drawingml/2006/main" rot="0">
            <a:off x="10565835" y="4250655"/>
            <a:ext cx="217348" cy="1207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951" b="1" i="0">
                <a:solidFill>
                  <a:srgbClr val="000000"/>
                </a:solidFill>
                <a:latin typeface="Courier New"/>
                <a:ea typeface="Courier New"/>
                <a:cs typeface="Courier New"/>
              </a:defRPr>
            </a:defPPr>
          </a:lstStyle>
          <a:p xmlns:a="http://schemas.openxmlformats.org/drawingml/2006/main">
            <a:pPr algn="l">
              <a:defRPr sz="951" b="1" i="0">
                <a:solidFill>
                  <a:srgbClr val="000000"/>
                </a:solidFill>
                <a:latin typeface="Courier New"/>
                <a:ea typeface="Courier New"/>
                <a:cs typeface="Courier New"/>
              </a:defRPr>
            </a:pPr>
            <a:r>
              <a:rPr sz="951" b="1" i="0">
                <a:solidFill>
                  <a:srgbClr val="000000"/>
                </a:solidFill>
                <a:latin typeface="Courier New"/>
                <a:ea typeface="Courier New"/>
                <a:cs typeface="Courier New"/>
              </a:rPr>
              <a:t>...</a:t>
            </a:r>
          </a:p>
        </p:txBody>
      </p:sp>
      <p:sp>
        <p:nvSpPr>
          <p:cNvPr id="369" name="pdf-path-925">
            <a:extLst xmlns:a="http://schemas.openxmlformats.org/drawingml/2006/main">
              <a:ext uri="{FF2B5EF4-FFF2-40B4-BE49-F238E27FC236}">
                <a16:creationId xmlns:a16="http://schemas.microsoft.com/office/drawing/2014/main" id="{94964EC8-4363-42CA-ADFC-18348D60E1F3}"/>
              </a:ext>
            </a:extLst>
          </p:cNvPr>
          <p:cNvSpPr>
            <a:spLocks xmlns:a="http://schemas.openxmlformats.org/drawingml/2006/main" noGrp="1"/>
          </p:cNvSpPr>
          <p:nvPr/>
        </p:nvSpPr>
        <p:spPr>
          <a:xfrm xmlns:a="http://schemas.openxmlformats.org/drawingml/2006/main" rot="0">
            <a:off x="9735713" y="4353036"/>
            <a:ext cx="108180" cy="23822"/>
          </a:xfrm>
          <a:custGeom xmlns:a="http://schemas.openxmlformats.org/drawingml/2006/main">
            <a:pathLst>
              <a:path w="108180" h="23822">
                <a:moveTo>
                  <a:pt x="0" y="23822"/>
                </a:moveTo>
                <a:cubicBezTo>
                  <a:pt x="0" y="23822"/>
                  <a:pt x="34407" y="0"/>
                  <a:pt x="54082" y="0"/>
                </a:cubicBezTo>
                <a:cubicBezTo>
                  <a:pt x="73774" y="0"/>
                  <a:pt x="108180" y="23822"/>
                  <a:pt x="108180" y="23822"/>
                </a:cubicBezTo>
              </a:path>
            </a:pathLst>
          </a:custGeom>
          <a:noFill xmlns:a="http://schemas.openxmlformats.org/drawingml/2006/main"/>
          <a:ln xmlns:a="http://schemas.openxmlformats.org/drawingml/2006/main" w="24851">
            <a:solidFill>
              <a:srgbClr val="000000"/>
            </a:solidFill>
            <a:prstDash val="solid"/>
          </a:ln>
        </p:spPr>
      </p:sp>
      <p:sp>
        <p:nvSpPr>
          <p:cNvPr id="370" name="pdf-path-926">
            <a:extLst xmlns:a="http://schemas.openxmlformats.org/drawingml/2006/main">
              <a:ext uri="{FF2B5EF4-FFF2-40B4-BE49-F238E27FC236}">
                <a16:creationId xmlns:a16="http://schemas.microsoft.com/office/drawing/2014/main" id="{8811A9E1-BC66-4AFC-B62F-BFFB351C204D}"/>
              </a:ext>
            </a:extLst>
          </p:cNvPr>
          <p:cNvSpPr>
            <a:spLocks xmlns:a="http://schemas.openxmlformats.org/drawingml/2006/main" noGrp="1"/>
          </p:cNvSpPr>
          <p:nvPr/>
        </p:nvSpPr>
        <p:spPr>
          <a:xfrm xmlns:a="http://schemas.openxmlformats.org/drawingml/2006/main" rot="0">
            <a:off x="9806652" y="4336163"/>
            <a:ext cx="71755" cy="64597"/>
          </a:xfrm>
          <a:custGeom xmlns:a="http://schemas.openxmlformats.org/drawingml/2006/main">
            <a:pathLst>
              <a:path w="71755" h="64597">
                <a:moveTo>
                  <a:pt x="71755" y="64597"/>
                </a:moveTo>
                <a:cubicBezTo>
                  <a:pt x="50494" y="58374"/>
                  <a:pt x="19509" y="53965"/>
                  <a:pt x="0" y="57481"/>
                </a:cubicBezTo>
                <a:cubicBezTo>
                  <a:pt x="0" y="57481"/>
                  <a:pt x="15974" y="34464"/>
                  <a:pt x="31449" y="36728"/>
                </a:cubicBezTo>
                <a:cubicBezTo>
                  <a:pt x="23965" y="23019"/>
                  <a:pt x="39870" y="0"/>
                  <a:pt x="39870" y="0"/>
                </a:cubicBezTo>
                <a:cubicBezTo>
                  <a:pt x="43394" y="19447"/>
                  <a:pt x="58485" y="46928"/>
                  <a:pt x="71755" y="64597"/>
                </a:cubicBezTo>
              </a:path>
            </a:pathLst>
          </a:custGeom>
          <a:solidFill xmlns:a="http://schemas.openxmlformats.org/drawingml/2006/main">
            <a:srgbClr val="000000"/>
          </a:solidFill>
          <a:ln xmlns:a="http://schemas.openxmlformats.org/drawingml/2006/main" w="13615">
            <a:solidFill>
              <a:srgbClr val="000000"/>
            </a:solidFill>
            <a:prstDash val="solid"/>
          </a:ln>
        </p:spPr>
      </p:sp>
      <p:sp>
        <p:nvSpPr>
          <p:cNvPr id="371" name="pdf-path-928">
            <a:extLst xmlns:a="http://schemas.openxmlformats.org/drawingml/2006/main">
              <a:ext uri="{FF2B5EF4-FFF2-40B4-BE49-F238E27FC236}">
                <a16:creationId xmlns:a16="http://schemas.microsoft.com/office/drawing/2014/main" id="{A40A40BF-C8ED-4A51-9775-8C9AEA6ECE34}"/>
              </a:ext>
            </a:extLst>
          </p:cNvPr>
          <p:cNvSpPr>
            <a:spLocks xmlns:a="http://schemas.openxmlformats.org/drawingml/2006/main" noGrp="1"/>
          </p:cNvSpPr>
          <p:nvPr/>
        </p:nvSpPr>
        <p:spPr>
          <a:xfrm xmlns:a="http://schemas.openxmlformats.org/drawingml/2006/main" rot="0">
            <a:off x="8874637" y="4339380"/>
            <a:ext cx="108180" cy="23838"/>
          </a:xfrm>
          <a:custGeom xmlns:a="http://schemas.openxmlformats.org/drawingml/2006/main">
            <a:pathLst>
              <a:path w="108180" h="23838">
                <a:moveTo>
                  <a:pt x="0" y="23838"/>
                </a:moveTo>
                <a:cubicBezTo>
                  <a:pt x="0" y="23838"/>
                  <a:pt x="34408" y="0"/>
                  <a:pt x="54099" y="0"/>
                </a:cubicBezTo>
                <a:cubicBezTo>
                  <a:pt x="73774" y="0"/>
                  <a:pt x="108180" y="23838"/>
                  <a:pt x="108180" y="23838"/>
                </a:cubicBezTo>
              </a:path>
            </a:pathLst>
          </a:custGeom>
          <a:noFill xmlns:a="http://schemas.openxmlformats.org/drawingml/2006/main"/>
          <a:ln xmlns:a="http://schemas.openxmlformats.org/drawingml/2006/main" w="24851">
            <a:solidFill>
              <a:srgbClr val="000000"/>
            </a:solidFill>
            <a:prstDash val="solid"/>
          </a:ln>
        </p:spPr>
      </p:sp>
      <p:sp>
        <p:nvSpPr>
          <p:cNvPr id="372" name="pdf-path-929">
            <a:extLst xmlns:a="http://schemas.openxmlformats.org/drawingml/2006/main">
              <a:ext uri="{FF2B5EF4-FFF2-40B4-BE49-F238E27FC236}">
                <a16:creationId xmlns:a16="http://schemas.microsoft.com/office/drawing/2014/main" id="{43B9A119-9583-463B-A214-8ACB84D74B77}"/>
              </a:ext>
            </a:extLst>
          </p:cNvPr>
          <p:cNvSpPr>
            <a:spLocks xmlns:a="http://schemas.openxmlformats.org/drawingml/2006/main" noGrp="1"/>
          </p:cNvSpPr>
          <p:nvPr/>
        </p:nvSpPr>
        <p:spPr>
          <a:xfrm xmlns:a="http://schemas.openxmlformats.org/drawingml/2006/main" rot="0">
            <a:off x="8945592" y="4322526"/>
            <a:ext cx="71766" cy="64582"/>
          </a:xfrm>
          <a:custGeom xmlns:a="http://schemas.openxmlformats.org/drawingml/2006/main">
            <a:pathLst>
              <a:path w="71766" h="64582">
                <a:moveTo>
                  <a:pt x="71766" y="64582"/>
                </a:moveTo>
                <a:cubicBezTo>
                  <a:pt x="50505" y="58358"/>
                  <a:pt x="19494" y="53955"/>
                  <a:pt x="0" y="57481"/>
                </a:cubicBezTo>
                <a:cubicBezTo>
                  <a:pt x="0" y="57481"/>
                  <a:pt x="15975" y="34464"/>
                  <a:pt x="31450" y="36658"/>
                </a:cubicBezTo>
                <a:cubicBezTo>
                  <a:pt x="23967" y="22948"/>
                  <a:pt x="39870" y="0"/>
                  <a:pt x="39870" y="0"/>
                </a:cubicBezTo>
                <a:cubicBezTo>
                  <a:pt x="43390" y="19420"/>
                  <a:pt x="58487" y="46857"/>
                  <a:pt x="71766" y="64582"/>
                </a:cubicBezTo>
              </a:path>
            </a:pathLst>
          </a:custGeom>
          <a:solidFill xmlns:a="http://schemas.openxmlformats.org/drawingml/2006/main">
            <a:srgbClr val="000000"/>
          </a:solidFill>
          <a:ln xmlns:a="http://schemas.openxmlformats.org/drawingml/2006/main" w="13615">
            <a:solidFill>
              <a:srgbClr val="000000"/>
            </a:solidFill>
            <a:prstDash val="solid"/>
          </a:ln>
        </p:spPr>
      </p:sp>
      <p:sp>
        <p:nvSpPr>
          <p:cNvPr id="373" name="pdf-path-931">
            <a:extLst xmlns:a="http://schemas.openxmlformats.org/drawingml/2006/main">
              <a:ext uri="{FF2B5EF4-FFF2-40B4-BE49-F238E27FC236}">
                <a16:creationId xmlns:a16="http://schemas.microsoft.com/office/drawing/2014/main" id="{2BC4A55E-3B5B-4A1F-9203-DAF9A05634E3}"/>
              </a:ext>
            </a:extLst>
          </p:cNvPr>
          <p:cNvSpPr>
            <a:spLocks xmlns:a="http://schemas.openxmlformats.org/drawingml/2006/main" noGrp="1"/>
          </p:cNvSpPr>
          <p:nvPr/>
        </p:nvSpPr>
        <p:spPr>
          <a:xfrm xmlns:a="http://schemas.openxmlformats.org/drawingml/2006/main" rot="0">
            <a:off x="2352967" y="2862276"/>
            <a:ext cx="21688" cy="98180"/>
          </a:xfrm>
          <a:custGeom xmlns:a="http://schemas.openxmlformats.org/drawingml/2006/main">
            <a:pathLst>
              <a:path w="21688" h="98180">
                <a:moveTo>
                  <a:pt x="21688" y="0"/>
                </a:moveTo>
                <a:cubicBezTo>
                  <a:pt x="21688" y="0"/>
                  <a:pt x="0" y="31204"/>
                  <a:pt x="0" y="49057"/>
                </a:cubicBezTo>
                <a:cubicBezTo>
                  <a:pt x="0" y="66976"/>
                  <a:pt x="21688" y="98180"/>
                  <a:pt x="21688" y="98180"/>
                </a:cubicBezTo>
              </a:path>
            </a:pathLst>
          </a:custGeom>
          <a:noFill xmlns:a="http://schemas.openxmlformats.org/drawingml/2006/main"/>
          <a:ln xmlns:a="http://schemas.openxmlformats.org/drawingml/2006/main" w="22581">
            <a:solidFill>
              <a:srgbClr val="000000"/>
            </a:solidFill>
            <a:prstDash val="solid"/>
          </a:ln>
        </p:spPr>
      </p:sp>
      <p:sp>
        <p:nvSpPr>
          <p:cNvPr id="374" name="pdf-path-932">
            <a:extLst xmlns:a="http://schemas.openxmlformats.org/drawingml/2006/main">
              <a:ext uri="{FF2B5EF4-FFF2-40B4-BE49-F238E27FC236}">
                <a16:creationId xmlns:a16="http://schemas.microsoft.com/office/drawing/2014/main" id="{33F385D5-41E1-47EA-82F8-29EC40BD0119}"/>
              </a:ext>
            </a:extLst>
          </p:cNvPr>
          <p:cNvSpPr>
            <a:spLocks xmlns:a="http://schemas.openxmlformats.org/drawingml/2006/main" noGrp="1"/>
          </p:cNvSpPr>
          <p:nvPr/>
        </p:nvSpPr>
        <p:spPr>
          <a:xfrm xmlns:a="http://schemas.openxmlformats.org/drawingml/2006/main" rot="0">
            <a:off x="2337622" y="2926669"/>
            <a:ext cx="58743" cy="65098"/>
          </a:xfrm>
          <a:custGeom xmlns:a="http://schemas.openxmlformats.org/drawingml/2006/main">
            <a:pathLst>
              <a:path w="58743" h="65098">
                <a:moveTo>
                  <a:pt x="58743" y="65098"/>
                </a:moveTo>
                <a:cubicBezTo>
                  <a:pt x="42643" y="53028"/>
                  <a:pt x="17721" y="39377"/>
                  <a:pt x="0" y="36170"/>
                </a:cubicBezTo>
                <a:cubicBezTo>
                  <a:pt x="0" y="36170"/>
                  <a:pt x="20937" y="21716"/>
                  <a:pt x="33393" y="28570"/>
                </a:cubicBezTo>
                <a:cubicBezTo>
                  <a:pt x="31386" y="14479"/>
                  <a:pt x="52257" y="0"/>
                  <a:pt x="52257" y="0"/>
                </a:cubicBezTo>
                <a:cubicBezTo>
                  <a:pt x="49052" y="17676"/>
                  <a:pt x="53146" y="45801"/>
                  <a:pt x="58743" y="65098"/>
                </a:cubicBezTo>
              </a:path>
            </a:pathLst>
          </a:custGeom>
          <a:solidFill xmlns:a="http://schemas.openxmlformats.org/drawingml/2006/main">
            <a:srgbClr val="000000"/>
          </a:solidFill>
          <a:ln xmlns:a="http://schemas.openxmlformats.org/drawingml/2006/main" w="12372">
            <a:solidFill>
              <a:srgbClr val="000000"/>
            </a:solidFill>
            <a:prstDash val="solid"/>
          </a:ln>
        </p:spPr>
      </p:sp>
      <p:sp>
        <p:nvSpPr>
          <p:cNvPr id="375" name="pdf-path-934">
            <a:extLst xmlns:a="http://schemas.openxmlformats.org/drawingml/2006/main">
              <a:ext uri="{FF2B5EF4-FFF2-40B4-BE49-F238E27FC236}">
                <a16:creationId xmlns:a16="http://schemas.microsoft.com/office/drawing/2014/main" id="{289C5EC1-5EA7-41A5-8EB0-A40B9240F370}"/>
              </a:ext>
            </a:extLst>
          </p:cNvPr>
          <p:cNvSpPr>
            <a:spLocks xmlns:a="http://schemas.openxmlformats.org/drawingml/2006/main" noGrp="1"/>
          </p:cNvSpPr>
          <p:nvPr/>
        </p:nvSpPr>
        <p:spPr>
          <a:xfrm xmlns:a="http://schemas.openxmlformats.org/drawingml/2006/main" rot="0">
            <a:off x="2352967" y="3600394"/>
            <a:ext cx="21688" cy="98163"/>
          </a:xfrm>
          <a:custGeom xmlns:a="http://schemas.openxmlformats.org/drawingml/2006/main">
            <a:pathLst>
              <a:path w="21688" h="98163">
                <a:moveTo>
                  <a:pt x="21688" y="0"/>
                </a:moveTo>
                <a:cubicBezTo>
                  <a:pt x="21688" y="0"/>
                  <a:pt x="0" y="31188"/>
                  <a:pt x="0" y="49058"/>
                </a:cubicBezTo>
                <a:cubicBezTo>
                  <a:pt x="0" y="66976"/>
                  <a:pt x="21688" y="98163"/>
                  <a:pt x="21688" y="98163"/>
                </a:cubicBezTo>
              </a:path>
            </a:pathLst>
          </a:custGeom>
          <a:noFill xmlns:a="http://schemas.openxmlformats.org/drawingml/2006/main"/>
          <a:ln xmlns:a="http://schemas.openxmlformats.org/drawingml/2006/main" w="22581">
            <a:solidFill>
              <a:srgbClr val="000000"/>
            </a:solidFill>
            <a:prstDash val="solid"/>
          </a:ln>
        </p:spPr>
      </p:sp>
      <p:sp>
        <p:nvSpPr>
          <p:cNvPr id="376" name="pdf-path-935">
            <a:extLst xmlns:a="http://schemas.openxmlformats.org/drawingml/2006/main">
              <a:ext uri="{FF2B5EF4-FFF2-40B4-BE49-F238E27FC236}">
                <a16:creationId xmlns:a16="http://schemas.microsoft.com/office/drawing/2014/main" id="{09C98B6C-505D-44AF-8EA4-A40F9834C928}"/>
              </a:ext>
            </a:extLst>
          </p:cNvPr>
          <p:cNvSpPr>
            <a:spLocks xmlns:a="http://schemas.openxmlformats.org/drawingml/2006/main" noGrp="1"/>
          </p:cNvSpPr>
          <p:nvPr/>
        </p:nvSpPr>
        <p:spPr>
          <a:xfrm xmlns:a="http://schemas.openxmlformats.org/drawingml/2006/main" rot="0">
            <a:off x="2337603" y="3664786"/>
            <a:ext cx="58755" cy="65109"/>
          </a:xfrm>
          <a:custGeom xmlns:a="http://schemas.openxmlformats.org/drawingml/2006/main">
            <a:pathLst>
              <a:path w="58755" h="65109">
                <a:moveTo>
                  <a:pt x="58755" y="65109"/>
                </a:moveTo>
                <a:cubicBezTo>
                  <a:pt x="42644" y="53024"/>
                  <a:pt x="17749" y="39377"/>
                  <a:pt x="0" y="36166"/>
                </a:cubicBezTo>
                <a:cubicBezTo>
                  <a:pt x="0" y="36166"/>
                  <a:pt x="20953" y="21701"/>
                  <a:pt x="33410" y="28554"/>
                </a:cubicBezTo>
                <a:cubicBezTo>
                  <a:pt x="31403" y="14463"/>
                  <a:pt x="52285" y="0"/>
                  <a:pt x="52285" y="0"/>
                </a:cubicBezTo>
                <a:cubicBezTo>
                  <a:pt x="49080" y="17676"/>
                  <a:pt x="53163" y="45785"/>
                  <a:pt x="58755" y="65109"/>
                </a:cubicBezTo>
              </a:path>
            </a:pathLst>
          </a:custGeom>
          <a:solidFill xmlns:a="http://schemas.openxmlformats.org/drawingml/2006/main">
            <a:srgbClr val="000000"/>
          </a:solidFill>
          <a:ln xmlns:a="http://schemas.openxmlformats.org/drawingml/2006/main" w="12372">
            <a:solidFill>
              <a:srgbClr val="000000"/>
            </a:solidFill>
            <a:prstDash val="solid"/>
          </a:ln>
        </p:spPr>
      </p:sp>
      <p:pic>
        <p:nvPicPr>
          <p:cNvPr id="377" name="">
            <a:extLst xmlns:a="http://schemas.openxmlformats.org/drawingml/2006/main">
              <a:ext uri="{FF2B5EF4-FFF2-40B4-BE49-F238E27FC236}">
                <a16:creationId xmlns:a16="http://schemas.microsoft.com/office/drawing/2014/main" id="{6DC7CB2D-6B44-4564-ABA8-404E813576DC}"/>
              </a:ext>
            </a:extLst>
          </p:cNvPr>
          <p:cNvPicPr>
            <a:picLocks xmlns:a="http://schemas.openxmlformats.org/drawingml/2006/main" noChangeAspect="1"/>
          </p:cNvPicPr>
          <p:nvPr/>
        </p:nvPicPr>
        <p:blipFill>
          <a:blip xmlns:r="http://schemas.openxmlformats.org/officeDocument/2006/relationships" xmlns:a="http://schemas.openxmlformats.org/drawingml/2006/main" r:embed="Rc406e10207724143"/>
          <a:srcRect xmlns:a="http://schemas.openxmlformats.org/drawingml/2006/main" l="0" t="53" r="0" b="53"/>
          <a:stretch xmlns:a="http://schemas.openxmlformats.org/drawingml/2006/main">
            <a:fillRect l="0" t="0" r="0" b="0"/>
          </a:stretch>
        </p:blipFill>
        <p:spPr>
          <a:xfrm xmlns:a="http://schemas.openxmlformats.org/drawingml/2006/main">
            <a:off x="9909523" y="4037737"/>
            <a:ext cx="644710" cy="644023"/>
          </a:xfrm>
          <a:prstGeom xmlns:a="http://schemas.openxmlformats.org/drawingml/2006/main" prst="rect">
            <a:avLst/>
          </a:prstGeom>
        </p:spPr>
      </p:pic>
      <p:sp>
        <p:nvSpPr>
          <p:cNvPr id="378" name="pdf-raster-22">
            <a:extLst xmlns:a="http://schemas.openxmlformats.org/drawingml/2006/main">
              <a:ext uri="{FF2B5EF4-FFF2-40B4-BE49-F238E27FC236}">
                <a16:creationId xmlns:a16="http://schemas.microsoft.com/office/drawing/2014/main" id="{EBEA3B7D-DE10-4C35-8DCD-E9EEEC7B3B32}"/>
              </a:ext>
            </a:extLst>
          </p:cNvPr>
          <p:cNvSpPr>
            <a:spLocks xmlns:a="http://schemas.openxmlformats.org/drawingml/2006/main" noGrp="1"/>
          </p:cNvSpPr>
          <p:nvPr/>
        </p:nvSpPr>
        <p:spPr>
          <a:xfrm xmlns:a="http://schemas.openxmlformats.org/drawingml/2006/main" rot="0">
            <a:off x="9909523" y="4037737"/>
            <a:ext cx="644710" cy="644023"/>
          </a:xfrm>
          <a:prstGeom xmlns:a="http://schemas.openxmlformats.org/drawingml/2006/main" prst="rect">
            <a:avLst/>
          </a:prstGeom>
          <a:noFill xmlns:a="http://schemas.openxmlformats.org/drawingml/2006/main"/>
          <a:ln xmlns:a="http://schemas.openxmlformats.org/drawingml/2006/main" w="0">
            <a:noFill/>
          </a:ln>
        </p:spPr>
      </p:sp>
      <p:sp>
        <p:nvSpPr>
          <p:cNvPr id="379" name="pdf-path-938">
            <a:extLst xmlns:a="http://schemas.openxmlformats.org/drawingml/2006/main">
              <a:ext uri="{FF2B5EF4-FFF2-40B4-BE49-F238E27FC236}">
                <a16:creationId xmlns:a16="http://schemas.microsoft.com/office/drawing/2014/main" id="{12C2A0B1-FA43-406A-8B7B-3F32FD5406C9}"/>
              </a:ext>
            </a:extLst>
          </p:cNvPr>
          <p:cNvSpPr>
            <a:spLocks xmlns:a="http://schemas.openxmlformats.org/drawingml/2006/main" noGrp="1"/>
          </p:cNvSpPr>
          <p:nvPr/>
        </p:nvSpPr>
        <p:spPr>
          <a:xfrm xmlns:a="http://schemas.openxmlformats.org/drawingml/2006/main" rot="0">
            <a:off x="9909552" y="4037747"/>
            <a:ext cx="644651" cy="644023"/>
          </a:xfrm>
          <a:custGeom xmlns:a="http://schemas.openxmlformats.org/drawingml/2006/main">
            <a:pathLst>
              <a:path w="644651" h="644023">
                <a:moveTo>
                  <a:pt x="0" y="0"/>
                </a:moveTo>
                <a:lnTo>
                  <a:pt x="644651" y="0"/>
                </a:lnTo>
                <a:lnTo>
                  <a:pt x="644651" y="644023"/>
                </a:lnTo>
                <a:lnTo>
                  <a:pt x="0" y="644023"/>
                </a:lnTo>
                <a:close/>
              </a:path>
            </a:pathLst>
          </a:custGeom>
          <a:noFill xmlns:a="http://schemas.openxmlformats.org/drawingml/2006/main"/>
          <a:ln xmlns:a="http://schemas.openxmlformats.org/drawingml/2006/main" w="21453">
            <a:solidFill>
              <a:srgbClr val="020202"/>
            </a:solidFill>
            <a:prstDash val="solid"/>
          </a:ln>
        </p:spPr>
      </p:sp>
      <p:pic>
        <p:nvPicPr>
          <p:cNvPr id="380" name="">
            <a:extLst xmlns:a="http://schemas.openxmlformats.org/drawingml/2006/main">
              <a:ext uri="{FF2B5EF4-FFF2-40B4-BE49-F238E27FC236}">
                <a16:creationId xmlns:a16="http://schemas.microsoft.com/office/drawing/2014/main" id="{9160FA7E-8A83-459C-B7F9-C3FE1CB18526}"/>
              </a:ext>
            </a:extLst>
          </p:cNvPr>
          <p:cNvPicPr>
            <a:picLocks xmlns:a="http://schemas.openxmlformats.org/drawingml/2006/main" noChangeAspect="1"/>
          </p:cNvPicPr>
          <p:nvPr/>
        </p:nvPicPr>
        <p:blipFill>
          <a:blip xmlns:r="http://schemas.openxmlformats.org/officeDocument/2006/relationships" xmlns:a="http://schemas.openxmlformats.org/drawingml/2006/main" r:embed="R2e7ae1b847d54e24"/>
          <a:srcRect xmlns:a="http://schemas.openxmlformats.org/drawingml/2006/main" l="672" t="0" r="672" b="0"/>
          <a:stretch xmlns:a="http://schemas.openxmlformats.org/drawingml/2006/main">
            <a:fillRect l="0" t="0" r="0" b="0"/>
          </a:stretch>
        </p:blipFill>
        <p:spPr>
          <a:xfrm xmlns:a="http://schemas.openxmlformats.org/drawingml/2006/main">
            <a:off x="9061920" y="4041245"/>
            <a:ext cx="644710" cy="644023"/>
          </a:xfrm>
          <a:prstGeom xmlns:a="http://schemas.openxmlformats.org/drawingml/2006/main" prst="rect">
            <a:avLst/>
          </a:prstGeom>
        </p:spPr>
      </p:pic>
      <p:sp>
        <p:nvSpPr>
          <p:cNvPr id="381" name="pdf-raster-23">
            <a:extLst xmlns:a="http://schemas.openxmlformats.org/drawingml/2006/main">
              <a:ext uri="{FF2B5EF4-FFF2-40B4-BE49-F238E27FC236}">
                <a16:creationId xmlns:a16="http://schemas.microsoft.com/office/drawing/2014/main" id="{55048401-B229-4DC7-BD00-77E3553063FB}"/>
              </a:ext>
            </a:extLst>
          </p:cNvPr>
          <p:cNvSpPr>
            <a:spLocks xmlns:a="http://schemas.openxmlformats.org/drawingml/2006/main" noGrp="1"/>
          </p:cNvSpPr>
          <p:nvPr/>
        </p:nvSpPr>
        <p:spPr>
          <a:xfrm xmlns:a="http://schemas.openxmlformats.org/drawingml/2006/main" rot="0">
            <a:off x="9061920" y="4041245"/>
            <a:ext cx="644710" cy="644023"/>
          </a:xfrm>
          <a:prstGeom xmlns:a="http://schemas.openxmlformats.org/drawingml/2006/main" prst="rect">
            <a:avLst/>
          </a:prstGeom>
          <a:noFill xmlns:a="http://schemas.openxmlformats.org/drawingml/2006/main"/>
          <a:ln xmlns:a="http://schemas.openxmlformats.org/drawingml/2006/main" w="0">
            <a:noFill/>
          </a:ln>
        </p:spPr>
      </p:sp>
      <p:sp>
        <p:nvSpPr>
          <p:cNvPr id="382" name="pdf-path-940">
            <a:extLst xmlns:a="http://schemas.openxmlformats.org/drawingml/2006/main">
              <a:ext uri="{FF2B5EF4-FFF2-40B4-BE49-F238E27FC236}">
                <a16:creationId xmlns:a16="http://schemas.microsoft.com/office/drawing/2014/main" id="{25DB4E85-34C9-4CE0-9D1A-0C3ABD81E1AB}"/>
              </a:ext>
            </a:extLst>
          </p:cNvPr>
          <p:cNvSpPr>
            <a:spLocks xmlns:a="http://schemas.openxmlformats.org/drawingml/2006/main" noGrp="1"/>
          </p:cNvSpPr>
          <p:nvPr/>
        </p:nvSpPr>
        <p:spPr>
          <a:xfrm xmlns:a="http://schemas.openxmlformats.org/drawingml/2006/main" rot="0">
            <a:off x="9061936" y="4041270"/>
            <a:ext cx="644651" cy="644024"/>
          </a:xfrm>
          <a:custGeom xmlns:a="http://schemas.openxmlformats.org/drawingml/2006/main">
            <a:pathLst>
              <a:path w="644651" h="644024">
                <a:moveTo>
                  <a:pt x="0" y="0"/>
                </a:moveTo>
                <a:lnTo>
                  <a:pt x="644651" y="0"/>
                </a:lnTo>
                <a:lnTo>
                  <a:pt x="644651" y="644024"/>
                </a:lnTo>
                <a:lnTo>
                  <a:pt x="0" y="644024"/>
                </a:lnTo>
                <a:close/>
              </a:path>
            </a:pathLst>
          </a:custGeom>
          <a:noFill xmlns:a="http://schemas.openxmlformats.org/drawingml/2006/main"/>
          <a:ln xmlns:a="http://schemas.openxmlformats.org/drawingml/2006/main" w="21453">
            <a:solidFill>
              <a:srgbClr val="020202"/>
            </a:solidFill>
            <a:prstDash val="solid"/>
          </a:ln>
        </p:spPr>
      </p:sp>
      <p:sp>
        <p:nvSpPr>
          <p:cNvPr id="383" name="pdf-path-941">
            <a:extLst xmlns:a="http://schemas.openxmlformats.org/drawingml/2006/main">
              <a:ext uri="{FF2B5EF4-FFF2-40B4-BE49-F238E27FC236}">
                <a16:creationId xmlns:a16="http://schemas.microsoft.com/office/drawing/2014/main" id="{EFB8A754-A42D-4894-9F12-70887DEE7C33}"/>
              </a:ext>
            </a:extLst>
          </p:cNvPr>
          <p:cNvSpPr>
            <a:spLocks xmlns:a="http://schemas.openxmlformats.org/drawingml/2006/main" noGrp="1"/>
          </p:cNvSpPr>
          <p:nvPr/>
        </p:nvSpPr>
        <p:spPr>
          <a:xfrm xmlns:a="http://schemas.openxmlformats.org/drawingml/2006/main" rot="0">
            <a:off x="6770694" y="2664791"/>
            <a:ext cx="95" cy="102008"/>
          </a:xfrm>
          <a:custGeom xmlns:a="http://schemas.openxmlformats.org/drawingml/2006/main">
            <a:pathLst>
              <a:path w="95" h="102008">
                <a:moveTo>
                  <a:pt x="0" y="0"/>
                </a:moveTo>
                <a:lnTo>
                  <a:pt x="0" y="102008"/>
                </a:lnTo>
              </a:path>
            </a:pathLst>
          </a:custGeom>
          <a:noFill xmlns:a="http://schemas.openxmlformats.org/drawingml/2006/main"/>
          <a:ln xmlns:a="http://schemas.openxmlformats.org/drawingml/2006/main" w="15732">
            <a:solidFill>
              <a:srgbClr val="4A5568"/>
            </a:solidFill>
            <a:prstDash val="solid"/>
          </a:ln>
        </p:spPr>
      </p:sp>
      <p:sp>
        <p:nvSpPr>
          <p:cNvPr id="384" name="pdf-path-942">
            <a:extLst xmlns:a="http://schemas.openxmlformats.org/drawingml/2006/main">
              <a:ext uri="{FF2B5EF4-FFF2-40B4-BE49-F238E27FC236}">
                <a16:creationId xmlns:a16="http://schemas.microsoft.com/office/drawing/2014/main" id="{38A36D4F-CAA9-4F7A-9A6F-FE8695308DE6}"/>
              </a:ext>
            </a:extLst>
          </p:cNvPr>
          <p:cNvSpPr>
            <a:spLocks xmlns:a="http://schemas.openxmlformats.org/drawingml/2006/main" noGrp="1"/>
          </p:cNvSpPr>
          <p:nvPr/>
        </p:nvSpPr>
        <p:spPr>
          <a:xfrm xmlns:a="http://schemas.openxmlformats.org/drawingml/2006/main" rot="0">
            <a:off x="6825210" y="3698123"/>
            <a:ext cx="57737" cy="57052"/>
          </a:xfrm>
          <a:custGeom xmlns:a="http://schemas.openxmlformats.org/drawingml/2006/main">
            <a:pathLst>
              <a:path w="57737" h="57052">
                <a:moveTo>
                  <a:pt x="41895" y="8106"/>
                </a:moveTo>
                <a:cubicBezTo>
                  <a:pt x="39560" y="3394"/>
                  <a:pt x="35986" y="0"/>
                  <a:pt x="30254" y="0"/>
                </a:cubicBezTo>
                <a:cubicBezTo>
                  <a:pt x="15602" y="0"/>
                  <a:pt x="0" y="18561"/>
                  <a:pt x="0" y="36914"/>
                </a:cubicBezTo>
                <a:cubicBezTo>
                  <a:pt x="0" y="48800"/>
                  <a:pt x="6924" y="57052"/>
                  <a:pt x="16617" y="57052"/>
                </a:cubicBezTo>
                <a:cubicBezTo>
                  <a:pt x="19192" y="57052"/>
                  <a:pt x="25471" y="56472"/>
                  <a:pt x="33022" y="47610"/>
                </a:cubicBezTo>
                <a:cubicBezTo>
                  <a:pt x="34037" y="52902"/>
                  <a:pt x="38562" y="57052"/>
                  <a:pt x="44471" y="57052"/>
                </a:cubicBezTo>
                <a:cubicBezTo>
                  <a:pt x="48995" y="57052"/>
                  <a:pt x="51764" y="54092"/>
                  <a:pt x="53970" y="50119"/>
                </a:cubicBezTo>
                <a:cubicBezTo>
                  <a:pt x="55918" y="45599"/>
                  <a:pt x="57737" y="37927"/>
                  <a:pt x="57737" y="37734"/>
                </a:cubicBezTo>
                <a:cubicBezTo>
                  <a:pt x="57737" y="36351"/>
                  <a:pt x="56546" y="36351"/>
                  <a:pt x="56111" y="36351"/>
                </a:cubicBezTo>
                <a:cubicBezTo>
                  <a:pt x="54967" y="36351"/>
                  <a:pt x="54727" y="36914"/>
                  <a:pt x="54339" y="38683"/>
                </a:cubicBezTo>
                <a:cubicBezTo>
                  <a:pt x="52199" y="46790"/>
                  <a:pt x="50009" y="54285"/>
                  <a:pt x="44841" y="54285"/>
                </a:cubicBezTo>
                <a:cubicBezTo>
                  <a:pt x="41330" y="54285"/>
                  <a:pt x="41138" y="50939"/>
                  <a:pt x="41138" y="48559"/>
                </a:cubicBezTo>
                <a:cubicBezTo>
                  <a:pt x="41138" y="45793"/>
                  <a:pt x="41330" y="44651"/>
                  <a:pt x="42715" y="39118"/>
                </a:cubicBezTo>
                <a:cubicBezTo>
                  <a:pt x="44100" y="33970"/>
                  <a:pt x="44277" y="32587"/>
                  <a:pt x="45469" y="27858"/>
                </a:cubicBezTo>
                <a:lnTo>
                  <a:pt x="50009" y="10310"/>
                </a:lnTo>
                <a:cubicBezTo>
                  <a:pt x="50830" y="6723"/>
                  <a:pt x="50830" y="6546"/>
                  <a:pt x="50830" y="5919"/>
                </a:cubicBezTo>
                <a:cubicBezTo>
                  <a:pt x="50830" y="3780"/>
                  <a:pt x="49446" y="2573"/>
                  <a:pt x="47239" y="2573"/>
                </a:cubicBezTo>
                <a:cubicBezTo>
                  <a:pt x="44100" y="2573"/>
                  <a:pt x="42329" y="5340"/>
                  <a:pt x="41895" y="8106"/>
                </a:cubicBezTo>
                <a:moveTo>
                  <a:pt x="33779" y="40694"/>
                </a:moveTo>
                <a:cubicBezTo>
                  <a:pt x="33022" y="43026"/>
                  <a:pt x="33022" y="43268"/>
                  <a:pt x="31268" y="45407"/>
                </a:cubicBezTo>
                <a:cubicBezTo>
                  <a:pt x="25730" y="52323"/>
                  <a:pt x="20577" y="54285"/>
                  <a:pt x="16987" y="54285"/>
                </a:cubicBezTo>
                <a:cubicBezTo>
                  <a:pt x="10691" y="54285"/>
                  <a:pt x="8937" y="47417"/>
                  <a:pt x="8937" y="42447"/>
                </a:cubicBezTo>
                <a:cubicBezTo>
                  <a:pt x="8937" y="36158"/>
                  <a:pt x="12832" y="20749"/>
                  <a:pt x="15860" y="14846"/>
                </a:cubicBezTo>
                <a:cubicBezTo>
                  <a:pt x="19756" y="7544"/>
                  <a:pt x="25295" y="2767"/>
                  <a:pt x="30447" y="2767"/>
                </a:cubicBezTo>
                <a:cubicBezTo>
                  <a:pt x="38562" y="2767"/>
                  <a:pt x="40316" y="13012"/>
                  <a:pt x="40316" y="13832"/>
                </a:cubicBezTo>
                <a:cubicBezTo>
                  <a:pt x="40316" y="14653"/>
                  <a:pt x="40123" y="15409"/>
                  <a:pt x="39946" y="16036"/>
                </a:cubicBezTo>
                <a:lnTo>
                  <a:pt x="33779" y="40694"/>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385" name="pdf-path-944">
            <a:extLst xmlns:a="http://schemas.openxmlformats.org/drawingml/2006/main">
              <a:ext uri="{FF2B5EF4-FFF2-40B4-BE49-F238E27FC236}">
                <a16:creationId xmlns:a16="http://schemas.microsoft.com/office/drawing/2014/main" id="{F5C41741-D27A-4654-A651-0814B3063D66}"/>
              </a:ext>
            </a:extLst>
          </p:cNvPr>
          <p:cNvSpPr>
            <a:spLocks xmlns:a="http://schemas.openxmlformats.org/drawingml/2006/main" noGrp="1"/>
          </p:cNvSpPr>
          <p:nvPr/>
        </p:nvSpPr>
        <p:spPr>
          <a:xfrm xmlns:a="http://schemas.openxmlformats.org/drawingml/2006/main" rot="0">
            <a:off x="6932199" y="3685738"/>
            <a:ext cx="63018" cy="73201"/>
          </a:xfrm>
          <a:custGeom xmlns:a="http://schemas.openxmlformats.org/drawingml/2006/main">
            <a:pathLst>
              <a:path w="63018" h="73201">
                <a:moveTo>
                  <a:pt x="58670" y="39053"/>
                </a:moveTo>
                <a:cubicBezTo>
                  <a:pt x="60619" y="39053"/>
                  <a:pt x="63018" y="39053"/>
                  <a:pt x="63018" y="36480"/>
                </a:cubicBezTo>
                <a:cubicBezTo>
                  <a:pt x="63018" y="34147"/>
                  <a:pt x="60619" y="34147"/>
                  <a:pt x="58670" y="34147"/>
                </a:cubicBezTo>
                <a:lnTo>
                  <a:pt x="5087" y="34147"/>
                </a:lnTo>
                <a:cubicBezTo>
                  <a:pt x="6730" y="17162"/>
                  <a:pt x="21124" y="5099"/>
                  <a:pt x="38931" y="5099"/>
                </a:cubicBezTo>
                <a:lnTo>
                  <a:pt x="58670" y="5099"/>
                </a:lnTo>
                <a:cubicBezTo>
                  <a:pt x="60619" y="5099"/>
                  <a:pt x="63018" y="5099"/>
                  <a:pt x="63018" y="2509"/>
                </a:cubicBezTo>
                <a:cubicBezTo>
                  <a:pt x="63018" y="0"/>
                  <a:pt x="60619" y="0"/>
                  <a:pt x="58670" y="0"/>
                </a:cubicBezTo>
                <a:lnTo>
                  <a:pt x="38738" y="0"/>
                </a:lnTo>
                <a:cubicBezTo>
                  <a:pt x="17163" y="0"/>
                  <a:pt x="0" y="16342"/>
                  <a:pt x="0" y="36480"/>
                </a:cubicBezTo>
                <a:cubicBezTo>
                  <a:pt x="0" y="56794"/>
                  <a:pt x="17163" y="73201"/>
                  <a:pt x="38738" y="73201"/>
                </a:cubicBezTo>
                <a:lnTo>
                  <a:pt x="58670" y="73201"/>
                </a:lnTo>
                <a:cubicBezTo>
                  <a:pt x="60619" y="73201"/>
                  <a:pt x="63018" y="73201"/>
                  <a:pt x="63018" y="70627"/>
                </a:cubicBezTo>
                <a:cubicBezTo>
                  <a:pt x="63018" y="68054"/>
                  <a:pt x="60619" y="68054"/>
                  <a:pt x="58670" y="68054"/>
                </a:cubicBezTo>
                <a:lnTo>
                  <a:pt x="38931" y="68054"/>
                </a:lnTo>
                <a:cubicBezTo>
                  <a:pt x="21124" y="68054"/>
                  <a:pt x="6730" y="56038"/>
                  <a:pt x="5087" y="39053"/>
                </a:cubicBezTo>
                <a:lnTo>
                  <a:pt x="58670" y="39053"/>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386" name="pdf-path-946">
            <a:extLst xmlns:a="http://schemas.openxmlformats.org/drawingml/2006/main">
              <a:ext uri="{FF2B5EF4-FFF2-40B4-BE49-F238E27FC236}">
                <a16:creationId xmlns:a16="http://schemas.microsoft.com/office/drawing/2014/main" id="{16CC23E2-F9B6-4E2C-81AB-4C2F12420F7F}"/>
              </a:ext>
            </a:extLst>
          </p:cNvPr>
          <p:cNvSpPr>
            <a:spLocks xmlns:a="http://schemas.openxmlformats.org/drawingml/2006/main" noGrp="1"/>
          </p:cNvSpPr>
          <p:nvPr/>
        </p:nvSpPr>
        <p:spPr>
          <a:xfrm xmlns:a="http://schemas.openxmlformats.org/drawingml/2006/main" rot="0">
            <a:off x="7044082" y="3662834"/>
            <a:ext cx="97232" cy="97295"/>
          </a:xfrm>
          <a:custGeom xmlns:a="http://schemas.openxmlformats.org/drawingml/2006/main">
            <a:pathLst>
              <a:path w="97232" h="97295">
                <a:moveTo>
                  <a:pt x="71761" y="70257"/>
                </a:moveTo>
                <a:cubicBezTo>
                  <a:pt x="72323" y="78122"/>
                  <a:pt x="73708" y="83848"/>
                  <a:pt x="74530" y="86229"/>
                </a:cubicBezTo>
                <a:cubicBezTo>
                  <a:pt x="75915" y="91955"/>
                  <a:pt x="76478" y="94722"/>
                  <a:pt x="81823" y="94722"/>
                </a:cubicBezTo>
                <a:cubicBezTo>
                  <a:pt x="87555" y="94722"/>
                  <a:pt x="97232" y="88995"/>
                  <a:pt x="97232" y="86614"/>
                </a:cubicBezTo>
                <a:cubicBezTo>
                  <a:pt x="97232" y="85859"/>
                  <a:pt x="96862" y="85666"/>
                  <a:pt x="96040" y="85666"/>
                </a:cubicBezTo>
                <a:cubicBezTo>
                  <a:pt x="94462" y="85666"/>
                  <a:pt x="91886" y="87049"/>
                  <a:pt x="91516" y="87242"/>
                </a:cubicBezTo>
                <a:cubicBezTo>
                  <a:pt x="90502" y="87805"/>
                  <a:pt x="90308" y="87805"/>
                  <a:pt x="90131" y="87805"/>
                </a:cubicBezTo>
                <a:cubicBezTo>
                  <a:pt x="86540" y="87805"/>
                  <a:pt x="85783" y="84475"/>
                  <a:pt x="84158" y="76996"/>
                </a:cubicBezTo>
                <a:cubicBezTo>
                  <a:pt x="83402" y="72589"/>
                  <a:pt x="82210" y="67683"/>
                  <a:pt x="81196" y="50505"/>
                </a:cubicBezTo>
                <a:cubicBezTo>
                  <a:pt x="80439" y="37493"/>
                  <a:pt x="79811" y="24657"/>
                  <a:pt x="79811" y="11838"/>
                </a:cubicBezTo>
                <a:cubicBezTo>
                  <a:pt x="79811" y="8879"/>
                  <a:pt x="80068" y="5485"/>
                  <a:pt x="80068" y="2525"/>
                </a:cubicBezTo>
                <a:cubicBezTo>
                  <a:pt x="80068" y="579"/>
                  <a:pt x="80068" y="0"/>
                  <a:pt x="78684" y="0"/>
                </a:cubicBezTo>
                <a:cubicBezTo>
                  <a:pt x="76848" y="0"/>
                  <a:pt x="71761" y="2139"/>
                  <a:pt x="69378" y="5485"/>
                </a:cubicBezTo>
                <a:lnTo>
                  <a:pt x="68557" y="6868"/>
                </a:lnTo>
                <a:cubicBezTo>
                  <a:pt x="58494" y="28180"/>
                  <a:pt x="49188" y="43396"/>
                  <a:pt x="42699" y="53658"/>
                </a:cubicBezTo>
                <a:cubicBezTo>
                  <a:pt x="35164" y="65094"/>
                  <a:pt x="22138" y="85666"/>
                  <a:pt x="15215" y="85666"/>
                </a:cubicBezTo>
                <a:cubicBezTo>
                  <a:pt x="10690" y="85666"/>
                  <a:pt x="6730" y="82706"/>
                  <a:pt x="5539" y="78122"/>
                </a:cubicBezTo>
                <a:cubicBezTo>
                  <a:pt x="5539" y="77929"/>
                  <a:pt x="5152" y="77173"/>
                  <a:pt x="4782" y="77173"/>
                </a:cubicBezTo>
                <a:cubicBezTo>
                  <a:pt x="2770" y="77173"/>
                  <a:pt x="0" y="83092"/>
                  <a:pt x="0" y="86614"/>
                </a:cubicBezTo>
                <a:cubicBezTo>
                  <a:pt x="0" y="91762"/>
                  <a:pt x="5539" y="97295"/>
                  <a:pt x="11448" y="97295"/>
                </a:cubicBezTo>
                <a:cubicBezTo>
                  <a:pt x="20190" y="97295"/>
                  <a:pt x="34584" y="74600"/>
                  <a:pt x="37353" y="70257"/>
                </a:cubicBezTo>
                <a:lnTo>
                  <a:pt x="71761" y="70257"/>
                </a:lnTo>
                <a:moveTo>
                  <a:pt x="69185" y="15538"/>
                </a:moveTo>
                <a:lnTo>
                  <a:pt x="69185" y="22904"/>
                </a:lnTo>
                <a:cubicBezTo>
                  <a:pt x="69185" y="30190"/>
                  <a:pt x="69378" y="37493"/>
                  <a:pt x="69748" y="44795"/>
                </a:cubicBezTo>
                <a:cubicBezTo>
                  <a:pt x="69942" y="47369"/>
                  <a:pt x="70376" y="56617"/>
                  <a:pt x="70939" y="63341"/>
                </a:cubicBezTo>
                <a:lnTo>
                  <a:pt x="48044" y="63341"/>
                </a:lnTo>
                <a:cubicBezTo>
                  <a:pt x="45854" y="63341"/>
                  <a:pt x="44084" y="63341"/>
                  <a:pt x="40687" y="65287"/>
                </a:cubicBezTo>
                <a:cubicBezTo>
                  <a:pt x="49623" y="51712"/>
                  <a:pt x="56916" y="38683"/>
                  <a:pt x="57738" y="37300"/>
                </a:cubicBezTo>
                <a:cubicBezTo>
                  <a:pt x="64033" y="26040"/>
                  <a:pt x="67365" y="18754"/>
                  <a:pt x="68991" y="15538"/>
                </a:cubicBezTo>
                <a:lnTo>
                  <a:pt x="69185" y="15538"/>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387" name="pdf-path-948">
            <a:extLst xmlns:a="http://schemas.openxmlformats.org/drawingml/2006/main">
              <a:ext uri="{FF2B5EF4-FFF2-40B4-BE49-F238E27FC236}">
                <a16:creationId xmlns:a16="http://schemas.microsoft.com/office/drawing/2014/main" id="{A37DCB65-284E-4E82-9A02-9917E109DB6C}"/>
              </a:ext>
            </a:extLst>
          </p:cNvPr>
          <p:cNvSpPr>
            <a:spLocks xmlns:a="http://schemas.openxmlformats.org/drawingml/2006/main" noGrp="1"/>
          </p:cNvSpPr>
          <p:nvPr/>
        </p:nvSpPr>
        <p:spPr>
          <a:xfrm xmlns:a="http://schemas.openxmlformats.org/drawingml/2006/main" rot="0">
            <a:off x="4534033" y="1971836"/>
            <a:ext cx="1405710" cy="165848"/>
          </a:xfrm>
          <a:custGeom xmlns:a="http://schemas.openxmlformats.org/drawingml/2006/main">
            <a:pathLst>
              <a:path w="1405710" h="165848">
                <a:moveTo>
                  <a:pt x="50749" y="0"/>
                </a:moveTo>
                <a:lnTo>
                  <a:pt x="1354961" y="0"/>
                </a:lnTo>
                <a:cubicBezTo>
                  <a:pt x="1383073" y="0"/>
                  <a:pt x="1405710" y="21519"/>
                  <a:pt x="1405710" y="48243"/>
                </a:cubicBezTo>
                <a:lnTo>
                  <a:pt x="1405710" y="117544"/>
                </a:lnTo>
                <a:cubicBezTo>
                  <a:pt x="1405710" y="144283"/>
                  <a:pt x="1383073" y="165848"/>
                  <a:pt x="1354961" y="165848"/>
                </a:cubicBezTo>
                <a:lnTo>
                  <a:pt x="50749" y="165848"/>
                </a:lnTo>
                <a:cubicBezTo>
                  <a:pt x="22638" y="165848"/>
                  <a:pt x="0" y="144283"/>
                  <a:pt x="0" y="117544"/>
                </a:cubicBezTo>
                <a:lnTo>
                  <a:pt x="0" y="48243"/>
                </a:lnTo>
                <a:cubicBezTo>
                  <a:pt x="0" y="21519"/>
                  <a:pt x="22638" y="0"/>
                  <a:pt x="50749" y="0"/>
                </a:cubicBezTo>
              </a:path>
            </a:pathLst>
          </a:custGeom>
          <a:solidFill xmlns:a="http://schemas.openxmlformats.org/drawingml/2006/main">
            <a:srgbClr val="EAECEE"/>
          </a:solidFill>
          <a:ln xmlns:a="http://schemas.openxmlformats.org/drawingml/2006/main" w="15013">
            <a:solidFill>
              <a:srgbClr val="4A5568"/>
            </a:solidFill>
            <a:prstDash val="solid"/>
          </a:ln>
        </p:spPr>
      </p:sp>
      <p:sp>
        <p:nvSpPr>
          <p:cNvPr id="388" name="pdf-text-378-0">
            <a:extLst xmlns:a="http://schemas.openxmlformats.org/drawingml/2006/main">
              <a:ext uri="{FF2B5EF4-FFF2-40B4-BE49-F238E27FC236}">
                <a16:creationId xmlns:a16="http://schemas.microsoft.com/office/drawing/2014/main" id="{00ACF969-94E2-438B-8EDE-F46BDAFE7580}"/>
              </a:ext>
            </a:extLst>
          </p:cNvPr>
          <p:cNvSpPr>
            <a:spLocks xmlns:a="http://schemas.openxmlformats.org/drawingml/2006/main" noGrp="1"/>
          </p:cNvSpPr>
          <p:nvPr/>
        </p:nvSpPr>
        <p:spPr>
          <a:xfrm xmlns:a="http://schemas.openxmlformats.org/drawingml/2006/main" rot="0">
            <a:off x="4703079" y="2010789"/>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a:t>
            </a:r>
          </a:p>
        </p:txBody>
      </p:sp>
      <p:sp>
        <p:nvSpPr>
          <p:cNvPr id="389" name="pdf-text-379-0">
            <a:extLst xmlns:a="http://schemas.openxmlformats.org/drawingml/2006/main">
              <a:ext uri="{FF2B5EF4-FFF2-40B4-BE49-F238E27FC236}">
                <a16:creationId xmlns:a16="http://schemas.microsoft.com/office/drawing/2014/main" id="{6DACA90A-80F9-43D2-9706-B6EE52BB0BE2}"/>
              </a:ext>
            </a:extLst>
          </p:cNvPr>
          <p:cNvSpPr>
            <a:spLocks xmlns:a="http://schemas.openxmlformats.org/drawingml/2006/main" noGrp="1"/>
          </p:cNvSpPr>
          <p:nvPr/>
        </p:nvSpPr>
        <p:spPr>
          <a:xfrm xmlns:a="http://schemas.openxmlformats.org/drawingml/2006/main" rot="0">
            <a:off x="4750227" y="2010789"/>
            <a:ext cx="95500"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 s</a:t>
            </a:r>
          </a:p>
        </p:txBody>
      </p:sp>
      <p:sp>
        <p:nvSpPr>
          <p:cNvPr id="390" name="pdf-text-380-0">
            <a:extLst xmlns:a="http://schemas.openxmlformats.org/drawingml/2006/main">
              <a:ext uri="{FF2B5EF4-FFF2-40B4-BE49-F238E27FC236}">
                <a16:creationId xmlns:a16="http://schemas.microsoft.com/office/drawing/2014/main" id="{86397C1E-3861-4595-AFE3-F240A56072EA}"/>
              </a:ext>
            </a:extLst>
          </p:cNvPr>
          <p:cNvSpPr>
            <a:spLocks xmlns:a="http://schemas.openxmlformats.org/drawingml/2006/main" noGrp="1"/>
          </p:cNvSpPr>
          <p:nvPr/>
        </p:nvSpPr>
        <p:spPr>
          <a:xfrm xmlns:a="http://schemas.openxmlformats.org/drawingml/2006/main" rot="0">
            <a:off x="4844526" y="2010789"/>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t</a:t>
            </a:r>
          </a:p>
        </p:txBody>
      </p:sp>
      <p:sp>
        <p:nvSpPr>
          <p:cNvPr id="391" name="pdf-text-381-0">
            <a:extLst xmlns:a="http://schemas.openxmlformats.org/drawingml/2006/main">
              <a:ext uri="{FF2B5EF4-FFF2-40B4-BE49-F238E27FC236}">
                <a16:creationId xmlns:a16="http://schemas.microsoft.com/office/drawing/2014/main" id="{B56EC275-8004-4C66-888B-33E3F578E1CF}"/>
              </a:ext>
            </a:extLst>
          </p:cNvPr>
          <p:cNvSpPr>
            <a:spLocks xmlns:a="http://schemas.openxmlformats.org/drawingml/2006/main" noGrp="1"/>
          </p:cNvSpPr>
          <p:nvPr/>
        </p:nvSpPr>
        <p:spPr>
          <a:xfrm xmlns:a="http://schemas.openxmlformats.org/drawingml/2006/main" rot="0">
            <a:off x="4891675" y="2010789"/>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a</a:t>
            </a:r>
          </a:p>
        </p:txBody>
      </p:sp>
      <p:sp>
        <p:nvSpPr>
          <p:cNvPr id="392" name="pdf-text-382-0">
            <a:extLst xmlns:a="http://schemas.openxmlformats.org/drawingml/2006/main">
              <a:ext uri="{FF2B5EF4-FFF2-40B4-BE49-F238E27FC236}">
                <a16:creationId xmlns:a16="http://schemas.microsoft.com/office/drawing/2014/main" id="{1924F428-78AF-4F44-8819-C46889837852}"/>
              </a:ext>
            </a:extLst>
          </p:cNvPr>
          <p:cNvSpPr>
            <a:spLocks xmlns:a="http://schemas.openxmlformats.org/drawingml/2006/main" noGrp="1"/>
          </p:cNvSpPr>
          <p:nvPr/>
        </p:nvSpPr>
        <p:spPr>
          <a:xfrm xmlns:a="http://schemas.openxmlformats.org/drawingml/2006/main" rot="0">
            <a:off x="4938825" y="2010789"/>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c</a:t>
            </a:r>
          </a:p>
        </p:txBody>
      </p:sp>
      <p:sp>
        <p:nvSpPr>
          <p:cNvPr id="393" name="pdf-text-383-0">
            <a:extLst xmlns:a="http://schemas.openxmlformats.org/drawingml/2006/main">
              <a:ext uri="{FF2B5EF4-FFF2-40B4-BE49-F238E27FC236}">
                <a16:creationId xmlns:a16="http://schemas.microsoft.com/office/drawing/2014/main" id="{C718A8F4-BB12-4CDA-8ABA-433388E6AA82}"/>
              </a:ext>
            </a:extLst>
          </p:cNvPr>
          <p:cNvSpPr>
            <a:spLocks xmlns:a="http://schemas.openxmlformats.org/drawingml/2006/main" noGrp="1"/>
          </p:cNvSpPr>
          <p:nvPr/>
        </p:nvSpPr>
        <p:spPr>
          <a:xfrm xmlns:a="http://schemas.openxmlformats.org/drawingml/2006/main" rot="0">
            <a:off x="4985974" y="2010789"/>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k</a:t>
            </a:r>
          </a:p>
        </p:txBody>
      </p:sp>
      <p:sp>
        <p:nvSpPr>
          <p:cNvPr id="394" name="pdf-text-384-0">
            <a:extLst xmlns:a="http://schemas.openxmlformats.org/drawingml/2006/main">
              <a:ext uri="{FF2B5EF4-FFF2-40B4-BE49-F238E27FC236}">
                <a16:creationId xmlns:a16="http://schemas.microsoft.com/office/drawing/2014/main" id="{D857F7DA-BD4F-43E7-B642-886512A26578}"/>
              </a:ext>
            </a:extLst>
          </p:cNvPr>
          <p:cNvSpPr>
            <a:spLocks xmlns:a="http://schemas.openxmlformats.org/drawingml/2006/main" noGrp="1"/>
          </p:cNvSpPr>
          <p:nvPr/>
        </p:nvSpPr>
        <p:spPr>
          <a:xfrm xmlns:a="http://schemas.openxmlformats.org/drawingml/2006/main" rot="0">
            <a:off x="5033123" y="2010789"/>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e</a:t>
            </a:r>
          </a:p>
        </p:txBody>
      </p:sp>
      <p:sp>
        <p:nvSpPr>
          <p:cNvPr id="395" name="pdf-text-385-0">
            <a:extLst xmlns:a="http://schemas.openxmlformats.org/drawingml/2006/main">
              <a:ext uri="{FF2B5EF4-FFF2-40B4-BE49-F238E27FC236}">
                <a16:creationId xmlns:a16="http://schemas.microsoft.com/office/drawing/2014/main" id="{D97FB2D6-45DD-43F1-B890-FC06D9745131}"/>
              </a:ext>
            </a:extLst>
          </p:cNvPr>
          <p:cNvSpPr>
            <a:spLocks xmlns:a="http://schemas.openxmlformats.org/drawingml/2006/main" noGrp="1"/>
          </p:cNvSpPr>
          <p:nvPr/>
        </p:nvSpPr>
        <p:spPr>
          <a:xfrm xmlns:a="http://schemas.openxmlformats.org/drawingml/2006/main" rot="0">
            <a:off x="5080273" y="2011508"/>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23" b="1" i="0">
                <a:solidFill>
                  <a:srgbClr val="000400"/>
                </a:solidFill>
                <a:latin typeface="Courier New"/>
                <a:ea typeface="Courier New"/>
                <a:cs typeface="Courier New"/>
              </a:defRPr>
            </a:defPPr>
          </a:lstStyle>
          <a:p xmlns:a="http://schemas.openxmlformats.org/drawingml/2006/main">
            <a:pPr algn="l">
              <a:defRPr sz="623" b="1" i="0">
                <a:solidFill>
                  <a:srgbClr val="000400"/>
                </a:solidFill>
                <a:latin typeface="Courier New"/>
                <a:ea typeface="Courier New"/>
                <a:cs typeface="Courier New"/>
              </a:defRPr>
            </a:pPr>
            <a:r>
              <a:rPr sz="623" b="1" i="0">
                <a:solidFill>
                  <a:srgbClr val="000400"/>
                </a:solidFill>
                <a:latin typeface="Courier New"/>
                <a:ea typeface="Courier New"/>
                <a:cs typeface="Courier New"/>
              </a:rPr>
              <a:t>d</a:t>
            </a:r>
          </a:p>
        </p:txBody>
      </p:sp>
      <p:sp>
        <p:nvSpPr>
          <p:cNvPr id="396" name="pdf-text-386-0">
            <a:extLst xmlns:a="http://schemas.openxmlformats.org/drawingml/2006/main">
              <a:ext uri="{FF2B5EF4-FFF2-40B4-BE49-F238E27FC236}">
                <a16:creationId xmlns:a16="http://schemas.microsoft.com/office/drawing/2014/main" id="{B4D614B4-CD04-4BA5-8CB5-C1530373F6D7}"/>
              </a:ext>
            </a:extLst>
          </p:cNvPr>
          <p:cNvSpPr>
            <a:spLocks xmlns:a="http://schemas.openxmlformats.org/drawingml/2006/main" noGrp="1"/>
          </p:cNvSpPr>
          <p:nvPr/>
        </p:nvSpPr>
        <p:spPr>
          <a:xfrm xmlns:a="http://schemas.openxmlformats.org/drawingml/2006/main" rot="0">
            <a:off x="5127422" y="2010789"/>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_</a:t>
            </a:r>
          </a:p>
        </p:txBody>
      </p:sp>
      <p:sp>
        <p:nvSpPr>
          <p:cNvPr id="397" name="pdf-text-387-0">
            <a:extLst xmlns:a="http://schemas.openxmlformats.org/drawingml/2006/main">
              <a:ext uri="{FF2B5EF4-FFF2-40B4-BE49-F238E27FC236}">
                <a16:creationId xmlns:a16="http://schemas.microsoft.com/office/drawing/2014/main" id="{31BE1FC4-FDB9-4019-A586-659C69EB4623}"/>
              </a:ext>
            </a:extLst>
          </p:cNvPr>
          <p:cNvSpPr>
            <a:spLocks xmlns:a="http://schemas.openxmlformats.org/drawingml/2006/main" noGrp="1"/>
          </p:cNvSpPr>
          <p:nvPr/>
        </p:nvSpPr>
        <p:spPr>
          <a:xfrm xmlns:a="http://schemas.openxmlformats.org/drawingml/2006/main" rot="0">
            <a:off x="5174571" y="2011508"/>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23" b="1" i="0">
                <a:solidFill>
                  <a:srgbClr val="000400"/>
                </a:solidFill>
                <a:latin typeface="Courier New"/>
                <a:ea typeface="Courier New"/>
                <a:cs typeface="Courier New"/>
              </a:defRPr>
            </a:defPPr>
          </a:lstStyle>
          <a:p xmlns:a="http://schemas.openxmlformats.org/drawingml/2006/main">
            <a:pPr algn="l">
              <a:defRPr sz="623" b="1" i="0">
                <a:solidFill>
                  <a:srgbClr val="000400"/>
                </a:solidFill>
                <a:latin typeface="Courier New"/>
                <a:ea typeface="Courier New"/>
                <a:cs typeface="Courier New"/>
              </a:defRPr>
            </a:pPr>
            <a:r>
              <a:rPr sz="623" b="1" i="0">
                <a:solidFill>
                  <a:srgbClr val="000400"/>
                </a:solidFill>
                <a:latin typeface="Courier New"/>
                <a:ea typeface="Courier New"/>
                <a:cs typeface="Courier New"/>
              </a:rPr>
              <a:t>o</a:t>
            </a:r>
          </a:p>
        </p:txBody>
      </p:sp>
      <p:sp>
        <p:nvSpPr>
          <p:cNvPr id="398" name="pdf-text-388-0">
            <a:extLst xmlns:a="http://schemas.openxmlformats.org/drawingml/2006/main">
              <a:ext uri="{FF2B5EF4-FFF2-40B4-BE49-F238E27FC236}">
                <a16:creationId xmlns:a16="http://schemas.microsoft.com/office/drawing/2014/main" id="{D877334C-528D-4564-A1B5-599108BE83CD}"/>
              </a:ext>
            </a:extLst>
          </p:cNvPr>
          <p:cNvSpPr>
            <a:spLocks xmlns:a="http://schemas.openxmlformats.org/drawingml/2006/main" noGrp="1"/>
          </p:cNvSpPr>
          <p:nvPr/>
        </p:nvSpPr>
        <p:spPr>
          <a:xfrm xmlns:a="http://schemas.openxmlformats.org/drawingml/2006/main" rot="0">
            <a:off x="5221720" y="2011508"/>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23" b="1" i="0">
                <a:solidFill>
                  <a:srgbClr val="000400"/>
                </a:solidFill>
                <a:latin typeface="Courier New"/>
                <a:ea typeface="Courier New"/>
                <a:cs typeface="Courier New"/>
              </a:defRPr>
            </a:defPPr>
          </a:lstStyle>
          <a:p xmlns:a="http://schemas.openxmlformats.org/drawingml/2006/main">
            <a:pPr algn="l">
              <a:defRPr sz="623" b="1" i="0">
                <a:solidFill>
                  <a:srgbClr val="000400"/>
                </a:solidFill>
                <a:latin typeface="Courier New"/>
                <a:ea typeface="Courier New"/>
                <a:cs typeface="Courier New"/>
              </a:defRPr>
            </a:pPr>
            <a:r>
              <a:rPr sz="623" b="1" i="0">
                <a:solidFill>
                  <a:srgbClr val="000400"/>
                </a:solidFill>
                <a:latin typeface="Courier New"/>
                <a:ea typeface="Courier New"/>
                <a:cs typeface="Courier New"/>
              </a:rPr>
              <a:t>n</a:t>
            </a:r>
          </a:p>
        </p:txBody>
      </p:sp>
      <p:sp>
        <p:nvSpPr>
          <p:cNvPr id="399" name="pdf-text-389-0">
            <a:extLst xmlns:a="http://schemas.openxmlformats.org/drawingml/2006/main">
              <a:ext uri="{FF2B5EF4-FFF2-40B4-BE49-F238E27FC236}">
                <a16:creationId xmlns:a16="http://schemas.microsoft.com/office/drawing/2014/main" id="{1BE03505-C8CB-4A5A-8384-9580824AAF1C}"/>
              </a:ext>
            </a:extLst>
          </p:cNvPr>
          <p:cNvSpPr>
            <a:spLocks xmlns:a="http://schemas.openxmlformats.org/drawingml/2006/main" noGrp="1"/>
          </p:cNvSpPr>
          <p:nvPr/>
        </p:nvSpPr>
        <p:spPr>
          <a:xfrm xmlns:a="http://schemas.openxmlformats.org/drawingml/2006/main" rot="0">
            <a:off x="5268870" y="2010789"/>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a:t>
            </a:r>
          </a:p>
        </p:txBody>
      </p:sp>
      <p:sp>
        <p:nvSpPr>
          <p:cNvPr id="400" name="pdf-text-390-0">
            <a:extLst xmlns:a="http://schemas.openxmlformats.org/drawingml/2006/main">
              <a:ext uri="{FF2B5EF4-FFF2-40B4-BE49-F238E27FC236}">
                <a16:creationId xmlns:a16="http://schemas.microsoft.com/office/drawing/2014/main" id="{F51BA668-AE85-4008-952C-FD42D356D65A}"/>
              </a:ext>
            </a:extLst>
          </p:cNvPr>
          <p:cNvSpPr>
            <a:spLocks xmlns:a="http://schemas.openxmlformats.org/drawingml/2006/main" noGrp="1"/>
          </p:cNvSpPr>
          <p:nvPr/>
        </p:nvSpPr>
        <p:spPr>
          <a:xfrm xmlns:a="http://schemas.openxmlformats.org/drawingml/2006/main" rot="0">
            <a:off x="5316018" y="2017592"/>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527" b="1" i="0">
                <a:solidFill>
                  <a:srgbClr val="000400"/>
                </a:solidFill>
                <a:latin typeface="Courier New"/>
                <a:ea typeface="Courier New"/>
                <a:cs typeface="Courier New"/>
              </a:defRPr>
            </a:defPPr>
          </a:lstStyle>
          <a:p xmlns:a="http://schemas.openxmlformats.org/drawingml/2006/main">
            <a:pPr algn="l">
              <a:defRPr sz="527" b="1" i="0">
                <a:solidFill>
                  <a:srgbClr val="000400"/>
                </a:solidFill>
                <a:latin typeface="Courier New"/>
                <a:ea typeface="Courier New"/>
                <a:cs typeface="Courier New"/>
              </a:defRPr>
            </a:pPr>
            <a:r>
              <a:rPr sz="527" b="1" i="0">
                <a:solidFill>
                  <a:srgbClr val="000400"/>
                </a:solidFill>
                <a:latin typeface="Courier New"/>
                <a:ea typeface="Courier New"/>
                <a:cs typeface="Courier New"/>
              </a:rPr>
              <a:t>B</a:t>
            </a:r>
          </a:p>
        </p:txBody>
      </p:sp>
      <p:sp>
        <p:nvSpPr>
          <p:cNvPr id="401" name="pdf-text-391-0">
            <a:extLst xmlns:a="http://schemas.openxmlformats.org/drawingml/2006/main">
              <a:ext uri="{FF2B5EF4-FFF2-40B4-BE49-F238E27FC236}">
                <a16:creationId xmlns:a16="http://schemas.microsoft.com/office/drawing/2014/main" id="{2874370D-EEE7-4B21-B065-0415AD9E1F2D}"/>
              </a:ext>
            </a:extLst>
          </p:cNvPr>
          <p:cNvSpPr>
            <a:spLocks xmlns:a="http://schemas.openxmlformats.org/drawingml/2006/main" noGrp="1"/>
          </p:cNvSpPr>
          <p:nvPr/>
        </p:nvSpPr>
        <p:spPr>
          <a:xfrm xmlns:a="http://schemas.openxmlformats.org/drawingml/2006/main" rot="0">
            <a:off x="5363169" y="2011508"/>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23" b="1" i="0">
                <a:solidFill>
                  <a:srgbClr val="000400"/>
                </a:solidFill>
                <a:latin typeface="Courier New"/>
                <a:ea typeface="Courier New"/>
                <a:cs typeface="Courier New"/>
              </a:defRPr>
            </a:defPPr>
          </a:lstStyle>
          <a:p xmlns:a="http://schemas.openxmlformats.org/drawingml/2006/main">
            <a:pPr algn="l">
              <a:defRPr sz="623" b="1" i="0">
                <a:solidFill>
                  <a:srgbClr val="000400"/>
                </a:solidFill>
                <a:latin typeface="Courier New"/>
                <a:ea typeface="Courier New"/>
                <a:cs typeface="Courier New"/>
              </a:defRPr>
            </a:pPr>
            <a:r>
              <a:rPr sz="623" b="1" i="0">
                <a:solidFill>
                  <a:srgbClr val="000400"/>
                </a:solidFill>
                <a:latin typeface="Courier New"/>
                <a:ea typeface="Courier New"/>
                <a:cs typeface="Courier New"/>
              </a:rPr>
              <a:t>o</a:t>
            </a:r>
          </a:p>
        </p:txBody>
      </p:sp>
      <p:sp>
        <p:nvSpPr>
          <p:cNvPr id="402" name="pdf-text-392-0">
            <a:extLst xmlns:a="http://schemas.openxmlformats.org/drawingml/2006/main">
              <a:ext uri="{FF2B5EF4-FFF2-40B4-BE49-F238E27FC236}">
                <a16:creationId xmlns:a16="http://schemas.microsoft.com/office/drawing/2014/main" id="{C0CE811A-148E-44D1-B19B-02A03AF44568}"/>
              </a:ext>
            </a:extLst>
          </p:cNvPr>
          <p:cNvSpPr>
            <a:spLocks xmlns:a="http://schemas.openxmlformats.org/drawingml/2006/main" noGrp="1"/>
          </p:cNvSpPr>
          <p:nvPr/>
        </p:nvSpPr>
        <p:spPr>
          <a:xfrm xmlns:a="http://schemas.openxmlformats.org/drawingml/2006/main" rot="0">
            <a:off x="5410318" y="2020003"/>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489" b="1" i="0">
                <a:solidFill>
                  <a:srgbClr val="000400"/>
                </a:solidFill>
                <a:latin typeface="Courier New"/>
                <a:ea typeface="Courier New"/>
                <a:cs typeface="Courier New"/>
              </a:defRPr>
            </a:defPPr>
          </a:lstStyle>
          <a:p xmlns:a="http://schemas.openxmlformats.org/drawingml/2006/main">
            <a:pPr algn="l">
              <a:defRPr sz="489" b="1" i="0">
                <a:solidFill>
                  <a:srgbClr val="000400"/>
                </a:solidFill>
                <a:latin typeface="Courier New"/>
                <a:ea typeface="Courier New"/>
                <a:cs typeface="Courier New"/>
              </a:defRPr>
            </a:pPr>
            <a:r>
              <a:rPr sz="489" b="1" i="0">
                <a:solidFill>
                  <a:srgbClr val="000400"/>
                </a:solidFill>
                <a:latin typeface="Courier New"/>
                <a:ea typeface="Courier New"/>
                <a:cs typeface="Courier New"/>
              </a:rPr>
              <a:t>w</a:t>
            </a:r>
          </a:p>
        </p:txBody>
      </p:sp>
      <p:sp>
        <p:nvSpPr>
          <p:cNvPr id="403" name="pdf-text-393-0">
            <a:extLst xmlns:a="http://schemas.openxmlformats.org/drawingml/2006/main">
              <a:ext uri="{FF2B5EF4-FFF2-40B4-BE49-F238E27FC236}">
                <a16:creationId xmlns:a16="http://schemas.microsoft.com/office/drawing/2014/main" id="{7C886D94-5600-4F7F-A887-6E5BD1D240BF}"/>
              </a:ext>
            </a:extLst>
          </p:cNvPr>
          <p:cNvSpPr>
            <a:spLocks xmlns:a="http://schemas.openxmlformats.org/drawingml/2006/main" noGrp="1"/>
          </p:cNvSpPr>
          <p:nvPr/>
        </p:nvSpPr>
        <p:spPr>
          <a:xfrm xmlns:a="http://schemas.openxmlformats.org/drawingml/2006/main" rot="0">
            <a:off x="5457467" y="2010789"/>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l</a:t>
            </a:r>
          </a:p>
        </p:txBody>
      </p:sp>
      <p:sp>
        <p:nvSpPr>
          <p:cNvPr id="404" name="pdf-text-394-0">
            <a:extLst xmlns:a="http://schemas.openxmlformats.org/drawingml/2006/main">
              <a:ext uri="{FF2B5EF4-FFF2-40B4-BE49-F238E27FC236}">
                <a16:creationId xmlns:a16="http://schemas.microsoft.com/office/drawing/2014/main" id="{4FD11B94-D94C-409C-BF1F-421A6B94B029}"/>
              </a:ext>
            </a:extLst>
          </p:cNvPr>
          <p:cNvSpPr>
            <a:spLocks xmlns:a="http://schemas.openxmlformats.org/drawingml/2006/main" noGrp="1"/>
          </p:cNvSpPr>
          <p:nvPr/>
        </p:nvSpPr>
        <p:spPr>
          <a:xfrm xmlns:a="http://schemas.openxmlformats.org/drawingml/2006/main" rot="0">
            <a:off x="5504616" y="2010789"/>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a:t>
            </a:r>
          </a:p>
        </p:txBody>
      </p:sp>
      <p:sp>
        <p:nvSpPr>
          <p:cNvPr id="405" name="pdf-text-395-0">
            <a:extLst xmlns:a="http://schemas.openxmlformats.org/drawingml/2006/main">
              <a:ext uri="{FF2B5EF4-FFF2-40B4-BE49-F238E27FC236}">
                <a16:creationId xmlns:a16="http://schemas.microsoft.com/office/drawing/2014/main" id="{5CCCD81C-2AFA-4875-8736-2750726E20B9}"/>
              </a:ext>
            </a:extLst>
          </p:cNvPr>
          <p:cNvSpPr>
            <a:spLocks xmlns:a="http://schemas.openxmlformats.org/drawingml/2006/main" noGrp="1"/>
          </p:cNvSpPr>
          <p:nvPr/>
        </p:nvSpPr>
        <p:spPr>
          <a:xfrm xmlns:a="http://schemas.openxmlformats.org/drawingml/2006/main" rot="0">
            <a:off x="5551765" y="2010789"/>
            <a:ext cx="95500"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 P</a:t>
            </a:r>
          </a:p>
        </p:txBody>
      </p:sp>
      <p:sp>
        <p:nvSpPr>
          <p:cNvPr id="406" name="pdf-text-396-0">
            <a:extLst xmlns:a="http://schemas.openxmlformats.org/drawingml/2006/main">
              <a:ext uri="{FF2B5EF4-FFF2-40B4-BE49-F238E27FC236}">
                <a16:creationId xmlns:a16="http://schemas.microsoft.com/office/drawing/2014/main" id="{3F333B18-33EF-44C9-A9FB-02DB57F5EB7C}"/>
              </a:ext>
            </a:extLst>
          </p:cNvPr>
          <p:cNvSpPr>
            <a:spLocks xmlns:a="http://schemas.openxmlformats.org/drawingml/2006/main" noGrp="1"/>
          </p:cNvSpPr>
          <p:nvPr/>
        </p:nvSpPr>
        <p:spPr>
          <a:xfrm xmlns:a="http://schemas.openxmlformats.org/drawingml/2006/main" rot="0">
            <a:off x="5646064" y="2010789"/>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l</a:t>
            </a:r>
          </a:p>
        </p:txBody>
      </p:sp>
      <p:sp>
        <p:nvSpPr>
          <p:cNvPr id="407" name="pdf-text-397-0">
            <a:extLst xmlns:a="http://schemas.openxmlformats.org/drawingml/2006/main">
              <a:ext uri="{FF2B5EF4-FFF2-40B4-BE49-F238E27FC236}">
                <a16:creationId xmlns:a16="http://schemas.microsoft.com/office/drawing/2014/main" id="{5DB3F1C0-5733-483E-B93B-72E35646924E}"/>
              </a:ext>
            </a:extLst>
          </p:cNvPr>
          <p:cNvSpPr>
            <a:spLocks xmlns:a="http://schemas.openxmlformats.org/drawingml/2006/main" noGrp="1"/>
          </p:cNvSpPr>
          <p:nvPr/>
        </p:nvSpPr>
        <p:spPr>
          <a:xfrm xmlns:a="http://schemas.openxmlformats.org/drawingml/2006/main" rot="0">
            <a:off x="5693213" y="2010789"/>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a</a:t>
            </a:r>
          </a:p>
        </p:txBody>
      </p:sp>
      <p:sp>
        <p:nvSpPr>
          <p:cNvPr id="408" name="pdf-text-398-0">
            <a:extLst xmlns:a="http://schemas.openxmlformats.org/drawingml/2006/main">
              <a:ext uri="{FF2B5EF4-FFF2-40B4-BE49-F238E27FC236}">
                <a16:creationId xmlns:a16="http://schemas.microsoft.com/office/drawing/2014/main" id="{3157E977-48AA-433C-8C3C-7ED83F5B6045}"/>
              </a:ext>
            </a:extLst>
          </p:cNvPr>
          <p:cNvSpPr>
            <a:spLocks xmlns:a="http://schemas.openxmlformats.org/drawingml/2006/main" noGrp="1"/>
          </p:cNvSpPr>
          <p:nvPr/>
        </p:nvSpPr>
        <p:spPr>
          <a:xfrm xmlns:a="http://schemas.openxmlformats.org/drawingml/2006/main" rot="0">
            <a:off x="5740362" y="2010789"/>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t</a:t>
            </a:r>
          </a:p>
        </p:txBody>
      </p:sp>
      <p:sp>
        <p:nvSpPr>
          <p:cNvPr id="409" name="pdf-text-399-0">
            <a:extLst xmlns:a="http://schemas.openxmlformats.org/drawingml/2006/main">
              <a:ext uri="{FF2B5EF4-FFF2-40B4-BE49-F238E27FC236}">
                <a16:creationId xmlns:a16="http://schemas.microsoft.com/office/drawing/2014/main" id="{64AD4E96-22E3-4890-B375-038CB1CA05AA}"/>
              </a:ext>
            </a:extLst>
          </p:cNvPr>
          <p:cNvSpPr>
            <a:spLocks xmlns:a="http://schemas.openxmlformats.org/drawingml/2006/main" noGrp="1"/>
          </p:cNvSpPr>
          <p:nvPr/>
        </p:nvSpPr>
        <p:spPr>
          <a:xfrm xmlns:a="http://schemas.openxmlformats.org/drawingml/2006/main" rot="0">
            <a:off x="5787512" y="2010789"/>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e</a:t>
            </a:r>
          </a:p>
        </p:txBody>
      </p:sp>
      <p:sp>
        <p:nvSpPr>
          <p:cNvPr id="410" name="pdf-text-400-0">
            <a:extLst xmlns:a="http://schemas.openxmlformats.org/drawingml/2006/main">
              <a:ext uri="{FF2B5EF4-FFF2-40B4-BE49-F238E27FC236}">
                <a16:creationId xmlns:a16="http://schemas.microsoft.com/office/drawing/2014/main" id="{E96435B5-B803-4315-97DC-6F92B6AF29BE}"/>
              </a:ext>
            </a:extLst>
          </p:cNvPr>
          <p:cNvSpPr>
            <a:spLocks xmlns:a="http://schemas.openxmlformats.org/drawingml/2006/main" noGrp="1"/>
          </p:cNvSpPr>
          <p:nvPr/>
        </p:nvSpPr>
        <p:spPr>
          <a:xfrm xmlns:a="http://schemas.openxmlformats.org/drawingml/2006/main" rot="0">
            <a:off x="5834661" y="2010789"/>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a:t>
            </a:r>
          </a:p>
        </p:txBody>
      </p:sp>
      <p:sp>
        <p:nvSpPr>
          <p:cNvPr id="411" name="pdf-path-996">
            <a:extLst xmlns:a="http://schemas.openxmlformats.org/drawingml/2006/main">
              <a:ext uri="{FF2B5EF4-FFF2-40B4-BE49-F238E27FC236}">
                <a16:creationId xmlns:a16="http://schemas.microsoft.com/office/drawing/2014/main" id="{EAB401EA-6D7A-47F1-B84A-D2F1E4C5E5FC}"/>
              </a:ext>
            </a:extLst>
          </p:cNvPr>
          <p:cNvSpPr>
            <a:spLocks xmlns:a="http://schemas.openxmlformats.org/drawingml/2006/main" noGrp="1"/>
          </p:cNvSpPr>
          <p:nvPr/>
        </p:nvSpPr>
        <p:spPr>
          <a:xfrm xmlns:a="http://schemas.openxmlformats.org/drawingml/2006/main" rot="0">
            <a:off x="4613522" y="2031898"/>
            <a:ext cx="46418" cy="57051"/>
          </a:xfrm>
          <a:custGeom xmlns:a="http://schemas.openxmlformats.org/drawingml/2006/main">
            <a:pathLst>
              <a:path w="46418" h="57051">
                <a:moveTo>
                  <a:pt x="42699" y="8493"/>
                </a:moveTo>
                <a:cubicBezTo>
                  <a:pt x="39302" y="8686"/>
                  <a:pt x="36725" y="11452"/>
                  <a:pt x="36725" y="14219"/>
                </a:cubicBezTo>
                <a:cubicBezTo>
                  <a:pt x="36725" y="15972"/>
                  <a:pt x="37933" y="17998"/>
                  <a:pt x="40686" y="17998"/>
                </a:cubicBezTo>
                <a:cubicBezTo>
                  <a:pt x="43455" y="17998"/>
                  <a:pt x="46418" y="15795"/>
                  <a:pt x="46418" y="10889"/>
                </a:cubicBezTo>
                <a:cubicBezTo>
                  <a:pt x="46418" y="5163"/>
                  <a:pt x="41072" y="0"/>
                  <a:pt x="31380" y="0"/>
                </a:cubicBezTo>
                <a:cubicBezTo>
                  <a:pt x="14845" y="0"/>
                  <a:pt x="10062" y="12836"/>
                  <a:pt x="10062" y="18369"/>
                </a:cubicBezTo>
                <a:cubicBezTo>
                  <a:pt x="10062" y="28244"/>
                  <a:pt x="19369" y="29997"/>
                  <a:pt x="23153" y="30818"/>
                </a:cubicBezTo>
                <a:cubicBezTo>
                  <a:pt x="29625" y="32201"/>
                  <a:pt x="36162" y="33584"/>
                  <a:pt x="36162" y="40453"/>
                </a:cubicBezTo>
                <a:cubicBezTo>
                  <a:pt x="36162" y="43653"/>
                  <a:pt x="33393" y="54285"/>
                  <a:pt x="18178" y="54285"/>
                </a:cubicBezTo>
                <a:cubicBezTo>
                  <a:pt x="16422" y="54285"/>
                  <a:pt x="6730" y="54285"/>
                  <a:pt x="3768" y="47546"/>
                </a:cubicBezTo>
                <a:cubicBezTo>
                  <a:pt x="8679" y="48173"/>
                  <a:pt x="11818" y="44409"/>
                  <a:pt x="11818" y="40886"/>
                </a:cubicBezTo>
                <a:cubicBezTo>
                  <a:pt x="11818" y="38120"/>
                  <a:pt x="9693" y="36544"/>
                  <a:pt x="7100" y="36544"/>
                </a:cubicBezTo>
                <a:cubicBezTo>
                  <a:pt x="3768" y="36544"/>
                  <a:pt x="0" y="39070"/>
                  <a:pt x="0" y="44779"/>
                </a:cubicBezTo>
                <a:cubicBezTo>
                  <a:pt x="0" y="51889"/>
                  <a:pt x="7294" y="57051"/>
                  <a:pt x="17984" y="57051"/>
                </a:cubicBezTo>
                <a:cubicBezTo>
                  <a:pt x="38561" y="57051"/>
                  <a:pt x="43455" y="41836"/>
                  <a:pt x="43455" y="36109"/>
                </a:cubicBezTo>
                <a:cubicBezTo>
                  <a:pt x="43455" y="31574"/>
                  <a:pt x="41072" y="28438"/>
                  <a:pt x="39495" y="27054"/>
                </a:cubicBezTo>
                <a:cubicBezTo>
                  <a:pt x="36162" y="23532"/>
                  <a:pt x="32395" y="22711"/>
                  <a:pt x="26855" y="21698"/>
                </a:cubicBezTo>
                <a:cubicBezTo>
                  <a:pt x="22331" y="20765"/>
                  <a:pt x="17356" y="19752"/>
                  <a:pt x="17356" y="14026"/>
                </a:cubicBezTo>
                <a:cubicBezTo>
                  <a:pt x="17356" y="10439"/>
                  <a:pt x="20383" y="2767"/>
                  <a:pt x="31380" y="2767"/>
                </a:cubicBezTo>
                <a:cubicBezTo>
                  <a:pt x="34600" y="2767"/>
                  <a:pt x="40879" y="3780"/>
                  <a:pt x="42699" y="8493"/>
                </a:cubicBezTo>
              </a:path>
            </a:pathLst>
          </a:custGeom>
          <a:solidFill xmlns:a="http://schemas.openxmlformats.org/drawingml/2006/main">
            <a:srgbClr val="000000"/>
          </a:solidFill>
          <a:ln xmlns:a="http://schemas.openxmlformats.org/drawingml/2006/main" w="8581">
            <a:solidFill>
              <a:srgbClr val="000000"/>
            </a:solidFill>
            <a:prstDash val="solid"/>
          </a:ln>
        </p:spPr>
      </p:sp>
      <p:sp>
        <p:nvSpPr>
          <p:cNvPr id="412" name="pdf-path-998">
            <a:extLst xmlns:a="http://schemas.openxmlformats.org/drawingml/2006/main">
              <a:ext uri="{FF2B5EF4-FFF2-40B4-BE49-F238E27FC236}">
                <a16:creationId xmlns:a16="http://schemas.microsoft.com/office/drawing/2014/main" id="{1D655270-8232-4BFE-BCF8-A4BA90457ED2}"/>
              </a:ext>
            </a:extLst>
          </p:cNvPr>
          <p:cNvSpPr>
            <a:spLocks xmlns:a="http://schemas.openxmlformats.org/drawingml/2006/main" noGrp="1"/>
          </p:cNvSpPr>
          <p:nvPr/>
        </p:nvSpPr>
        <p:spPr>
          <a:xfrm xmlns:a="http://schemas.openxmlformats.org/drawingml/2006/main" rot="0">
            <a:off x="4670824" y="1988373"/>
            <a:ext cx="36919" cy="55861"/>
          </a:xfrm>
          <a:custGeom xmlns:a="http://schemas.openxmlformats.org/drawingml/2006/main">
            <a:pathLst>
              <a:path w="36919" h="55861">
                <a:moveTo>
                  <a:pt x="20126" y="9071"/>
                </a:moveTo>
                <a:cubicBezTo>
                  <a:pt x="22509" y="12015"/>
                  <a:pt x="24907" y="13591"/>
                  <a:pt x="26035" y="14604"/>
                </a:cubicBezTo>
                <a:cubicBezTo>
                  <a:pt x="30994" y="17741"/>
                  <a:pt x="35534" y="18368"/>
                  <a:pt x="35712" y="18368"/>
                </a:cubicBezTo>
                <a:cubicBezTo>
                  <a:pt x="36919" y="18368"/>
                  <a:pt x="36919" y="17548"/>
                  <a:pt x="36919" y="16550"/>
                </a:cubicBezTo>
                <a:cubicBezTo>
                  <a:pt x="36919" y="15602"/>
                  <a:pt x="36919" y="15167"/>
                  <a:pt x="35712" y="14975"/>
                </a:cubicBezTo>
                <a:cubicBezTo>
                  <a:pt x="27420" y="13028"/>
                  <a:pt x="22315" y="8058"/>
                  <a:pt x="19739" y="1399"/>
                </a:cubicBezTo>
                <a:cubicBezTo>
                  <a:pt x="19369" y="385"/>
                  <a:pt x="19112" y="0"/>
                  <a:pt x="18355" y="0"/>
                </a:cubicBezTo>
                <a:cubicBezTo>
                  <a:pt x="17727" y="0"/>
                  <a:pt x="17550" y="579"/>
                  <a:pt x="17356" y="579"/>
                </a:cubicBezTo>
                <a:cubicBezTo>
                  <a:pt x="16600" y="2959"/>
                  <a:pt x="15215" y="6305"/>
                  <a:pt x="11625" y="9634"/>
                </a:cubicBezTo>
                <a:cubicBezTo>
                  <a:pt x="7486" y="13398"/>
                  <a:pt x="3140" y="14411"/>
                  <a:pt x="1385" y="14782"/>
                </a:cubicBezTo>
                <a:cubicBezTo>
                  <a:pt x="177" y="14975"/>
                  <a:pt x="0" y="15167"/>
                  <a:pt x="0" y="16550"/>
                </a:cubicBezTo>
                <a:cubicBezTo>
                  <a:pt x="0" y="17548"/>
                  <a:pt x="0" y="18368"/>
                  <a:pt x="934" y="18368"/>
                </a:cubicBezTo>
                <a:cubicBezTo>
                  <a:pt x="1191" y="18368"/>
                  <a:pt x="5716" y="17934"/>
                  <a:pt x="10627" y="14604"/>
                </a:cubicBezTo>
                <a:cubicBezTo>
                  <a:pt x="13573" y="12835"/>
                  <a:pt x="15586" y="10454"/>
                  <a:pt x="16600" y="9071"/>
                </a:cubicBezTo>
                <a:lnTo>
                  <a:pt x="16600" y="53095"/>
                </a:lnTo>
                <a:cubicBezTo>
                  <a:pt x="16600" y="54092"/>
                  <a:pt x="16600" y="55861"/>
                  <a:pt x="18355" y="55861"/>
                </a:cubicBezTo>
                <a:cubicBezTo>
                  <a:pt x="20126" y="55861"/>
                  <a:pt x="20126" y="54092"/>
                  <a:pt x="20126" y="53095"/>
                </a:cubicBezTo>
                <a:lnTo>
                  <a:pt x="20126" y="9071"/>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413" name="pdf-path-1000">
            <a:extLst xmlns:a="http://schemas.openxmlformats.org/drawingml/2006/main">
              <a:ext uri="{FF2B5EF4-FFF2-40B4-BE49-F238E27FC236}">
                <a16:creationId xmlns:a16="http://schemas.microsoft.com/office/drawing/2014/main" id="{F0D854E9-47C0-44EA-BE70-E0CCF3401F79}"/>
              </a:ext>
            </a:extLst>
          </p:cNvPr>
          <p:cNvSpPr>
            <a:spLocks xmlns:a="http://schemas.openxmlformats.org/drawingml/2006/main" noGrp="1"/>
          </p:cNvSpPr>
          <p:nvPr/>
        </p:nvSpPr>
        <p:spPr>
          <a:xfrm xmlns:a="http://schemas.openxmlformats.org/drawingml/2006/main" rot="0">
            <a:off x="4675719" y="2062716"/>
            <a:ext cx="32024" cy="58435"/>
          </a:xfrm>
          <a:custGeom xmlns:a="http://schemas.openxmlformats.org/drawingml/2006/main">
            <a:pathLst>
              <a:path w="32024" h="58435">
                <a:moveTo>
                  <a:pt x="19755" y="2332"/>
                </a:moveTo>
                <a:cubicBezTo>
                  <a:pt x="19755" y="0"/>
                  <a:pt x="19755" y="0"/>
                  <a:pt x="17244" y="0"/>
                </a:cubicBezTo>
                <a:cubicBezTo>
                  <a:pt x="11447" y="5469"/>
                  <a:pt x="3590" y="5469"/>
                  <a:pt x="0" y="5469"/>
                </a:cubicBezTo>
                <a:lnTo>
                  <a:pt x="0" y="8685"/>
                </a:lnTo>
                <a:cubicBezTo>
                  <a:pt x="2013" y="8685"/>
                  <a:pt x="7937" y="8685"/>
                  <a:pt x="12655" y="6289"/>
                </a:cubicBezTo>
                <a:lnTo>
                  <a:pt x="12655" y="51068"/>
                </a:lnTo>
                <a:cubicBezTo>
                  <a:pt x="12655" y="54092"/>
                  <a:pt x="12655" y="55218"/>
                  <a:pt x="3961" y="55218"/>
                </a:cubicBezTo>
                <a:lnTo>
                  <a:pt x="628" y="55218"/>
                </a:lnTo>
                <a:lnTo>
                  <a:pt x="628" y="58435"/>
                </a:lnTo>
                <a:cubicBezTo>
                  <a:pt x="2205" y="58435"/>
                  <a:pt x="13089" y="57984"/>
                  <a:pt x="16230" y="57984"/>
                </a:cubicBezTo>
                <a:cubicBezTo>
                  <a:pt x="18999" y="57984"/>
                  <a:pt x="30076" y="58435"/>
                  <a:pt x="32024" y="58435"/>
                </a:cubicBezTo>
                <a:lnTo>
                  <a:pt x="32024" y="55218"/>
                </a:lnTo>
                <a:lnTo>
                  <a:pt x="28691" y="55218"/>
                </a:lnTo>
                <a:cubicBezTo>
                  <a:pt x="19755" y="55218"/>
                  <a:pt x="19755" y="54092"/>
                  <a:pt x="19755" y="51068"/>
                </a:cubicBezTo>
                <a:lnTo>
                  <a:pt x="19755" y="2332"/>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414" name="pdf-path-1002">
            <a:extLst xmlns:a="http://schemas.openxmlformats.org/drawingml/2006/main">
              <a:ext uri="{FF2B5EF4-FFF2-40B4-BE49-F238E27FC236}">
                <a16:creationId xmlns:a16="http://schemas.microsoft.com/office/drawing/2014/main" id="{DAB436D2-283B-4F4E-A762-24C523995526}"/>
              </a:ext>
            </a:extLst>
          </p:cNvPr>
          <p:cNvSpPr>
            <a:spLocks xmlns:a="http://schemas.openxmlformats.org/drawingml/2006/main" noGrp="1"/>
          </p:cNvSpPr>
          <p:nvPr/>
        </p:nvSpPr>
        <p:spPr>
          <a:xfrm xmlns:a="http://schemas.openxmlformats.org/drawingml/2006/main" rot="0">
            <a:off x="4516098" y="2858189"/>
            <a:ext cx="1441565" cy="165726"/>
          </a:xfrm>
          <a:custGeom xmlns:a="http://schemas.openxmlformats.org/drawingml/2006/main">
            <a:pathLst>
              <a:path w="1441565" h="165726">
                <a:moveTo>
                  <a:pt x="52021" y="0"/>
                </a:moveTo>
                <a:lnTo>
                  <a:pt x="1389561" y="0"/>
                </a:lnTo>
                <a:cubicBezTo>
                  <a:pt x="1418364" y="0"/>
                  <a:pt x="1441565" y="21508"/>
                  <a:pt x="1441565" y="48177"/>
                </a:cubicBezTo>
                <a:lnTo>
                  <a:pt x="1441565" y="117490"/>
                </a:lnTo>
                <a:cubicBezTo>
                  <a:pt x="1441565" y="144218"/>
                  <a:pt x="1418364" y="165726"/>
                  <a:pt x="1389561" y="165726"/>
                </a:cubicBezTo>
                <a:lnTo>
                  <a:pt x="52021" y="165726"/>
                </a:lnTo>
                <a:cubicBezTo>
                  <a:pt x="23216" y="165726"/>
                  <a:pt x="0" y="144218"/>
                  <a:pt x="0" y="117490"/>
                </a:cubicBezTo>
                <a:lnTo>
                  <a:pt x="0" y="48177"/>
                </a:lnTo>
                <a:cubicBezTo>
                  <a:pt x="0" y="21508"/>
                  <a:pt x="23216" y="0"/>
                  <a:pt x="52021" y="0"/>
                </a:cubicBezTo>
              </a:path>
            </a:pathLst>
          </a:custGeom>
          <a:solidFill xmlns:a="http://schemas.openxmlformats.org/drawingml/2006/main">
            <a:srgbClr val="EAECEE"/>
          </a:solidFill>
          <a:ln xmlns:a="http://schemas.openxmlformats.org/drawingml/2006/main" w="15395">
            <a:solidFill>
              <a:srgbClr val="4A5568"/>
            </a:solidFill>
            <a:prstDash val="solid"/>
          </a:ln>
        </p:spPr>
      </p:sp>
      <p:sp>
        <p:nvSpPr>
          <p:cNvPr id="415" name="pdf-text-401-0">
            <a:extLst xmlns:a="http://schemas.openxmlformats.org/drawingml/2006/main">
              <a:ext uri="{FF2B5EF4-FFF2-40B4-BE49-F238E27FC236}">
                <a16:creationId xmlns:a16="http://schemas.microsoft.com/office/drawing/2014/main" id="{002AA789-C4D8-458A-AA2E-3393BB44A3F5}"/>
              </a:ext>
            </a:extLst>
          </p:cNvPr>
          <p:cNvSpPr>
            <a:spLocks xmlns:a="http://schemas.openxmlformats.org/drawingml/2006/main" noGrp="1"/>
          </p:cNvSpPr>
          <p:nvPr/>
        </p:nvSpPr>
        <p:spPr>
          <a:xfrm xmlns:a="http://schemas.openxmlformats.org/drawingml/2006/main" rot="0">
            <a:off x="4654306" y="2897087"/>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a:t>
            </a:r>
          </a:p>
        </p:txBody>
      </p:sp>
      <p:sp>
        <p:nvSpPr>
          <p:cNvPr id="416" name="pdf-text-402-0">
            <a:extLst xmlns:a="http://schemas.openxmlformats.org/drawingml/2006/main">
              <a:ext uri="{FF2B5EF4-FFF2-40B4-BE49-F238E27FC236}">
                <a16:creationId xmlns:a16="http://schemas.microsoft.com/office/drawing/2014/main" id="{EB037A73-A216-43A2-B5E2-9BC75197709D}"/>
              </a:ext>
            </a:extLst>
          </p:cNvPr>
          <p:cNvSpPr>
            <a:spLocks xmlns:a="http://schemas.openxmlformats.org/drawingml/2006/main" noGrp="1"/>
          </p:cNvSpPr>
          <p:nvPr/>
        </p:nvSpPr>
        <p:spPr>
          <a:xfrm xmlns:a="http://schemas.openxmlformats.org/drawingml/2006/main" rot="0">
            <a:off x="4701455" y="2897087"/>
            <a:ext cx="95500"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 s</a:t>
            </a:r>
          </a:p>
        </p:txBody>
      </p:sp>
      <p:sp>
        <p:nvSpPr>
          <p:cNvPr id="417" name="pdf-text-403-0">
            <a:extLst xmlns:a="http://schemas.openxmlformats.org/drawingml/2006/main">
              <a:ext uri="{FF2B5EF4-FFF2-40B4-BE49-F238E27FC236}">
                <a16:creationId xmlns:a16="http://schemas.microsoft.com/office/drawing/2014/main" id="{8D999709-3D23-45CE-B25C-2608CAD114D8}"/>
              </a:ext>
            </a:extLst>
          </p:cNvPr>
          <p:cNvSpPr>
            <a:spLocks xmlns:a="http://schemas.openxmlformats.org/drawingml/2006/main" noGrp="1"/>
          </p:cNvSpPr>
          <p:nvPr/>
        </p:nvSpPr>
        <p:spPr>
          <a:xfrm xmlns:a="http://schemas.openxmlformats.org/drawingml/2006/main" rot="0">
            <a:off x="4795754" y="2897087"/>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t</a:t>
            </a:r>
          </a:p>
        </p:txBody>
      </p:sp>
      <p:sp>
        <p:nvSpPr>
          <p:cNvPr id="418" name="pdf-text-404-0">
            <a:extLst xmlns:a="http://schemas.openxmlformats.org/drawingml/2006/main">
              <a:ext uri="{FF2B5EF4-FFF2-40B4-BE49-F238E27FC236}">
                <a16:creationId xmlns:a16="http://schemas.microsoft.com/office/drawing/2014/main" id="{30155F3A-1CFB-4723-BDC7-3142E1F6C16A}"/>
              </a:ext>
            </a:extLst>
          </p:cNvPr>
          <p:cNvSpPr>
            <a:spLocks xmlns:a="http://schemas.openxmlformats.org/drawingml/2006/main" noGrp="1"/>
          </p:cNvSpPr>
          <p:nvPr/>
        </p:nvSpPr>
        <p:spPr>
          <a:xfrm xmlns:a="http://schemas.openxmlformats.org/drawingml/2006/main" rot="0">
            <a:off x="4842903" y="2897087"/>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a</a:t>
            </a:r>
          </a:p>
        </p:txBody>
      </p:sp>
      <p:sp>
        <p:nvSpPr>
          <p:cNvPr id="419" name="pdf-text-405-0">
            <a:extLst xmlns:a="http://schemas.openxmlformats.org/drawingml/2006/main">
              <a:ext uri="{FF2B5EF4-FFF2-40B4-BE49-F238E27FC236}">
                <a16:creationId xmlns:a16="http://schemas.microsoft.com/office/drawing/2014/main" id="{A8494DC2-EC7B-4BCF-A36D-B5C9C632AE67}"/>
              </a:ext>
            </a:extLst>
          </p:cNvPr>
          <p:cNvSpPr>
            <a:spLocks xmlns:a="http://schemas.openxmlformats.org/drawingml/2006/main" noGrp="1"/>
          </p:cNvSpPr>
          <p:nvPr/>
        </p:nvSpPr>
        <p:spPr>
          <a:xfrm xmlns:a="http://schemas.openxmlformats.org/drawingml/2006/main" rot="0">
            <a:off x="4890052" y="2897087"/>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c</a:t>
            </a:r>
          </a:p>
        </p:txBody>
      </p:sp>
      <p:sp>
        <p:nvSpPr>
          <p:cNvPr id="420" name="pdf-text-406-0">
            <a:extLst xmlns:a="http://schemas.openxmlformats.org/drawingml/2006/main">
              <a:ext uri="{FF2B5EF4-FFF2-40B4-BE49-F238E27FC236}">
                <a16:creationId xmlns:a16="http://schemas.microsoft.com/office/drawing/2014/main" id="{14A86465-4BAF-42A2-B333-E48DEB63E591}"/>
              </a:ext>
            </a:extLst>
          </p:cNvPr>
          <p:cNvSpPr>
            <a:spLocks xmlns:a="http://schemas.openxmlformats.org/drawingml/2006/main" noGrp="1"/>
          </p:cNvSpPr>
          <p:nvPr/>
        </p:nvSpPr>
        <p:spPr>
          <a:xfrm xmlns:a="http://schemas.openxmlformats.org/drawingml/2006/main" rot="0">
            <a:off x="4937202" y="2897087"/>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k</a:t>
            </a:r>
          </a:p>
        </p:txBody>
      </p:sp>
      <p:sp>
        <p:nvSpPr>
          <p:cNvPr id="421" name="pdf-text-407-0">
            <a:extLst xmlns:a="http://schemas.openxmlformats.org/drawingml/2006/main">
              <a:ext uri="{FF2B5EF4-FFF2-40B4-BE49-F238E27FC236}">
                <a16:creationId xmlns:a16="http://schemas.microsoft.com/office/drawing/2014/main" id="{23C540C8-30EE-4118-8AF9-5D887CA563AD}"/>
              </a:ext>
            </a:extLst>
          </p:cNvPr>
          <p:cNvSpPr>
            <a:spLocks xmlns:a="http://schemas.openxmlformats.org/drawingml/2006/main" noGrp="1"/>
          </p:cNvSpPr>
          <p:nvPr/>
        </p:nvSpPr>
        <p:spPr>
          <a:xfrm xmlns:a="http://schemas.openxmlformats.org/drawingml/2006/main" rot="0">
            <a:off x="4984350" y="2897087"/>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e</a:t>
            </a:r>
          </a:p>
        </p:txBody>
      </p:sp>
      <p:sp>
        <p:nvSpPr>
          <p:cNvPr id="422" name="pdf-text-408-0">
            <a:extLst xmlns:a="http://schemas.openxmlformats.org/drawingml/2006/main">
              <a:ext uri="{FF2B5EF4-FFF2-40B4-BE49-F238E27FC236}">
                <a16:creationId xmlns:a16="http://schemas.microsoft.com/office/drawing/2014/main" id="{CC82F7F1-E475-4413-A32D-EE97F0F411A3}"/>
              </a:ext>
            </a:extLst>
          </p:cNvPr>
          <p:cNvSpPr>
            <a:spLocks xmlns:a="http://schemas.openxmlformats.org/drawingml/2006/main" noGrp="1"/>
          </p:cNvSpPr>
          <p:nvPr/>
        </p:nvSpPr>
        <p:spPr>
          <a:xfrm xmlns:a="http://schemas.openxmlformats.org/drawingml/2006/main" rot="0">
            <a:off x="5031500" y="2897806"/>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23" b="1" i="0">
                <a:solidFill>
                  <a:srgbClr val="000400"/>
                </a:solidFill>
                <a:latin typeface="Courier New"/>
                <a:ea typeface="Courier New"/>
                <a:cs typeface="Courier New"/>
              </a:defRPr>
            </a:defPPr>
          </a:lstStyle>
          <a:p xmlns:a="http://schemas.openxmlformats.org/drawingml/2006/main">
            <a:pPr algn="l">
              <a:defRPr sz="623" b="1" i="0">
                <a:solidFill>
                  <a:srgbClr val="000400"/>
                </a:solidFill>
                <a:latin typeface="Courier New"/>
                <a:ea typeface="Courier New"/>
                <a:cs typeface="Courier New"/>
              </a:defRPr>
            </a:pPr>
            <a:r>
              <a:rPr sz="623" b="1" i="0">
                <a:solidFill>
                  <a:srgbClr val="000400"/>
                </a:solidFill>
                <a:latin typeface="Courier New"/>
                <a:ea typeface="Courier New"/>
                <a:cs typeface="Courier New"/>
              </a:rPr>
              <a:t>d</a:t>
            </a:r>
          </a:p>
        </p:txBody>
      </p:sp>
      <p:sp>
        <p:nvSpPr>
          <p:cNvPr id="423" name="pdf-text-409-0">
            <a:extLst xmlns:a="http://schemas.openxmlformats.org/drawingml/2006/main">
              <a:ext uri="{FF2B5EF4-FFF2-40B4-BE49-F238E27FC236}">
                <a16:creationId xmlns:a16="http://schemas.microsoft.com/office/drawing/2014/main" id="{DBB51DF1-F28D-4BDF-B746-C348DB240039}"/>
              </a:ext>
            </a:extLst>
          </p:cNvPr>
          <p:cNvSpPr>
            <a:spLocks xmlns:a="http://schemas.openxmlformats.org/drawingml/2006/main" noGrp="1"/>
          </p:cNvSpPr>
          <p:nvPr/>
        </p:nvSpPr>
        <p:spPr>
          <a:xfrm xmlns:a="http://schemas.openxmlformats.org/drawingml/2006/main" rot="0">
            <a:off x="5078649" y="2897087"/>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_</a:t>
            </a:r>
          </a:p>
        </p:txBody>
      </p:sp>
      <p:sp>
        <p:nvSpPr>
          <p:cNvPr id="424" name="pdf-text-410-0">
            <a:extLst xmlns:a="http://schemas.openxmlformats.org/drawingml/2006/main">
              <a:ext uri="{FF2B5EF4-FFF2-40B4-BE49-F238E27FC236}">
                <a16:creationId xmlns:a16="http://schemas.microsoft.com/office/drawing/2014/main" id="{EC8EE08F-C2C0-45FB-848F-37810AD331AF}"/>
              </a:ext>
            </a:extLst>
          </p:cNvPr>
          <p:cNvSpPr>
            <a:spLocks xmlns:a="http://schemas.openxmlformats.org/drawingml/2006/main" noGrp="1"/>
          </p:cNvSpPr>
          <p:nvPr/>
        </p:nvSpPr>
        <p:spPr>
          <a:xfrm xmlns:a="http://schemas.openxmlformats.org/drawingml/2006/main" rot="0">
            <a:off x="5125798" y="2897806"/>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23" b="1" i="0">
                <a:solidFill>
                  <a:srgbClr val="000400"/>
                </a:solidFill>
                <a:latin typeface="Courier New"/>
                <a:ea typeface="Courier New"/>
                <a:cs typeface="Courier New"/>
              </a:defRPr>
            </a:defPPr>
          </a:lstStyle>
          <a:p xmlns:a="http://schemas.openxmlformats.org/drawingml/2006/main">
            <a:pPr algn="l">
              <a:defRPr sz="623" b="1" i="0">
                <a:solidFill>
                  <a:srgbClr val="000400"/>
                </a:solidFill>
                <a:latin typeface="Courier New"/>
                <a:ea typeface="Courier New"/>
                <a:cs typeface="Courier New"/>
              </a:defRPr>
            </a:pPr>
            <a:r>
              <a:rPr sz="623" b="1" i="0">
                <a:solidFill>
                  <a:srgbClr val="000400"/>
                </a:solidFill>
                <a:latin typeface="Courier New"/>
                <a:ea typeface="Courier New"/>
                <a:cs typeface="Courier New"/>
              </a:rPr>
              <a:t>o</a:t>
            </a:r>
          </a:p>
        </p:txBody>
      </p:sp>
      <p:sp>
        <p:nvSpPr>
          <p:cNvPr id="425" name="pdf-text-411-0">
            <a:extLst xmlns:a="http://schemas.openxmlformats.org/drawingml/2006/main">
              <a:ext uri="{FF2B5EF4-FFF2-40B4-BE49-F238E27FC236}">
                <a16:creationId xmlns:a16="http://schemas.microsoft.com/office/drawing/2014/main" id="{A315136F-116C-41F0-A903-E8F8CDCB5BD3}"/>
              </a:ext>
            </a:extLst>
          </p:cNvPr>
          <p:cNvSpPr>
            <a:spLocks xmlns:a="http://schemas.openxmlformats.org/drawingml/2006/main" noGrp="1"/>
          </p:cNvSpPr>
          <p:nvPr/>
        </p:nvSpPr>
        <p:spPr>
          <a:xfrm xmlns:a="http://schemas.openxmlformats.org/drawingml/2006/main" rot="0">
            <a:off x="5172948" y="2897806"/>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23" b="1" i="0">
                <a:solidFill>
                  <a:srgbClr val="000400"/>
                </a:solidFill>
                <a:latin typeface="Courier New"/>
                <a:ea typeface="Courier New"/>
                <a:cs typeface="Courier New"/>
              </a:defRPr>
            </a:defPPr>
          </a:lstStyle>
          <a:p xmlns:a="http://schemas.openxmlformats.org/drawingml/2006/main">
            <a:pPr algn="l">
              <a:defRPr sz="623" b="1" i="0">
                <a:solidFill>
                  <a:srgbClr val="000400"/>
                </a:solidFill>
                <a:latin typeface="Courier New"/>
                <a:ea typeface="Courier New"/>
                <a:cs typeface="Courier New"/>
              </a:defRPr>
            </a:pPr>
            <a:r>
              <a:rPr sz="623" b="1" i="0">
                <a:solidFill>
                  <a:srgbClr val="000400"/>
                </a:solidFill>
                <a:latin typeface="Courier New"/>
                <a:ea typeface="Courier New"/>
                <a:cs typeface="Courier New"/>
              </a:rPr>
              <a:t>n</a:t>
            </a:r>
          </a:p>
        </p:txBody>
      </p:sp>
      <p:sp>
        <p:nvSpPr>
          <p:cNvPr id="426" name="pdf-text-412-0">
            <a:extLst xmlns:a="http://schemas.openxmlformats.org/drawingml/2006/main">
              <a:ext uri="{FF2B5EF4-FFF2-40B4-BE49-F238E27FC236}">
                <a16:creationId xmlns:a16="http://schemas.microsoft.com/office/drawing/2014/main" id="{E22E873D-4229-4EDE-B794-0C54D4ED52B9}"/>
              </a:ext>
            </a:extLst>
          </p:cNvPr>
          <p:cNvSpPr>
            <a:spLocks xmlns:a="http://schemas.openxmlformats.org/drawingml/2006/main" noGrp="1"/>
          </p:cNvSpPr>
          <p:nvPr/>
        </p:nvSpPr>
        <p:spPr>
          <a:xfrm xmlns:a="http://schemas.openxmlformats.org/drawingml/2006/main" rot="0">
            <a:off x="5220097" y="2897087"/>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a:t>
            </a:r>
          </a:p>
        </p:txBody>
      </p:sp>
      <p:sp>
        <p:nvSpPr>
          <p:cNvPr id="427" name="pdf-text-413-0">
            <a:extLst xmlns:a="http://schemas.openxmlformats.org/drawingml/2006/main">
              <a:ext uri="{FF2B5EF4-FFF2-40B4-BE49-F238E27FC236}">
                <a16:creationId xmlns:a16="http://schemas.microsoft.com/office/drawing/2014/main" id="{6A95AF3D-0319-417A-807E-7FC0256FC46D}"/>
              </a:ext>
            </a:extLst>
          </p:cNvPr>
          <p:cNvSpPr>
            <a:spLocks xmlns:a="http://schemas.openxmlformats.org/drawingml/2006/main" noGrp="1"/>
          </p:cNvSpPr>
          <p:nvPr/>
        </p:nvSpPr>
        <p:spPr>
          <a:xfrm xmlns:a="http://schemas.openxmlformats.org/drawingml/2006/main" rot="0">
            <a:off x="5267246" y="2901129"/>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571" b="1" i="0">
                <a:solidFill>
                  <a:srgbClr val="000400"/>
                </a:solidFill>
                <a:latin typeface="Courier New"/>
                <a:ea typeface="Courier New"/>
                <a:cs typeface="Courier New"/>
              </a:defRPr>
            </a:defPPr>
          </a:lstStyle>
          <a:p xmlns:a="http://schemas.openxmlformats.org/drawingml/2006/main">
            <a:pPr algn="l">
              <a:defRPr sz="571" b="1" i="0">
                <a:solidFill>
                  <a:srgbClr val="000400"/>
                </a:solidFill>
                <a:latin typeface="Courier New"/>
                <a:ea typeface="Courier New"/>
                <a:cs typeface="Courier New"/>
              </a:defRPr>
            </a:pPr>
            <a:r>
              <a:rPr sz="571" b="1" i="0">
                <a:solidFill>
                  <a:srgbClr val="000400"/>
                </a:solidFill>
                <a:latin typeface="Courier New"/>
                <a:ea typeface="Courier New"/>
                <a:cs typeface="Courier New"/>
              </a:rPr>
              <a:t>S</a:t>
            </a:r>
          </a:p>
        </p:txBody>
      </p:sp>
      <p:sp>
        <p:nvSpPr>
          <p:cNvPr id="428" name="pdf-text-414-0">
            <a:extLst xmlns:a="http://schemas.openxmlformats.org/drawingml/2006/main">
              <a:ext uri="{FF2B5EF4-FFF2-40B4-BE49-F238E27FC236}">
                <a16:creationId xmlns:a16="http://schemas.microsoft.com/office/drawing/2014/main" id="{BE51B5B6-DD07-4A0B-ADDD-3293838EB54A}"/>
              </a:ext>
            </a:extLst>
          </p:cNvPr>
          <p:cNvSpPr>
            <a:spLocks xmlns:a="http://schemas.openxmlformats.org/drawingml/2006/main" noGrp="1"/>
          </p:cNvSpPr>
          <p:nvPr/>
        </p:nvSpPr>
        <p:spPr>
          <a:xfrm xmlns:a="http://schemas.openxmlformats.org/drawingml/2006/main" rot="0">
            <a:off x="5314395" y="2897806"/>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23" b="1" i="0">
                <a:solidFill>
                  <a:srgbClr val="000400"/>
                </a:solidFill>
                <a:latin typeface="Courier New"/>
                <a:ea typeface="Courier New"/>
                <a:cs typeface="Courier New"/>
              </a:defRPr>
            </a:defPPr>
          </a:lstStyle>
          <a:p xmlns:a="http://schemas.openxmlformats.org/drawingml/2006/main">
            <a:pPr algn="l">
              <a:defRPr sz="623" b="1" i="0">
                <a:solidFill>
                  <a:srgbClr val="000400"/>
                </a:solidFill>
                <a:latin typeface="Courier New"/>
                <a:ea typeface="Courier New"/>
                <a:cs typeface="Courier New"/>
              </a:defRPr>
            </a:pPr>
            <a:r>
              <a:rPr sz="623" b="1" i="0">
                <a:solidFill>
                  <a:srgbClr val="000400"/>
                </a:solidFill>
                <a:latin typeface="Courier New"/>
                <a:ea typeface="Courier New"/>
                <a:cs typeface="Courier New"/>
              </a:rPr>
              <a:t>p</a:t>
            </a:r>
          </a:p>
        </p:txBody>
      </p:sp>
      <p:sp>
        <p:nvSpPr>
          <p:cNvPr id="429" name="pdf-text-415-0">
            <a:extLst xmlns:a="http://schemas.openxmlformats.org/drawingml/2006/main">
              <a:ext uri="{FF2B5EF4-FFF2-40B4-BE49-F238E27FC236}">
                <a16:creationId xmlns:a16="http://schemas.microsoft.com/office/drawing/2014/main" id="{0BBFF956-CCF7-4FE2-81AD-7E93F02ACC41}"/>
              </a:ext>
            </a:extLst>
          </p:cNvPr>
          <p:cNvSpPr>
            <a:spLocks xmlns:a="http://schemas.openxmlformats.org/drawingml/2006/main" noGrp="1"/>
          </p:cNvSpPr>
          <p:nvPr/>
        </p:nvSpPr>
        <p:spPr>
          <a:xfrm xmlns:a="http://schemas.openxmlformats.org/drawingml/2006/main" rot="0">
            <a:off x="5361546" y="2897806"/>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23" b="1" i="0">
                <a:solidFill>
                  <a:srgbClr val="000400"/>
                </a:solidFill>
                <a:latin typeface="Courier New"/>
                <a:ea typeface="Courier New"/>
                <a:cs typeface="Courier New"/>
              </a:defRPr>
            </a:defPPr>
          </a:lstStyle>
          <a:p xmlns:a="http://schemas.openxmlformats.org/drawingml/2006/main">
            <a:pPr algn="l">
              <a:defRPr sz="623" b="1" i="0">
                <a:solidFill>
                  <a:srgbClr val="000400"/>
                </a:solidFill>
                <a:latin typeface="Courier New"/>
                <a:ea typeface="Courier New"/>
                <a:cs typeface="Courier New"/>
              </a:defRPr>
            </a:pPr>
            <a:r>
              <a:rPr sz="623" b="1" i="0">
                <a:solidFill>
                  <a:srgbClr val="000400"/>
                </a:solidFill>
                <a:latin typeface="Courier New"/>
                <a:ea typeface="Courier New"/>
                <a:cs typeface="Courier New"/>
              </a:rPr>
              <a:t>o</a:t>
            </a:r>
          </a:p>
        </p:txBody>
      </p:sp>
      <p:sp>
        <p:nvSpPr>
          <p:cNvPr id="430" name="pdf-text-416-0">
            <a:extLst xmlns:a="http://schemas.openxmlformats.org/drawingml/2006/main">
              <a:ext uri="{FF2B5EF4-FFF2-40B4-BE49-F238E27FC236}">
                <a16:creationId xmlns:a16="http://schemas.microsoft.com/office/drawing/2014/main" id="{8D6ED66D-EABB-497D-826E-CF73D07DA653}"/>
              </a:ext>
            </a:extLst>
          </p:cNvPr>
          <p:cNvSpPr>
            <a:spLocks xmlns:a="http://schemas.openxmlformats.org/drawingml/2006/main" noGrp="1"/>
          </p:cNvSpPr>
          <p:nvPr/>
        </p:nvSpPr>
        <p:spPr>
          <a:xfrm xmlns:a="http://schemas.openxmlformats.org/drawingml/2006/main" rot="0">
            <a:off x="5408694" y="2897806"/>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23" b="1" i="0">
                <a:solidFill>
                  <a:srgbClr val="000400"/>
                </a:solidFill>
                <a:latin typeface="Courier New"/>
                <a:ea typeface="Courier New"/>
                <a:cs typeface="Courier New"/>
              </a:defRPr>
            </a:defPPr>
          </a:lstStyle>
          <a:p xmlns:a="http://schemas.openxmlformats.org/drawingml/2006/main">
            <a:pPr algn="l">
              <a:defRPr sz="623" b="1" i="0">
                <a:solidFill>
                  <a:srgbClr val="000400"/>
                </a:solidFill>
                <a:latin typeface="Courier New"/>
                <a:ea typeface="Courier New"/>
                <a:cs typeface="Courier New"/>
              </a:defRPr>
            </a:pPr>
            <a:r>
              <a:rPr sz="623" b="1" i="0">
                <a:solidFill>
                  <a:srgbClr val="000400"/>
                </a:solidFill>
                <a:latin typeface="Courier New"/>
                <a:ea typeface="Courier New"/>
                <a:cs typeface="Courier New"/>
              </a:rPr>
              <a:t>n</a:t>
            </a:r>
          </a:p>
        </p:txBody>
      </p:sp>
      <p:sp>
        <p:nvSpPr>
          <p:cNvPr id="431" name="pdf-text-417-0">
            <a:extLst xmlns:a="http://schemas.openxmlformats.org/drawingml/2006/main">
              <a:ext uri="{FF2B5EF4-FFF2-40B4-BE49-F238E27FC236}">
                <a16:creationId xmlns:a16="http://schemas.microsoft.com/office/drawing/2014/main" id="{B4312E3F-BC8D-4EA5-A282-FDA6D7E7E86F}"/>
              </a:ext>
            </a:extLst>
          </p:cNvPr>
          <p:cNvSpPr>
            <a:spLocks xmlns:a="http://schemas.openxmlformats.org/drawingml/2006/main" noGrp="1"/>
          </p:cNvSpPr>
          <p:nvPr/>
        </p:nvSpPr>
        <p:spPr>
          <a:xfrm xmlns:a="http://schemas.openxmlformats.org/drawingml/2006/main" rot="0">
            <a:off x="5455844" y="2897806"/>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23" b="1" i="0">
                <a:solidFill>
                  <a:srgbClr val="000400"/>
                </a:solidFill>
                <a:latin typeface="Courier New"/>
                <a:ea typeface="Courier New"/>
                <a:cs typeface="Courier New"/>
              </a:defRPr>
            </a:defPPr>
          </a:lstStyle>
          <a:p xmlns:a="http://schemas.openxmlformats.org/drawingml/2006/main">
            <a:pPr algn="l">
              <a:defRPr sz="623" b="1" i="0">
                <a:solidFill>
                  <a:srgbClr val="000400"/>
                </a:solidFill>
                <a:latin typeface="Courier New"/>
                <a:ea typeface="Courier New"/>
                <a:cs typeface="Courier New"/>
              </a:defRPr>
            </a:pPr>
            <a:r>
              <a:rPr sz="623" b="1" i="0">
                <a:solidFill>
                  <a:srgbClr val="000400"/>
                </a:solidFill>
                <a:latin typeface="Courier New"/>
                <a:ea typeface="Courier New"/>
                <a:cs typeface="Courier New"/>
              </a:rPr>
              <a:t>g</a:t>
            </a:r>
          </a:p>
        </p:txBody>
      </p:sp>
      <p:sp>
        <p:nvSpPr>
          <p:cNvPr id="432" name="pdf-text-418-0">
            <a:extLst xmlns:a="http://schemas.openxmlformats.org/drawingml/2006/main">
              <a:ext uri="{FF2B5EF4-FFF2-40B4-BE49-F238E27FC236}">
                <a16:creationId xmlns:a16="http://schemas.microsoft.com/office/drawing/2014/main" id="{C7570207-2135-4D9E-BBF3-370D82F94941}"/>
              </a:ext>
            </a:extLst>
          </p:cNvPr>
          <p:cNvSpPr>
            <a:spLocks xmlns:a="http://schemas.openxmlformats.org/drawingml/2006/main" noGrp="1"/>
          </p:cNvSpPr>
          <p:nvPr/>
        </p:nvSpPr>
        <p:spPr>
          <a:xfrm xmlns:a="http://schemas.openxmlformats.org/drawingml/2006/main" rot="0">
            <a:off x="5502992" y="2897087"/>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e</a:t>
            </a:r>
          </a:p>
        </p:txBody>
      </p:sp>
      <p:sp>
        <p:nvSpPr>
          <p:cNvPr id="433" name="pdf-text-419-0">
            <a:extLst xmlns:a="http://schemas.openxmlformats.org/drawingml/2006/main">
              <a:ext uri="{FF2B5EF4-FFF2-40B4-BE49-F238E27FC236}">
                <a16:creationId xmlns:a16="http://schemas.microsoft.com/office/drawing/2014/main" id="{CBA231AD-26E8-4AD6-855E-B65C47670199}"/>
              </a:ext>
            </a:extLst>
          </p:cNvPr>
          <p:cNvSpPr>
            <a:spLocks xmlns:a="http://schemas.openxmlformats.org/drawingml/2006/main" noGrp="1"/>
          </p:cNvSpPr>
          <p:nvPr/>
        </p:nvSpPr>
        <p:spPr>
          <a:xfrm xmlns:a="http://schemas.openxmlformats.org/drawingml/2006/main" rot="0">
            <a:off x="5550142" y="2897087"/>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a:t>
            </a:r>
          </a:p>
        </p:txBody>
      </p:sp>
      <p:sp>
        <p:nvSpPr>
          <p:cNvPr id="434" name="pdf-text-420-0">
            <a:extLst xmlns:a="http://schemas.openxmlformats.org/drawingml/2006/main">
              <a:ext uri="{FF2B5EF4-FFF2-40B4-BE49-F238E27FC236}">
                <a16:creationId xmlns:a16="http://schemas.microsoft.com/office/drawing/2014/main" id="{39F8D0D2-4B1D-4DFD-8B18-B896614515E7}"/>
              </a:ext>
            </a:extLst>
          </p:cNvPr>
          <p:cNvSpPr>
            <a:spLocks xmlns:a="http://schemas.openxmlformats.org/drawingml/2006/main" noGrp="1"/>
          </p:cNvSpPr>
          <p:nvPr/>
        </p:nvSpPr>
        <p:spPr>
          <a:xfrm xmlns:a="http://schemas.openxmlformats.org/drawingml/2006/main" rot="0">
            <a:off x="5597291" y="2897087"/>
            <a:ext cx="95500"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 P</a:t>
            </a:r>
          </a:p>
        </p:txBody>
      </p:sp>
      <p:sp>
        <p:nvSpPr>
          <p:cNvPr id="435" name="pdf-text-421-0">
            <a:extLst xmlns:a="http://schemas.openxmlformats.org/drawingml/2006/main">
              <a:ext uri="{FF2B5EF4-FFF2-40B4-BE49-F238E27FC236}">
                <a16:creationId xmlns:a16="http://schemas.microsoft.com/office/drawing/2014/main" id="{D74086F6-1957-4F28-9BE9-3B5F874764EB}"/>
              </a:ext>
            </a:extLst>
          </p:cNvPr>
          <p:cNvSpPr>
            <a:spLocks xmlns:a="http://schemas.openxmlformats.org/drawingml/2006/main" noGrp="1"/>
          </p:cNvSpPr>
          <p:nvPr/>
        </p:nvSpPr>
        <p:spPr>
          <a:xfrm xmlns:a="http://schemas.openxmlformats.org/drawingml/2006/main" rot="0">
            <a:off x="5691589" y="2897087"/>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l</a:t>
            </a:r>
          </a:p>
        </p:txBody>
      </p:sp>
      <p:sp>
        <p:nvSpPr>
          <p:cNvPr id="436" name="pdf-text-422-0">
            <a:extLst xmlns:a="http://schemas.openxmlformats.org/drawingml/2006/main">
              <a:ext uri="{FF2B5EF4-FFF2-40B4-BE49-F238E27FC236}">
                <a16:creationId xmlns:a16="http://schemas.microsoft.com/office/drawing/2014/main" id="{9AC78E4F-36D5-49A9-9466-C5CFB5AA55BE}"/>
              </a:ext>
            </a:extLst>
          </p:cNvPr>
          <p:cNvSpPr>
            <a:spLocks xmlns:a="http://schemas.openxmlformats.org/drawingml/2006/main" noGrp="1"/>
          </p:cNvSpPr>
          <p:nvPr/>
        </p:nvSpPr>
        <p:spPr>
          <a:xfrm xmlns:a="http://schemas.openxmlformats.org/drawingml/2006/main" rot="0">
            <a:off x="5738739" y="2897087"/>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a</a:t>
            </a:r>
          </a:p>
        </p:txBody>
      </p:sp>
      <p:sp>
        <p:nvSpPr>
          <p:cNvPr id="437" name="pdf-text-423-0">
            <a:extLst xmlns:a="http://schemas.openxmlformats.org/drawingml/2006/main">
              <a:ext uri="{FF2B5EF4-FFF2-40B4-BE49-F238E27FC236}">
                <a16:creationId xmlns:a16="http://schemas.microsoft.com/office/drawing/2014/main" id="{8B271430-489A-4995-9F22-191DB6FDAE80}"/>
              </a:ext>
            </a:extLst>
          </p:cNvPr>
          <p:cNvSpPr>
            <a:spLocks xmlns:a="http://schemas.openxmlformats.org/drawingml/2006/main" noGrp="1"/>
          </p:cNvSpPr>
          <p:nvPr/>
        </p:nvSpPr>
        <p:spPr>
          <a:xfrm xmlns:a="http://schemas.openxmlformats.org/drawingml/2006/main" rot="0">
            <a:off x="5785889" y="2897087"/>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t</a:t>
            </a:r>
          </a:p>
        </p:txBody>
      </p:sp>
      <p:sp>
        <p:nvSpPr>
          <p:cNvPr id="438" name="pdf-text-424-0">
            <a:extLst xmlns:a="http://schemas.openxmlformats.org/drawingml/2006/main">
              <a:ext uri="{FF2B5EF4-FFF2-40B4-BE49-F238E27FC236}">
                <a16:creationId xmlns:a16="http://schemas.microsoft.com/office/drawing/2014/main" id="{93D8732C-7175-4DF1-82A5-55382875DAB4}"/>
              </a:ext>
            </a:extLst>
          </p:cNvPr>
          <p:cNvSpPr>
            <a:spLocks xmlns:a="http://schemas.openxmlformats.org/drawingml/2006/main" noGrp="1"/>
          </p:cNvSpPr>
          <p:nvPr/>
        </p:nvSpPr>
        <p:spPr>
          <a:xfrm xmlns:a="http://schemas.openxmlformats.org/drawingml/2006/main" rot="0">
            <a:off x="5833038" y="2897087"/>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e</a:t>
            </a:r>
          </a:p>
        </p:txBody>
      </p:sp>
      <p:sp>
        <p:nvSpPr>
          <p:cNvPr id="439" name="pdf-text-425-0">
            <a:extLst xmlns:a="http://schemas.openxmlformats.org/drawingml/2006/main">
              <a:ext uri="{FF2B5EF4-FFF2-40B4-BE49-F238E27FC236}">
                <a16:creationId xmlns:a16="http://schemas.microsoft.com/office/drawing/2014/main" id="{13FCE6CE-727A-4AFB-A8E7-3F335ECBB308}"/>
              </a:ext>
            </a:extLst>
          </p:cNvPr>
          <p:cNvSpPr>
            <a:spLocks xmlns:a="http://schemas.openxmlformats.org/drawingml/2006/main" noGrp="1"/>
          </p:cNvSpPr>
          <p:nvPr/>
        </p:nvSpPr>
        <p:spPr>
          <a:xfrm xmlns:a="http://schemas.openxmlformats.org/drawingml/2006/main" rot="0">
            <a:off x="5880187" y="2897087"/>
            <a:ext cx="48358" cy="805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35" b="1" i="0">
                <a:solidFill>
                  <a:srgbClr val="000400"/>
                </a:solidFill>
                <a:latin typeface="Courier New"/>
                <a:ea typeface="Courier New"/>
                <a:cs typeface="Courier New"/>
              </a:defRPr>
            </a:defPPr>
          </a:lstStyle>
          <a:p xmlns:a="http://schemas.openxmlformats.org/drawingml/2006/main">
            <a:pPr algn="l">
              <a:defRPr sz="635" b="1" i="0">
                <a:solidFill>
                  <a:srgbClr val="000400"/>
                </a:solidFill>
                <a:latin typeface="Courier New"/>
                <a:ea typeface="Courier New"/>
                <a:cs typeface="Courier New"/>
              </a:defRPr>
            </a:pPr>
            <a:r>
              <a:rPr sz="635" b="1" i="0">
                <a:solidFill>
                  <a:srgbClr val="000400"/>
                </a:solidFill>
                <a:latin typeface="Courier New"/>
                <a:ea typeface="Courier New"/>
                <a:cs typeface="Courier New"/>
              </a:rPr>
              <a:t>)</a:t>
            </a:r>
          </a:p>
        </p:txBody>
      </p:sp>
      <p:sp>
        <p:nvSpPr>
          <p:cNvPr id="440" name="pdf-path-1054">
            <a:extLst xmlns:a="http://schemas.openxmlformats.org/drawingml/2006/main">
              <a:ext uri="{FF2B5EF4-FFF2-40B4-BE49-F238E27FC236}">
                <a16:creationId xmlns:a16="http://schemas.microsoft.com/office/drawing/2014/main" id="{FA232252-208E-4C67-93E2-925FAC8244F3}"/>
              </a:ext>
            </a:extLst>
          </p:cNvPr>
          <p:cNvSpPr>
            <a:spLocks xmlns:a="http://schemas.openxmlformats.org/drawingml/2006/main" noGrp="1"/>
          </p:cNvSpPr>
          <p:nvPr/>
        </p:nvSpPr>
        <p:spPr>
          <a:xfrm xmlns:a="http://schemas.openxmlformats.org/drawingml/2006/main" rot="0">
            <a:off x="4567989" y="2918186"/>
            <a:ext cx="46418" cy="57052"/>
          </a:xfrm>
          <a:custGeom xmlns:a="http://schemas.openxmlformats.org/drawingml/2006/main">
            <a:pathLst>
              <a:path w="46418" h="57052">
                <a:moveTo>
                  <a:pt x="42699" y="8493"/>
                </a:moveTo>
                <a:cubicBezTo>
                  <a:pt x="39302" y="8686"/>
                  <a:pt x="36726" y="11452"/>
                  <a:pt x="36726" y="14219"/>
                </a:cubicBezTo>
                <a:cubicBezTo>
                  <a:pt x="36726" y="16036"/>
                  <a:pt x="37917" y="17999"/>
                  <a:pt x="40687" y="17999"/>
                </a:cubicBezTo>
                <a:cubicBezTo>
                  <a:pt x="43455" y="17999"/>
                  <a:pt x="46418" y="15795"/>
                  <a:pt x="46418" y="10889"/>
                </a:cubicBezTo>
                <a:cubicBezTo>
                  <a:pt x="46418" y="5163"/>
                  <a:pt x="41137" y="0"/>
                  <a:pt x="31445" y="0"/>
                </a:cubicBezTo>
                <a:cubicBezTo>
                  <a:pt x="14845" y="0"/>
                  <a:pt x="10063" y="12836"/>
                  <a:pt x="10063" y="18368"/>
                </a:cubicBezTo>
                <a:cubicBezTo>
                  <a:pt x="10063" y="28244"/>
                  <a:pt x="19369" y="29998"/>
                  <a:pt x="23137" y="30818"/>
                </a:cubicBezTo>
                <a:cubicBezTo>
                  <a:pt x="29625" y="32201"/>
                  <a:pt x="36162" y="33584"/>
                  <a:pt x="36162" y="40501"/>
                </a:cubicBezTo>
                <a:cubicBezTo>
                  <a:pt x="36162" y="43653"/>
                  <a:pt x="33393" y="54285"/>
                  <a:pt x="18178" y="54285"/>
                </a:cubicBezTo>
                <a:cubicBezTo>
                  <a:pt x="16407" y="54285"/>
                  <a:pt x="6730" y="54285"/>
                  <a:pt x="3768" y="47610"/>
                </a:cubicBezTo>
                <a:cubicBezTo>
                  <a:pt x="8679" y="48173"/>
                  <a:pt x="11882" y="44409"/>
                  <a:pt x="11882" y="40887"/>
                </a:cubicBezTo>
                <a:cubicBezTo>
                  <a:pt x="11882" y="38120"/>
                  <a:pt x="9693" y="36544"/>
                  <a:pt x="7101" y="36544"/>
                </a:cubicBezTo>
                <a:cubicBezTo>
                  <a:pt x="3768" y="36544"/>
                  <a:pt x="0" y="39118"/>
                  <a:pt x="0" y="44844"/>
                </a:cubicBezTo>
                <a:cubicBezTo>
                  <a:pt x="0" y="51953"/>
                  <a:pt x="7294" y="57052"/>
                  <a:pt x="17985" y="57052"/>
                </a:cubicBezTo>
                <a:cubicBezTo>
                  <a:pt x="38561" y="57052"/>
                  <a:pt x="43455" y="41884"/>
                  <a:pt x="43455" y="36174"/>
                </a:cubicBezTo>
                <a:cubicBezTo>
                  <a:pt x="43455" y="31574"/>
                  <a:pt x="41137" y="28437"/>
                  <a:pt x="39495" y="27054"/>
                </a:cubicBezTo>
                <a:cubicBezTo>
                  <a:pt x="36162" y="23532"/>
                  <a:pt x="32395" y="22711"/>
                  <a:pt x="26856" y="21763"/>
                </a:cubicBezTo>
                <a:cubicBezTo>
                  <a:pt x="22331" y="20765"/>
                  <a:pt x="17421" y="19752"/>
                  <a:pt x="17421" y="14026"/>
                </a:cubicBezTo>
                <a:cubicBezTo>
                  <a:pt x="17421" y="10503"/>
                  <a:pt x="20383" y="2767"/>
                  <a:pt x="31445" y="2767"/>
                </a:cubicBezTo>
                <a:cubicBezTo>
                  <a:pt x="34584" y="2767"/>
                  <a:pt x="40879" y="3780"/>
                  <a:pt x="42699" y="8493"/>
                </a:cubicBezTo>
              </a:path>
            </a:pathLst>
          </a:custGeom>
          <a:solidFill xmlns:a="http://schemas.openxmlformats.org/drawingml/2006/main">
            <a:srgbClr val="000000"/>
          </a:solidFill>
          <a:ln xmlns:a="http://schemas.openxmlformats.org/drawingml/2006/main" w="8581">
            <a:solidFill>
              <a:srgbClr val="000000"/>
            </a:solidFill>
            <a:prstDash val="solid"/>
          </a:ln>
        </p:spPr>
      </p:sp>
      <p:sp>
        <p:nvSpPr>
          <p:cNvPr id="441" name="pdf-path-1056">
            <a:extLst xmlns:a="http://schemas.openxmlformats.org/drawingml/2006/main">
              <a:ext uri="{FF2B5EF4-FFF2-40B4-BE49-F238E27FC236}">
                <a16:creationId xmlns:a16="http://schemas.microsoft.com/office/drawing/2014/main" id="{548D70C9-A323-4F5F-9663-41910B4A88D1}"/>
              </a:ext>
            </a:extLst>
          </p:cNvPr>
          <p:cNvSpPr>
            <a:spLocks xmlns:a="http://schemas.openxmlformats.org/drawingml/2006/main" noGrp="1"/>
          </p:cNvSpPr>
          <p:nvPr/>
        </p:nvSpPr>
        <p:spPr>
          <a:xfrm xmlns:a="http://schemas.openxmlformats.org/drawingml/2006/main" rot="0">
            <a:off x="4625291" y="2874661"/>
            <a:ext cx="36919" cy="55862"/>
          </a:xfrm>
          <a:custGeom xmlns:a="http://schemas.openxmlformats.org/drawingml/2006/main">
            <a:pathLst>
              <a:path w="36919" h="55862">
                <a:moveTo>
                  <a:pt x="20126" y="9056"/>
                </a:moveTo>
                <a:cubicBezTo>
                  <a:pt x="22509" y="12015"/>
                  <a:pt x="24892" y="13592"/>
                  <a:pt x="26035" y="14605"/>
                </a:cubicBezTo>
                <a:cubicBezTo>
                  <a:pt x="30994" y="17741"/>
                  <a:pt x="35534" y="18369"/>
                  <a:pt x="35712" y="18369"/>
                </a:cubicBezTo>
                <a:cubicBezTo>
                  <a:pt x="36919" y="18369"/>
                  <a:pt x="36919" y="17548"/>
                  <a:pt x="36919" y="16616"/>
                </a:cubicBezTo>
                <a:cubicBezTo>
                  <a:pt x="36919" y="15602"/>
                  <a:pt x="36919" y="15232"/>
                  <a:pt x="35712" y="14975"/>
                </a:cubicBezTo>
                <a:cubicBezTo>
                  <a:pt x="27420" y="13029"/>
                  <a:pt x="22315" y="8123"/>
                  <a:pt x="19739" y="1383"/>
                </a:cubicBezTo>
                <a:cubicBezTo>
                  <a:pt x="19369" y="386"/>
                  <a:pt x="19176" y="0"/>
                  <a:pt x="18356" y="0"/>
                </a:cubicBezTo>
                <a:cubicBezTo>
                  <a:pt x="17791" y="0"/>
                  <a:pt x="17534" y="579"/>
                  <a:pt x="17357" y="579"/>
                </a:cubicBezTo>
                <a:cubicBezTo>
                  <a:pt x="16600" y="2960"/>
                  <a:pt x="15215" y="6290"/>
                  <a:pt x="11625" y="9699"/>
                </a:cubicBezTo>
                <a:cubicBezTo>
                  <a:pt x="7472" y="13398"/>
                  <a:pt x="3140" y="14412"/>
                  <a:pt x="1385" y="14782"/>
                </a:cubicBezTo>
                <a:cubicBezTo>
                  <a:pt x="178" y="14975"/>
                  <a:pt x="0" y="15232"/>
                  <a:pt x="0" y="16616"/>
                </a:cubicBezTo>
                <a:cubicBezTo>
                  <a:pt x="0" y="17548"/>
                  <a:pt x="0" y="18369"/>
                  <a:pt x="934" y="18369"/>
                </a:cubicBezTo>
                <a:cubicBezTo>
                  <a:pt x="1192" y="18369"/>
                  <a:pt x="5716" y="17999"/>
                  <a:pt x="10627" y="14605"/>
                </a:cubicBezTo>
                <a:cubicBezTo>
                  <a:pt x="13638" y="12836"/>
                  <a:pt x="15586" y="10439"/>
                  <a:pt x="16600" y="9056"/>
                </a:cubicBezTo>
                <a:lnTo>
                  <a:pt x="16600" y="53095"/>
                </a:lnTo>
                <a:cubicBezTo>
                  <a:pt x="16600" y="54092"/>
                  <a:pt x="16600" y="55862"/>
                  <a:pt x="18356" y="55862"/>
                </a:cubicBezTo>
                <a:cubicBezTo>
                  <a:pt x="20126" y="55862"/>
                  <a:pt x="20126" y="54092"/>
                  <a:pt x="20126" y="53095"/>
                </a:cubicBezTo>
                <a:lnTo>
                  <a:pt x="20126" y="9056"/>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442" name="pdf-path-1058">
            <a:extLst xmlns:a="http://schemas.openxmlformats.org/drawingml/2006/main">
              <a:ext uri="{FF2B5EF4-FFF2-40B4-BE49-F238E27FC236}">
                <a16:creationId xmlns:a16="http://schemas.microsoft.com/office/drawing/2014/main" id="{746BE6B4-0C17-4EEF-A9D4-12D832B2F389}"/>
              </a:ext>
            </a:extLst>
          </p:cNvPr>
          <p:cNvSpPr>
            <a:spLocks xmlns:a="http://schemas.openxmlformats.org/drawingml/2006/main" noGrp="1"/>
          </p:cNvSpPr>
          <p:nvPr/>
        </p:nvSpPr>
        <p:spPr>
          <a:xfrm xmlns:a="http://schemas.openxmlformats.org/drawingml/2006/main" rot="0">
            <a:off x="4626032" y="2949004"/>
            <a:ext cx="38931" cy="58435"/>
          </a:xfrm>
          <a:custGeom xmlns:a="http://schemas.openxmlformats.org/drawingml/2006/main">
            <a:pathLst>
              <a:path w="38931" h="58435">
                <a:moveTo>
                  <a:pt x="38931" y="42463"/>
                </a:moveTo>
                <a:lnTo>
                  <a:pt x="35985" y="42463"/>
                </a:lnTo>
                <a:cubicBezTo>
                  <a:pt x="35791" y="44409"/>
                  <a:pt x="34793" y="49556"/>
                  <a:pt x="33586" y="50312"/>
                </a:cubicBezTo>
                <a:cubicBezTo>
                  <a:pt x="33022" y="50940"/>
                  <a:pt x="26292" y="50940"/>
                  <a:pt x="24907" y="50940"/>
                </a:cubicBezTo>
                <a:lnTo>
                  <a:pt x="8742" y="50940"/>
                </a:lnTo>
                <a:cubicBezTo>
                  <a:pt x="18000" y="42833"/>
                  <a:pt x="21205" y="40259"/>
                  <a:pt x="26292" y="36110"/>
                </a:cubicBezTo>
                <a:cubicBezTo>
                  <a:pt x="32845" y="31011"/>
                  <a:pt x="38931" y="25478"/>
                  <a:pt x="38931" y="17178"/>
                </a:cubicBezTo>
                <a:cubicBezTo>
                  <a:pt x="38931" y="6482"/>
                  <a:pt x="29689" y="0"/>
                  <a:pt x="18435" y="0"/>
                </a:cubicBezTo>
                <a:cubicBezTo>
                  <a:pt x="7551" y="0"/>
                  <a:pt x="0" y="7672"/>
                  <a:pt x="0" y="15795"/>
                </a:cubicBezTo>
                <a:cubicBezTo>
                  <a:pt x="0" y="20122"/>
                  <a:pt x="3784" y="20700"/>
                  <a:pt x="4781" y="20700"/>
                </a:cubicBezTo>
                <a:cubicBezTo>
                  <a:pt x="6730" y="20700"/>
                  <a:pt x="9322" y="19125"/>
                  <a:pt x="9322" y="15972"/>
                </a:cubicBezTo>
                <a:cubicBezTo>
                  <a:pt x="9322" y="14412"/>
                  <a:pt x="8742" y="11259"/>
                  <a:pt x="4154" y="11259"/>
                </a:cubicBezTo>
                <a:cubicBezTo>
                  <a:pt x="6923" y="5099"/>
                  <a:pt x="12897" y="3152"/>
                  <a:pt x="17050" y="3152"/>
                </a:cubicBezTo>
                <a:cubicBezTo>
                  <a:pt x="25921" y="3152"/>
                  <a:pt x="30446" y="10069"/>
                  <a:pt x="30446" y="17178"/>
                </a:cubicBezTo>
                <a:cubicBezTo>
                  <a:pt x="30446" y="24851"/>
                  <a:pt x="24907" y="30753"/>
                  <a:pt x="22138" y="33971"/>
                </a:cubicBezTo>
                <a:lnTo>
                  <a:pt x="1014" y="55041"/>
                </a:lnTo>
                <a:cubicBezTo>
                  <a:pt x="0" y="55845"/>
                  <a:pt x="0" y="56039"/>
                  <a:pt x="0" y="58435"/>
                </a:cubicBezTo>
                <a:lnTo>
                  <a:pt x="36355" y="58435"/>
                </a:lnTo>
                <a:lnTo>
                  <a:pt x="38931" y="42463"/>
                </a:lnTo>
              </a:path>
            </a:pathLst>
          </a:custGeom>
          <a:solidFill xmlns:a="http://schemas.openxmlformats.org/drawingml/2006/main">
            <a:srgbClr val="000000"/>
          </a:solidFill>
          <a:ln xmlns:a="http://schemas.openxmlformats.org/drawingml/2006/main" w="8581">
            <a:solidFill>
              <a:srgbClr val="000000"/>
            </a:solidFill>
            <a:prstDash val="solid"/>
          </a:ln>
        </p:spPr>
      </p:sp>
      <p:sp>
        <p:nvSpPr>
          <p:cNvPr id="443" name="pdf-path-1060">
            <a:extLst xmlns:a="http://schemas.openxmlformats.org/drawingml/2006/main">
              <a:ext uri="{FF2B5EF4-FFF2-40B4-BE49-F238E27FC236}">
                <a16:creationId xmlns:a16="http://schemas.microsoft.com/office/drawing/2014/main" id="{26694106-D8FA-480B-A50C-0B152CA443E3}"/>
              </a:ext>
            </a:extLst>
          </p:cNvPr>
          <p:cNvSpPr>
            <a:spLocks xmlns:a="http://schemas.openxmlformats.org/drawingml/2006/main" noGrp="1"/>
          </p:cNvSpPr>
          <p:nvPr/>
        </p:nvSpPr>
        <p:spPr>
          <a:xfrm xmlns:a="http://schemas.openxmlformats.org/drawingml/2006/main" rot="0">
            <a:off x="4757735" y="3059761"/>
            <a:ext cx="958371" cy="218862"/>
          </a:xfrm>
          <a:custGeom xmlns:a="http://schemas.openxmlformats.org/drawingml/2006/main">
            <a:pathLst>
              <a:path w="958371" h="218862">
                <a:moveTo>
                  <a:pt x="57174" y="0"/>
                </a:moveTo>
                <a:lnTo>
                  <a:pt x="901198" y="0"/>
                </a:lnTo>
                <a:cubicBezTo>
                  <a:pt x="932836" y="0"/>
                  <a:pt x="958371" y="25478"/>
                  <a:pt x="958371" y="57100"/>
                </a:cubicBezTo>
                <a:lnTo>
                  <a:pt x="958371" y="161762"/>
                </a:lnTo>
                <a:cubicBezTo>
                  <a:pt x="958371" y="193400"/>
                  <a:pt x="932836" y="218862"/>
                  <a:pt x="901198" y="218862"/>
                </a:cubicBezTo>
                <a:lnTo>
                  <a:pt x="57174" y="218862"/>
                </a:lnTo>
                <a:cubicBezTo>
                  <a:pt x="25471" y="218862"/>
                  <a:pt x="0" y="193400"/>
                  <a:pt x="0" y="161762"/>
                </a:cubicBezTo>
                <a:lnTo>
                  <a:pt x="0" y="57100"/>
                </a:lnTo>
                <a:cubicBezTo>
                  <a:pt x="0" y="25478"/>
                  <a:pt x="25471" y="0"/>
                  <a:pt x="57174" y="0"/>
                </a:cubicBezTo>
              </a:path>
            </a:pathLst>
          </a:custGeom>
          <a:solidFill xmlns:a="http://schemas.openxmlformats.org/drawingml/2006/main">
            <a:srgbClr val="FFF0F0"/>
          </a:solidFill>
          <a:ln xmlns:a="http://schemas.openxmlformats.org/drawingml/2006/main" w="10145">
            <a:solidFill>
              <a:srgbClr val="C0392B"/>
            </a:solidFill>
            <a:prstDash val="solid"/>
          </a:ln>
        </p:spPr>
      </p:sp>
      <p:sp>
        <p:nvSpPr>
          <p:cNvPr id="444" name="pdf-text-426-0">
            <a:extLst xmlns:a="http://schemas.openxmlformats.org/drawingml/2006/main">
              <a:ext uri="{FF2B5EF4-FFF2-40B4-BE49-F238E27FC236}">
                <a16:creationId xmlns:a16="http://schemas.microsoft.com/office/drawing/2014/main" id="{99CF3F11-8443-4D04-AA97-9A62E913D183}"/>
              </a:ext>
            </a:extLst>
          </p:cNvPr>
          <p:cNvSpPr>
            <a:spLocks xmlns:a="http://schemas.openxmlformats.org/drawingml/2006/main" noGrp="1"/>
          </p:cNvSpPr>
          <p:nvPr/>
        </p:nvSpPr>
        <p:spPr>
          <a:xfrm xmlns:a="http://schemas.openxmlformats.org/drawingml/2006/main" rot="0">
            <a:off x="4847153" y="3074316"/>
            <a:ext cx="757484" cy="910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92" b="1" i="0">
                <a:solidFill>
                  <a:srgbClr val="C0392B"/>
                </a:solidFill>
                <a:latin typeface="Arial"/>
                <a:ea typeface="Arial"/>
                <a:cs typeface="Arial"/>
              </a:defRPr>
            </a:defPPr>
          </a:lstStyle>
          <a:p xmlns:a="http://schemas.openxmlformats.org/drawingml/2006/main">
            <a:pPr algn="l">
              <a:defRPr sz="692" b="1" i="0">
                <a:solidFill>
                  <a:srgbClr val="C0392B"/>
                </a:solidFill>
                <a:latin typeface="Arial"/>
                <a:ea typeface="Arial"/>
                <a:cs typeface="Arial"/>
              </a:defRPr>
            </a:pPr>
            <a:r>
              <a:rPr sz="692" b="1" i="0">
                <a:solidFill>
                  <a:srgbClr val="C0392B"/>
                </a:solidFill>
                <a:latin typeface="Arial"/>
                <a:ea typeface="Arial"/>
                <a:cs typeface="Arial"/>
              </a:rPr>
              <a:t>Same abstraction,</a:t>
            </a:r>
          </a:p>
        </p:txBody>
      </p:sp>
      <p:sp>
        <p:nvSpPr>
          <p:cNvPr id="445" name="pdf-text-430-0">
            <a:extLst xmlns:a="http://schemas.openxmlformats.org/drawingml/2006/main">
              <a:ext uri="{FF2B5EF4-FFF2-40B4-BE49-F238E27FC236}">
                <a16:creationId xmlns:a16="http://schemas.microsoft.com/office/drawing/2014/main" id="{54FC2D9F-F1E4-4FE5-AEAC-B0B13166F4B4}"/>
              </a:ext>
            </a:extLst>
          </p:cNvPr>
          <p:cNvSpPr>
            <a:spLocks xmlns:a="http://schemas.openxmlformats.org/drawingml/2006/main" noGrp="1"/>
          </p:cNvSpPr>
          <p:nvPr/>
        </p:nvSpPr>
        <p:spPr>
          <a:xfrm xmlns:a="http://schemas.openxmlformats.org/drawingml/2006/main" rot="0">
            <a:off x="4844151" y="3156835"/>
            <a:ext cx="77051" cy="910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82" b="1" i="0">
                <a:solidFill>
                  <a:srgbClr val="C0392B"/>
                </a:solidFill>
                <a:latin typeface="Arial"/>
                <a:ea typeface="Arial"/>
                <a:cs typeface="Arial"/>
              </a:defRPr>
            </a:defPPr>
          </a:lstStyle>
          <a:p xmlns:a="http://schemas.openxmlformats.org/drawingml/2006/main">
            <a:pPr algn="l">
              <a:defRPr sz="682" b="1" i="0">
                <a:solidFill>
                  <a:srgbClr val="C0392B"/>
                </a:solidFill>
                <a:latin typeface="Arial"/>
                <a:ea typeface="Arial"/>
                <a:cs typeface="Arial"/>
              </a:defRPr>
            </a:pPr>
            <a:r>
              <a:rPr sz="682" b="1" i="0">
                <a:solidFill>
                  <a:srgbClr val="C0392B"/>
                </a:solidFill>
                <a:latin typeface="Arial"/>
                <a:ea typeface="Arial"/>
                <a:cs typeface="Arial"/>
              </a:rPr>
              <a:t>di</a:t>
            </a:r>
          </a:p>
        </p:txBody>
      </p:sp>
      <p:sp>
        <p:nvSpPr>
          <p:cNvPr id="446" name="pdf-text-431-0">
            <a:extLst xmlns:a="http://schemas.openxmlformats.org/drawingml/2006/main">
              <a:ext uri="{FF2B5EF4-FFF2-40B4-BE49-F238E27FC236}">
                <a16:creationId xmlns:a16="http://schemas.microsoft.com/office/drawing/2014/main" id="{8E535721-4384-4167-AEB8-E947D515B49B}"/>
              </a:ext>
            </a:extLst>
          </p:cNvPr>
          <p:cNvSpPr>
            <a:spLocks xmlns:a="http://schemas.openxmlformats.org/drawingml/2006/main" noGrp="1"/>
          </p:cNvSpPr>
          <p:nvPr/>
        </p:nvSpPr>
        <p:spPr>
          <a:xfrm xmlns:a="http://schemas.openxmlformats.org/drawingml/2006/main" rot="0">
            <a:off x="4919107" y="3154633"/>
            <a:ext cx="57925" cy="910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717" b="1" i="0">
                <a:solidFill>
                  <a:srgbClr val="C0392B"/>
                </a:solidFill>
                <a:latin typeface="Arial"/>
                <a:ea typeface="Arial"/>
                <a:cs typeface="Arial"/>
              </a:defRPr>
            </a:defPPr>
          </a:lstStyle>
          <a:p xmlns:a="http://schemas.openxmlformats.org/drawingml/2006/main">
            <a:pPr algn="l">
              <a:defRPr sz="717" b="1" i="0">
                <a:solidFill>
                  <a:srgbClr val="C0392B"/>
                </a:solidFill>
                <a:latin typeface="Arial"/>
                <a:ea typeface="Arial"/>
                <a:cs typeface="Arial"/>
              </a:defRPr>
            </a:pPr>
            <a:r>
              <a:rPr sz="717" b="1" i="0">
                <a:solidFill>
                  <a:srgbClr val="C0392B"/>
                </a:solidFill>
                <a:latin typeface="Arial"/>
                <a:ea typeface="Arial"/>
                <a:cs typeface="Arial"/>
              </a:rPr>
              <a:t>ﬀ</a:t>
            </a:r>
          </a:p>
        </p:txBody>
      </p:sp>
      <p:sp>
        <p:nvSpPr>
          <p:cNvPr id="447" name="pdf-text-432-0">
            <a:extLst xmlns:a="http://schemas.openxmlformats.org/drawingml/2006/main">
              <a:ext uri="{FF2B5EF4-FFF2-40B4-BE49-F238E27FC236}">
                <a16:creationId xmlns:a16="http://schemas.microsoft.com/office/drawing/2014/main" id="{9C47AA90-38B3-4C20-9144-904679EE83EE}"/>
              </a:ext>
            </a:extLst>
          </p:cNvPr>
          <p:cNvSpPr>
            <a:spLocks xmlns:a="http://schemas.openxmlformats.org/drawingml/2006/main" noGrp="1"/>
          </p:cNvSpPr>
          <p:nvPr/>
        </p:nvSpPr>
        <p:spPr>
          <a:xfrm xmlns:a="http://schemas.openxmlformats.org/drawingml/2006/main" rot="0">
            <a:off x="4972842" y="3156125"/>
            <a:ext cx="655934" cy="910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94" b="1" i="0">
                <a:solidFill>
                  <a:srgbClr val="C0392B"/>
                </a:solidFill>
                <a:latin typeface="Arial"/>
                <a:ea typeface="Arial"/>
                <a:cs typeface="Arial"/>
              </a:defRPr>
            </a:defPPr>
          </a:lstStyle>
          <a:p xmlns:a="http://schemas.openxmlformats.org/drawingml/2006/main">
            <a:pPr algn="l">
              <a:defRPr sz="694" b="1" i="0">
                <a:solidFill>
                  <a:srgbClr val="C0392B"/>
                </a:solidFill>
                <a:latin typeface="Arial"/>
                <a:ea typeface="Arial"/>
                <a:cs typeface="Arial"/>
              </a:defRPr>
            </a:pPr>
            <a:r>
              <a:rPr sz="694" b="1" i="0">
                <a:solidFill>
                  <a:srgbClr val="C0392B"/>
                </a:solidFill>
                <a:latin typeface="Arial"/>
                <a:ea typeface="Arial"/>
                <a:cs typeface="Arial"/>
              </a:rPr>
              <a:t>erent outcomes</a:t>
            </a:r>
          </a:p>
        </p:txBody>
      </p:sp>
      <p:sp>
        <p:nvSpPr>
          <p:cNvPr id="448" name="skillwrapper-method-name">
            <a:extLst xmlns:a="http://schemas.openxmlformats.org/drawingml/2006/main">
              <a:ext uri="{FF2B5EF4-FFF2-40B4-BE49-F238E27FC236}">
                <a16:creationId xmlns:a16="http://schemas.microsoft.com/office/drawing/2014/main" id="{6382F782-6825-4283-B55B-D82A565BF68A}"/>
              </a:ext>
            </a:extLst>
          </p:cNvPr>
          <p:cNvSpPr>
            <a:spLocks xmlns:a="http://schemas.openxmlformats.org/drawingml/2006/main" noGrp="1"/>
          </p:cNvSpPr>
          <p:nvPr/>
        </p:nvSpPr>
        <p:spPr>
          <a:xfrm xmlns:a="http://schemas.openxmlformats.org/drawingml/2006/main" rot="0">
            <a:off x="4714875" y="4943475"/>
            <a:ext cx="13430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1" i="0">
                <a:solidFill>
                  <a:srgbClr val="000000"/>
                </a:solidFill>
                <a:latin typeface="Times New Roman"/>
                <a:ea typeface="Times New Roman"/>
                <a:cs typeface="Times New Roman"/>
              </a:defRPr>
            </a:defPPr>
          </a:lstStyle>
          <a:p xmlns:a="http://schemas.openxmlformats.org/drawingml/2006/main">
            <a:pPr algn="l">
              <a:defRPr sz="1275" b="1" i="0">
                <a:solidFill>
                  <a:srgbClr val="000000"/>
                </a:solidFill>
                <a:latin typeface="Times New Roman"/>
                <a:ea typeface="Times New Roman"/>
                <a:cs typeface="Times New Roman"/>
              </a:defRPr>
            </a:pPr>
            <a:r>
              <a:rPr sz="1275" b="1" i="0">
                <a:solidFill>
                  <a:srgbClr val="000000"/>
                </a:solidFill>
                <a:latin typeface="Times New Roman"/>
                <a:ea typeface="Times New Roman"/>
                <a:cs typeface="Times New Roman"/>
              </a:rPr>
              <a:t>SKILLWRAPPER</a:t>
            </a:r>
          </a:p>
        </p:txBody>
      </p:sp>
    </p:spTree>
    <p:extLst>
      <p:ext uri="{BB962C8B-B14F-4D97-AF65-F5344CB8AC3E}">
        <p14:creationId xmlns:p14="http://schemas.microsoft.com/office/powerpoint/2010/main" val="20486762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2026-10-09T21:50:16.4210000Z</dcterms:created>
  <dcterms:modified xsi:type="dcterms:W3CDTF">2026-10-09T21:50:16.4210000Z</dcterms:modified>
</coreProperties>
</file>