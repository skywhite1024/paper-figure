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9528f7979b432a" /><Relationship Type="http://schemas.openxmlformats.org/officeDocument/2006/relationships/extended-properties" Target="/docProps/app.xml" Id="R15c1107fe2ff4b46" /><Relationship Type="http://schemas.openxmlformats.org/officeDocument/2006/relationships/officeDocument" Target="/ppt/presentation.xml" Id="R5b199f7337004c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c396b3736a4ea6"/>
  </p:sldMasterIdLst>
  <p:notesMasterIdLst>
    <p:notesMasterId xmlns:r="http://schemas.openxmlformats.org/officeDocument/2006/relationships" r:id="R1aebebd0358d45cd"/>
  </p:notesMasterIdLst>
  <p:sldIdLst>
    <p:sldId xmlns:r="http://schemas.openxmlformats.org/officeDocument/2006/relationships" id="256" r:id="Ra8b90c22f1f74641"/>
  </p:sldIdLst>
  <p:sldSz cx="11487150" cy="8115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640677f60f471d" /><Relationship Type="http://schemas.openxmlformats.org/officeDocument/2006/relationships/slideMaster" Target="/ppt/slideMasters/slideMaster1.xml" Id="R10c396b3736a4ea6" /><Relationship Type="http://schemas.openxmlformats.org/officeDocument/2006/relationships/notesMaster" Target="/ppt/notesMasters/notesMaster1.xml" Id="R1aebebd0358d45cd" /><Relationship Type="http://schemas.openxmlformats.org/officeDocument/2006/relationships/presProps" Target="/ppt/presProps.xml" Id="R9fbdf8f49631480b" /><Relationship Type="http://schemas.openxmlformats.org/officeDocument/2006/relationships/tableStyles" Target="/ppt/tableStyles.xml" Id="R6438509c6a0a4328" /><Relationship Type="http://schemas.openxmlformats.org/officeDocument/2006/relationships/slide" Target="/ppt/slides/slide1.xml" Id="Ra8b90c22f1f746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e916a119284e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47defd1ed54083" /><Relationship Type="http://schemas.openxmlformats.org/officeDocument/2006/relationships/notesMaster" Target="/ppt/notesMasters/notesMaster1.xml" Id="R31ba634c6497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"Learning Latent Plans from Play",</a:t>
            </a:r>
          </a:p>
          <a:p xmlns:a="http://schemas.openxmlformats.org/drawingml/2006/main">
            <a:r>
              <a:t>  "paper_url": "https://arxiv.org/pdf/1903.01973v2",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training and task-agnostic inference architecture. Native plan distributions, proposal/recognition networks, action decoders, colored flow paths and live ordinary labels. Five source demonstration images remain separate clipped raster inserts.",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"4a617a68cc9ed89ebbdff8fdda000f0bb744128bd5e91dca1b2c5594631835b0",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107,</a:t>
            </a:r>
          </a:p>
          <a:p xmlns:a="http://schemas.openxmlformats.org/drawingml/2006/main">
            <a:r>
              <a:t>    71,</a:t>
            </a:r>
          </a:p>
          <a:p xmlns:a="http://schemas.openxmlformats.org/drawingml/2006/main">
            <a:r>
              <a:t>    509,</a:t>
            </a:r>
          </a:p>
          <a:p xmlns:a="http://schemas.openxmlformats.org/drawingml/2006/main">
            <a:r>
              <a:t>    355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"9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1",</a:t>
            </a:r>
          </a:p>
          <a:p xmlns:a="http://schemas.openxmlformats.org/drawingml/2006/main">
            <a:r>
              <a:t>    "path partially intersects raster inset: 2",</a:t>
            </a:r>
          </a:p>
          <a:p xmlns:a="http://schemas.openxmlformats.org/drawingml/2006/main">
            <a:r>
              <a:t>    "path partially intersects raster inset: 5",</a:t>
            </a:r>
          </a:p>
          <a:p xmlns:a="http://schemas.openxmlformats.org/drawingml/2006/main">
            <a:r>
              <a:t>    "path partially intersects raster inset: 6",</a:t>
            </a:r>
          </a:p>
          <a:p xmlns:a="http://schemas.openxmlformats.org/drawingml/2006/main">
            <a:r>
              <a:t>    "path partially intersects raster inset: 13",</a:t>
            </a:r>
          </a:p>
          <a:p xmlns:a="http://schemas.openxmlformats.org/drawingml/2006/main">
            <a:r>
              <a:t>    "path partially intersects raster inset: 14",</a:t>
            </a:r>
          </a:p>
          <a:p xmlns:a="http://schemas.openxmlformats.org/drawingml/2006/main">
            <a:r>
              <a:t>    "path partially intersects raster inset: 104",</a:t>
            </a:r>
          </a:p>
          <a:p xmlns:a="http://schemas.openxmlformats.org/drawingml/2006/main">
            <a:r>
              <a:t>    "path partially intersects raster inset: 107",</a:t>
            </a:r>
          </a:p>
          <a:p xmlns:a="http://schemas.openxmlformats.org/drawingml/2006/main">
            <a:r>
              <a:t>    "path partially intersects raster inset: 112",</a:t>
            </a:r>
          </a:p>
          <a:p xmlns:a="http://schemas.openxmlformats.org/drawingml/2006/main">
            <a:r>
              <a:t>    "path partially intersects raster inset: 143",</a:t>
            </a:r>
          </a:p>
          <a:p xmlns:a="http://schemas.openxmlformats.org/drawingml/2006/main">
            <a:r>
              <a:t>    "path partially intersects raster inset: 145",</a:t>
            </a:r>
          </a:p>
          <a:p xmlns:a="http://schemas.openxmlformats.org/drawingml/2006/main">
            <a:r>
              <a:t>    "path partially intersects raster inset: 147",</a:t>
            </a:r>
          </a:p>
          <a:p xmlns:a="http://schemas.openxmlformats.org/drawingml/2006/main">
            <a:r>
              <a:t>    "path partially intersects raster inset: 216",</a:t>
            </a:r>
          </a:p>
          <a:p xmlns:a="http://schemas.openxmlformats.org/drawingml/2006/main">
            <a:r>
              <a:t>    "path partially intersects raster inset: 226",</a:t>
            </a:r>
          </a:p>
          <a:p xmlns:a="http://schemas.openxmlformats.org/drawingml/2006/main">
            <a:r>
              <a:t>    "path partially intersects raster inset: 227",</a:t>
            </a:r>
          </a:p>
          <a:p xmlns:a="http://schemas.openxmlformats.org/drawingml/2006/main">
            <a:r>
              <a:t>    "path partially intersects raster inset: 230",</a:t>
            </a:r>
          </a:p>
          <a:p xmlns:a="http://schemas.openxmlformats.org/drawingml/2006/main">
            <a:r>
              <a:t>    "path partially intersects raster inset: 231",</a:t>
            </a:r>
          </a:p>
          <a:p xmlns:a="http://schemas.openxmlformats.org/drawingml/2006/main">
            <a:r>
              <a:t>    "path partially intersects raster inset: 234",</a:t>
            </a:r>
          </a:p>
          <a:p xmlns:a="http://schemas.openxmlformats.org/drawingml/2006/main">
            <a:r>
              <a:t>    "path partially intersects raster inset: 236",</a:t>
            </a:r>
          </a:p>
          <a:p xmlns:a="http://schemas.openxmlformats.org/drawingml/2006/main">
            <a:r>
              <a:t>    "unhandled image/shading at seq 144: [253.67098999023438, 242.66319274902344, 333.8918151855469, 300.67230224609375]; requires reviewed raster region",</a:t>
            </a:r>
          </a:p>
          <a:p xmlns:a="http://schemas.openxmlformats.org/drawingml/2006/main">
            <a:r>
              <a:t>    "unhandled image/shading at seq 146: [182.45065307617188, 242.64688110351562, 267.6352844238281, 300.65594482421875]; requires reviewed raster region",</a:t>
            </a:r>
          </a:p>
          <a:p xmlns:a="http://schemas.openxmlformats.org/drawingml/2006/main">
            <a:r>
              <a:t>    "unhandled image/shading at seq 148: [111.0602035522461, 242.78797912597656, 187.2462158203125, 300.79705810546875]; requires reviewed raster region",</a:t>
            </a:r>
          </a:p>
          <a:p xmlns:a="http://schemas.openxmlformats.org/drawingml/2006/main">
            <a:r>
              <a:t>    "unhandled image/shading at seq 235: [348.1583251953125, 243.67303466796875, 421.103271484375, 302.29833984375]; requires reviewed raster region",</a:t>
            </a:r>
          </a:p>
          <a:p xmlns:a="http://schemas.openxmlformats.org/drawingml/2006/main">
            <a:r>
              <a:t>    "unhandled image/shading at seq 237: [437.57000732421875, 243.68466186523438, 514.0901489257812, 302.30987548828125];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9b768c32c4c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5adedb52044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2f689177442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dfb485f1d49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9f5b9a21043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db82f953d42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FCF17D-7127-4BD7-AEE9-B5CDB3E29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8715" y="3065780"/>
            <a:ext cx="9189720" cy="117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04E2D2-D191-47EE-9288-2F35FA4F3F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23072" y="4463415"/>
            <a:ext cx="8041005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4C7D1C-E965-4787-B730-29F064640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8715" y="3381375"/>
            <a:ext cx="918972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55D011-636A-4925-AE4B-267E9A71A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6152" y="631190"/>
            <a:ext cx="10194846" cy="99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1EB99E-ABCB-4425-9B6F-F4A0A19434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6152" y="2254250"/>
            <a:ext cx="10194846" cy="504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5384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1pPr>
            <a:lvl2pPr marL="502563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2pPr>
            <a:lvl3pPr marL="789742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3pPr>
            <a:lvl4pPr marL="1076920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4pPr>
            <a:lvl5pPr marL="1364099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5pPr>
            <a:lvl6pPr marL="1651278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6pPr>
            <a:lvl7pPr marL="1938457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7pPr>
            <a:lvl8pPr marL="2225635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8pPr>
            <a:lvl9pPr marL="2512814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35E6BB-45B2-461C-A9B6-675C63FE3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6152" y="631190"/>
            <a:ext cx="10194846" cy="99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38E3DA-5E33-4668-8875-A9139F15AE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6152" y="2254250"/>
            <a:ext cx="4738449" cy="504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5384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1pPr>
            <a:lvl2pPr marL="502563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2pPr>
            <a:lvl3pPr marL="789742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3pPr>
            <a:lvl4pPr marL="1076920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4pPr>
            <a:lvl5pPr marL="1364099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5pPr>
            <a:lvl6pPr marL="1651278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6pPr>
            <a:lvl7pPr marL="1938457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7pPr>
            <a:lvl8pPr marL="2225635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8pPr>
            <a:lvl9pPr marL="2512814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FF48C0-DB9B-4610-BE67-F4F21FD166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02548" y="2254250"/>
            <a:ext cx="4738449" cy="504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5384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1pPr>
            <a:lvl2pPr marL="502563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2pPr>
            <a:lvl3pPr marL="789742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3pPr>
            <a:lvl4pPr marL="1076920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4pPr>
            <a:lvl5pPr marL="1364099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5pPr>
            <a:lvl6pPr marL="1651278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6pPr>
            <a:lvl7pPr marL="1938457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7pPr>
            <a:lvl8pPr marL="2225635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8pPr>
            <a:lvl9pPr marL="2512814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FE1E5F-3926-4AC3-93B9-15C275695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6152" y="631190"/>
            <a:ext cx="10194846" cy="99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17D6EC-13A0-43CD-AEFD-7416C421C0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6152" y="2254250"/>
            <a:ext cx="4738449" cy="504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5384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1pPr>
            <a:lvl2pPr marL="502563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2pPr>
            <a:lvl3pPr marL="789742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3pPr>
            <a:lvl4pPr marL="1076920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4pPr>
            <a:lvl5pPr marL="1364099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5pPr>
            <a:lvl6pPr marL="1651278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6pPr>
            <a:lvl7pPr marL="1938457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7pPr>
            <a:lvl8pPr marL="2225635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8pPr>
            <a:lvl9pPr marL="2512814" indent="-215384">
              <a:lnSpc>
                <a:spcPct val="110000"/>
              </a:lnSpc>
              <a:spcBef>
                <a:spcPts val="0"/>
              </a:spcBef>
              <a:spcAft>
                <a:spcPts val="113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93047b71d24412" /><Relationship Type="http://schemas.openxmlformats.org/officeDocument/2006/relationships/slideLayout" Target="/ppt/slideLayouts/slideLayout1.xml" Id="R01a62a395e114430" /><Relationship Type="http://schemas.openxmlformats.org/officeDocument/2006/relationships/slideLayout" Target="/ppt/slideLayouts/slideLayout2.xml" Id="Rc10df2b46dcd4bfe" /><Relationship Type="http://schemas.openxmlformats.org/officeDocument/2006/relationships/slideLayout" Target="/ppt/slideLayouts/slideLayout3.xml" Id="Rfdfd6e60eaca4e64" /><Relationship Type="http://schemas.openxmlformats.org/officeDocument/2006/relationships/slideLayout" Target="/ppt/slideLayouts/slideLayout4.xml" Id="R92590540bc4a454b" /><Relationship Type="http://schemas.openxmlformats.org/officeDocument/2006/relationships/slideLayout" Target="/ppt/slideLayouts/slideLayout5.xml" Id="R1b818616dfb14e55" /><Relationship Type="http://schemas.openxmlformats.org/officeDocument/2006/relationships/slideLayout" Target="/ppt/slideLayouts/slideLayout6.xml" Id="R622fae24deb2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62a395e114430"/>
    <p:sldLayoutId xmlns:r="http://schemas.openxmlformats.org/officeDocument/2006/relationships" id="2147483650" r:id="Rc10df2b46dcd4bfe"/>
    <p:sldLayoutId xmlns:r="http://schemas.openxmlformats.org/officeDocument/2006/relationships" id="2147483651" r:id="Rfdfd6e60eaca4e64"/>
    <p:sldLayoutId xmlns:r="http://schemas.openxmlformats.org/officeDocument/2006/relationships" id="2147483652" r:id="R92590540bc4a454b"/>
    <p:sldLayoutId xmlns:r="http://schemas.openxmlformats.org/officeDocument/2006/relationships" id="2147483653" r:id="R1b818616dfb14e55"/>
    <p:sldLayoutId xmlns:r="http://schemas.openxmlformats.org/officeDocument/2006/relationships" id="2147483654" r:id="R622fae24deb2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65ecf5dd447dc" /><Relationship Type="http://schemas.openxmlformats.org/officeDocument/2006/relationships/image" Target="/ppt/media/image.png" Id="R2dd67d469d5148be" /><Relationship Type="http://schemas.openxmlformats.org/officeDocument/2006/relationships/image" Target="/ppt/media/image2.png" Id="Rf26958c031d34c7d" /><Relationship Type="http://schemas.openxmlformats.org/officeDocument/2006/relationships/image" Target="/ppt/media/image3.png" Id="R3e72bf41906743b3" /><Relationship Type="http://schemas.openxmlformats.org/officeDocument/2006/relationships/image" Target="/ppt/media/image4.png" Id="Rcc49366f34c14d6c" /><Relationship Type="http://schemas.openxmlformats.org/officeDocument/2006/relationships/image" Target="/ppt/media/image5.png" Id="R41fcbb2c17b946b8" /><Relationship Type="http://schemas.openxmlformats.org/officeDocument/2006/relationships/notesSlide" Target="/ppt/notesSlides/notesSlide1.xml" Id="R1854240477a044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pdf-path-0">
            <a:extLst xmlns:a="http://schemas.openxmlformats.org/drawingml/2006/main">
              <a:ext uri="{FF2B5EF4-FFF2-40B4-BE49-F238E27FC236}">
                <a16:creationId xmlns:a16="http://schemas.microsoft.com/office/drawing/2014/main" id="{17AC2694-7A96-4770-8FEF-99FEE83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" y="28633"/>
            <a:ext cx="6237535" cy="7590741"/>
          </a:xfrm>
          <a:custGeom xmlns:a="http://schemas.openxmlformats.org/drawingml/2006/main">
            <a:pathLst>
              <a:path w="6237535" h="7590741">
                <a:moveTo>
                  <a:pt x="0" y="0"/>
                </a:moveTo>
                <a:lnTo>
                  <a:pt x="6237535" y="0"/>
                </a:lnTo>
                <a:lnTo>
                  <a:pt x="6237535" y="7590741"/>
                </a:lnTo>
                <a:lnTo>
                  <a:pt x="0" y="759074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">
            <a:extLst xmlns:a="http://schemas.openxmlformats.org/drawingml/2006/main">
              <a:ext uri="{FF2B5EF4-FFF2-40B4-BE49-F238E27FC236}">
                <a16:creationId xmlns:a16="http://schemas.microsoft.com/office/drawing/2014/main" id="{F1F5CADB-2563-4F15-B1CB-6092BCA5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4754" y="4263362"/>
            <a:ext cx="1677990" cy="1554296"/>
          </a:xfrm>
          <a:custGeom xmlns:a="http://schemas.openxmlformats.org/drawingml/2006/main">
            <a:pathLst>
              <a:path w="1677990" h="1554296">
                <a:moveTo>
                  <a:pt x="1533681" y="1554296"/>
                </a:moveTo>
                <a:lnTo>
                  <a:pt x="1677990" y="1554296"/>
                </a:lnTo>
                <a:lnTo>
                  <a:pt x="1677990" y="284465"/>
                </a:lnTo>
                <a:lnTo>
                  <a:pt x="0" y="28446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2">
            <a:extLst xmlns:a="http://schemas.openxmlformats.org/drawingml/2006/main">
              <a:ext uri="{FF2B5EF4-FFF2-40B4-BE49-F238E27FC236}">
                <a16:creationId xmlns:a16="http://schemas.microsoft.com/office/drawing/2014/main" id="{E8B8C5EA-DC21-497A-B1F9-719A20F1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4754" y="4398011"/>
            <a:ext cx="1677990" cy="1419647"/>
          </a:xfrm>
          <a:custGeom xmlns:a="http://schemas.openxmlformats.org/drawingml/2006/main">
            <a:pathLst>
              <a:path w="1677990" h="1419647">
                <a:moveTo>
                  <a:pt x="1533681" y="1419647"/>
                </a:moveTo>
                <a:lnTo>
                  <a:pt x="1677990" y="1419647"/>
                </a:lnTo>
                <a:lnTo>
                  <a:pt x="1677990" y="149816"/>
                </a:lnTo>
                <a:lnTo>
                  <a:pt x="0" y="14981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4" name="pdf-path-3">
            <a:extLst xmlns:a="http://schemas.openxmlformats.org/drawingml/2006/main">
              <a:ext uri="{FF2B5EF4-FFF2-40B4-BE49-F238E27FC236}">
                <a16:creationId xmlns:a16="http://schemas.microsoft.com/office/drawing/2014/main" id="{C1D3DF8F-2384-45C7-9AAD-D9D23468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7687" y="4296169"/>
            <a:ext cx="74136" cy="101842"/>
          </a:xfrm>
          <a:custGeom xmlns:a="http://schemas.openxmlformats.org/drawingml/2006/main">
            <a:pathLst>
              <a:path w="74136" h="101842">
                <a:moveTo>
                  <a:pt x="74136" y="101842"/>
                </a:moveTo>
                <a:lnTo>
                  <a:pt x="37067" y="0"/>
                </a:lnTo>
                <a:lnTo>
                  <a:pt x="0" y="101842"/>
                </a:lnTo>
                <a:lnTo>
                  <a:pt x="74136" y="101842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EBE0610C-2054-4B85-B88E-F28DA7E9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14" y="565548"/>
            <a:ext cx="1253338" cy="6110043"/>
          </a:xfrm>
          <a:custGeom xmlns:a="http://schemas.openxmlformats.org/drawingml/2006/main">
            <a:pathLst>
              <a:path w="1253338" h="6110043">
                <a:moveTo>
                  <a:pt x="115447" y="6110043"/>
                </a:moveTo>
                <a:lnTo>
                  <a:pt x="0" y="6110043"/>
                </a:lnTo>
                <a:lnTo>
                  <a:pt x="0" y="222619"/>
                </a:lnTo>
                <a:lnTo>
                  <a:pt x="1253338" y="222619"/>
                </a:lnTo>
                <a:lnTo>
                  <a:pt x="125333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06027BD7-2762-44B5-AB0D-A609D290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14" y="700197"/>
            <a:ext cx="1253338" cy="5975394"/>
          </a:xfrm>
          <a:custGeom xmlns:a="http://schemas.openxmlformats.org/drawingml/2006/main">
            <a:pathLst>
              <a:path w="1253338" h="5975394">
                <a:moveTo>
                  <a:pt x="115447" y="5975394"/>
                </a:moveTo>
                <a:lnTo>
                  <a:pt x="0" y="5975394"/>
                </a:lnTo>
                <a:lnTo>
                  <a:pt x="0" y="87970"/>
                </a:lnTo>
                <a:lnTo>
                  <a:pt x="1253338" y="87970"/>
                </a:lnTo>
                <a:lnTo>
                  <a:pt x="12533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7232DAC9-330A-4922-8664-4F3F650D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385" y="598356"/>
            <a:ext cx="74135" cy="101842"/>
          </a:xfrm>
          <a:custGeom xmlns:a="http://schemas.openxmlformats.org/drawingml/2006/main">
            <a:pathLst>
              <a:path w="74135" h="101842">
                <a:moveTo>
                  <a:pt x="74135" y="101842"/>
                </a:moveTo>
                <a:lnTo>
                  <a:pt x="37067" y="0"/>
                </a:lnTo>
                <a:lnTo>
                  <a:pt x="0" y="101842"/>
                </a:lnTo>
                <a:lnTo>
                  <a:pt x="74135" y="101842"/>
                </a:lnTo>
              </a:path>
            </a:pathLst>
          </a:custGeom>
          <a:solidFill xmlns:a="http://schemas.openxmlformats.org/drawingml/2006/main">
            <a:srgbClr val="674EA7"/>
          </a:solidFill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8" name="pdf-path-9">
            <a:extLst xmlns:a="http://schemas.openxmlformats.org/drawingml/2006/main">
              <a:ext uri="{FF2B5EF4-FFF2-40B4-BE49-F238E27FC236}">
                <a16:creationId xmlns:a16="http://schemas.microsoft.com/office/drawing/2014/main" id="{0A95474D-BBEF-4F61-8F2C-54E35713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08" y="1702055"/>
            <a:ext cx="1834668" cy="3005574"/>
          </a:xfrm>
          <a:custGeom xmlns:a="http://schemas.openxmlformats.org/drawingml/2006/main">
            <a:pathLst>
              <a:path w="1834668" h="3005574">
                <a:moveTo>
                  <a:pt x="1834668" y="3005574"/>
                </a:moveTo>
                <a:lnTo>
                  <a:pt x="0" y="3005574"/>
                </a:lnTo>
                <a:lnTo>
                  <a:pt x="0" y="470005"/>
                </a:lnTo>
                <a:lnTo>
                  <a:pt x="1261614" y="470005"/>
                </a:lnTo>
                <a:lnTo>
                  <a:pt x="126161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0">
            <a:extLst xmlns:a="http://schemas.openxmlformats.org/drawingml/2006/main">
              <a:ext uri="{FF2B5EF4-FFF2-40B4-BE49-F238E27FC236}">
                <a16:creationId xmlns:a16="http://schemas.microsoft.com/office/drawing/2014/main" id="{ABC6C83B-81A5-4D4C-A8A7-15F199B3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08" y="1836704"/>
            <a:ext cx="1834668" cy="2870925"/>
          </a:xfrm>
          <a:custGeom xmlns:a="http://schemas.openxmlformats.org/drawingml/2006/main">
            <a:pathLst>
              <a:path w="1834668" h="2870925">
                <a:moveTo>
                  <a:pt x="1834668" y="2870925"/>
                </a:moveTo>
                <a:lnTo>
                  <a:pt x="0" y="2870925"/>
                </a:lnTo>
                <a:lnTo>
                  <a:pt x="0" y="335356"/>
                </a:lnTo>
                <a:lnTo>
                  <a:pt x="1261614" y="335356"/>
                </a:lnTo>
                <a:lnTo>
                  <a:pt x="12616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1155CC"/>
            </a:solidFill>
            <a:prstDash val="dash"/>
          </a:ln>
        </p:spPr>
      </p:sp>
      <p:sp>
        <p:nvSpPr>
          <p:cNvPr id="10" name="pdf-path-11">
            <a:extLst xmlns:a="http://schemas.openxmlformats.org/drawingml/2006/main">
              <a:ext uri="{FF2B5EF4-FFF2-40B4-BE49-F238E27FC236}">
                <a16:creationId xmlns:a16="http://schemas.microsoft.com/office/drawing/2014/main" id="{56E8037F-9082-447C-BD6D-8519F582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9855" y="1734863"/>
            <a:ext cx="74135" cy="101842"/>
          </a:xfrm>
          <a:custGeom xmlns:a="http://schemas.openxmlformats.org/drawingml/2006/main">
            <a:pathLst>
              <a:path w="74135" h="101842">
                <a:moveTo>
                  <a:pt x="74135" y="101842"/>
                </a:moveTo>
                <a:lnTo>
                  <a:pt x="37068" y="0"/>
                </a:lnTo>
                <a:lnTo>
                  <a:pt x="0" y="101842"/>
                </a:lnTo>
                <a:lnTo>
                  <a:pt x="74135" y="101842"/>
                </a:lnTo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22442">
            <a:solidFill>
              <a:srgbClr val="1155CC"/>
            </a:solidFill>
            <a:prstDash val="solid"/>
          </a:ln>
        </p:spPr>
      </p:sp>
      <p:sp>
        <p:nvSpPr>
          <p:cNvPr id="11" name="pdf-path-13">
            <a:extLst xmlns:a="http://schemas.openxmlformats.org/drawingml/2006/main">
              <a:ext uri="{FF2B5EF4-FFF2-40B4-BE49-F238E27FC236}">
                <a16:creationId xmlns:a16="http://schemas.microsoft.com/office/drawing/2014/main" id="{0200B65F-D732-434D-8B39-D7603C12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867" y="4262362"/>
            <a:ext cx="2661917" cy="672009"/>
          </a:xfrm>
          <a:custGeom xmlns:a="http://schemas.openxmlformats.org/drawingml/2006/main">
            <a:pathLst>
              <a:path w="2661917" h="672009">
                <a:moveTo>
                  <a:pt x="2661917" y="672009"/>
                </a:moveTo>
                <a:lnTo>
                  <a:pt x="2661917" y="449390"/>
                </a:lnTo>
                <a:lnTo>
                  <a:pt x="0" y="44939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4">
            <a:extLst xmlns:a="http://schemas.openxmlformats.org/drawingml/2006/main">
              <a:ext uri="{FF2B5EF4-FFF2-40B4-BE49-F238E27FC236}">
                <a16:creationId xmlns:a16="http://schemas.microsoft.com/office/drawing/2014/main" id="{CA79A641-FF6F-4682-8FDC-B27D6C6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867" y="4397011"/>
            <a:ext cx="2661917" cy="537360"/>
          </a:xfrm>
          <a:custGeom xmlns:a="http://schemas.openxmlformats.org/drawingml/2006/main">
            <a:pathLst>
              <a:path w="2661917" h="537360">
                <a:moveTo>
                  <a:pt x="2661917" y="537360"/>
                </a:moveTo>
                <a:lnTo>
                  <a:pt x="2661917" y="314741"/>
                </a:lnTo>
                <a:lnTo>
                  <a:pt x="0" y="31474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1155CC"/>
            </a:solidFill>
            <a:prstDash val="solid"/>
          </a:ln>
        </p:spPr>
      </p:sp>
      <p:sp>
        <p:nvSpPr>
          <p:cNvPr id="13" name="pdf-path-15">
            <a:extLst xmlns:a="http://schemas.openxmlformats.org/drawingml/2006/main">
              <a:ext uri="{FF2B5EF4-FFF2-40B4-BE49-F238E27FC236}">
                <a16:creationId xmlns:a16="http://schemas.microsoft.com/office/drawing/2014/main" id="{576AC525-0316-4600-9838-D8A708CB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801" y="4295169"/>
            <a:ext cx="74135" cy="101842"/>
          </a:xfrm>
          <a:custGeom xmlns:a="http://schemas.openxmlformats.org/drawingml/2006/main">
            <a:pathLst>
              <a:path w="74135" h="101842">
                <a:moveTo>
                  <a:pt x="74135" y="101842"/>
                </a:moveTo>
                <a:lnTo>
                  <a:pt x="37067" y="0"/>
                </a:lnTo>
                <a:lnTo>
                  <a:pt x="0" y="101842"/>
                </a:lnTo>
                <a:lnTo>
                  <a:pt x="74135" y="101842"/>
                </a:lnTo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22442">
            <a:solidFill>
              <a:srgbClr val="1155CC"/>
            </a:solidFill>
            <a:prstDash val="solid"/>
          </a:ln>
        </p:spPr>
      </p:sp>
      <p:sp>
        <p:nvSpPr>
          <p:cNvPr id="14" name="pdf-path-17">
            <a:extLst xmlns:a="http://schemas.openxmlformats.org/drawingml/2006/main">
              <a:ext uri="{FF2B5EF4-FFF2-40B4-BE49-F238E27FC236}">
                <a16:creationId xmlns:a16="http://schemas.microsoft.com/office/drawing/2014/main" id="{50CFBC7E-1ABB-4B60-99C9-0F8D3EB7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903" y="4123889"/>
            <a:ext cx="1395615" cy="387337"/>
          </a:xfrm>
          <a:custGeom xmlns:a="http://schemas.openxmlformats.org/drawingml/2006/main">
            <a:pathLst>
              <a:path w="1395615" h="387337">
                <a:moveTo>
                  <a:pt x="0" y="0"/>
                </a:moveTo>
                <a:lnTo>
                  <a:pt x="1395615" y="0"/>
                </a:lnTo>
                <a:lnTo>
                  <a:pt x="1395615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41280DD5-A2FD-4F34-B3A9-46063D50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385" y="4264421"/>
            <a:ext cx="701043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6" name="pdf-path-19">
            <a:extLst xmlns:a="http://schemas.openxmlformats.org/drawingml/2006/main">
              <a:ext uri="{FF2B5EF4-FFF2-40B4-BE49-F238E27FC236}">
                <a16:creationId xmlns:a16="http://schemas.microsoft.com/office/drawing/2014/main" id="{5C0F1062-0606-4885-9751-29AE606A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4950" y="4141937"/>
            <a:ext cx="2072041" cy="387337"/>
          </a:xfrm>
          <a:custGeom xmlns:a="http://schemas.openxmlformats.org/drawingml/2006/main">
            <a:pathLst>
              <a:path w="2072041" h="387337">
                <a:moveTo>
                  <a:pt x="0" y="0"/>
                </a:moveTo>
                <a:lnTo>
                  <a:pt x="2072041" y="0"/>
                </a:lnTo>
                <a:lnTo>
                  <a:pt x="2072041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271F3062-8A97-4DE5-B0AA-EECAE957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4912" y="4282469"/>
            <a:ext cx="1531947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entire sequence</a:t>
            </a:r>
          </a:p>
        </p:txBody>
      </p:sp>
      <p:sp>
        <p:nvSpPr>
          <p:cNvPr id="18" name="pdf-path-21">
            <a:extLst xmlns:a="http://schemas.openxmlformats.org/drawingml/2006/main">
              <a:ext uri="{FF2B5EF4-FFF2-40B4-BE49-F238E27FC236}">
                <a16:creationId xmlns:a16="http://schemas.microsoft.com/office/drawing/2014/main" id="{B1C812FD-95ED-49D8-9EBB-2CCCD1C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59" y="7036689"/>
            <a:ext cx="6017508" cy="555530"/>
          </a:xfrm>
          <a:custGeom xmlns:a="http://schemas.openxmlformats.org/drawingml/2006/main">
            <a:pathLst>
              <a:path w="6017508" h="555530">
                <a:moveTo>
                  <a:pt x="0" y="0"/>
                </a:moveTo>
                <a:lnTo>
                  <a:pt x="0" y="0"/>
                </a:lnTo>
                <a:cubicBezTo>
                  <a:pt x="0" y="29880"/>
                  <a:pt x="1347065" y="54102"/>
                  <a:pt x="3008754" y="54102"/>
                </a:cubicBezTo>
                <a:cubicBezTo>
                  <a:pt x="4670443" y="54102"/>
                  <a:pt x="6017508" y="29880"/>
                  <a:pt x="6017508" y="0"/>
                </a:cubicBezTo>
                <a:lnTo>
                  <a:pt x="6017508" y="501428"/>
                </a:lnTo>
                <a:cubicBezTo>
                  <a:pt x="6017508" y="531308"/>
                  <a:pt x="4670443" y="555530"/>
                  <a:pt x="3008754" y="555530"/>
                </a:cubicBezTo>
                <a:cubicBezTo>
                  <a:pt x="1347065" y="555530"/>
                  <a:pt x="0" y="531308"/>
                  <a:pt x="0" y="501428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22">
            <a:extLst xmlns:a="http://schemas.openxmlformats.org/drawingml/2006/main">
              <a:ext uri="{FF2B5EF4-FFF2-40B4-BE49-F238E27FC236}">
                <a16:creationId xmlns:a16="http://schemas.microsoft.com/office/drawing/2014/main" id="{61F845A6-E604-4041-8A66-1E58285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59" y="6982587"/>
            <a:ext cx="6017508" cy="108204"/>
          </a:xfrm>
          <a:custGeom xmlns:a="http://schemas.openxmlformats.org/drawingml/2006/main">
            <a:pathLst>
              <a:path w="6017508" h="108204">
                <a:moveTo>
                  <a:pt x="0" y="54102"/>
                </a:moveTo>
                <a:lnTo>
                  <a:pt x="0" y="54102"/>
                </a:lnTo>
                <a:cubicBezTo>
                  <a:pt x="0" y="24223"/>
                  <a:pt x="1347065" y="0"/>
                  <a:pt x="3008754" y="0"/>
                </a:cubicBezTo>
                <a:cubicBezTo>
                  <a:pt x="4670443" y="0"/>
                  <a:pt x="6017508" y="24223"/>
                  <a:pt x="6017508" y="54102"/>
                </a:cubicBezTo>
                <a:cubicBezTo>
                  <a:pt x="6017508" y="83982"/>
                  <a:pt x="4670443" y="108204"/>
                  <a:pt x="3008754" y="108204"/>
                </a:cubicBezTo>
                <a:cubicBezTo>
                  <a:pt x="1347065" y="108204"/>
                  <a:pt x="0" y="83982"/>
                  <a:pt x="0" y="54102"/>
                </a:cubicBez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3">
            <a:extLst xmlns:a="http://schemas.openxmlformats.org/drawingml/2006/main">
              <a:ext uri="{FF2B5EF4-FFF2-40B4-BE49-F238E27FC236}">
                <a16:creationId xmlns:a16="http://schemas.microsoft.com/office/drawing/2014/main" id="{C9070D2D-9F99-4C1A-BADB-B7F816FB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59" y="6982587"/>
            <a:ext cx="6017508" cy="609633"/>
          </a:xfrm>
          <a:custGeom xmlns:a="http://schemas.openxmlformats.org/drawingml/2006/main">
            <a:pathLst>
              <a:path w="6017508" h="609633">
                <a:moveTo>
                  <a:pt x="6017508" y="54102"/>
                </a:moveTo>
                <a:lnTo>
                  <a:pt x="6017508" y="54102"/>
                </a:lnTo>
                <a:cubicBezTo>
                  <a:pt x="6017508" y="83982"/>
                  <a:pt x="4670443" y="108204"/>
                  <a:pt x="3008754" y="108204"/>
                </a:cubicBezTo>
                <a:cubicBezTo>
                  <a:pt x="1347065" y="108204"/>
                  <a:pt x="0" y="83982"/>
                  <a:pt x="0" y="54102"/>
                </a:cubicBezTo>
                <a:cubicBezTo>
                  <a:pt x="0" y="24223"/>
                  <a:pt x="1347065" y="0"/>
                  <a:pt x="3008754" y="0"/>
                </a:cubicBezTo>
                <a:cubicBezTo>
                  <a:pt x="4670443" y="0"/>
                  <a:pt x="6017508" y="24223"/>
                  <a:pt x="6017508" y="54102"/>
                </a:cubicBezTo>
                <a:lnTo>
                  <a:pt x="6017508" y="555530"/>
                </a:lnTo>
                <a:cubicBezTo>
                  <a:pt x="6017508" y="585410"/>
                  <a:pt x="4670443" y="609633"/>
                  <a:pt x="3008754" y="609633"/>
                </a:cubicBezTo>
                <a:cubicBezTo>
                  <a:pt x="1347065" y="609633"/>
                  <a:pt x="0" y="585410"/>
                  <a:pt x="0" y="555530"/>
                </a:cubicBezTo>
                <a:lnTo>
                  <a:pt x="0" y="5410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221">
            <a:solidFill>
              <a:srgbClr val="000000"/>
            </a:solidFill>
            <a:prstDash val="solid"/>
          </a:ln>
        </p:spPr>
      </p:sp>
      <p:sp>
        <p:nvSpPr>
          <p:cNvPr id="21" name="pdf-path-25">
            <a:extLst xmlns:a="http://schemas.openxmlformats.org/drawingml/2006/main">
              <a:ext uri="{FF2B5EF4-FFF2-40B4-BE49-F238E27FC236}">
                <a16:creationId xmlns:a16="http://schemas.microsoft.com/office/drawing/2014/main" id="{F2FA450B-73B4-4FA3-AED5-5DB47452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1890" y="4113415"/>
            <a:ext cx="1395615" cy="387337"/>
          </a:xfrm>
          <a:custGeom xmlns:a="http://schemas.openxmlformats.org/drawingml/2006/main">
            <a:pathLst>
              <a:path w="1395615" h="387337">
                <a:moveTo>
                  <a:pt x="0" y="0"/>
                </a:moveTo>
                <a:lnTo>
                  <a:pt x="1395615" y="0"/>
                </a:lnTo>
                <a:lnTo>
                  <a:pt x="1395615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21DD8592-6959-4E4C-B8B8-9E5D3E9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7163" y="4253947"/>
            <a:ext cx="405294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1155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1155CC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1155CC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23" name="pdf-path-27">
            <a:extLst xmlns:a="http://schemas.openxmlformats.org/drawingml/2006/main">
              <a:ext uri="{FF2B5EF4-FFF2-40B4-BE49-F238E27FC236}">
                <a16:creationId xmlns:a16="http://schemas.microsoft.com/office/drawing/2014/main" id="{4E739C16-3017-43D7-BCB2-B1C180F9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1491" y="2163054"/>
            <a:ext cx="2051890" cy="1417692"/>
          </a:xfrm>
          <a:custGeom xmlns:a="http://schemas.openxmlformats.org/drawingml/2006/main">
            <a:pathLst>
              <a:path w="2051890" h="1417692">
                <a:moveTo>
                  <a:pt x="892889" y="175660"/>
                </a:moveTo>
                <a:cubicBezTo>
                  <a:pt x="683980" y="326210"/>
                  <a:pt x="103030" y="802933"/>
                  <a:pt x="51515" y="947210"/>
                </a:cubicBezTo>
                <a:cubicBezTo>
                  <a:pt x="0" y="1091488"/>
                  <a:pt x="417816" y="1006822"/>
                  <a:pt x="583798" y="1041325"/>
                </a:cubicBezTo>
                <a:cubicBezTo>
                  <a:pt x="749779" y="1075827"/>
                  <a:pt x="915766" y="1091498"/>
                  <a:pt x="1047406" y="1154226"/>
                </a:cubicBezTo>
                <a:cubicBezTo>
                  <a:pt x="1179046" y="1216954"/>
                  <a:pt x="1230547" y="1417692"/>
                  <a:pt x="1373637" y="1417692"/>
                </a:cubicBezTo>
                <a:cubicBezTo>
                  <a:pt x="1516727" y="1417692"/>
                  <a:pt x="1805783" y="1264001"/>
                  <a:pt x="1905948" y="1154226"/>
                </a:cubicBezTo>
                <a:cubicBezTo>
                  <a:pt x="2006111" y="1044450"/>
                  <a:pt x="1966038" y="906456"/>
                  <a:pt x="1974622" y="759042"/>
                </a:cubicBezTo>
                <a:cubicBezTo>
                  <a:pt x="1983206" y="611628"/>
                  <a:pt x="2051890" y="323063"/>
                  <a:pt x="1957453" y="269743"/>
                </a:cubicBezTo>
                <a:cubicBezTo>
                  <a:pt x="1863017" y="216424"/>
                  <a:pt x="1516751" y="476764"/>
                  <a:pt x="1408002" y="439126"/>
                </a:cubicBezTo>
                <a:cubicBezTo>
                  <a:pt x="1299254" y="401487"/>
                  <a:pt x="1390815" y="87822"/>
                  <a:pt x="1304963" y="43911"/>
                </a:cubicBezTo>
                <a:cubicBezTo>
                  <a:pt x="1219110" y="0"/>
                  <a:pt x="1101796" y="25110"/>
                  <a:pt x="892889" y="175660"/>
                </a:cubicBezTo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11221">
            <a:solidFill>
              <a:srgbClr val="666666"/>
            </a:solidFill>
            <a:prstDash val="solid"/>
          </a:ln>
        </p:spPr>
      </p:sp>
      <p:sp>
        <p:nvSpPr>
          <p:cNvPr id="24" name="pdf-path-29">
            <a:extLst xmlns:a="http://schemas.openxmlformats.org/drawingml/2006/main">
              <a:ext uri="{FF2B5EF4-FFF2-40B4-BE49-F238E27FC236}">
                <a16:creationId xmlns:a16="http://schemas.microsoft.com/office/drawing/2014/main" id="{455D9C0E-1854-420F-AD95-F9586AD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0883" y="2833420"/>
            <a:ext cx="172464" cy="157267"/>
          </a:xfrm>
          <a:custGeom xmlns:a="http://schemas.openxmlformats.org/drawingml/2006/main">
            <a:pathLst>
              <a:path w="172464" h="157267">
                <a:moveTo>
                  <a:pt x="0" y="78634"/>
                </a:moveTo>
                <a:lnTo>
                  <a:pt x="0" y="78634"/>
                </a:lnTo>
                <a:cubicBezTo>
                  <a:pt x="0" y="35205"/>
                  <a:pt x="38607" y="0"/>
                  <a:pt x="86232" y="0"/>
                </a:cubicBezTo>
                <a:cubicBezTo>
                  <a:pt x="133857" y="0"/>
                  <a:pt x="172464" y="35205"/>
                  <a:pt x="172464" y="78634"/>
                </a:cubicBezTo>
                <a:cubicBezTo>
                  <a:pt x="172464" y="122062"/>
                  <a:pt x="133857" y="157267"/>
                  <a:pt x="86232" y="157267"/>
                </a:cubicBezTo>
                <a:cubicBezTo>
                  <a:pt x="38607" y="157267"/>
                  <a:pt x="0" y="122062"/>
                  <a:pt x="0" y="78634"/>
                </a:cubicBezTo>
              </a:path>
            </a:pathLst>
          </a:custGeom>
          <a:solidFill xmlns:a="http://schemas.openxmlformats.org/drawingml/2006/main">
            <a:srgbClr val="6D9EEB"/>
          </a:solidFill>
          <a:ln xmlns:a="http://schemas.openxmlformats.org/drawingml/2006/main" w="11221">
            <a:solidFill>
              <a:srgbClr val="000000"/>
            </a:solidFill>
            <a:prstDash val="solid"/>
          </a:ln>
        </p:spPr>
      </p:sp>
      <p:sp>
        <p:nvSpPr>
          <p:cNvPr id="25" name="pdf-path-31">
            <a:extLst xmlns:a="http://schemas.openxmlformats.org/drawingml/2006/main">
              <a:ext uri="{FF2B5EF4-FFF2-40B4-BE49-F238E27FC236}">
                <a16:creationId xmlns:a16="http://schemas.microsoft.com/office/drawing/2014/main" id="{BBC28BA3-A9F4-4D9D-99A9-A6F2CA9C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402" y="2809817"/>
            <a:ext cx="172464" cy="157268"/>
          </a:xfrm>
          <a:custGeom xmlns:a="http://schemas.openxmlformats.org/drawingml/2006/main">
            <a:pathLst>
              <a:path w="172464" h="157268">
                <a:moveTo>
                  <a:pt x="0" y="78634"/>
                </a:moveTo>
                <a:lnTo>
                  <a:pt x="0" y="78634"/>
                </a:lnTo>
                <a:cubicBezTo>
                  <a:pt x="0" y="35206"/>
                  <a:pt x="38607" y="0"/>
                  <a:pt x="86232" y="0"/>
                </a:cubicBezTo>
                <a:cubicBezTo>
                  <a:pt x="133856" y="0"/>
                  <a:pt x="172464" y="35206"/>
                  <a:pt x="172464" y="78634"/>
                </a:cubicBezTo>
                <a:cubicBezTo>
                  <a:pt x="172464" y="122062"/>
                  <a:pt x="133856" y="157268"/>
                  <a:pt x="86232" y="157268"/>
                </a:cubicBezTo>
                <a:cubicBezTo>
                  <a:pt x="38607" y="157268"/>
                  <a:pt x="0" y="122062"/>
                  <a:pt x="0" y="78634"/>
                </a:cubicBezTo>
              </a:path>
            </a:pathLst>
          </a:custGeom>
          <a:solidFill xmlns:a="http://schemas.openxmlformats.org/drawingml/2006/main">
            <a:srgbClr val="6D9EEB"/>
          </a:solidFill>
          <a:ln xmlns:a="http://schemas.openxmlformats.org/drawingml/2006/main" w="11221">
            <a:solidFill>
              <a:srgbClr val="000000"/>
            </a:solidFill>
            <a:prstDash val="solid"/>
          </a:ln>
        </p:spPr>
      </p:sp>
      <p:sp>
        <p:nvSpPr>
          <p:cNvPr id="26" name="pdf-path-33">
            <a:extLst xmlns:a="http://schemas.openxmlformats.org/drawingml/2006/main">
              <a:ext uri="{FF2B5EF4-FFF2-40B4-BE49-F238E27FC236}">
                <a16:creationId xmlns:a16="http://schemas.microsoft.com/office/drawing/2014/main" id="{DBB00719-98B2-4F9A-B28E-79244C89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3527" y="2229486"/>
            <a:ext cx="172464" cy="157267"/>
          </a:xfrm>
          <a:custGeom xmlns:a="http://schemas.openxmlformats.org/drawingml/2006/main">
            <a:pathLst>
              <a:path w="172464" h="157267">
                <a:moveTo>
                  <a:pt x="0" y="78634"/>
                </a:moveTo>
                <a:lnTo>
                  <a:pt x="0" y="78634"/>
                </a:lnTo>
                <a:cubicBezTo>
                  <a:pt x="0" y="35205"/>
                  <a:pt x="38607" y="0"/>
                  <a:pt x="86232" y="0"/>
                </a:cubicBezTo>
                <a:cubicBezTo>
                  <a:pt x="133856" y="0"/>
                  <a:pt x="172464" y="35205"/>
                  <a:pt x="172464" y="78634"/>
                </a:cubicBezTo>
                <a:cubicBezTo>
                  <a:pt x="172464" y="122062"/>
                  <a:pt x="133856" y="157267"/>
                  <a:pt x="86232" y="157267"/>
                </a:cubicBezTo>
                <a:cubicBezTo>
                  <a:pt x="38607" y="157267"/>
                  <a:pt x="0" y="122062"/>
                  <a:pt x="0" y="78634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221">
            <a:solidFill>
              <a:srgbClr val="000000"/>
            </a:solidFill>
            <a:prstDash val="solid"/>
          </a:ln>
        </p:spPr>
      </p:sp>
      <p:sp>
        <p:nvSpPr>
          <p:cNvPr id="27" name="pdf-path-35">
            <a:extLst xmlns:a="http://schemas.openxmlformats.org/drawingml/2006/main">
              <a:ext uri="{FF2B5EF4-FFF2-40B4-BE49-F238E27FC236}">
                <a16:creationId xmlns:a16="http://schemas.microsoft.com/office/drawing/2014/main" id="{43B773C6-4639-437C-8197-B6518B61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5845" y="3344940"/>
            <a:ext cx="172464" cy="157268"/>
          </a:xfrm>
          <a:custGeom xmlns:a="http://schemas.openxmlformats.org/drawingml/2006/main">
            <a:pathLst>
              <a:path w="172464" h="157268">
                <a:moveTo>
                  <a:pt x="0" y="78634"/>
                </a:moveTo>
                <a:lnTo>
                  <a:pt x="0" y="78634"/>
                </a:lnTo>
                <a:cubicBezTo>
                  <a:pt x="0" y="35206"/>
                  <a:pt x="38607" y="0"/>
                  <a:pt x="86232" y="0"/>
                </a:cubicBezTo>
                <a:cubicBezTo>
                  <a:pt x="133856" y="0"/>
                  <a:pt x="172464" y="35206"/>
                  <a:pt x="172464" y="78634"/>
                </a:cubicBezTo>
                <a:cubicBezTo>
                  <a:pt x="172464" y="122062"/>
                  <a:pt x="133856" y="157268"/>
                  <a:pt x="86232" y="157268"/>
                </a:cubicBezTo>
                <a:cubicBezTo>
                  <a:pt x="38607" y="157268"/>
                  <a:pt x="0" y="122062"/>
                  <a:pt x="0" y="78634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221">
            <a:solidFill>
              <a:srgbClr val="000000"/>
            </a:solidFill>
            <a:prstDash val="solid"/>
          </a:ln>
        </p:spPr>
      </p:sp>
      <p:sp>
        <p:nvSpPr>
          <p:cNvPr id="28" name="pdf-path-37">
            <a:extLst xmlns:a="http://schemas.openxmlformats.org/drawingml/2006/main">
              <a:ext uri="{FF2B5EF4-FFF2-40B4-BE49-F238E27FC236}">
                <a16:creationId xmlns:a16="http://schemas.microsoft.com/office/drawing/2014/main" id="{BCECECDB-015F-406E-B33A-565071C5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5999" y="2630285"/>
            <a:ext cx="172464" cy="157268"/>
          </a:xfrm>
          <a:custGeom xmlns:a="http://schemas.openxmlformats.org/drawingml/2006/main">
            <a:pathLst>
              <a:path w="172464" h="157268">
                <a:moveTo>
                  <a:pt x="0" y="78634"/>
                </a:moveTo>
                <a:lnTo>
                  <a:pt x="0" y="78634"/>
                </a:lnTo>
                <a:cubicBezTo>
                  <a:pt x="0" y="35206"/>
                  <a:pt x="38607" y="0"/>
                  <a:pt x="86232" y="0"/>
                </a:cubicBezTo>
                <a:cubicBezTo>
                  <a:pt x="133857" y="0"/>
                  <a:pt x="172464" y="35206"/>
                  <a:pt x="172464" y="78634"/>
                </a:cubicBezTo>
                <a:cubicBezTo>
                  <a:pt x="172464" y="122062"/>
                  <a:pt x="133857" y="157268"/>
                  <a:pt x="86232" y="157268"/>
                </a:cubicBezTo>
                <a:cubicBezTo>
                  <a:pt x="38607" y="157268"/>
                  <a:pt x="0" y="122062"/>
                  <a:pt x="0" y="78634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221">
            <a:solidFill>
              <a:srgbClr val="000000"/>
            </a:solidFill>
            <a:prstDash val="solid"/>
          </a:ln>
        </p:spPr>
      </p:sp>
      <p:sp>
        <p:nvSpPr>
          <p:cNvPr id="29" name="pdf-path-39">
            <a:extLst xmlns:a="http://schemas.openxmlformats.org/drawingml/2006/main">
              <a:ext uri="{FF2B5EF4-FFF2-40B4-BE49-F238E27FC236}">
                <a16:creationId xmlns:a16="http://schemas.microsoft.com/office/drawing/2014/main" id="{A8D45CC0-590E-4C2F-932F-81A04203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2173" y="2912316"/>
            <a:ext cx="172464" cy="157268"/>
          </a:xfrm>
          <a:custGeom xmlns:a="http://schemas.openxmlformats.org/drawingml/2006/main">
            <a:pathLst>
              <a:path w="172464" h="157268">
                <a:moveTo>
                  <a:pt x="0" y="78634"/>
                </a:moveTo>
                <a:lnTo>
                  <a:pt x="0" y="78634"/>
                </a:lnTo>
                <a:cubicBezTo>
                  <a:pt x="0" y="35206"/>
                  <a:pt x="38607" y="0"/>
                  <a:pt x="86232" y="0"/>
                </a:cubicBezTo>
                <a:cubicBezTo>
                  <a:pt x="133856" y="0"/>
                  <a:pt x="172464" y="35206"/>
                  <a:pt x="172464" y="78634"/>
                </a:cubicBezTo>
                <a:cubicBezTo>
                  <a:pt x="172464" y="122062"/>
                  <a:pt x="133856" y="157268"/>
                  <a:pt x="86232" y="157268"/>
                </a:cubicBezTo>
                <a:cubicBezTo>
                  <a:pt x="38607" y="157268"/>
                  <a:pt x="0" y="122062"/>
                  <a:pt x="0" y="78634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221">
            <a:solidFill>
              <a:srgbClr val="000000"/>
            </a:solidFill>
            <a:prstDash val="solid"/>
          </a:ln>
        </p:spPr>
      </p:sp>
      <p:sp>
        <p:nvSpPr>
          <p:cNvPr id="30" name="pdf-path-41">
            <a:extLst xmlns:a="http://schemas.openxmlformats.org/drawingml/2006/main">
              <a:ext uri="{FF2B5EF4-FFF2-40B4-BE49-F238E27FC236}">
                <a16:creationId xmlns:a16="http://schemas.microsoft.com/office/drawing/2014/main" id="{E340A256-E38F-4C84-97BF-DE8B4E45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7115" y="2598982"/>
            <a:ext cx="294390" cy="235145"/>
          </a:xfrm>
          <a:custGeom xmlns:a="http://schemas.openxmlformats.org/drawingml/2006/main">
            <a:pathLst>
              <a:path w="294390" h="235145">
                <a:moveTo>
                  <a:pt x="0" y="234438"/>
                </a:moveTo>
                <a:cubicBezTo>
                  <a:pt x="0" y="117263"/>
                  <a:pt x="73598" y="0"/>
                  <a:pt x="147195" y="88"/>
                </a:cubicBezTo>
                <a:cubicBezTo>
                  <a:pt x="220793" y="176"/>
                  <a:pt x="294390" y="117616"/>
                  <a:pt x="294390" y="235145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42">
            <a:extLst xmlns:a="http://schemas.openxmlformats.org/drawingml/2006/main">
              <a:ext uri="{FF2B5EF4-FFF2-40B4-BE49-F238E27FC236}">
                <a16:creationId xmlns:a16="http://schemas.microsoft.com/office/drawing/2014/main" id="{B4F31E4F-13EF-454B-A8A8-B1CF7BB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6877" y="2599026"/>
            <a:ext cx="235014" cy="103749"/>
          </a:xfrm>
          <a:custGeom xmlns:a="http://schemas.openxmlformats.org/drawingml/2006/main">
            <a:pathLst>
              <a:path w="235014" h="103749">
                <a:moveTo>
                  <a:pt x="0" y="103076"/>
                </a:moveTo>
                <a:lnTo>
                  <a:pt x="1742" y="99418"/>
                </a:lnTo>
                <a:cubicBezTo>
                  <a:pt x="3231" y="96360"/>
                  <a:pt x="4763" y="93348"/>
                  <a:pt x="6335" y="90386"/>
                </a:cubicBezTo>
                <a:cubicBezTo>
                  <a:pt x="9480" y="84463"/>
                  <a:pt x="12786" y="78740"/>
                  <a:pt x="16236" y="73246"/>
                </a:cubicBezTo>
                <a:cubicBezTo>
                  <a:pt x="43835" y="29294"/>
                  <a:pt x="80634" y="0"/>
                  <a:pt x="117432" y="44"/>
                </a:cubicBezTo>
                <a:cubicBezTo>
                  <a:pt x="154231" y="89"/>
                  <a:pt x="191030" y="29471"/>
                  <a:pt x="218629" y="73533"/>
                </a:cubicBezTo>
                <a:cubicBezTo>
                  <a:pt x="222079" y="79041"/>
                  <a:pt x="225385" y="84778"/>
                  <a:pt x="228529" y="90716"/>
                </a:cubicBezTo>
                <a:cubicBezTo>
                  <a:pt x="230102" y="93685"/>
                  <a:pt x="231633" y="96704"/>
                  <a:pt x="233122" y="99769"/>
                </a:cubicBezTo>
                <a:lnTo>
                  <a:pt x="235014" y="103749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32" name="pdf-path-43">
            <a:extLst xmlns:a="http://schemas.openxmlformats.org/drawingml/2006/main">
              <a:ext uri="{FF2B5EF4-FFF2-40B4-BE49-F238E27FC236}">
                <a16:creationId xmlns:a16="http://schemas.microsoft.com/office/drawing/2014/main" id="{18A2D65B-B0A0-4729-9577-6A2371A6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0726" y="2693908"/>
            <a:ext cx="72301" cy="107516"/>
          </a:xfrm>
          <a:custGeom xmlns:a="http://schemas.openxmlformats.org/drawingml/2006/main">
            <a:pathLst>
              <a:path w="72301" h="107516">
                <a:moveTo>
                  <a:pt x="0" y="0"/>
                </a:moveTo>
                <a:lnTo>
                  <a:pt x="13640" y="107516"/>
                </a:lnTo>
                <a:lnTo>
                  <a:pt x="72301" y="1638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74EA7"/>
          </a:solidFill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33" name="pdf-path-45">
            <a:extLst xmlns:a="http://schemas.openxmlformats.org/drawingml/2006/main">
              <a:ext uri="{FF2B5EF4-FFF2-40B4-BE49-F238E27FC236}">
                <a16:creationId xmlns:a16="http://schemas.microsoft.com/office/drawing/2014/main" id="{18B05148-AF23-4F4E-BB89-00C6785B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5731" y="2694623"/>
            <a:ext cx="72320" cy="107500"/>
          </a:xfrm>
          <a:custGeom xmlns:a="http://schemas.openxmlformats.org/drawingml/2006/main">
            <a:pathLst>
              <a:path w="72320" h="107500">
                <a:moveTo>
                  <a:pt x="0" y="16305"/>
                </a:moveTo>
                <a:lnTo>
                  <a:pt x="58558" y="107500"/>
                </a:lnTo>
                <a:lnTo>
                  <a:pt x="72320" y="0"/>
                </a:lnTo>
                <a:lnTo>
                  <a:pt x="0" y="16305"/>
                </a:lnTo>
              </a:path>
            </a:pathLst>
          </a:custGeom>
          <a:solidFill xmlns:a="http://schemas.openxmlformats.org/drawingml/2006/main">
            <a:srgbClr val="674EA7"/>
          </a:solidFill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34" name="pdf-path-47">
            <a:extLst xmlns:a="http://schemas.openxmlformats.org/drawingml/2006/main">
              <a:ext uri="{FF2B5EF4-FFF2-40B4-BE49-F238E27FC236}">
                <a16:creationId xmlns:a16="http://schemas.microsoft.com/office/drawing/2014/main" id="{BBC4E495-A8DE-45DE-9849-DB00FAE1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1952" y="1705765"/>
            <a:ext cx="780682" cy="1104052"/>
          </a:xfrm>
          <a:custGeom xmlns:a="http://schemas.openxmlformats.org/drawingml/2006/main">
            <a:pathLst>
              <a:path w="780682" h="1104052">
                <a:moveTo>
                  <a:pt x="780682" y="1104052"/>
                </a:moveTo>
                <a:cubicBezTo>
                  <a:pt x="780682" y="893570"/>
                  <a:pt x="585512" y="821095"/>
                  <a:pt x="390342" y="683088"/>
                </a:cubicBezTo>
                <a:cubicBezTo>
                  <a:pt x="195171" y="545082"/>
                  <a:pt x="0" y="341544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48">
            <a:extLst xmlns:a="http://schemas.openxmlformats.org/drawingml/2006/main">
              <a:ext uri="{FF2B5EF4-FFF2-40B4-BE49-F238E27FC236}">
                <a16:creationId xmlns:a16="http://schemas.microsoft.com/office/drawing/2014/main" id="{AB5E6A81-FB25-444F-A0CF-46DFB4C1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2681" y="1839986"/>
            <a:ext cx="769953" cy="969831"/>
          </a:xfrm>
          <a:custGeom xmlns:a="http://schemas.openxmlformats.org/drawingml/2006/main">
            <a:pathLst>
              <a:path w="769953" h="969831">
                <a:moveTo>
                  <a:pt x="769953" y="969831"/>
                </a:moveTo>
                <a:cubicBezTo>
                  <a:pt x="769953" y="759349"/>
                  <a:pt x="574782" y="686873"/>
                  <a:pt x="379612" y="548867"/>
                </a:cubicBezTo>
                <a:cubicBezTo>
                  <a:pt x="282026" y="479864"/>
                  <a:pt x="184441" y="394478"/>
                  <a:pt x="111252" y="283650"/>
                </a:cubicBezTo>
                <a:cubicBezTo>
                  <a:pt x="74658" y="228235"/>
                  <a:pt x="44162" y="166461"/>
                  <a:pt x="22816" y="97193"/>
                </a:cubicBezTo>
                <a:cubicBezTo>
                  <a:pt x="17479" y="79876"/>
                  <a:pt x="12714" y="62091"/>
                  <a:pt x="8569" y="43820"/>
                </a:cubicBezTo>
                <a:cubicBezTo>
                  <a:pt x="6496" y="34684"/>
                  <a:pt x="4578" y="25427"/>
                  <a:pt x="2821" y="16046"/>
                </a:cubicBezTo>
                <a:cubicBezTo>
                  <a:pt x="1942" y="11356"/>
                  <a:pt x="1104" y="6634"/>
                  <a:pt x="307" y="1882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A64D79"/>
            </a:solidFill>
            <a:prstDash val="dash"/>
          </a:ln>
        </p:spPr>
      </p:sp>
      <p:sp>
        <p:nvSpPr>
          <p:cNvPr id="36" name="pdf-path-49">
            <a:extLst xmlns:a="http://schemas.openxmlformats.org/drawingml/2006/main">
              <a:ext uri="{FF2B5EF4-FFF2-40B4-BE49-F238E27FC236}">
                <a16:creationId xmlns:a16="http://schemas.microsoft.com/office/drawing/2014/main" id="{D2C6CDE7-8851-41DD-8A28-DECA26A1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5732" y="1738468"/>
            <a:ext cx="73899" cy="104472"/>
          </a:xfrm>
          <a:custGeom xmlns:a="http://schemas.openxmlformats.org/drawingml/2006/main">
            <a:pathLst>
              <a:path w="73899" h="104472">
                <a:moveTo>
                  <a:pt x="73899" y="98564"/>
                </a:moveTo>
                <a:lnTo>
                  <a:pt x="28834" y="0"/>
                </a:lnTo>
                <a:lnTo>
                  <a:pt x="0" y="104472"/>
                </a:lnTo>
                <a:lnTo>
                  <a:pt x="73899" y="98564"/>
                </a:lnTo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22442">
            <a:solidFill>
              <a:srgbClr val="A64D79"/>
            </a:solidFill>
            <a:prstDash val="solid"/>
          </a:ln>
        </p:spPr>
      </p:sp>
      <p:sp>
        <p:nvSpPr>
          <p:cNvPr id="37" name="pdf-path-51">
            <a:extLst xmlns:a="http://schemas.openxmlformats.org/drawingml/2006/main">
              <a:ext uri="{FF2B5EF4-FFF2-40B4-BE49-F238E27FC236}">
                <a16:creationId xmlns:a16="http://schemas.microsoft.com/office/drawing/2014/main" id="{74272C14-CB23-4123-8F14-71A5F519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74" y="6588946"/>
            <a:ext cx="1936685" cy="172465"/>
          </a:xfrm>
          <a:custGeom xmlns:a="http://schemas.openxmlformats.org/drawingml/2006/main">
            <a:pathLst>
              <a:path w="1936685" h="172465">
                <a:moveTo>
                  <a:pt x="1936685" y="0"/>
                </a:moveTo>
                <a:lnTo>
                  <a:pt x="1936685" y="172465"/>
                </a:lnTo>
                <a:lnTo>
                  <a:pt x="0" y="172465"/>
                </a:lnTo>
                <a:lnTo>
                  <a:pt x="0" y="0"/>
                </a:lnTo>
                <a:lnTo>
                  <a:pt x="1936685" y="0"/>
                </a:lnTo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22442">
            <a:solidFill>
              <a:srgbClr val="000000"/>
            </a:solidFill>
            <a:prstDash val="solid"/>
          </a:ln>
        </p:spPr>
      </p:sp>
      <p:sp>
        <p:nvSpPr>
          <p:cNvPr id="38" name="pdf-path-53">
            <a:extLst xmlns:a="http://schemas.openxmlformats.org/drawingml/2006/main">
              <a:ext uri="{FF2B5EF4-FFF2-40B4-BE49-F238E27FC236}">
                <a16:creationId xmlns:a16="http://schemas.microsoft.com/office/drawing/2014/main" id="{E4E58E72-75FD-41AF-8D38-E29E4446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6268" y="1560141"/>
            <a:ext cx="1395615" cy="387337"/>
          </a:xfrm>
          <a:custGeom xmlns:a="http://schemas.openxmlformats.org/drawingml/2006/main">
            <a:pathLst>
              <a:path w="1395615" h="387337">
                <a:moveTo>
                  <a:pt x="0" y="0"/>
                </a:moveTo>
                <a:lnTo>
                  <a:pt x="1395615" y="0"/>
                </a:lnTo>
                <a:lnTo>
                  <a:pt x="1395615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EAB89C88-0180-4FBE-9EDA-46D48FC6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1542" y="1700673"/>
            <a:ext cx="405294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1155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1155CC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1155CC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40" name="pdf-path-55">
            <a:extLst xmlns:a="http://schemas.openxmlformats.org/drawingml/2006/main">
              <a:ext uri="{FF2B5EF4-FFF2-40B4-BE49-F238E27FC236}">
                <a16:creationId xmlns:a16="http://schemas.microsoft.com/office/drawing/2014/main" id="{6770B339-73E5-471C-BC85-773C74E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404" y="1570358"/>
            <a:ext cx="1395615" cy="387337"/>
          </a:xfrm>
          <a:custGeom xmlns:a="http://schemas.openxmlformats.org/drawingml/2006/main">
            <a:pathLst>
              <a:path w="1395615" h="387337">
                <a:moveTo>
                  <a:pt x="0" y="0"/>
                </a:moveTo>
                <a:lnTo>
                  <a:pt x="1395615" y="0"/>
                </a:lnTo>
                <a:lnTo>
                  <a:pt x="1395615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35688593-3CE6-4DA1-AFA7-3293D46A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885" y="1710890"/>
            <a:ext cx="701043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42" name="pdf-path-57">
            <a:extLst xmlns:a="http://schemas.openxmlformats.org/drawingml/2006/main">
              <a:ext uri="{FF2B5EF4-FFF2-40B4-BE49-F238E27FC236}">
                <a16:creationId xmlns:a16="http://schemas.microsoft.com/office/drawing/2014/main" id="{ECA4C6D3-971C-4DA3-A4E8-4980F6DA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7582" y="1565170"/>
            <a:ext cx="1395616" cy="387337"/>
          </a:xfrm>
          <a:custGeom xmlns:a="http://schemas.openxmlformats.org/drawingml/2006/main">
            <a:pathLst>
              <a:path w="1395616" h="387337">
                <a:moveTo>
                  <a:pt x="0" y="0"/>
                </a:moveTo>
                <a:lnTo>
                  <a:pt x="1395616" y="0"/>
                </a:lnTo>
                <a:lnTo>
                  <a:pt x="1395616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7AC80E8F-8DFD-47A6-A170-8A3A957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8569" y="1705702"/>
            <a:ext cx="990928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A64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A64D79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A64D79"/>
                </a:solidFill>
                <a:latin typeface="Arial"/>
                <a:ea typeface="Arial"/>
                <a:cs typeface="Arial"/>
              </a:rPr>
              <a:t>latent plan</a:t>
            </a:r>
          </a:p>
        </p:txBody>
      </p:sp>
      <p:sp>
        <p:nvSpPr>
          <p:cNvPr id="44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0C9DE43D-C5E8-49DB-9CB6-7660500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8569" y="1952559"/>
            <a:ext cx="991137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A64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A64D79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A64D79"/>
                </a:solidFill>
                <a:latin typeface="Arial"/>
                <a:ea typeface="Arial"/>
                <a:cs typeface="Arial"/>
              </a:rPr>
              <a:t> (sampled)</a:t>
            </a:r>
          </a:p>
        </p:txBody>
      </p:sp>
      <p:sp>
        <p:nvSpPr>
          <p:cNvPr id="45" name="pdf-path-60">
            <a:extLst xmlns:a="http://schemas.openxmlformats.org/drawingml/2006/main">
              <a:ext uri="{FF2B5EF4-FFF2-40B4-BE49-F238E27FC236}">
                <a16:creationId xmlns:a16="http://schemas.microsoft.com/office/drawing/2014/main" id="{C903E7BE-57D5-4149-8AE8-59B61E2E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1597" y="6783203"/>
            <a:ext cx="95" cy="197909"/>
          </a:xfrm>
          <a:custGeom xmlns:a="http://schemas.openxmlformats.org/drawingml/2006/main">
            <a:pathLst>
              <a:path w="95" h="197909">
                <a:moveTo>
                  <a:pt x="0" y="197909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61">
            <a:extLst xmlns:a="http://schemas.openxmlformats.org/drawingml/2006/main">
              <a:ext uri="{FF2B5EF4-FFF2-40B4-BE49-F238E27FC236}">
                <a16:creationId xmlns:a16="http://schemas.microsoft.com/office/drawing/2014/main" id="{769E2E04-9B47-46A0-9168-D10F0E81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1597" y="6917852"/>
            <a:ext cx="95" cy="63261"/>
          </a:xfrm>
          <a:custGeom xmlns:a="http://schemas.openxmlformats.org/drawingml/2006/main">
            <a:pathLst>
              <a:path w="95" h="63261">
                <a:moveTo>
                  <a:pt x="0" y="632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47" name="pdf-path-62">
            <a:extLst xmlns:a="http://schemas.openxmlformats.org/drawingml/2006/main">
              <a:ext uri="{FF2B5EF4-FFF2-40B4-BE49-F238E27FC236}">
                <a16:creationId xmlns:a16="http://schemas.microsoft.com/office/drawing/2014/main" id="{8569531E-AB32-4AD1-9891-03E1232A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4530" y="6816010"/>
            <a:ext cx="74135" cy="101842"/>
          </a:xfrm>
          <a:custGeom xmlns:a="http://schemas.openxmlformats.org/drawingml/2006/main">
            <a:pathLst>
              <a:path w="74135" h="101842">
                <a:moveTo>
                  <a:pt x="74135" y="101842"/>
                </a:moveTo>
                <a:lnTo>
                  <a:pt x="37068" y="0"/>
                </a:lnTo>
                <a:lnTo>
                  <a:pt x="0" y="101842"/>
                </a:lnTo>
                <a:lnTo>
                  <a:pt x="74135" y="101842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48" name="pdf-path-64">
            <a:extLst xmlns:a="http://schemas.openxmlformats.org/drawingml/2006/main">
              <a:ext uri="{FF2B5EF4-FFF2-40B4-BE49-F238E27FC236}">
                <a16:creationId xmlns:a16="http://schemas.microsoft.com/office/drawing/2014/main" id="{82471359-E5B5-4CD2-BE99-2C216F60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9023" y="2408255"/>
            <a:ext cx="2856611" cy="387337"/>
          </a:xfrm>
          <a:custGeom xmlns:a="http://schemas.openxmlformats.org/drawingml/2006/main">
            <a:pathLst>
              <a:path w="2856611" h="387337">
                <a:moveTo>
                  <a:pt x="0" y="0"/>
                </a:moveTo>
                <a:lnTo>
                  <a:pt x="2856611" y="0"/>
                </a:lnTo>
                <a:lnTo>
                  <a:pt x="2856611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BD3EC727-F28F-4ABC-A85D-E92DCCA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2141" y="2548787"/>
            <a:ext cx="990928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plan</a:t>
            </a:r>
          </a:p>
        </p:txBody>
      </p:sp>
      <p:sp>
        <p:nvSpPr>
          <p:cNvPr id="50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743CD1C7-F37E-48E4-8E50-DDCC50A3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7105" y="2795643"/>
            <a:ext cx="1701396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distribution space</a:t>
            </a:r>
          </a:p>
        </p:txBody>
      </p:sp>
      <p:sp>
        <p:nvSpPr>
          <p:cNvPr id="51" name="pdf-path-67">
            <a:extLst xmlns:a="http://schemas.openxmlformats.org/drawingml/2006/main">
              <a:ext uri="{FF2B5EF4-FFF2-40B4-BE49-F238E27FC236}">
                <a16:creationId xmlns:a16="http://schemas.microsoft.com/office/drawing/2014/main" id="{FD29BF95-99FC-4E66-8A99-A255DB5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1306" y="2672267"/>
            <a:ext cx="413490" cy="95"/>
          </a:xfrm>
          <a:custGeom xmlns:a="http://schemas.openxmlformats.org/drawingml/2006/main">
            <a:pathLst>
              <a:path w="413490" h="95">
                <a:moveTo>
                  <a:pt x="41349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68">
            <a:extLst xmlns:a="http://schemas.openxmlformats.org/drawingml/2006/main">
              <a:ext uri="{FF2B5EF4-FFF2-40B4-BE49-F238E27FC236}">
                <a16:creationId xmlns:a16="http://schemas.microsoft.com/office/drawing/2014/main" id="{C2965C77-5A4A-42AF-A4B5-C703C083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955" y="2672267"/>
            <a:ext cx="278841" cy="95"/>
          </a:xfrm>
          <a:custGeom xmlns:a="http://schemas.openxmlformats.org/drawingml/2006/main">
            <a:pathLst>
              <a:path w="278841" h="95">
                <a:moveTo>
                  <a:pt x="27884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666666"/>
            </a:solidFill>
            <a:prstDash val="solid"/>
          </a:ln>
        </p:spPr>
      </p:sp>
      <p:sp>
        <p:nvSpPr>
          <p:cNvPr id="53" name="pdf-path-69">
            <a:extLst xmlns:a="http://schemas.openxmlformats.org/drawingml/2006/main">
              <a:ext uri="{FF2B5EF4-FFF2-40B4-BE49-F238E27FC236}">
                <a16:creationId xmlns:a16="http://schemas.microsoft.com/office/drawing/2014/main" id="{82A2C3A0-651B-4E7C-97A9-4D5433DF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4113" y="2635200"/>
            <a:ext cx="101842" cy="74134"/>
          </a:xfrm>
          <a:custGeom xmlns:a="http://schemas.openxmlformats.org/drawingml/2006/main">
            <a:pathLst>
              <a:path w="101842" h="74134">
                <a:moveTo>
                  <a:pt x="101842" y="0"/>
                </a:moveTo>
                <a:lnTo>
                  <a:pt x="0" y="37067"/>
                </a:lnTo>
                <a:lnTo>
                  <a:pt x="101842" y="74134"/>
                </a:lnTo>
                <a:lnTo>
                  <a:pt x="101842" y="0"/>
                </a:ln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22442">
            <a:solidFill>
              <a:srgbClr val="666666"/>
            </a:solidFill>
            <a:prstDash val="solid"/>
          </a:ln>
        </p:spPr>
      </p:sp>
      <p:sp>
        <p:nvSpPr>
          <p:cNvPr id="54" name="pdf-path-71">
            <a:extLst xmlns:a="http://schemas.openxmlformats.org/drawingml/2006/main">
              <a:ext uri="{FF2B5EF4-FFF2-40B4-BE49-F238E27FC236}">
                <a16:creationId xmlns:a16="http://schemas.microsoft.com/office/drawing/2014/main" id="{33746416-B749-4007-A137-C2302B6E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98" y="42750"/>
            <a:ext cx="2856611" cy="387337"/>
          </a:xfrm>
          <a:custGeom xmlns:a="http://schemas.openxmlformats.org/drawingml/2006/main">
            <a:pathLst>
              <a:path w="2856611" h="387337">
                <a:moveTo>
                  <a:pt x="0" y="0"/>
                </a:moveTo>
                <a:lnTo>
                  <a:pt x="2856611" y="0"/>
                </a:lnTo>
                <a:lnTo>
                  <a:pt x="2856611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A71E2EE7-C9E3-4293-96CF-03EC8A7A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6825" y="183282"/>
            <a:ext cx="2071712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general policy</a:t>
            </a:r>
          </a:p>
        </p:txBody>
      </p:sp>
      <p:sp>
        <p:nvSpPr>
          <p:cNvPr id="56" name="pdf-path-73">
            <a:extLst xmlns:a="http://schemas.openxmlformats.org/drawingml/2006/main">
              <a:ext uri="{FF2B5EF4-FFF2-40B4-BE49-F238E27FC236}">
                <a16:creationId xmlns:a16="http://schemas.microsoft.com/office/drawing/2014/main" id="{C1AA19A6-3395-42A7-BE86-934CB332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8621" y="419239"/>
            <a:ext cx="819557" cy="907556"/>
          </a:xfrm>
          <a:custGeom xmlns:a="http://schemas.openxmlformats.org/drawingml/2006/main">
            <a:pathLst>
              <a:path w="819557" h="907556">
                <a:moveTo>
                  <a:pt x="819557" y="0"/>
                </a:moveTo>
                <a:lnTo>
                  <a:pt x="0" y="90755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74">
            <a:extLst xmlns:a="http://schemas.openxmlformats.org/drawingml/2006/main">
              <a:ext uri="{FF2B5EF4-FFF2-40B4-BE49-F238E27FC236}">
                <a16:creationId xmlns:a16="http://schemas.microsoft.com/office/drawing/2014/main" id="{603D6309-DC07-413B-956F-C6D5FEBD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8864" y="419239"/>
            <a:ext cx="729314" cy="807623"/>
          </a:xfrm>
          <a:custGeom xmlns:a="http://schemas.openxmlformats.org/drawingml/2006/main">
            <a:pathLst>
              <a:path w="729314" h="807623">
                <a:moveTo>
                  <a:pt x="729314" y="0"/>
                </a:moveTo>
                <a:lnTo>
                  <a:pt x="0" y="807623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666666"/>
            </a:solidFill>
            <a:prstDash val="solid"/>
          </a:ln>
        </p:spPr>
      </p:sp>
      <p:sp>
        <p:nvSpPr>
          <p:cNvPr id="58" name="pdf-path-75">
            <a:extLst xmlns:a="http://schemas.openxmlformats.org/drawingml/2006/main">
              <a:ext uri="{FF2B5EF4-FFF2-40B4-BE49-F238E27FC236}">
                <a16:creationId xmlns:a16="http://schemas.microsoft.com/office/drawing/2014/main" id="{68161EF3-2290-4378-A6A0-0B282CA0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608" y="1202019"/>
            <a:ext cx="95766" cy="100427"/>
          </a:xfrm>
          <a:custGeom xmlns:a="http://schemas.openxmlformats.org/drawingml/2006/main">
            <a:pathLst>
              <a:path w="95766" h="100427">
                <a:moveTo>
                  <a:pt x="40745" y="0"/>
                </a:moveTo>
                <a:lnTo>
                  <a:pt x="0" y="100427"/>
                </a:lnTo>
                <a:lnTo>
                  <a:pt x="95766" y="49686"/>
                </a:lnTo>
                <a:lnTo>
                  <a:pt x="40745" y="0"/>
                </a:ln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22442">
            <a:solidFill>
              <a:srgbClr val="666666"/>
            </a:solidFill>
            <a:prstDash val="solid"/>
          </a:ln>
        </p:spPr>
      </p:sp>
      <p:sp>
        <p:nvSpPr>
          <p:cNvPr id="59" name="pdf-path-77">
            <a:extLst xmlns:a="http://schemas.openxmlformats.org/drawingml/2006/main">
              <a:ext uri="{FF2B5EF4-FFF2-40B4-BE49-F238E27FC236}">
                <a16:creationId xmlns:a16="http://schemas.microsoft.com/office/drawing/2014/main" id="{94EE6D7D-D949-4929-919A-A2E0BA81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6957" y="6588946"/>
            <a:ext cx="1936685" cy="172465"/>
          </a:xfrm>
          <a:custGeom xmlns:a="http://schemas.openxmlformats.org/drawingml/2006/main">
            <a:pathLst>
              <a:path w="1936685" h="172465">
                <a:moveTo>
                  <a:pt x="1936685" y="0"/>
                </a:moveTo>
                <a:lnTo>
                  <a:pt x="1936685" y="172465"/>
                </a:lnTo>
                <a:lnTo>
                  <a:pt x="0" y="172465"/>
                </a:lnTo>
                <a:lnTo>
                  <a:pt x="0" y="0"/>
                </a:lnTo>
                <a:lnTo>
                  <a:pt x="1936685" y="0"/>
                </a:lnTo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22442">
            <a:solidFill>
              <a:srgbClr val="000000"/>
            </a:solidFill>
            <a:prstDash val="solid"/>
          </a:ln>
        </p:spPr>
      </p:sp>
      <p:sp>
        <p:nvSpPr>
          <p:cNvPr id="60" name="pdf-path-79">
            <a:extLst xmlns:a="http://schemas.openxmlformats.org/drawingml/2006/main">
              <a:ext uri="{FF2B5EF4-FFF2-40B4-BE49-F238E27FC236}">
                <a16:creationId xmlns:a16="http://schemas.microsoft.com/office/drawing/2014/main" id="{94F49A36-7641-4DBE-9719-9862CB11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7776" y="6588946"/>
            <a:ext cx="1936686" cy="172465"/>
          </a:xfrm>
          <a:custGeom xmlns:a="http://schemas.openxmlformats.org/drawingml/2006/main">
            <a:pathLst>
              <a:path w="1936686" h="172465">
                <a:moveTo>
                  <a:pt x="1936686" y="0"/>
                </a:moveTo>
                <a:lnTo>
                  <a:pt x="1936686" y="172465"/>
                </a:lnTo>
                <a:lnTo>
                  <a:pt x="0" y="172465"/>
                </a:lnTo>
                <a:lnTo>
                  <a:pt x="0" y="0"/>
                </a:lnTo>
                <a:lnTo>
                  <a:pt x="1936686" y="0"/>
                </a:lnTo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22442">
            <a:solidFill>
              <a:srgbClr val="000000"/>
            </a:solidFill>
            <a:prstDash val="solid"/>
          </a:ln>
        </p:spPr>
      </p:sp>
      <p:sp>
        <p:nvSpPr>
          <p:cNvPr id="61" name="pdf-path-81">
            <a:extLst xmlns:a="http://schemas.openxmlformats.org/drawingml/2006/main">
              <a:ext uri="{FF2B5EF4-FFF2-40B4-BE49-F238E27FC236}">
                <a16:creationId xmlns:a16="http://schemas.microsoft.com/office/drawing/2014/main" id="{A2244332-1536-413B-969C-CB91A821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332" y="2912219"/>
            <a:ext cx="997675" cy="725197"/>
          </a:xfrm>
          <a:custGeom xmlns:a="http://schemas.openxmlformats.org/drawingml/2006/main">
            <a:pathLst>
              <a:path w="997675" h="725197">
                <a:moveTo>
                  <a:pt x="0" y="725197"/>
                </a:moveTo>
                <a:cubicBezTo>
                  <a:pt x="0" y="362599"/>
                  <a:pt x="498838" y="0"/>
                  <a:pt x="997675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82">
            <a:extLst xmlns:a="http://schemas.openxmlformats.org/drawingml/2006/main">
              <a:ext uri="{FF2B5EF4-FFF2-40B4-BE49-F238E27FC236}">
                <a16:creationId xmlns:a16="http://schemas.microsoft.com/office/drawing/2014/main" id="{6D92C91D-DE99-4A30-9CA9-55627A03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332" y="2920787"/>
            <a:ext cx="863299" cy="716628"/>
          </a:xfrm>
          <a:custGeom xmlns:a="http://schemas.openxmlformats.org/drawingml/2006/main">
            <a:pathLst>
              <a:path w="863299" h="716628">
                <a:moveTo>
                  <a:pt x="0" y="716628"/>
                </a:moveTo>
                <a:cubicBezTo>
                  <a:pt x="0" y="535329"/>
                  <a:pt x="124710" y="354030"/>
                  <a:pt x="311773" y="218055"/>
                </a:cubicBezTo>
                <a:cubicBezTo>
                  <a:pt x="405306" y="150068"/>
                  <a:pt x="514427" y="93412"/>
                  <a:pt x="631342" y="53753"/>
                </a:cubicBezTo>
                <a:cubicBezTo>
                  <a:pt x="689799" y="33923"/>
                  <a:pt x="750205" y="18342"/>
                  <a:pt x="811586" y="7720"/>
                </a:cubicBezTo>
                <a:cubicBezTo>
                  <a:pt x="826931" y="5064"/>
                  <a:pt x="842337" y="2718"/>
                  <a:pt x="857788" y="693"/>
                </a:cubicBezTo>
                <a:lnTo>
                  <a:pt x="863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3C78D8"/>
            </a:solidFill>
            <a:prstDash val="solid"/>
          </a:ln>
        </p:spPr>
      </p:sp>
      <p:sp>
        <p:nvSpPr>
          <p:cNvPr id="63" name="pdf-path-83">
            <a:extLst xmlns:a="http://schemas.openxmlformats.org/drawingml/2006/main">
              <a:ext uri="{FF2B5EF4-FFF2-40B4-BE49-F238E27FC236}">
                <a16:creationId xmlns:a16="http://schemas.microsoft.com/office/drawing/2014/main" id="{B4F62A32-C437-40D0-BE82-0329E083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273" y="2883795"/>
            <a:ext cx="103994" cy="73984"/>
          </a:xfrm>
          <a:custGeom xmlns:a="http://schemas.openxmlformats.org/drawingml/2006/main">
            <a:pathLst>
              <a:path w="103994" h="73984">
                <a:moveTo>
                  <a:pt x="4718" y="73984"/>
                </a:moveTo>
                <a:lnTo>
                  <a:pt x="103994" y="30511"/>
                </a:lnTo>
                <a:lnTo>
                  <a:pt x="0" y="0"/>
                </a:lnTo>
                <a:lnTo>
                  <a:pt x="4718" y="73984"/>
                </a:lnTo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22442">
            <a:solidFill>
              <a:srgbClr val="3C78D8"/>
            </a:solidFill>
            <a:prstDash val="solid"/>
          </a:ln>
        </p:spPr>
      </p:sp>
      <p:sp>
        <p:nvSpPr>
          <p:cNvPr id="64" name="pdf-path-85">
            <a:extLst xmlns:a="http://schemas.openxmlformats.org/drawingml/2006/main">
              <a:ext uri="{FF2B5EF4-FFF2-40B4-BE49-F238E27FC236}">
                <a16:creationId xmlns:a16="http://schemas.microsoft.com/office/drawing/2014/main" id="{0095A100-5C77-4515-840A-8AEA4A80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2770" y="2966997"/>
            <a:ext cx="1253545" cy="670419"/>
          </a:xfrm>
          <a:custGeom xmlns:a="http://schemas.openxmlformats.org/drawingml/2006/main">
            <a:pathLst>
              <a:path w="1253545" h="670419">
                <a:moveTo>
                  <a:pt x="1253545" y="670419"/>
                </a:moveTo>
                <a:cubicBezTo>
                  <a:pt x="1253545" y="502837"/>
                  <a:pt x="940159" y="419059"/>
                  <a:pt x="626772" y="335257"/>
                </a:cubicBezTo>
                <a:cubicBezTo>
                  <a:pt x="313386" y="251454"/>
                  <a:pt x="0" y="167628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86">
            <a:extLst xmlns:a="http://schemas.openxmlformats.org/drawingml/2006/main">
              <a:ext uri="{FF2B5EF4-FFF2-40B4-BE49-F238E27FC236}">
                <a16:creationId xmlns:a16="http://schemas.microsoft.com/office/drawing/2014/main" id="{0EFCD78E-A87A-4370-8010-0FFACFCB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5314" y="3086239"/>
            <a:ext cx="1191001" cy="551176"/>
          </a:xfrm>
          <a:custGeom xmlns:a="http://schemas.openxmlformats.org/drawingml/2006/main">
            <a:pathLst>
              <a:path w="1191001" h="551176">
                <a:moveTo>
                  <a:pt x="1191001" y="551176"/>
                </a:moveTo>
                <a:cubicBezTo>
                  <a:pt x="1191001" y="383595"/>
                  <a:pt x="877615" y="299816"/>
                  <a:pt x="564228" y="216014"/>
                </a:cubicBezTo>
                <a:cubicBezTo>
                  <a:pt x="407536" y="174113"/>
                  <a:pt x="250842" y="132206"/>
                  <a:pt x="133322" y="79821"/>
                </a:cubicBezTo>
                <a:cubicBezTo>
                  <a:pt x="103942" y="66725"/>
                  <a:pt x="77011" y="52973"/>
                  <a:pt x="53140" y="38403"/>
                </a:cubicBezTo>
                <a:cubicBezTo>
                  <a:pt x="41204" y="31118"/>
                  <a:pt x="30033" y="23629"/>
                  <a:pt x="19705" y="15914"/>
                </a:cubicBezTo>
                <a:cubicBezTo>
                  <a:pt x="14540" y="12057"/>
                  <a:pt x="9586" y="8144"/>
                  <a:pt x="4852" y="4171"/>
                </a:cubicBezTo>
                <a:cubicBezTo>
                  <a:pt x="3669" y="3178"/>
                  <a:pt x="2499" y="2181"/>
                  <a:pt x="1343" y="1181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3C78D8"/>
            </a:solidFill>
            <a:prstDash val="solid"/>
          </a:ln>
        </p:spPr>
      </p:sp>
      <p:sp>
        <p:nvSpPr>
          <p:cNvPr id="66" name="pdf-path-87">
            <a:extLst xmlns:a="http://schemas.openxmlformats.org/drawingml/2006/main">
              <a:ext uri="{FF2B5EF4-FFF2-40B4-BE49-F238E27FC236}">
                <a16:creationId xmlns:a16="http://schemas.microsoft.com/office/drawing/2014/main" id="{0FC9726A-53E6-4848-94DF-01442339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8009" y="2996051"/>
            <a:ext cx="80131" cy="107406"/>
          </a:xfrm>
          <a:custGeom xmlns:a="http://schemas.openxmlformats.org/drawingml/2006/main">
            <a:pathLst>
              <a:path w="80131" h="107406">
                <a:moveTo>
                  <a:pt x="80131" y="72971"/>
                </a:moveTo>
                <a:lnTo>
                  <a:pt x="0" y="0"/>
                </a:lnTo>
                <a:lnTo>
                  <a:pt x="14479" y="107406"/>
                </a:lnTo>
                <a:lnTo>
                  <a:pt x="80131" y="72971"/>
                </a:lnTo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22442">
            <a:solidFill>
              <a:srgbClr val="3C78D8"/>
            </a:solidFill>
            <a:prstDash val="solid"/>
          </a:ln>
        </p:spPr>
      </p:sp>
      <p:sp>
        <p:nvSpPr>
          <p:cNvPr id="67" name="pdf-path-89">
            <a:extLst xmlns:a="http://schemas.openxmlformats.org/drawingml/2006/main">
              <a:ext uri="{FF2B5EF4-FFF2-40B4-BE49-F238E27FC236}">
                <a16:creationId xmlns:a16="http://schemas.microsoft.com/office/drawing/2014/main" id="{28B29228-0B56-4CCA-95FE-EE81723E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779" y="1082737"/>
            <a:ext cx="2343106" cy="609632"/>
          </a:xfrm>
          <a:custGeom xmlns:a="http://schemas.openxmlformats.org/drawingml/2006/main">
            <a:pathLst>
              <a:path w="2343106" h="609632">
                <a:moveTo>
                  <a:pt x="0" y="609632"/>
                </a:moveTo>
                <a:lnTo>
                  <a:pt x="209945" y="0"/>
                </a:lnTo>
                <a:lnTo>
                  <a:pt x="2133162" y="0"/>
                </a:lnTo>
                <a:lnTo>
                  <a:pt x="2343106" y="609632"/>
                </a:lnTo>
                <a:lnTo>
                  <a:pt x="0" y="609632"/>
                </a:lnTo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68" name="pdf-path-91">
            <a:extLst xmlns:a="http://schemas.openxmlformats.org/drawingml/2006/main">
              <a:ext uri="{FF2B5EF4-FFF2-40B4-BE49-F238E27FC236}">
                <a16:creationId xmlns:a16="http://schemas.microsoft.com/office/drawing/2014/main" id="{F5110F11-FD99-4E94-9CC4-F0588AF3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431" y="843917"/>
            <a:ext cx="1936686" cy="172464"/>
          </a:xfrm>
          <a:custGeom xmlns:a="http://schemas.openxmlformats.org/drawingml/2006/main">
            <a:pathLst>
              <a:path w="1936686" h="172464">
                <a:moveTo>
                  <a:pt x="1936686" y="0"/>
                </a:moveTo>
                <a:lnTo>
                  <a:pt x="1936686" y="172464"/>
                </a:lnTo>
                <a:lnTo>
                  <a:pt x="0" y="172464"/>
                </a:lnTo>
                <a:lnTo>
                  <a:pt x="0" y="0"/>
                </a:lnTo>
                <a:lnTo>
                  <a:pt x="1936686" y="0"/>
                </a:lnTo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22442">
            <a:solidFill>
              <a:srgbClr val="000000"/>
            </a:solidFill>
            <a:prstDash val="solid"/>
          </a:ln>
        </p:spPr>
      </p:sp>
      <p:sp>
        <p:nvSpPr>
          <p:cNvPr id="69" name="pdf-path-93">
            <a:extLst xmlns:a="http://schemas.openxmlformats.org/drawingml/2006/main">
              <a:ext uri="{FF2B5EF4-FFF2-40B4-BE49-F238E27FC236}">
                <a16:creationId xmlns:a16="http://schemas.microsoft.com/office/drawing/2014/main" id="{59AE529A-14C9-49B4-BB1E-CFF6F329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779" y="3637415"/>
            <a:ext cx="2343106" cy="609632"/>
          </a:xfrm>
          <a:custGeom xmlns:a="http://schemas.openxmlformats.org/drawingml/2006/main">
            <a:pathLst>
              <a:path w="2343106" h="609632">
                <a:moveTo>
                  <a:pt x="0" y="609632"/>
                </a:moveTo>
                <a:lnTo>
                  <a:pt x="209945" y="0"/>
                </a:lnTo>
                <a:lnTo>
                  <a:pt x="2133162" y="0"/>
                </a:lnTo>
                <a:lnTo>
                  <a:pt x="2343106" y="609632"/>
                </a:lnTo>
                <a:lnTo>
                  <a:pt x="0" y="609632"/>
                </a:lnTo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70" name="pdf-path-95">
            <a:extLst xmlns:a="http://schemas.openxmlformats.org/drawingml/2006/main">
              <a:ext uri="{FF2B5EF4-FFF2-40B4-BE49-F238E27FC236}">
                <a16:creationId xmlns:a16="http://schemas.microsoft.com/office/drawing/2014/main" id="{17E9F77E-B669-4E41-9A79-D94D3F9B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1" y="3637415"/>
            <a:ext cx="2343107" cy="609632"/>
          </a:xfrm>
          <a:custGeom xmlns:a="http://schemas.openxmlformats.org/drawingml/2006/main">
            <a:pathLst>
              <a:path w="2343107" h="609632">
                <a:moveTo>
                  <a:pt x="0" y="609632"/>
                </a:moveTo>
                <a:lnTo>
                  <a:pt x="209945" y="0"/>
                </a:lnTo>
                <a:lnTo>
                  <a:pt x="2133162" y="0"/>
                </a:lnTo>
                <a:lnTo>
                  <a:pt x="2343107" y="609632"/>
                </a:lnTo>
                <a:lnTo>
                  <a:pt x="0" y="609632"/>
                </a:lnTo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71" name="pdf-path-97">
            <a:extLst xmlns:a="http://schemas.openxmlformats.org/drawingml/2006/main">
              <a:ext uri="{FF2B5EF4-FFF2-40B4-BE49-F238E27FC236}">
                <a16:creationId xmlns:a16="http://schemas.microsoft.com/office/drawing/2014/main" id="{02409EC1-CE11-4463-85FD-B29630C8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614" y="3588417"/>
            <a:ext cx="1561365" cy="387338"/>
          </a:xfrm>
          <a:custGeom xmlns:a="http://schemas.openxmlformats.org/drawingml/2006/main">
            <a:pathLst>
              <a:path w="1561365" h="387338">
                <a:moveTo>
                  <a:pt x="0" y="0"/>
                </a:moveTo>
                <a:lnTo>
                  <a:pt x="1561365" y="0"/>
                </a:lnTo>
                <a:lnTo>
                  <a:pt x="1561365" y="387338"/>
                </a:lnTo>
                <a:lnTo>
                  <a:pt x="0" y="38733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99C96D44-366F-4D36-B650-83D3C0D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322" y="3728949"/>
            <a:ext cx="398172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73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DA85B24E-1AA2-43DF-879A-F6996C05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925" y="3975806"/>
            <a:ext cx="833209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74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91805684-597E-405C-B44D-9C286543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588" y="4249816"/>
            <a:ext cx="95" cy="647447"/>
          </a:xfrm>
          <a:custGeom xmlns:a="http://schemas.openxmlformats.org/drawingml/2006/main">
            <a:pathLst>
              <a:path w="95" h="647447">
                <a:moveTo>
                  <a:pt x="0" y="647447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3A233044-157E-44C8-9FAC-AB6EAE5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588" y="4384465"/>
            <a:ext cx="95" cy="512798"/>
          </a:xfrm>
          <a:custGeom xmlns:a="http://schemas.openxmlformats.org/drawingml/2006/main">
            <a:pathLst>
              <a:path w="95" h="512798">
                <a:moveTo>
                  <a:pt x="0" y="5127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76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AEEB8435-1883-4863-A1FF-579FE841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521" y="4282623"/>
            <a:ext cx="74135" cy="101842"/>
          </a:xfrm>
          <a:custGeom xmlns:a="http://schemas.openxmlformats.org/drawingml/2006/main">
            <a:pathLst>
              <a:path w="74135" h="101842">
                <a:moveTo>
                  <a:pt x="74135" y="101842"/>
                </a:moveTo>
                <a:lnTo>
                  <a:pt x="37067" y="0"/>
                </a:lnTo>
                <a:lnTo>
                  <a:pt x="0" y="101842"/>
                </a:lnTo>
                <a:lnTo>
                  <a:pt x="74135" y="101842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77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6FF5263A-1F5E-47DE-B243-55CE0711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189" y="6505142"/>
            <a:ext cx="818143" cy="172464"/>
          </a:xfrm>
          <a:custGeom xmlns:a="http://schemas.openxmlformats.org/drawingml/2006/main">
            <a:pathLst>
              <a:path w="818143" h="172464">
                <a:moveTo>
                  <a:pt x="0" y="0"/>
                </a:moveTo>
                <a:lnTo>
                  <a:pt x="818143" y="0"/>
                </a:lnTo>
                <a:lnTo>
                  <a:pt x="818143" y="172464"/>
                </a:lnTo>
                <a:lnTo>
                  <a:pt x="0" y="1724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91412094-416E-4CCB-A98B-13FE68AB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376" y="6604864"/>
            <a:ext cx="547124" cy="14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α</a:t>
            </a:r>
          </a:p>
        </p:txBody>
      </p:sp>
      <p:sp>
        <p:nvSpPr>
          <p:cNvPr id="79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0CB928A7-138D-4D61-9D70-F2BDAFDF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285" y="6604128"/>
            <a:ext cx="32873" cy="14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ᵗ</a:t>
            </a:r>
          </a:p>
        </p:txBody>
      </p:sp>
      <p:sp>
        <p:nvSpPr>
          <p:cNvPr id="80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8F636903-4CC8-4FFB-9424-B70672E8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8043" y="6505142"/>
            <a:ext cx="818143" cy="172464"/>
          </a:xfrm>
          <a:custGeom xmlns:a="http://schemas.openxmlformats.org/drawingml/2006/main">
            <a:pathLst>
              <a:path w="818143" h="172464">
                <a:moveTo>
                  <a:pt x="0" y="0"/>
                </a:moveTo>
                <a:lnTo>
                  <a:pt x="818143" y="0"/>
                </a:lnTo>
                <a:lnTo>
                  <a:pt x="818143" y="172464"/>
                </a:lnTo>
                <a:lnTo>
                  <a:pt x="0" y="1724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06B044A5-2BFA-4A3C-B0C6-896DCBD2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72" y="6604864"/>
            <a:ext cx="89616" cy="14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α</a:t>
            </a:r>
          </a:p>
        </p:txBody>
      </p:sp>
      <p:sp>
        <p:nvSpPr>
          <p:cNvPr id="82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8D4876A9-8BCC-4904-87AB-239734D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9053" y="6604128"/>
            <a:ext cx="32873" cy="14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ᵗ</a:t>
            </a:r>
          </a:p>
        </p:txBody>
      </p:sp>
      <p:sp>
        <p:nvSpPr>
          <p:cNvPr id="83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2729A9F1-28E6-4651-9375-BCA5CB01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1913" y="6591600"/>
            <a:ext cx="43247" cy="14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⁺</a:t>
            </a:r>
          </a:p>
        </p:txBody>
      </p:sp>
      <p:sp>
        <p:nvSpPr>
          <p:cNvPr id="84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92A90A9F-075F-4AE4-BA22-A4B112B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4079" y="6604128"/>
            <a:ext cx="50698" cy="14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ᵏ</a:t>
            </a:r>
          </a:p>
        </p:txBody>
      </p:sp>
      <p:sp>
        <p:nvSpPr>
          <p:cNvPr id="85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FF948904-B2EB-4F76-9608-D313B90F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2428" y="6505142"/>
            <a:ext cx="818144" cy="172464"/>
          </a:xfrm>
          <a:custGeom xmlns:a="http://schemas.openxmlformats.org/drawingml/2006/main">
            <a:pathLst>
              <a:path w="818144" h="172464">
                <a:moveTo>
                  <a:pt x="0" y="0"/>
                </a:moveTo>
                <a:lnTo>
                  <a:pt x="818144" y="0"/>
                </a:lnTo>
                <a:lnTo>
                  <a:pt x="818144" y="172464"/>
                </a:lnTo>
                <a:lnTo>
                  <a:pt x="0" y="1724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0FD1500B-B317-410D-BBEE-321D8AB6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9435" y="6604864"/>
            <a:ext cx="89616" cy="14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α</a:t>
            </a:r>
          </a:p>
        </p:txBody>
      </p:sp>
      <p:sp>
        <p:nvSpPr>
          <p:cNvPr id="87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9C587895-6C05-4124-B528-9CB8A0AF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9016" y="6604128"/>
            <a:ext cx="54570" cy="14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ⁿ</a:t>
            </a:r>
          </a:p>
        </p:txBody>
      </p:sp>
      <p:sp>
        <p:nvSpPr>
          <p:cNvPr id="88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87F247AF-D1AA-4184-99B6-B07684D9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014" y="1706178"/>
            <a:ext cx="676132" cy="3100376"/>
          </a:xfrm>
          <a:custGeom xmlns:a="http://schemas.openxmlformats.org/drawingml/2006/main">
            <a:pathLst>
              <a:path w="676132" h="3100376">
                <a:moveTo>
                  <a:pt x="676132" y="3100376"/>
                </a:moveTo>
                <a:lnTo>
                  <a:pt x="0" y="3100376"/>
                </a:lnTo>
                <a:lnTo>
                  <a:pt x="0" y="350465"/>
                </a:lnTo>
                <a:lnTo>
                  <a:pt x="453513" y="350465"/>
                </a:lnTo>
                <a:lnTo>
                  <a:pt x="453513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886B12A7-8EE5-4010-B662-FD2A078A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014" y="1840828"/>
            <a:ext cx="676132" cy="2965726"/>
          </a:xfrm>
          <a:custGeom xmlns:a="http://schemas.openxmlformats.org/drawingml/2006/main">
            <a:pathLst>
              <a:path w="676132" h="2965726">
                <a:moveTo>
                  <a:pt x="676132" y="2965726"/>
                </a:moveTo>
                <a:lnTo>
                  <a:pt x="0" y="2965726"/>
                </a:lnTo>
                <a:lnTo>
                  <a:pt x="0" y="215815"/>
                </a:lnTo>
                <a:lnTo>
                  <a:pt x="453513" y="215815"/>
                </a:lnTo>
                <a:lnTo>
                  <a:pt x="453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434343"/>
            </a:solidFill>
            <a:prstDash val="dash"/>
          </a:ln>
        </p:spPr>
      </p:sp>
      <p:sp>
        <p:nvSpPr>
          <p:cNvPr id="90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F47B51A3-4415-4757-83DC-7D5FE412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459" y="1738986"/>
            <a:ext cx="74135" cy="101842"/>
          </a:xfrm>
          <a:custGeom xmlns:a="http://schemas.openxmlformats.org/drawingml/2006/main">
            <a:pathLst>
              <a:path w="74135" h="101842">
                <a:moveTo>
                  <a:pt x="74135" y="101842"/>
                </a:moveTo>
                <a:lnTo>
                  <a:pt x="37067" y="0"/>
                </a:lnTo>
                <a:lnTo>
                  <a:pt x="0" y="101842"/>
                </a:lnTo>
                <a:lnTo>
                  <a:pt x="74135" y="101842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22442">
            <a:solidFill>
              <a:srgbClr val="434343"/>
            </a:solidFill>
            <a:prstDash val="solid"/>
          </a:ln>
        </p:spPr>
      </p:sp>
      <p:sp>
        <p:nvSpPr>
          <p:cNvPr id="91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159540EE-8EC7-4574-9EEC-3042F219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248" y="44298"/>
            <a:ext cx="1985544" cy="580652"/>
          </a:xfrm>
          <a:custGeom xmlns:a="http://schemas.openxmlformats.org/drawingml/2006/main">
            <a:pathLst>
              <a:path w="1985544" h="580652">
                <a:moveTo>
                  <a:pt x="0" y="0"/>
                </a:moveTo>
                <a:lnTo>
                  <a:pt x="1985544" y="0"/>
                </a:lnTo>
                <a:lnTo>
                  <a:pt x="1985544" y="464522"/>
                </a:lnTo>
                <a:lnTo>
                  <a:pt x="992772" y="580652"/>
                </a:lnTo>
                <a:lnTo>
                  <a:pt x="0" y="4645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92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B5E44E64-24FE-4693-846C-5F771AF9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868" y="192676"/>
            <a:ext cx="1541164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likelihood</a:t>
            </a:r>
          </a:p>
        </p:txBody>
      </p:sp>
      <p:sp>
        <p:nvSpPr>
          <p:cNvPr id="93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27F4EB45-F79C-4EDD-82B0-653D3160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317" y="758332"/>
            <a:ext cx="818144" cy="172464"/>
          </a:xfrm>
          <a:custGeom xmlns:a="http://schemas.openxmlformats.org/drawingml/2006/main">
            <a:pathLst>
              <a:path w="818144" h="172464">
                <a:moveTo>
                  <a:pt x="0" y="0"/>
                </a:moveTo>
                <a:lnTo>
                  <a:pt x="818144" y="0"/>
                </a:lnTo>
                <a:lnTo>
                  <a:pt x="818144" y="172464"/>
                </a:lnTo>
                <a:lnTo>
                  <a:pt x="0" y="1724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C0555392-6E1C-4B64-A8A1-9E8186C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0505" y="858055"/>
            <a:ext cx="547124" cy="14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α</a:t>
            </a:r>
          </a:p>
        </p:txBody>
      </p:sp>
      <p:sp>
        <p:nvSpPr>
          <p:cNvPr id="95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363700A3-F058-44D0-8ADA-25128993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413" y="857319"/>
            <a:ext cx="32873" cy="14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ᵗ</a:t>
            </a:r>
          </a:p>
        </p:txBody>
      </p:sp>
      <p:sp>
        <p:nvSpPr>
          <p:cNvPr id="96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5AD65B37-2549-4386-8832-461DD6CF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077" y="1009938"/>
            <a:ext cx="1561365" cy="387337"/>
          </a:xfrm>
          <a:custGeom xmlns:a="http://schemas.openxmlformats.org/drawingml/2006/main">
            <a:pathLst>
              <a:path w="1561365" h="387337">
                <a:moveTo>
                  <a:pt x="0" y="0"/>
                </a:moveTo>
                <a:lnTo>
                  <a:pt x="1561365" y="0"/>
                </a:lnTo>
                <a:lnTo>
                  <a:pt x="1561365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DAB05310-6625-45F4-90B8-BE849090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4965" y="1150470"/>
            <a:ext cx="591918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98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1AB49FC8-9F9E-434D-812B-ECE1AC4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098" y="1397326"/>
            <a:ext cx="805770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99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ABCCCF4F-9AAB-4C5F-BB45-29559596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3351" y="3580172"/>
            <a:ext cx="1561365" cy="387337"/>
          </a:xfrm>
          <a:custGeom xmlns:a="http://schemas.openxmlformats.org/drawingml/2006/main">
            <a:pathLst>
              <a:path w="1561365" h="387337">
                <a:moveTo>
                  <a:pt x="0" y="0"/>
                </a:moveTo>
                <a:lnTo>
                  <a:pt x="1561365" y="0"/>
                </a:lnTo>
                <a:lnTo>
                  <a:pt x="1561365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39550C68-9090-47AF-8D0F-169DCD15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5058" y="3720703"/>
            <a:ext cx="398172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01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001A1648-3530-446E-AC33-34B33BAE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396" y="3967560"/>
            <a:ext cx="1091885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102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C9AF6D62-7064-402C-8E40-0D1B6053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9898" y="1129737"/>
            <a:ext cx="1985545" cy="580652"/>
          </a:xfrm>
          <a:custGeom xmlns:a="http://schemas.openxmlformats.org/drawingml/2006/main">
            <a:pathLst>
              <a:path w="1985545" h="580652">
                <a:moveTo>
                  <a:pt x="0" y="0"/>
                </a:moveTo>
                <a:lnTo>
                  <a:pt x="1985545" y="0"/>
                </a:lnTo>
                <a:lnTo>
                  <a:pt x="1985545" y="464522"/>
                </a:lnTo>
                <a:lnTo>
                  <a:pt x="992772" y="580652"/>
                </a:lnTo>
                <a:lnTo>
                  <a:pt x="0" y="4645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103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C506045E-5C14-4DA4-BA82-AB620693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4732" y="1154686"/>
            <a:ext cx="1356634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KL divergence</a:t>
            </a:r>
          </a:p>
        </p:txBody>
      </p:sp>
      <p:sp>
        <p:nvSpPr>
          <p:cNvPr id="104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E2291554-B457-43FE-8571-706FB9C4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9988" y="1401543"/>
            <a:ext cx="1206038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minimization</a:t>
            </a:r>
          </a:p>
        </p:txBody>
      </p:sp>
      <p:sp>
        <p:nvSpPr>
          <p:cNvPr id="105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A8833EC0-1441-4A8C-AED2-69C4CB1C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1606" y="557243"/>
            <a:ext cx="95" cy="285908"/>
          </a:xfrm>
          <a:custGeom xmlns:a="http://schemas.openxmlformats.org/drawingml/2006/main">
            <a:pathLst>
              <a:path w="95" h="285908">
                <a:moveTo>
                  <a:pt x="0" y="285908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D3C66A59-C3E8-41E6-90D9-5C783560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1606" y="691892"/>
            <a:ext cx="95" cy="151259"/>
          </a:xfrm>
          <a:custGeom xmlns:a="http://schemas.openxmlformats.org/drawingml/2006/main">
            <a:pathLst>
              <a:path w="95" h="151259">
                <a:moveTo>
                  <a:pt x="0" y="1512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107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2022C812-EACF-4E16-AADC-CDD4504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4539" y="590050"/>
            <a:ext cx="74135" cy="101842"/>
          </a:xfrm>
          <a:custGeom xmlns:a="http://schemas.openxmlformats.org/drawingml/2006/main">
            <a:pathLst>
              <a:path w="74135" h="101842">
                <a:moveTo>
                  <a:pt x="74135" y="101842"/>
                </a:moveTo>
                <a:lnTo>
                  <a:pt x="37067" y="0"/>
                </a:lnTo>
                <a:lnTo>
                  <a:pt x="0" y="101842"/>
                </a:lnTo>
                <a:lnTo>
                  <a:pt x="74135" y="101842"/>
                </a:lnTo>
              </a:path>
            </a:pathLst>
          </a:custGeom>
          <a:solidFill xmlns:a="http://schemas.openxmlformats.org/drawingml/2006/main">
            <a:srgbClr val="674EA7"/>
          </a:solidFill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108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FD9A9DBC-338C-4E3B-A19C-679F7AA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998" y="1710389"/>
            <a:ext cx="1660672" cy="892006"/>
          </a:xfrm>
          <a:custGeom xmlns:a="http://schemas.openxmlformats.org/drawingml/2006/main">
            <a:pathLst>
              <a:path w="1660672" h="892006">
                <a:moveTo>
                  <a:pt x="0" y="892006"/>
                </a:moveTo>
                <a:lnTo>
                  <a:pt x="166067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2442">
            <a:solidFill>
              <a:srgbClr val="674EA7"/>
            </a:solidFill>
            <a:prstDash val="solid"/>
          </a:ln>
        </p:spPr>
      </p:sp>
      <p:sp>
        <p:nvSpPr>
          <p:cNvPr id="109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EC3F9806-D07D-43A8-B1D8-B287DC57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48" y="7070913"/>
            <a:ext cx="5655970" cy="387337"/>
          </a:xfrm>
          <a:custGeom xmlns:a="http://schemas.openxmlformats.org/drawingml/2006/main">
            <a:pathLst>
              <a:path w="5655970" h="387337">
                <a:moveTo>
                  <a:pt x="0" y="0"/>
                </a:moveTo>
                <a:lnTo>
                  <a:pt x="5655970" y="0"/>
                </a:lnTo>
                <a:lnTo>
                  <a:pt x="5655970" y="387337"/>
                </a:lnTo>
                <a:lnTo>
                  <a:pt x="0" y="38733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C1FC6888-3D47-4B00-BCEA-4903BC5A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3547" y="7211445"/>
            <a:ext cx="928091" cy="209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 data</a:t>
            </a:r>
          </a:p>
        </p:txBody>
      </p:sp>
      <p:sp>
        <p:nvSpPr>
          <p:cNvPr id="111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36F648C1-25CC-44E1-8A2D-077BF027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124" y="4905275"/>
            <a:ext cx="1985543" cy="1657611"/>
          </a:xfrm>
          <a:custGeom xmlns:a="http://schemas.openxmlformats.org/drawingml/2006/main">
            <a:pathLst>
              <a:path w="1985543" h="1657611">
                <a:moveTo>
                  <a:pt x="0" y="0"/>
                </a:moveTo>
                <a:lnTo>
                  <a:pt x="1985543" y="0"/>
                </a:lnTo>
                <a:lnTo>
                  <a:pt x="1985543" y="1657611"/>
                </a:lnTo>
                <a:lnTo>
                  <a:pt x="0" y="165761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0B9056F-396D-400B-9ED3-B60937C6F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67d469d5148be"/>
          <a:srcRect xmlns:a="http://schemas.openxmlformats.org/drawingml/2006/main" l="0" t="431" r="0" b="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124" y="4905275"/>
            <a:ext cx="1985543" cy="1657611"/>
          </a:xfrm>
          <a:prstGeom xmlns:a="http://schemas.openxmlformats.org/drawingml/2006/main" prst="rect">
            <a:avLst/>
          </a:prstGeom>
        </p:spPr>
      </p:pic>
      <p:sp>
        <p:nvSpPr>
          <p:cNvPr id="113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EF42521F-217A-4043-8D13-B75DEBFF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124" y="4905275"/>
            <a:ext cx="1985543" cy="1657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D6496067-979E-4228-8143-D91EC3AC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6002" y="4904810"/>
            <a:ext cx="1962867" cy="1657609"/>
          </a:xfrm>
          <a:custGeom xmlns:a="http://schemas.openxmlformats.org/drawingml/2006/main">
            <a:pathLst>
              <a:path w="1962867" h="1657609">
                <a:moveTo>
                  <a:pt x="0" y="0"/>
                </a:moveTo>
                <a:lnTo>
                  <a:pt x="1962867" y="0"/>
                </a:lnTo>
                <a:lnTo>
                  <a:pt x="1962867" y="1657609"/>
                </a:lnTo>
                <a:lnTo>
                  <a:pt x="0" y="165760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1DC4C45-D19D-4FAC-B811-E14363DED1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958c031d34c7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6002" y="4904810"/>
            <a:ext cx="1962868" cy="1657609"/>
          </a:xfrm>
          <a:prstGeom xmlns:a="http://schemas.openxmlformats.org/drawingml/2006/main" prst="rect">
            <a:avLst/>
          </a:prstGeom>
        </p:spPr>
      </p:pic>
      <p:sp>
        <p:nvSpPr>
          <p:cNvPr id="116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6E6807A4-AED9-47F8-B52B-9AEA7C55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6002" y="4904810"/>
            <a:ext cx="1962868" cy="1657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36CB2D3B-6C32-46A0-8C10-C60E7E12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20" y="4908842"/>
            <a:ext cx="1962867" cy="1657609"/>
          </a:xfrm>
          <a:custGeom xmlns:a="http://schemas.openxmlformats.org/drawingml/2006/main">
            <a:pathLst>
              <a:path w="1962867" h="1657609">
                <a:moveTo>
                  <a:pt x="0" y="0"/>
                </a:moveTo>
                <a:lnTo>
                  <a:pt x="1962867" y="0"/>
                </a:lnTo>
                <a:lnTo>
                  <a:pt x="1962867" y="1657609"/>
                </a:lnTo>
                <a:lnTo>
                  <a:pt x="0" y="165760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133F82F-870F-4012-91A0-E87FB3CC4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2bf41906743b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020" y="4908842"/>
            <a:ext cx="1962867" cy="1657609"/>
          </a:xfrm>
          <a:prstGeom xmlns:a="http://schemas.openxmlformats.org/drawingml/2006/main" prst="rect">
            <a:avLst/>
          </a:prstGeom>
        </p:spPr>
      </p:pic>
      <p:sp>
        <p:nvSpPr>
          <p:cNvPr id="119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E84C6D88-272E-41F5-805A-1E170FAF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20" y="4908842"/>
            <a:ext cx="1962867" cy="1657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098BD672-6BB4-4BA2-B823-F4B9B00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4299" y="7789631"/>
            <a:ext cx="284398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121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C58F6A13-9060-4384-9AD2-BAC000F7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2742" y="7787291"/>
            <a:ext cx="1138619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Play-LMP</a:t>
            </a:r>
          </a:p>
        </p:txBody>
      </p:sp>
      <p:sp>
        <p:nvSpPr>
          <p:cNvPr id="122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FDC4BE94-C338-4C05-A3B9-5E84B23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5407" y="7789631"/>
            <a:ext cx="861138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training.</a:t>
            </a:r>
          </a:p>
        </p:txBody>
      </p:sp>
      <p:sp>
        <p:nvSpPr>
          <p:cNvPr id="123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E828253E-4A18-4AC4-A0F3-AD70D0A8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2018" y="28575"/>
            <a:ext cx="95" cy="8040776"/>
          </a:xfrm>
          <a:custGeom xmlns:a="http://schemas.openxmlformats.org/drawingml/2006/main">
            <a:pathLst>
              <a:path w="95" h="8040776">
                <a:moveTo>
                  <a:pt x="0" y="80407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124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8A84579D-71B2-4D07-8334-2B2CE5E6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0946" y="747101"/>
            <a:ext cx="4586011" cy="6872303"/>
          </a:xfrm>
          <a:custGeom xmlns:a="http://schemas.openxmlformats.org/drawingml/2006/main">
            <a:pathLst>
              <a:path w="4586011" h="6872303">
                <a:moveTo>
                  <a:pt x="0" y="0"/>
                </a:moveTo>
                <a:lnTo>
                  <a:pt x="4586011" y="0"/>
                </a:lnTo>
                <a:lnTo>
                  <a:pt x="4586011" y="6872303"/>
                </a:lnTo>
                <a:lnTo>
                  <a:pt x="0" y="687230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FED07C08-61C6-436E-987E-FDEC15FF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586" y="882958"/>
            <a:ext cx="1214826" cy="4027427"/>
          </a:xfrm>
          <a:custGeom xmlns:a="http://schemas.openxmlformats.org/drawingml/2006/main">
            <a:pathLst>
              <a:path w="1214826" h="4027427">
                <a:moveTo>
                  <a:pt x="1214826" y="0"/>
                </a:moveTo>
                <a:lnTo>
                  <a:pt x="0" y="0"/>
                </a:lnTo>
                <a:lnTo>
                  <a:pt x="0" y="402742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BA0E5797-06BA-4772-B91D-C328FB06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586" y="882958"/>
            <a:ext cx="1214826" cy="3891302"/>
          </a:xfrm>
          <a:custGeom xmlns:a="http://schemas.openxmlformats.org/drawingml/2006/main">
            <a:pathLst>
              <a:path w="1214826" h="3891302">
                <a:moveTo>
                  <a:pt x="1214826" y="0"/>
                </a:moveTo>
                <a:lnTo>
                  <a:pt x="0" y="0"/>
                </a:lnTo>
                <a:lnTo>
                  <a:pt x="0" y="3891302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27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9363F6C8-EA74-4F4E-B8AA-5A84A159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6113" y="4774260"/>
            <a:ext cx="74947" cy="102958"/>
          </a:xfrm>
          <a:custGeom xmlns:a="http://schemas.openxmlformats.org/drawingml/2006/main">
            <a:pathLst>
              <a:path w="74947" h="102958">
                <a:moveTo>
                  <a:pt x="0" y="0"/>
                </a:moveTo>
                <a:lnTo>
                  <a:pt x="37473" y="102958"/>
                </a:lnTo>
                <a:lnTo>
                  <a:pt x="74947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28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6A231C76-ACEF-47D9-AAFF-0CFBE83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2897" y="4288718"/>
            <a:ext cx="95" cy="687057"/>
          </a:xfrm>
          <a:custGeom xmlns:a="http://schemas.openxmlformats.org/drawingml/2006/main">
            <a:pathLst>
              <a:path w="95" h="687057">
                <a:moveTo>
                  <a:pt x="0" y="687057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AE4539A6-B5E8-4616-AC19-6AF3467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2897" y="4424843"/>
            <a:ext cx="95" cy="550933"/>
          </a:xfrm>
          <a:custGeom xmlns:a="http://schemas.openxmlformats.org/drawingml/2006/main">
            <a:pathLst>
              <a:path w="95" h="550933">
                <a:moveTo>
                  <a:pt x="0" y="5509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1155CC"/>
            </a:solidFill>
            <a:prstDash val="solid"/>
          </a:ln>
        </p:spPr>
      </p:sp>
      <p:sp>
        <p:nvSpPr>
          <p:cNvPr id="130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7F0A1606-8107-4B7B-BFD6-5D515A6B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424" y="4321885"/>
            <a:ext cx="74947" cy="102958"/>
          </a:xfrm>
          <a:custGeom xmlns:a="http://schemas.openxmlformats.org/drawingml/2006/main">
            <a:pathLst>
              <a:path w="74947" h="102958">
                <a:moveTo>
                  <a:pt x="74947" y="102958"/>
                </a:moveTo>
                <a:lnTo>
                  <a:pt x="37473" y="0"/>
                </a:lnTo>
                <a:lnTo>
                  <a:pt x="0" y="102958"/>
                </a:lnTo>
                <a:lnTo>
                  <a:pt x="74947" y="102958"/>
                </a:lnTo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22688">
            <a:solidFill>
              <a:srgbClr val="1155CC"/>
            </a:solidFill>
            <a:prstDash val="solid"/>
          </a:ln>
        </p:spPr>
      </p:sp>
      <p:sp>
        <p:nvSpPr>
          <p:cNvPr id="131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03D3EBE7-3167-41A4-B039-0DF4BF3A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0043" y="4162390"/>
            <a:ext cx="1410916" cy="391584"/>
          </a:xfrm>
          <a:custGeom xmlns:a="http://schemas.openxmlformats.org/drawingml/2006/main">
            <a:pathLst>
              <a:path w="1410916" h="391584">
                <a:moveTo>
                  <a:pt x="0" y="0"/>
                </a:moveTo>
                <a:lnTo>
                  <a:pt x="1410916" y="0"/>
                </a:lnTo>
                <a:lnTo>
                  <a:pt x="1410916" y="391584"/>
                </a:lnTo>
                <a:lnTo>
                  <a:pt x="0" y="3915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9775B906-F771-4241-ABFA-1273F203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2178" y="4304463"/>
            <a:ext cx="697506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33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C04F934B-011C-4BD7-B0DE-CE1B1CA9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1478" y="4554026"/>
            <a:ext cx="567703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@ 1Hz</a:t>
            </a:r>
          </a:p>
        </p:txBody>
      </p:sp>
      <p:sp>
        <p:nvSpPr>
          <p:cNvPr id="134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9762B624-C284-42DA-A1E1-86FDF628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672" y="4151802"/>
            <a:ext cx="1410916" cy="391583"/>
          </a:xfrm>
          <a:custGeom xmlns:a="http://schemas.openxmlformats.org/drawingml/2006/main">
            <a:pathLst>
              <a:path w="1410916" h="391583">
                <a:moveTo>
                  <a:pt x="0" y="0"/>
                </a:moveTo>
                <a:lnTo>
                  <a:pt x="1410916" y="0"/>
                </a:lnTo>
                <a:lnTo>
                  <a:pt x="1410916" y="391583"/>
                </a:lnTo>
                <a:lnTo>
                  <a:pt x="0" y="39158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E34BD561-BA43-467A-9BE2-9D4C2616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3905" y="4293873"/>
            <a:ext cx="408678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1155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1155CC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1155CC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36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13F6D52C-6655-47EF-815B-860794C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578" y="2283443"/>
            <a:ext cx="1394195" cy="963276"/>
          </a:xfrm>
          <a:custGeom xmlns:a="http://schemas.openxmlformats.org/drawingml/2006/main">
            <a:pathLst>
              <a:path w="1394195" h="963276">
                <a:moveTo>
                  <a:pt x="606689" y="119355"/>
                </a:moveTo>
                <a:cubicBezTo>
                  <a:pt x="464743" y="221649"/>
                  <a:pt x="70006" y="545567"/>
                  <a:pt x="35003" y="643599"/>
                </a:cubicBezTo>
                <a:cubicBezTo>
                  <a:pt x="0" y="741631"/>
                  <a:pt x="283893" y="684103"/>
                  <a:pt x="396673" y="707547"/>
                </a:cubicBezTo>
                <a:cubicBezTo>
                  <a:pt x="509452" y="730990"/>
                  <a:pt x="622234" y="741638"/>
                  <a:pt x="711680" y="784259"/>
                </a:cubicBezTo>
                <a:cubicBezTo>
                  <a:pt x="801125" y="826881"/>
                  <a:pt x="836118" y="963276"/>
                  <a:pt x="933343" y="963276"/>
                </a:cubicBezTo>
                <a:cubicBezTo>
                  <a:pt x="1030569" y="963276"/>
                  <a:pt x="1226973" y="858848"/>
                  <a:pt x="1295031" y="784259"/>
                </a:cubicBezTo>
                <a:cubicBezTo>
                  <a:pt x="1363090" y="709671"/>
                  <a:pt x="1335860" y="615908"/>
                  <a:pt x="1341693" y="515744"/>
                </a:cubicBezTo>
                <a:cubicBezTo>
                  <a:pt x="1347526" y="415581"/>
                  <a:pt x="1394195" y="219511"/>
                  <a:pt x="1330028" y="183282"/>
                </a:cubicBezTo>
                <a:cubicBezTo>
                  <a:pt x="1265862" y="147053"/>
                  <a:pt x="1030584" y="323946"/>
                  <a:pt x="956693" y="298371"/>
                </a:cubicBezTo>
                <a:cubicBezTo>
                  <a:pt x="882803" y="272797"/>
                  <a:pt x="945016" y="59672"/>
                  <a:pt x="886681" y="29836"/>
                </a:cubicBezTo>
                <a:cubicBezTo>
                  <a:pt x="828347" y="0"/>
                  <a:pt x="748636" y="17061"/>
                  <a:pt x="606689" y="119355"/>
                </a:cubicBezTo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11344">
            <a:solidFill>
              <a:srgbClr val="666666"/>
            </a:solidFill>
            <a:prstDash val="solid"/>
          </a:ln>
        </p:spPr>
      </p:sp>
      <p:sp>
        <p:nvSpPr>
          <p:cNvPr id="137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E5C2FEC7-3F64-4FE3-AE4C-6D122F24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7972" y="2738936"/>
            <a:ext cx="117184" cy="106858"/>
          </a:xfrm>
          <a:custGeom xmlns:a="http://schemas.openxmlformats.org/drawingml/2006/main">
            <a:pathLst>
              <a:path w="117184" h="106858">
                <a:moveTo>
                  <a:pt x="0" y="53429"/>
                </a:moveTo>
                <a:lnTo>
                  <a:pt x="0" y="53429"/>
                </a:lnTo>
                <a:cubicBezTo>
                  <a:pt x="0" y="23921"/>
                  <a:pt x="26232" y="0"/>
                  <a:pt x="58591" y="0"/>
                </a:cubicBezTo>
                <a:cubicBezTo>
                  <a:pt x="90951" y="0"/>
                  <a:pt x="117184" y="23921"/>
                  <a:pt x="117184" y="53429"/>
                </a:cubicBezTo>
                <a:cubicBezTo>
                  <a:pt x="117184" y="82937"/>
                  <a:pt x="90951" y="106858"/>
                  <a:pt x="58591" y="106858"/>
                </a:cubicBezTo>
                <a:cubicBezTo>
                  <a:pt x="26232" y="106858"/>
                  <a:pt x="0" y="82937"/>
                  <a:pt x="0" y="53429"/>
                </a:cubicBezTo>
              </a:path>
            </a:pathLst>
          </a:custGeom>
          <a:solidFill xmlns:a="http://schemas.openxmlformats.org/drawingml/2006/main">
            <a:srgbClr val="6D9EEB"/>
          </a:solidFill>
          <a:ln xmlns:a="http://schemas.openxmlformats.org/drawingml/2006/main" w="11344">
            <a:solidFill>
              <a:srgbClr val="000000"/>
            </a:solidFill>
            <a:prstDash val="solid"/>
          </a:ln>
        </p:spPr>
      </p:sp>
      <p:sp>
        <p:nvSpPr>
          <p:cNvPr id="138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B159F3CB-F34D-4D7B-8A57-ED895ABE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9536" y="2722898"/>
            <a:ext cx="117184" cy="106858"/>
          </a:xfrm>
          <a:custGeom xmlns:a="http://schemas.openxmlformats.org/drawingml/2006/main">
            <a:pathLst>
              <a:path w="117184" h="106858">
                <a:moveTo>
                  <a:pt x="0" y="53429"/>
                </a:moveTo>
                <a:lnTo>
                  <a:pt x="0" y="53429"/>
                </a:lnTo>
                <a:cubicBezTo>
                  <a:pt x="0" y="23921"/>
                  <a:pt x="26233" y="0"/>
                  <a:pt x="58592" y="0"/>
                </a:cubicBezTo>
                <a:cubicBezTo>
                  <a:pt x="90951" y="0"/>
                  <a:pt x="117184" y="23921"/>
                  <a:pt x="117184" y="53429"/>
                </a:cubicBezTo>
                <a:cubicBezTo>
                  <a:pt x="117184" y="82938"/>
                  <a:pt x="90951" y="106858"/>
                  <a:pt x="58592" y="106858"/>
                </a:cubicBezTo>
                <a:cubicBezTo>
                  <a:pt x="26233" y="106858"/>
                  <a:pt x="0" y="82938"/>
                  <a:pt x="0" y="53429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344">
            <a:solidFill>
              <a:srgbClr val="000000"/>
            </a:solidFill>
            <a:prstDash val="solid"/>
          </a:ln>
        </p:spPr>
      </p:sp>
      <p:sp>
        <p:nvSpPr>
          <p:cNvPr id="139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D7AB1D78-D459-4529-A7AA-A70E7E63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1171" y="2328581"/>
            <a:ext cx="117185" cy="106858"/>
          </a:xfrm>
          <a:custGeom xmlns:a="http://schemas.openxmlformats.org/drawingml/2006/main">
            <a:pathLst>
              <a:path w="117185" h="106858">
                <a:moveTo>
                  <a:pt x="0" y="53429"/>
                </a:moveTo>
                <a:lnTo>
                  <a:pt x="0" y="53429"/>
                </a:lnTo>
                <a:cubicBezTo>
                  <a:pt x="0" y="23921"/>
                  <a:pt x="26233" y="0"/>
                  <a:pt x="58592" y="0"/>
                </a:cubicBezTo>
                <a:cubicBezTo>
                  <a:pt x="90952" y="0"/>
                  <a:pt x="117185" y="23921"/>
                  <a:pt x="117185" y="53429"/>
                </a:cubicBezTo>
                <a:cubicBezTo>
                  <a:pt x="117185" y="82937"/>
                  <a:pt x="90952" y="106858"/>
                  <a:pt x="58592" y="106858"/>
                </a:cubicBezTo>
                <a:cubicBezTo>
                  <a:pt x="26233" y="106858"/>
                  <a:pt x="0" y="82937"/>
                  <a:pt x="0" y="53429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344">
            <a:solidFill>
              <a:srgbClr val="000000"/>
            </a:solidFill>
            <a:prstDash val="solid"/>
          </a:ln>
        </p:spPr>
      </p:sp>
      <p:sp>
        <p:nvSpPr>
          <p:cNvPr id="140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A5831582-E265-4550-8B1C-A4EA7C85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4667" y="3086497"/>
            <a:ext cx="117184" cy="106858"/>
          </a:xfrm>
          <a:custGeom xmlns:a="http://schemas.openxmlformats.org/drawingml/2006/main">
            <a:pathLst>
              <a:path w="117184" h="106858">
                <a:moveTo>
                  <a:pt x="0" y="53429"/>
                </a:moveTo>
                <a:lnTo>
                  <a:pt x="0" y="53429"/>
                </a:lnTo>
                <a:cubicBezTo>
                  <a:pt x="0" y="23921"/>
                  <a:pt x="26233" y="0"/>
                  <a:pt x="58592" y="0"/>
                </a:cubicBezTo>
                <a:cubicBezTo>
                  <a:pt x="90952" y="0"/>
                  <a:pt x="117184" y="23921"/>
                  <a:pt x="117184" y="53429"/>
                </a:cubicBezTo>
                <a:cubicBezTo>
                  <a:pt x="117184" y="82937"/>
                  <a:pt x="90952" y="106858"/>
                  <a:pt x="58592" y="106858"/>
                </a:cubicBezTo>
                <a:cubicBezTo>
                  <a:pt x="26233" y="106858"/>
                  <a:pt x="0" y="82937"/>
                  <a:pt x="0" y="53429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344">
            <a:solidFill>
              <a:srgbClr val="000000"/>
            </a:solidFill>
            <a:prstDash val="solid"/>
          </a:ln>
        </p:spPr>
      </p:sp>
      <p:sp>
        <p:nvSpPr>
          <p:cNvPr id="141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B9A891B2-0001-42A1-8E3A-FAA48462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4122" y="2600911"/>
            <a:ext cx="117184" cy="106859"/>
          </a:xfrm>
          <a:custGeom xmlns:a="http://schemas.openxmlformats.org/drawingml/2006/main">
            <a:pathLst>
              <a:path w="117184" h="106859">
                <a:moveTo>
                  <a:pt x="0" y="53429"/>
                </a:moveTo>
                <a:lnTo>
                  <a:pt x="0" y="53429"/>
                </a:lnTo>
                <a:cubicBezTo>
                  <a:pt x="0" y="23921"/>
                  <a:pt x="26233" y="0"/>
                  <a:pt x="58591" y="0"/>
                </a:cubicBezTo>
                <a:cubicBezTo>
                  <a:pt x="90951" y="0"/>
                  <a:pt x="117184" y="23921"/>
                  <a:pt x="117184" y="53429"/>
                </a:cubicBezTo>
                <a:cubicBezTo>
                  <a:pt x="117184" y="82937"/>
                  <a:pt x="90951" y="106859"/>
                  <a:pt x="58591" y="106859"/>
                </a:cubicBezTo>
                <a:cubicBezTo>
                  <a:pt x="26233" y="106859"/>
                  <a:pt x="0" y="82937"/>
                  <a:pt x="0" y="53429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344">
            <a:solidFill>
              <a:srgbClr val="000000"/>
            </a:solidFill>
            <a:prstDash val="solid"/>
          </a:ln>
        </p:spPr>
      </p:sp>
      <p:sp>
        <p:nvSpPr>
          <p:cNvPr id="142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BD3E6930-B87C-434C-93DC-FDFC3764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807" y="2792542"/>
            <a:ext cx="117185" cy="106858"/>
          </a:xfrm>
          <a:custGeom xmlns:a="http://schemas.openxmlformats.org/drawingml/2006/main">
            <a:pathLst>
              <a:path w="117185" h="106858">
                <a:moveTo>
                  <a:pt x="0" y="53429"/>
                </a:moveTo>
                <a:lnTo>
                  <a:pt x="0" y="53429"/>
                </a:lnTo>
                <a:cubicBezTo>
                  <a:pt x="0" y="23921"/>
                  <a:pt x="26233" y="0"/>
                  <a:pt x="58592" y="0"/>
                </a:cubicBezTo>
                <a:cubicBezTo>
                  <a:pt x="90952" y="0"/>
                  <a:pt x="117185" y="23921"/>
                  <a:pt x="117185" y="53429"/>
                </a:cubicBezTo>
                <a:cubicBezTo>
                  <a:pt x="117185" y="82938"/>
                  <a:pt x="90952" y="106858"/>
                  <a:pt x="58592" y="106858"/>
                </a:cubicBezTo>
                <a:cubicBezTo>
                  <a:pt x="26233" y="106858"/>
                  <a:pt x="0" y="82938"/>
                  <a:pt x="0" y="53429"/>
                </a:cubicBez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11344">
            <a:solidFill>
              <a:srgbClr val="000000"/>
            </a:solidFill>
            <a:prstDash val="solid"/>
          </a:ln>
        </p:spPr>
      </p:sp>
      <p:sp>
        <p:nvSpPr>
          <p:cNvPr id="143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5F53DFA6-D8D7-4416-A6E6-CBA7E1C1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6563" y="1689234"/>
            <a:ext cx="70742" cy="1049701"/>
          </a:xfrm>
          <a:custGeom xmlns:a="http://schemas.openxmlformats.org/drawingml/2006/main">
            <a:pathLst>
              <a:path w="70742" h="1049701">
                <a:moveTo>
                  <a:pt x="0" y="1049701"/>
                </a:moveTo>
                <a:cubicBezTo>
                  <a:pt x="0" y="787271"/>
                  <a:pt x="17686" y="656053"/>
                  <a:pt x="35372" y="524840"/>
                </a:cubicBezTo>
                <a:cubicBezTo>
                  <a:pt x="53057" y="393627"/>
                  <a:pt x="70742" y="262420"/>
                  <a:pt x="70742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6D747C62-7877-4300-9C10-AE3C0281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6563" y="1825348"/>
            <a:ext cx="68949" cy="913588"/>
          </a:xfrm>
          <a:custGeom xmlns:a="http://schemas.openxmlformats.org/drawingml/2006/main">
            <a:pathLst>
              <a:path w="68949" h="913588">
                <a:moveTo>
                  <a:pt x="0" y="913588"/>
                </a:moveTo>
                <a:cubicBezTo>
                  <a:pt x="0" y="651157"/>
                  <a:pt x="17686" y="519939"/>
                  <a:pt x="35372" y="388727"/>
                </a:cubicBezTo>
                <a:cubicBezTo>
                  <a:pt x="44214" y="323120"/>
                  <a:pt x="53057" y="257515"/>
                  <a:pt x="59689" y="175509"/>
                </a:cubicBezTo>
                <a:cubicBezTo>
                  <a:pt x="63005" y="134506"/>
                  <a:pt x="65768" y="89403"/>
                  <a:pt x="67703" y="38150"/>
                </a:cubicBezTo>
                <a:cubicBezTo>
                  <a:pt x="67944" y="31743"/>
                  <a:pt x="68173" y="25240"/>
                  <a:pt x="68389" y="18637"/>
                </a:cubicBezTo>
                <a:lnTo>
                  <a:pt x="689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A64D79"/>
            </a:solidFill>
            <a:prstDash val="solid"/>
          </a:ln>
        </p:spPr>
      </p:sp>
      <p:sp>
        <p:nvSpPr>
          <p:cNvPr id="145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BAED8C15-B498-42A5-B05D-262F79EC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8042" y="1722399"/>
            <a:ext cx="74941" cy="103443"/>
          </a:xfrm>
          <a:custGeom xmlns:a="http://schemas.openxmlformats.org/drawingml/2006/main">
            <a:pathLst>
              <a:path w="74941" h="103443">
                <a:moveTo>
                  <a:pt x="74941" y="103443"/>
                </a:moveTo>
                <a:lnTo>
                  <a:pt x="38827" y="0"/>
                </a:lnTo>
                <a:lnTo>
                  <a:pt x="0" y="102456"/>
                </a:lnTo>
                <a:lnTo>
                  <a:pt x="74941" y="103443"/>
                </a:lnTo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22688">
            <a:solidFill>
              <a:srgbClr val="A64D79"/>
            </a:solidFill>
            <a:prstDash val="solid"/>
          </a:ln>
        </p:spPr>
      </p:sp>
      <p:sp>
        <p:nvSpPr>
          <p:cNvPr id="146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C7177431-BEE6-4159-A28D-BB9473D9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6564" y="1648874"/>
            <a:ext cx="1410915" cy="391583"/>
          </a:xfrm>
          <a:custGeom xmlns:a="http://schemas.openxmlformats.org/drawingml/2006/main">
            <a:pathLst>
              <a:path w="1410915" h="391583">
                <a:moveTo>
                  <a:pt x="0" y="0"/>
                </a:moveTo>
                <a:lnTo>
                  <a:pt x="1410915" y="0"/>
                </a:lnTo>
                <a:lnTo>
                  <a:pt x="1410915" y="391583"/>
                </a:lnTo>
                <a:lnTo>
                  <a:pt x="0" y="39158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670B985C-A32C-4BA2-8A57-9E8E7E8F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797" y="1790946"/>
            <a:ext cx="408678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1155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1155CC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1155CC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48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99637295-92C6-43A5-96BE-D34E422F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32" y="1662448"/>
            <a:ext cx="1812146" cy="391583"/>
          </a:xfrm>
          <a:custGeom xmlns:a="http://schemas.openxmlformats.org/drawingml/2006/main">
            <a:pathLst>
              <a:path w="1812146" h="391583">
                <a:moveTo>
                  <a:pt x="0" y="0"/>
                </a:moveTo>
                <a:lnTo>
                  <a:pt x="1812146" y="0"/>
                </a:lnTo>
                <a:lnTo>
                  <a:pt x="1812146" y="391583"/>
                </a:lnTo>
                <a:lnTo>
                  <a:pt x="0" y="39158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9E6AFF08-D715-477B-8B9B-3BB0B67E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7161" y="1804521"/>
            <a:ext cx="697505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50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D83EF1DD-69B5-49C7-8C7F-CB8F502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7158" y="2054084"/>
            <a:ext cx="737103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@ 30Hz</a:t>
            </a:r>
          </a:p>
        </p:txBody>
      </p:sp>
      <p:sp>
        <p:nvSpPr>
          <p:cNvPr id="151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72EE8B40-445A-4B7A-855F-F97F717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944" y="2168995"/>
            <a:ext cx="1410916" cy="391584"/>
          </a:xfrm>
          <a:custGeom xmlns:a="http://schemas.openxmlformats.org/drawingml/2006/main">
            <a:pathLst>
              <a:path w="1410916" h="391584">
                <a:moveTo>
                  <a:pt x="0" y="0"/>
                </a:moveTo>
                <a:lnTo>
                  <a:pt x="1410916" y="0"/>
                </a:lnTo>
                <a:lnTo>
                  <a:pt x="1410916" y="391584"/>
                </a:lnTo>
                <a:lnTo>
                  <a:pt x="0" y="3915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5629BF98-13FE-4764-9994-BDA11037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7471" y="2311068"/>
            <a:ext cx="860554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A64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A64D79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A64D79"/>
                </a:solidFill>
                <a:latin typeface="Arial"/>
                <a:ea typeface="Arial"/>
                <a:cs typeface="Arial"/>
              </a:rPr>
              <a:t>sampling</a:t>
            </a:r>
          </a:p>
        </p:txBody>
      </p:sp>
      <p:sp>
        <p:nvSpPr>
          <p:cNvPr id="153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A97CB4A8-C4F4-4364-93F6-0640F4D5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103" y="2792380"/>
            <a:ext cx="423051" cy="863199"/>
          </a:xfrm>
          <a:custGeom xmlns:a="http://schemas.openxmlformats.org/drawingml/2006/main">
            <a:pathLst>
              <a:path w="423051" h="863199">
                <a:moveTo>
                  <a:pt x="423051" y="863199"/>
                </a:moveTo>
                <a:cubicBezTo>
                  <a:pt x="423051" y="660752"/>
                  <a:pt x="322425" y="542846"/>
                  <a:pt x="216663" y="458307"/>
                </a:cubicBezTo>
                <a:cubicBezTo>
                  <a:pt x="110899" y="373768"/>
                  <a:pt x="0" y="322595"/>
                  <a:pt x="10274" y="229153"/>
                </a:cubicBezTo>
                <a:cubicBezTo>
                  <a:pt x="20547" y="135711"/>
                  <a:pt x="151994" y="0"/>
                  <a:pt x="293714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CDF011ED-CEA5-4843-993E-982FA9D0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103" y="2829243"/>
            <a:ext cx="423051" cy="826335"/>
          </a:xfrm>
          <a:custGeom xmlns:a="http://schemas.openxmlformats.org/drawingml/2006/main">
            <a:pathLst>
              <a:path w="423051" h="826335">
                <a:moveTo>
                  <a:pt x="423051" y="826335"/>
                </a:moveTo>
                <a:cubicBezTo>
                  <a:pt x="423051" y="623889"/>
                  <a:pt x="322425" y="505982"/>
                  <a:pt x="216663" y="421443"/>
                </a:cubicBezTo>
                <a:cubicBezTo>
                  <a:pt x="110899" y="336904"/>
                  <a:pt x="0" y="285732"/>
                  <a:pt x="10274" y="192290"/>
                </a:cubicBezTo>
                <a:cubicBezTo>
                  <a:pt x="15410" y="145569"/>
                  <a:pt x="50841" y="88280"/>
                  <a:pt x="102701" y="42672"/>
                </a:cubicBezTo>
                <a:cubicBezTo>
                  <a:pt x="115666" y="31270"/>
                  <a:pt x="129658" y="20598"/>
                  <a:pt x="144461" y="11003"/>
                </a:cubicBezTo>
                <a:cubicBezTo>
                  <a:pt x="148162" y="8605"/>
                  <a:pt x="151913" y="6274"/>
                  <a:pt x="155711" y="4015"/>
                </a:cubicBezTo>
                <a:cubicBezTo>
                  <a:pt x="157611" y="2886"/>
                  <a:pt x="159521" y="1775"/>
                  <a:pt x="161444" y="683"/>
                </a:cubicBezTo>
                <a:lnTo>
                  <a:pt x="162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3C78D8"/>
            </a:solidFill>
            <a:prstDash val="solid"/>
          </a:ln>
        </p:spPr>
      </p:sp>
      <p:sp>
        <p:nvSpPr>
          <p:cNvPr id="155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6B8F5E8E-B4FC-45D5-8D5A-6C5BA423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6630" y="2793170"/>
            <a:ext cx="109260" cy="72147"/>
          </a:xfrm>
          <a:custGeom xmlns:a="http://schemas.openxmlformats.org/drawingml/2006/main">
            <a:pathLst>
              <a:path w="109260" h="72147">
                <a:moveTo>
                  <a:pt x="20297" y="72147"/>
                </a:moveTo>
                <a:lnTo>
                  <a:pt x="109260" y="8192"/>
                </a:lnTo>
                <a:lnTo>
                  <a:pt x="0" y="0"/>
                </a:lnTo>
                <a:lnTo>
                  <a:pt x="20297" y="72147"/>
                </a:lnTo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22688">
            <a:solidFill>
              <a:srgbClr val="3C78D8"/>
            </a:solidFill>
            <a:prstDash val="solid"/>
          </a:ln>
        </p:spPr>
      </p:sp>
      <p:sp>
        <p:nvSpPr>
          <p:cNvPr id="156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844FCA7A-BB69-4BC5-A9F6-FF03E58A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757" y="1072892"/>
            <a:ext cx="2368795" cy="616315"/>
          </a:xfrm>
          <a:custGeom xmlns:a="http://schemas.openxmlformats.org/drawingml/2006/main">
            <a:pathLst>
              <a:path w="2368795" h="616315">
                <a:moveTo>
                  <a:pt x="0" y="616315"/>
                </a:moveTo>
                <a:lnTo>
                  <a:pt x="212247" y="0"/>
                </a:lnTo>
                <a:lnTo>
                  <a:pt x="2156548" y="0"/>
                </a:lnTo>
                <a:lnTo>
                  <a:pt x="2368795" y="616315"/>
                </a:lnTo>
                <a:lnTo>
                  <a:pt x="0" y="616315"/>
                </a:lnTo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57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E0535E81-92F4-463C-9668-3BF2F162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9639" y="763960"/>
            <a:ext cx="1957918" cy="241881"/>
          </a:xfrm>
          <a:custGeom xmlns:a="http://schemas.openxmlformats.org/drawingml/2006/main">
            <a:pathLst>
              <a:path w="1957918" h="241881">
                <a:moveTo>
                  <a:pt x="1957918" y="0"/>
                </a:moveTo>
                <a:lnTo>
                  <a:pt x="1957918" y="241881"/>
                </a:lnTo>
                <a:lnTo>
                  <a:pt x="0" y="241881"/>
                </a:lnTo>
                <a:lnTo>
                  <a:pt x="0" y="0"/>
                </a:lnTo>
                <a:lnTo>
                  <a:pt x="1957918" y="0"/>
                </a:lnTo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22688">
            <a:solidFill>
              <a:srgbClr val="000000"/>
            </a:solidFill>
            <a:prstDash val="solid"/>
          </a:ln>
        </p:spPr>
      </p:sp>
      <p:sp>
        <p:nvSpPr>
          <p:cNvPr id="158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D184B604-36A3-46F4-B71F-4775C7DB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757" y="3655578"/>
            <a:ext cx="2368795" cy="616315"/>
          </a:xfrm>
          <a:custGeom xmlns:a="http://schemas.openxmlformats.org/drawingml/2006/main">
            <a:pathLst>
              <a:path w="2368795" h="616315">
                <a:moveTo>
                  <a:pt x="0" y="616315"/>
                </a:moveTo>
                <a:lnTo>
                  <a:pt x="212247" y="0"/>
                </a:lnTo>
                <a:lnTo>
                  <a:pt x="2156548" y="0"/>
                </a:lnTo>
                <a:lnTo>
                  <a:pt x="2368795" y="616315"/>
                </a:lnTo>
                <a:lnTo>
                  <a:pt x="0" y="616315"/>
                </a:lnTo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59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C8D59A15-3F11-4EC8-9B9E-E14A5A9C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8107" y="3606042"/>
            <a:ext cx="1578482" cy="391584"/>
          </a:xfrm>
          <a:custGeom xmlns:a="http://schemas.openxmlformats.org/drawingml/2006/main">
            <a:pathLst>
              <a:path w="1578482" h="391584">
                <a:moveTo>
                  <a:pt x="0" y="0"/>
                </a:moveTo>
                <a:lnTo>
                  <a:pt x="1578482" y="0"/>
                </a:lnTo>
                <a:lnTo>
                  <a:pt x="1578482" y="391584"/>
                </a:lnTo>
                <a:lnTo>
                  <a:pt x="0" y="3915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9108522B-7A08-4DEC-A777-4BFF8C61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779" y="3748115"/>
            <a:ext cx="399573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61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33C0031B-F958-427B-9DFE-A1D9F862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0646" y="3997678"/>
            <a:ext cx="834084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162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90B4C3B8-560E-4F5D-B88C-36EDFD5E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035" y="4274692"/>
            <a:ext cx="95" cy="654545"/>
          </a:xfrm>
          <a:custGeom xmlns:a="http://schemas.openxmlformats.org/drawingml/2006/main">
            <a:pathLst>
              <a:path w="95" h="654545">
                <a:moveTo>
                  <a:pt x="0" y="654545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99F0838A-3388-429D-8652-7636FB0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035" y="4410817"/>
            <a:ext cx="95" cy="518420"/>
          </a:xfrm>
          <a:custGeom xmlns:a="http://schemas.openxmlformats.org/drawingml/2006/main">
            <a:pathLst>
              <a:path w="95" h="518420">
                <a:moveTo>
                  <a:pt x="0" y="5184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64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72D1B915-7CEB-4BC6-847B-41F7AFBE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560" y="4307859"/>
            <a:ext cx="74948" cy="102958"/>
          </a:xfrm>
          <a:custGeom xmlns:a="http://schemas.openxmlformats.org/drawingml/2006/main">
            <a:pathLst>
              <a:path w="74948" h="102958">
                <a:moveTo>
                  <a:pt x="74948" y="102958"/>
                </a:moveTo>
                <a:lnTo>
                  <a:pt x="37474" y="0"/>
                </a:lnTo>
                <a:lnTo>
                  <a:pt x="0" y="102958"/>
                </a:lnTo>
                <a:lnTo>
                  <a:pt x="74948" y="102958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65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B75D0822-6856-40C6-AB1C-DCA08D78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9442" y="666735"/>
            <a:ext cx="1230844" cy="174355"/>
          </a:xfrm>
          <a:custGeom xmlns:a="http://schemas.openxmlformats.org/drawingml/2006/main">
            <a:pathLst>
              <a:path w="1230844" h="174355">
                <a:moveTo>
                  <a:pt x="0" y="0"/>
                </a:moveTo>
                <a:lnTo>
                  <a:pt x="1230844" y="0"/>
                </a:lnTo>
                <a:lnTo>
                  <a:pt x="1230844" y="174355"/>
                </a:lnTo>
                <a:lnTo>
                  <a:pt x="0" y="17435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CA9686F6-6D54-4BAD-B25E-08F38D8C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945" y="778974"/>
            <a:ext cx="594384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7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E1CD853F-70BD-4BD3-863C-3BFA095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5312" y="999295"/>
            <a:ext cx="1578482" cy="391583"/>
          </a:xfrm>
          <a:custGeom xmlns:a="http://schemas.openxmlformats.org/drawingml/2006/main">
            <a:pathLst>
              <a:path w="1578482" h="391583">
                <a:moveTo>
                  <a:pt x="0" y="0"/>
                </a:moveTo>
                <a:lnTo>
                  <a:pt x="1578482" y="0"/>
                </a:lnTo>
                <a:lnTo>
                  <a:pt x="1578482" y="391583"/>
                </a:lnTo>
                <a:lnTo>
                  <a:pt x="0" y="39158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46D56B01-AC3D-4399-ABFA-E3C78C19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7634" y="1141368"/>
            <a:ext cx="594383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9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30F25F06-8167-4FB0-846E-D238A985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8536" y="1390931"/>
            <a:ext cx="812486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70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AB2F2425-AC57-4A0E-9F75-CA811216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342" y="5822092"/>
            <a:ext cx="468042" cy="95"/>
          </a:xfrm>
          <a:custGeom xmlns:a="http://schemas.openxmlformats.org/drawingml/2006/main">
            <a:pathLst>
              <a:path w="468042" h="95">
                <a:moveTo>
                  <a:pt x="0" y="0"/>
                </a:moveTo>
                <a:lnTo>
                  <a:pt x="46804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6A273DED-2E39-4F88-BA30-BEFB35A7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342" y="5822092"/>
            <a:ext cx="331917" cy="95"/>
          </a:xfrm>
          <a:custGeom xmlns:a="http://schemas.openxmlformats.org/drawingml/2006/main">
            <a:pathLst>
              <a:path w="331917" h="95">
                <a:moveTo>
                  <a:pt x="0" y="0"/>
                </a:moveTo>
                <a:lnTo>
                  <a:pt x="3319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72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A76086D5-3BBF-4E84-A9F9-DEDB868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9259" y="5784618"/>
            <a:ext cx="102958" cy="74948"/>
          </a:xfrm>
          <a:custGeom xmlns:a="http://schemas.openxmlformats.org/drawingml/2006/main">
            <a:pathLst>
              <a:path w="102958" h="74948">
                <a:moveTo>
                  <a:pt x="0" y="74948"/>
                </a:moveTo>
                <a:lnTo>
                  <a:pt x="102958" y="37473"/>
                </a:lnTo>
                <a:lnTo>
                  <a:pt x="0" y="0"/>
                </a:lnTo>
                <a:lnTo>
                  <a:pt x="0" y="74948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73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D05BF808-93AB-46A7-AC06-FE60DD57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7893" y="5307224"/>
            <a:ext cx="1410915" cy="391584"/>
          </a:xfrm>
          <a:custGeom xmlns:a="http://schemas.openxmlformats.org/drawingml/2006/main">
            <a:pathLst>
              <a:path w="1410915" h="391584">
                <a:moveTo>
                  <a:pt x="0" y="0"/>
                </a:moveTo>
                <a:lnTo>
                  <a:pt x="1410915" y="0"/>
                </a:lnTo>
                <a:lnTo>
                  <a:pt x="1410915" y="391584"/>
                </a:lnTo>
                <a:lnTo>
                  <a:pt x="0" y="3915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0C376223-410F-4294-92D8-A3CC44FF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7163" y="5449296"/>
            <a:ext cx="112439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1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1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67" b="1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75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71FFB6D2-A845-436F-A5F4-C5E9832A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9614" y="3335244"/>
            <a:ext cx="1957918" cy="242596"/>
          </a:xfrm>
          <a:custGeom xmlns:a="http://schemas.openxmlformats.org/drawingml/2006/main">
            <a:pathLst>
              <a:path w="1957918" h="242596">
                <a:moveTo>
                  <a:pt x="1957918" y="0"/>
                </a:moveTo>
                <a:lnTo>
                  <a:pt x="1957918" y="242596"/>
                </a:lnTo>
                <a:lnTo>
                  <a:pt x="0" y="242596"/>
                </a:lnTo>
                <a:lnTo>
                  <a:pt x="0" y="0"/>
                </a:lnTo>
                <a:lnTo>
                  <a:pt x="1957918" y="0"/>
                </a:lnTo>
              </a:path>
            </a:pathLst>
          </a:custGeom>
          <a:solidFill xmlns:a="http://schemas.openxmlformats.org/drawingml/2006/main">
            <a:srgbClr val="A4C2F4"/>
          </a:solidFill>
          <a:ln xmlns:a="http://schemas.openxmlformats.org/drawingml/2006/main" w="22688">
            <a:solidFill>
              <a:srgbClr val="000000"/>
            </a:solidFill>
            <a:prstDash val="solid"/>
          </a:ln>
        </p:spPr>
      </p:sp>
      <p:sp>
        <p:nvSpPr>
          <p:cNvPr id="176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3AADEED9-5C7D-47E8-BCFA-6DE7C879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5346" y="3244920"/>
            <a:ext cx="1921832" cy="174355"/>
          </a:xfrm>
          <a:custGeom xmlns:a="http://schemas.openxmlformats.org/drawingml/2006/main">
            <a:pathLst>
              <a:path w="1921832" h="174355">
                <a:moveTo>
                  <a:pt x="0" y="0"/>
                </a:moveTo>
                <a:lnTo>
                  <a:pt x="1921832" y="0"/>
                </a:lnTo>
                <a:lnTo>
                  <a:pt x="1921832" y="174355"/>
                </a:lnTo>
                <a:lnTo>
                  <a:pt x="0" y="17435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1F5C17D2-8179-401C-BAF6-88FC2411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5605" y="3357159"/>
            <a:ext cx="1542602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distribution</a:t>
            </a:r>
          </a:p>
        </p:txBody>
      </p:sp>
      <p:sp>
        <p:nvSpPr>
          <p:cNvPr id="178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51F92C43-0A01-41FD-9053-61A20B5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1791" y="1889279"/>
            <a:ext cx="1174393" cy="254744"/>
          </a:xfrm>
          <a:custGeom xmlns:a="http://schemas.openxmlformats.org/drawingml/2006/main">
            <a:pathLst>
              <a:path w="1174393" h="254744">
                <a:moveTo>
                  <a:pt x="1174393" y="0"/>
                </a:moveTo>
                <a:lnTo>
                  <a:pt x="1174393" y="254744"/>
                </a:lnTo>
                <a:lnTo>
                  <a:pt x="0" y="254744"/>
                </a:lnTo>
                <a:lnTo>
                  <a:pt x="0" y="0"/>
                </a:lnTo>
                <a:lnTo>
                  <a:pt x="1174393" y="0"/>
                </a:lnTo>
              </a:path>
            </a:pathLst>
          </a:custGeom>
          <a:solidFill xmlns:a="http://schemas.openxmlformats.org/drawingml/2006/main">
            <a:srgbClr val="D5A6BD"/>
          </a:solidFill>
          <a:ln xmlns:a="http://schemas.openxmlformats.org/drawingml/2006/main" w="22688">
            <a:solidFill>
              <a:srgbClr val="000000"/>
            </a:solidFill>
            <a:prstDash val="solid"/>
          </a:ln>
        </p:spPr>
      </p:sp>
      <p:sp>
        <p:nvSpPr>
          <p:cNvPr id="179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CECC6B22-48FA-414A-A80A-0A4057D7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288" y="1801777"/>
            <a:ext cx="1921832" cy="174354"/>
          </a:xfrm>
          <a:custGeom xmlns:a="http://schemas.openxmlformats.org/drawingml/2006/main">
            <a:pathLst>
              <a:path w="1921832" h="174354">
                <a:moveTo>
                  <a:pt x="0" y="0"/>
                </a:moveTo>
                <a:lnTo>
                  <a:pt x="1921832" y="0"/>
                </a:lnTo>
                <a:lnTo>
                  <a:pt x="1921832" y="174354"/>
                </a:lnTo>
                <a:lnTo>
                  <a:pt x="0" y="17435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34F8ABF3-1458-4047-9B10-493258EE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8740" y="1914016"/>
            <a:ext cx="986334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plan</a:t>
            </a:r>
          </a:p>
        </p:txBody>
      </p:sp>
      <p:sp>
        <p:nvSpPr>
          <p:cNvPr id="181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2CCAD4F5-07A3-408F-888F-0E0D8750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0914" y="1702307"/>
            <a:ext cx="955854" cy="3285794"/>
          </a:xfrm>
          <a:custGeom xmlns:a="http://schemas.openxmlformats.org/drawingml/2006/main">
            <a:pathLst>
              <a:path w="955854" h="3285794">
                <a:moveTo>
                  <a:pt x="955854" y="3285794"/>
                </a:moveTo>
                <a:lnTo>
                  <a:pt x="955854" y="338527"/>
                </a:lnTo>
                <a:lnTo>
                  <a:pt x="0" y="33852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406F9868-A986-4778-B6C6-6A57ADFC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0914" y="1838433"/>
            <a:ext cx="955854" cy="3149669"/>
          </a:xfrm>
          <a:custGeom xmlns:a="http://schemas.openxmlformats.org/drawingml/2006/main">
            <a:pathLst>
              <a:path w="955854" h="3149669">
                <a:moveTo>
                  <a:pt x="955854" y="3149669"/>
                </a:moveTo>
                <a:lnTo>
                  <a:pt x="955854" y="202401"/>
                </a:lnTo>
                <a:lnTo>
                  <a:pt x="0" y="20240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1155CC"/>
            </a:solidFill>
            <a:prstDash val="solid"/>
          </a:ln>
        </p:spPr>
      </p:sp>
      <p:sp>
        <p:nvSpPr>
          <p:cNvPr id="183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8D8C241A-4717-48E0-803B-1869288B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3441" y="1735474"/>
            <a:ext cx="74947" cy="102958"/>
          </a:xfrm>
          <a:custGeom xmlns:a="http://schemas.openxmlformats.org/drawingml/2006/main">
            <a:pathLst>
              <a:path w="74947" h="102958">
                <a:moveTo>
                  <a:pt x="74947" y="102958"/>
                </a:moveTo>
                <a:lnTo>
                  <a:pt x="37473" y="0"/>
                </a:lnTo>
                <a:lnTo>
                  <a:pt x="0" y="102958"/>
                </a:lnTo>
                <a:lnTo>
                  <a:pt x="74947" y="102958"/>
                </a:lnTo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22688">
            <a:solidFill>
              <a:srgbClr val="1155CC"/>
            </a:solidFill>
            <a:prstDash val="solid"/>
          </a:ln>
        </p:spPr>
      </p:sp>
      <p:sp>
        <p:nvSpPr>
          <p:cNvPr id="184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83781CBC-0052-42FB-82A1-D5179060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800" y="1692333"/>
            <a:ext cx="906073" cy="3275850"/>
          </a:xfrm>
          <a:custGeom xmlns:a="http://schemas.openxmlformats.org/drawingml/2006/main">
            <a:pathLst>
              <a:path w="906073" h="3275850">
                <a:moveTo>
                  <a:pt x="0" y="3275850"/>
                </a:moveTo>
                <a:lnTo>
                  <a:pt x="0" y="338556"/>
                </a:lnTo>
                <a:lnTo>
                  <a:pt x="906073" y="338556"/>
                </a:lnTo>
                <a:lnTo>
                  <a:pt x="906073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354BC2D9-5AB6-43FC-97F9-686C2C37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800" y="1828458"/>
            <a:ext cx="906073" cy="3139725"/>
          </a:xfrm>
          <a:custGeom xmlns:a="http://schemas.openxmlformats.org/drawingml/2006/main">
            <a:pathLst>
              <a:path w="906073" h="3139725">
                <a:moveTo>
                  <a:pt x="0" y="3139725"/>
                </a:moveTo>
                <a:lnTo>
                  <a:pt x="0" y="202431"/>
                </a:lnTo>
                <a:lnTo>
                  <a:pt x="906073" y="202431"/>
                </a:lnTo>
                <a:lnTo>
                  <a:pt x="9060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86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2A8C92DF-5778-4742-854B-BD22755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0399" y="1725500"/>
            <a:ext cx="74947" cy="102958"/>
          </a:xfrm>
          <a:custGeom xmlns:a="http://schemas.openxmlformats.org/drawingml/2006/main">
            <a:pathLst>
              <a:path w="74947" h="102958">
                <a:moveTo>
                  <a:pt x="74947" y="102958"/>
                </a:moveTo>
                <a:lnTo>
                  <a:pt x="37474" y="0"/>
                </a:lnTo>
                <a:lnTo>
                  <a:pt x="0" y="102958"/>
                </a:lnTo>
                <a:lnTo>
                  <a:pt x="74947" y="102958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22688">
            <a:solidFill>
              <a:srgbClr val="434343"/>
            </a:solidFill>
            <a:prstDash val="solid"/>
          </a:ln>
        </p:spPr>
      </p:sp>
      <p:sp>
        <p:nvSpPr>
          <p:cNvPr id="187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BEAB50C8-53B7-4184-9C2F-6CAB18C9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1099" y="4934132"/>
            <a:ext cx="1984389" cy="1675219"/>
          </a:xfrm>
          <a:custGeom xmlns:a="http://schemas.openxmlformats.org/drawingml/2006/main">
            <a:pathLst>
              <a:path w="1984389" h="1675219">
                <a:moveTo>
                  <a:pt x="0" y="0"/>
                </a:moveTo>
                <a:lnTo>
                  <a:pt x="1984389" y="0"/>
                </a:lnTo>
                <a:lnTo>
                  <a:pt x="1984389" y="1675219"/>
                </a:lnTo>
                <a:lnTo>
                  <a:pt x="0" y="167521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AD12169-9E79-4649-9B6D-BDE85897F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9366f34c14d6c"/>
          <a:srcRect xmlns:a="http://schemas.openxmlformats.org/drawingml/2006/main" l="124" t="0" r="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1099" y="4934132"/>
            <a:ext cx="1984389" cy="1675219"/>
          </a:xfrm>
          <a:prstGeom xmlns:a="http://schemas.openxmlformats.org/drawingml/2006/main" prst="rect">
            <a:avLst/>
          </a:prstGeom>
        </p:spPr>
      </p:pic>
      <p:sp>
        <p:nvSpPr>
          <p:cNvPr id="189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4C63E10F-6AAD-40CA-B532-52E2E88C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1099" y="4934132"/>
            <a:ext cx="1984389" cy="167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F5A131D8-6158-42B1-8ACE-84A807E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6038" y="4934464"/>
            <a:ext cx="2007311" cy="1675215"/>
          </a:xfrm>
          <a:custGeom xmlns:a="http://schemas.openxmlformats.org/drawingml/2006/main">
            <a:pathLst>
              <a:path w="2007311" h="1675215">
                <a:moveTo>
                  <a:pt x="0" y="0"/>
                </a:moveTo>
                <a:lnTo>
                  <a:pt x="2007311" y="0"/>
                </a:lnTo>
                <a:lnTo>
                  <a:pt x="2007311" y="1675215"/>
                </a:lnTo>
                <a:lnTo>
                  <a:pt x="0" y="167521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BA0D25C-01BF-4A43-9EA4-FBD770D24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cbb2c17b946b8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6038" y="4934464"/>
            <a:ext cx="2007311" cy="1675216"/>
          </a:xfrm>
          <a:prstGeom xmlns:a="http://schemas.openxmlformats.org/drawingml/2006/main" prst="rect">
            <a:avLst/>
          </a:prstGeom>
        </p:spPr>
      </p:pic>
      <p:sp>
        <p:nvSpPr>
          <p:cNvPr id="192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37F69535-E89E-49C1-B00B-3B84242D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6038" y="4934464"/>
            <a:ext cx="2007311" cy="167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647E43C5-D2C4-4563-A232-81AF350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0883" y="774756"/>
            <a:ext cx="1410916" cy="391584"/>
          </a:xfrm>
          <a:custGeom xmlns:a="http://schemas.openxmlformats.org/drawingml/2006/main">
            <a:pathLst>
              <a:path w="1410916" h="391584">
                <a:moveTo>
                  <a:pt x="0" y="0"/>
                </a:moveTo>
                <a:lnTo>
                  <a:pt x="1410916" y="0"/>
                </a:lnTo>
                <a:lnTo>
                  <a:pt x="1410916" y="391584"/>
                </a:lnTo>
                <a:lnTo>
                  <a:pt x="0" y="3915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A976A0F8-EBE0-436B-9BA4-0E82EE08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977" y="916828"/>
            <a:ext cx="633346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closed</a:t>
            </a:r>
          </a:p>
        </p:txBody>
      </p:sp>
      <p:sp>
        <p:nvSpPr>
          <p:cNvPr id="195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CD8A280F-D48B-4695-8CD2-8DB4961D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977" y="1166391"/>
            <a:ext cx="421595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loop</a:t>
            </a:r>
          </a:p>
        </p:txBody>
      </p:sp>
      <p:sp>
        <p:nvSpPr>
          <p:cNvPr id="196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531982B4-ECE3-4522-B042-C12585C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977" y="1415955"/>
            <a:ext cx="737103" cy="21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67" b="0" i="0">
                <a:solidFill>
                  <a:srgbClr val="434343"/>
                </a:solidFill>
                <a:latin typeface="Arial"/>
                <a:ea typeface="Arial"/>
                <a:cs typeface="Arial"/>
              </a:defRPr>
            </a:pPr>
            <a:r>
              <a:rPr sz="1667" b="0" i="0">
                <a:solidFill>
                  <a:srgbClr val="434343"/>
                </a:solidFill>
                <a:latin typeface="Arial"/>
                <a:ea typeface="Arial"/>
                <a:cs typeface="Arial"/>
              </a:rPr>
              <a:t>@ 30Hz</a:t>
            </a:r>
          </a:p>
        </p:txBody>
      </p:sp>
      <p:sp>
        <p:nvSpPr>
          <p:cNvPr id="197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A1E4B3F9-7042-4710-B325-902521CA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0583" y="2418960"/>
            <a:ext cx="350496" cy="95"/>
          </a:xfrm>
          <a:custGeom xmlns:a="http://schemas.openxmlformats.org/drawingml/2006/main">
            <a:pathLst>
              <a:path w="350496" h="95">
                <a:moveTo>
                  <a:pt x="0" y="0"/>
                </a:moveTo>
                <a:lnTo>
                  <a:pt x="35049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007153F9-0022-4113-920E-7F0BAC16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0583" y="2418960"/>
            <a:ext cx="214371" cy="95"/>
          </a:xfrm>
          <a:custGeom xmlns:a="http://schemas.openxmlformats.org/drawingml/2006/main">
            <a:pathLst>
              <a:path w="214371" h="95">
                <a:moveTo>
                  <a:pt x="0" y="0"/>
                </a:moveTo>
                <a:lnTo>
                  <a:pt x="2143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88">
            <a:solidFill>
              <a:srgbClr val="A64D79"/>
            </a:solidFill>
            <a:prstDash val="solid"/>
          </a:ln>
        </p:spPr>
      </p:sp>
      <p:sp>
        <p:nvSpPr>
          <p:cNvPr id="199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6215A922-5F66-43CC-84DE-2AA8567A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4954" y="2381487"/>
            <a:ext cx="102958" cy="74947"/>
          </a:xfrm>
          <a:custGeom xmlns:a="http://schemas.openxmlformats.org/drawingml/2006/main">
            <a:pathLst>
              <a:path w="102958" h="74947">
                <a:moveTo>
                  <a:pt x="0" y="74947"/>
                </a:moveTo>
                <a:lnTo>
                  <a:pt x="102958" y="37474"/>
                </a:lnTo>
                <a:lnTo>
                  <a:pt x="0" y="0"/>
                </a:lnTo>
                <a:lnTo>
                  <a:pt x="0" y="74947"/>
                </a:lnTo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22688">
            <a:solidFill>
              <a:srgbClr val="A64D79"/>
            </a:solidFill>
            <a:prstDash val="solid"/>
          </a:ln>
        </p:spPr>
      </p:sp>
      <p:sp>
        <p:nvSpPr>
          <p:cNvPr id="200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1EA23CD8-EFA6-48A1-9E0B-00317B73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2315" y="7789631"/>
            <a:ext cx="298746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201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AEE0E5A7-9582-4557-8964-A790426F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5132" y="7787291"/>
            <a:ext cx="3288261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Task-agnostic policy inference</a:t>
            </a:r>
          </a:p>
        </p:txBody>
      </p:sp>
    </p:spTree>
    <p:extLst>
      <p:ext uri="{BB962C8B-B14F-4D97-AF65-F5344CB8AC3E}">
        <p14:creationId xmlns:p14="http://schemas.microsoft.com/office/powerpoint/2010/main" val="1089282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2026-10-09T20:49:27.1170000Z</dcterms:created>
  <dcterms:modified xsi:type="dcterms:W3CDTF">2026-10-09T20:49:27.1170000Z</dcterms:modified>
</coreProperties>
</file>