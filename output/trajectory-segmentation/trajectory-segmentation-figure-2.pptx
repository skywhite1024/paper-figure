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0aaad291954366" /><Relationship Type="http://schemas.openxmlformats.org/officeDocument/2006/relationships/extended-properties" Target="/docProps/app.xml" Id="Reeef1e3104a94fed" /><Relationship Type="http://schemas.openxmlformats.org/officeDocument/2006/relationships/officeDocument" Target="/ppt/presentation.xml" Id="R8ed0a17561174f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217e23937d42bf"/>
  </p:sldMasterIdLst>
  <p:notesMasterIdLst>
    <p:notesMasterId xmlns:r="http://schemas.openxmlformats.org/officeDocument/2006/relationships" r:id="R262efa98369c4da4"/>
  </p:notesMasterIdLst>
  <p:sldIdLst>
    <p:sldId xmlns:r="http://schemas.openxmlformats.org/officeDocument/2006/relationships" id="256" r:id="Ra9b41b1badfa4bcd"/>
  </p:sldIdLst>
  <p:sldSz cx="9105900" cy="59436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c8a01c880e44e1" /><Relationship Type="http://schemas.openxmlformats.org/officeDocument/2006/relationships/slideMaster" Target="/ppt/slideMasters/slideMaster1.xml" Id="Ra1217e23937d42bf" /><Relationship Type="http://schemas.openxmlformats.org/officeDocument/2006/relationships/notesMaster" Target="/ppt/notesMasters/notesMaster1.xml" Id="R262efa98369c4da4" /><Relationship Type="http://schemas.openxmlformats.org/officeDocument/2006/relationships/presProps" Target="/ppt/presProps.xml" Id="R09109f386cd44c47" /><Relationship Type="http://schemas.openxmlformats.org/officeDocument/2006/relationships/tableStyles" Target="/ppt/tableStyles.xml" Id="R39a8f88abcc54d87" /><Relationship Type="http://schemas.openxmlformats.org/officeDocument/2006/relationships/slide" Target="/ppt/slides/slide1.xml" Id="Ra9b41b1badfa4b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a6c4fa54cc4e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5d7ec2fbc24757" /><Relationship Type="http://schemas.openxmlformats.org/officeDocument/2006/relationships/notesMaster" Target="/ppt/notesMasters/notesMaster1.xml" Id="Rcdb58b2baddf49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"Data Augmentation for Instruction Following Policies via Trajectory Segmentation",</a:t>
            </a:r>
          </a:p>
          <a:p xmlns:a="http://schemas.openxmlformats.org/drawingml/2006/main">
            <a:r>
              <a:t>  "paper_url": "https://arxiv.org/pdf/2503.01871v1",</a:t>
            </a:r>
          </a:p>
          <a:p xmlns:a="http://schemas.openxmlformats.org/drawingml/2006/main">
            <a:r>
              <a:t>  "figure": "Figure 2",</a:t>
            </a:r>
          </a:p>
          <a:p xmlns:a="http://schemas.openxmlformats.org/drawingml/2006/main">
            <a:r>
              <a:t>  "page": 3,</a:t>
            </a:r>
          </a:p>
          <a:p xmlns:a="http://schemas.openxmlformats.org/drawingml/2006/main">
            <a:r>
              <a:t>  "license": "unverified",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"7397912c2775dabd082d0898e24bbc755ba52a3783d6c0e8d2266385aaa69799",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318,</a:t>
            </a:r>
          </a:p>
          <a:p xmlns:a="http://schemas.openxmlformats.org/drawingml/2006/main">
            <a:r>
              <a:t>    54,</a:t>
            </a:r>
          </a:p>
          <a:p xmlns:a="http://schemas.openxmlformats.org/drawingml/2006/main">
            <a:r>
              <a:t>    557,</a:t>
            </a:r>
          </a:p>
          <a:p xmlns:a="http://schemas.openxmlformats.org/drawingml/2006/main">
            <a:r>
              <a:t>    210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"notes": "Source flattened mathematical comparison manually reconstructed as native paths and typeable headings. All formulas are smooth editable STIX glyph outlines, not raster and not live equation fields; their LaTeX transcription is retained in scene provenance. Timeline/segmentation lines and braces are native. Font metrics and spacing approximate source; original unusual lower-right interval notation retained without silently correcting it.",</a:t>
            </a:r>
          </a:p>
          <a:p xmlns:a="http://schemas.openxmlformats.org/drawingml/2006/main">
            <a:r>
              <a:t>  "formula_transcriptions":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"tridet-row0",</a:t>
            </a:r>
          </a:p>
          <a:p xmlns:a="http://schemas.openxmlformats.org/drawingml/2006/main">
            <a:r>
              <a:t>      "latex": "(t_0-t_0^{'},t_1-t_0^{'},c)"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"start0",</a:t>
            </a:r>
          </a:p>
          <a:p xmlns:a="http://schemas.openxmlformats.org/drawingml/2006/main">
            <a:r>
              <a:t>      "latex": "t_1^{'}"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"end0",</a:t>
            </a:r>
          </a:p>
          <a:p xmlns:a="http://schemas.openxmlformats.org/drawingml/2006/main">
            <a:r>
              <a:t>      "latex": "t_1^{'}"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"unloc-row0",</a:t>
            </a:r>
          </a:p>
          <a:p xmlns:a="http://schemas.openxmlformats.org/drawingml/2006/main">
            <a:r>
              <a:t>      "latex": "\\tau=(bg,\\ldots,bg,c,\\ldots,c,bg,\\ldots,bg)"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"tridet-row1",</a:t>
            </a:r>
          </a:p>
          <a:p xmlns:a="http://schemas.openxmlformats.org/drawingml/2006/main">
            <a:r>
              <a:t>      "latex": "(t_0-t_0^{''},t_1-t_0^{''},c)"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"start1",</a:t>
            </a:r>
          </a:p>
          <a:p xmlns:a="http://schemas.openxmlformats.org/drawingml/2006/main">
            <a:r>
              <a:t>      "latex": "t_0^{''}"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"end1",</a:t>
            </a:r>
          </a:p>
          <a:p xmlns:a="http://schemas.openxmlformats.org/drawingml/2006/main">
            <a:r>
              <a:t>      "latex": "t_1^{''}"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"unloc-row1",</a:t>
            </a:r>
          </a:p>
          <a:p xmlns:a="http://schemas.openxmlformats.org/drawingml/2006/main">
            <a:r>
              <a:t>      "latex": "\\tau=(bg,\\ldots,bg,c,\\ldots,c,bg,\\ldots,bg)"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"tridet-row2",</a:t>
            </a:r>
          </a:p>
          <a:p xmlns:a="http://schemas.openxmlformats.org/drawingml/2006/main">
            <a:r>
              <a:t>      "latex": "(t_0-t_0^{'''},t_1-t_0^{'''},c)"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"start2",</a:t>
            </a:r>
          </a:p>
          <a:p xmlns:a="http://schemas.openxmlformats.org/drawingml/2006/main">
            <a:r>
              <a:t>      "latex": "t_0^{'''}"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"end2",</a:t>
            </a:r>
          </a:p>
          <a:p xmlns:a="http://schemas.openxmlformats.org/drawingml/2006/main">
            <a:r>
              <a:t>      "latex": "t_1^{'''}"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"unloc-row2",</a:t>
            </a:r>
          </a:p>
          <a:p xmlns:a="http://schemas.openxmlformats.org/drawingml/2006/main">
            <a:r>
              <a:t>      "latex": "\\tau=(bg,\\ldots,bg,c,\\ldots,c,bg,\\ldots,bg)"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"duration0",</a:t>
            </a:r>
          </a:p>
          <a:p xmlns:a="http://schemas.openxmlformats.org/drawingml/2006/main">
            <a:r>
              <a:t>      "latex": "t_0-t_0^{\\prime}"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"duration1",</a:t>
            </a:r>
          </a:p>
          <a:p xmlns:a="http://schemas.openxmlformats.org/drawingml/2006/main">
            <a:r>
              <a:t>      "latex": "t_1-t_0"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"duration2",</a:t>
            </a:r>
          </a:p>
          <a:p xmlns:a="http://schemas.openxmlformats.org/drawingml/2006/main">
            <a:r>
              <a:t>      "latex": "t_1-t_1^{\\prime}"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"c",</a:t>
            </a:r>
          </a:p>
          <a:p xmlns:a="http://schemas.openxmlformats.org/drawingml/2006/main">
            <a:r>
              <a:t>      "latex": "c"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"t0-label",</a:t>
            </a:r>
          </a:p>
          <a:p xmlns:a="http://schemas.openxmlformats.org/drawingml/2006/main">
            <a:r>
              <a:t>      "latex": "t_0"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"t1-label",</a:t>
            </a:r>
          </a:p>
          <a:p xmlns:a="http://schemas.openxmlformats.org/drawingml/2006/main">
            <a:r>
              <a:t>      "latex": "t_1"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"obs1",</a:t>
            </a:r>
          </a:p>
          <a:p xmlns:a="http://schemas.openxmlformats.org/drawingml/2006/main">
            <a:r>
              <a:t>      "latex": "(o_{t_0:t_1\\pm k_1},0)"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"obs2",</a:t>
            </a:r>
          </a:p>
          <a:p xmlns:a="http://schemas.openxmlformats.org/drawingml/2006/main">
            <a:r>
              <a:t>      "latex": "(o_{t_0\\pm k_2:t_1},0)"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"obs3",</a:t>
            </a:r>
          </a:p>
          <a:p xmlns:a="http://schemas.openxmlformats.org/drawingml/2006/main">
            <a:r>
              <a:t>      "latex": "(o_{t_0-k_3:t_1+k_4},0)"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"obs4",</a:t>
            </a:r>
          </a:p>
          <a:p xmlns:a="http://schemas.openxmlformats.org/drawingml/2006/main">
            <a:r>
              <a:t>      "latex": "(o_{t_0:+k_5t_1+k_5},0)"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"obs5",</a:t>
            </a:r>
          </a:p>
          <a:p xmlns:a="http://schemas.openxmlformats.org/drawingml/2006/main">
            <a:r>
              <a:t>      "latex": "(o_{t_0-k_6:t_1-k_6},0)"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510b0e08774ac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bb36942dbc46b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6b18e7f58a453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cbe66a9b7a436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863812701c4b7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7c1088a1e146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6857FAD-5588-4140-BD11-56FC43966B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0590" y="2245360"/>
            <a:ext cx="7284720" cy="85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8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ACA9733-AB2F-48C4-A6BA-E24B57BCCED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65885" y="3268980"/>
            <a:ext cx="637413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3FC0620-C674-4455-BCC6-D0CE4EB4FB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0590" y="2476500"/>
            <a:ext cx="728472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3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F997F2-79D1-4950-9F66-0298AA1253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2207" y="462280"/>
            <a:ext cx="8081486" cy="72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1228314-2788-4AB7-9012-A45CAFF5AB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2207" y="1651000"/>
            <a:ext cx="8081486" cy="369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0736" indent="-170736">
              <a:lnSpc>
                <a:spcPct val="110000"/>
              </a:lnSpc>
              <a:spcBef>
                <a:spcPts val="0"/>
              </a:spcBef>
              <a:spcAft>
                <a:spcPts val="896"/>
              </a:spcAft>
              <a:buChar char="•"/>
            </a:lvl1pPr>
            <a:lvl2pPr marL="398383" indent="-170736">
              <a:lnSpc>
                <a:spcPct val="110000"/>
              </a:lnSpc>
              <a:spcBef>
                <a:spcPts val="0"/>
              </a:spcBef>
              <a:spcAft>
                <a:spcPts val="896"/>
              </a:spcAft>
              <a:buChar char="•"/>
            </a:lvl2pPr>
            <a:lvl3pPr marL="626031" indent="-170736">
              <a:lnSpc>
                <a:spcPct val="110000"/>
              </a:lnSpc>
              <a:spcBef>
                <a:spcPts val="0"/>
              </a:spcBef>
              <a:spcAft>
                <a:spcPts val="896"/>
              </a:spcAft>
              <a:buChar char="•"/>
            </a:lvl3pPr>
            <a:lvl4pPr marL="853678" indent="-170736">
              <a:lnSpc>
                <a:spcPct val="110000"/>
              </a:lnSpc>
              <a:spcBef>
                <a:spcPts val="0"/>
              </a:spcBef>
              <a:spcAft>
                <a:spcPts val="896"/>
              </a:spcAft>
              <a:buChar char="•"/>
            </a:lvl4pPr>
            <a:lvl5pPr marL="1081326" indent="-170736">
              <a:lnSpc>
                <a:spcPct val="110000"/>
              </a:lnSpc>
              <a:spcBef>
                <a:spcPts val="0"/>
              </a:spcBef>
              <a:spcAft>
                <a:spcPts val="896"/>
              </a:spcAft>
              <a:buChar char="•"/>
            </a:lvl5pPr>
            <a:lvl6pPr marL="1308973" indent="-170736">
              <a:lnSpc>
                <a:spcPct val="110000"/>
              </a:lnSpc>
              <a:spcBef>
                <a:spcPts val="0"/>
              </a:spcBef>
              <a:spcAft>
                <a:spcPts val="896"/>
              </a:spcAft>
              <a:buChar char="•"/>
            </a:lvl6pPr>
            <a:lvl7pPr marL="1536621" indent="-170736">
              <a:lnSpc>
                <a:spcPct val="110000"/>
              </a:lnSpc>
              <a:spcBef>
                <a:spcPts val="0"/>
              </a:spcBef>
              <a:spcAft>
                <a:spcPts val="896"/>
              </a:spcAft>
              <a:buChar char="•"/>
            </a:lvl7pPr>
            <a:lvl8pPr marL="1764268" indent="-170736">
              <a:lnSpc>
                <a:spcPct val="110000"/>
              </a:lnSpc>
              <a:spcBef>
                <a:spcPts val="0"/>
              </a:spcBef>
              <a:spcAft>
                <a:spcPts val="896"/>
              </a:spcAft>
              <a:buChar char="•"/>
            </a:lvl8pPr>
            <a:lvl9pPr marL="1991916" indent="-170736">
              <a:lnSpc>
                <a:spcPct val="110000"/>
              </a:lnSpc>
              <a:spcBef>
                <a:spcPts val="0"/>
              </a:spcBef>
              <a:spcAft>
                <a:spcPts val="896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292A62F-5449-4E06-9F3C-9B2F7466E5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2207" y="462280"/>
            <a:ext cx="8081486" cy="72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AAC01BD-A186-4C9A-83F9-0E6EF85CED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2207" y="1651000"/>
            <a:ext cx="3756184" cy="369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0736" indent="-170736">
              <a:lnSpc>
                <a:spcPct val="110000"/>
              </a:lnSpc>
              <a:spcBef>
                <a:spcPts val="0"/>
              </a:spcBef>
              <a:spcAft>
                <a:spcPts val="896"/>
              </a:spcAft>
              <a:buChar char="•"/>
            </a:lvl1pPr>
            <a:lvl2pPr marL="398383" indent="-170736">
              <a:lnSpc>
                <a:spcPct val="110000"/>
              </a:lnSpc>
              <a:spcBef>
                <a:spcPts val="0"/>
              </a:spcBef>
              <a:spcAft>
                <a:spcPts val="896"/>
              </a:spcAft>
              <a:buChar char="•"/>
            </a:lvl2pPr>
            <a:lvl3pPr marL="626031" indent="-170736">
              <a:lnSpc>
                <a:spcPct val="110000"/>
              </a:lnSpc>
              <a:spcBef>
                <a:spcPts val="0"/>
              </a:spcBef>
              <a:spcAft>
                <a:spcPts val="896"/>
              </a:spcAft>
              <a:buChar char="•"/>
            </a:lvl3pPr>
            <a:lvl4pPr marL="853678" indent="-170736">
              <a:lnSpc>
                <a:spcPct val="110000"/>
              </a:lnSpc>
              <a:spcBef>
                <a:spcPts val="0"/>
              </a:spcBef>
              <a:spcAft>
                <a:spcPts val="896"/>
              </a:spcAft>
              <a:buChar char="•"/>
            </a:lvl4pPr>
            <a:lvl5pPr marL="1081326" indent="-170736">
              <a:lnSpc>
                <a:spcPct val="110000"/>
              </a:lnSpc>
              <a:spcBef>
                <a:spcPts val="0"/>
              </a:spcBef>
              <a:spcAft>
                <a:spcPts val="896"/>
              </a:spcAft>
              <a:buChar char="•"/>
            </a:lvl5pPr>
            <a:lvl6pPr marL="1308973" indent="-170736">
              <a:lnSpc>
                <a:spcPct val="110000"/>
              </a:lnSpc>
              <a:spcBef>
                <a:spcPts val="0"/>
              </a:spcBef>
              <a:spcAft>
                <a:spcPts val="896"/>
              </a:spcAft>
              <a:buChar char="•"/>
            </a:lvl6pPr>
            <a:lvl7pPr marL="1536621" indent="-170736">
              <a:lnSpc>
                <a:spcPct val="110000"/>
              </a:lnSpc>
              <a:spcBef>
                <a:spcPts val="0"/>
              </a:spcBef>
              <a:spcAft>
                <a:spcPts val="896"/>
              </a:spcAft>
              <a:buChar char="•"/>
            </a:lvl7pPr>
            <a:lvl8pPr marL="1764268" indent="-170736">
              <a:lnSpc>
                <a:spcPct val="110000"/>
              </a:lnSpc>
              <a:spcBef>
                <a:spcPts val="0"/>
              </a:spcBef>
              <a:spcAft>
                <a:spcPts val="896"/>
              </a:spcAft>
              <a:buChar char="•"/>
            </a:lvl8pPr>
            <a:lvl9pPr marL="1991916" indent="-170736">
              <a:lnSpc>
                <a:spcPct val="110000"/>
              </a:lnSpc>
              <a:spcBef>
                <a:spcPts val="0"/>
              </a:spcBef>
              <a:spcAft>
                <a:spcPts val="896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7215A5A-CF91-4E3F-92A8-C42BBB75291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7509" y="1651000"/>
            <a:ext cx="3756184" cy="369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0736" indent="-170736">
              <a:lnSpc>
                <a:spcPct val="110000"/>
              </a:lnSpc>
              <a:spcBef>
                <a:spcPts val="0"/>
              </a:spcBef>
              <a:spcAft>
                <a:spcPts val="896"/>
              </a:spcAft>
              <a:buChar char="•"/>
            </a:lvl1pPr>
            <a:lvl2pPr marL="398383" indent="-170736">
              <a:lnSpc>
                <a:spcPct val="110000"/>
              </a:lnSpc>
              <a:spcBef>
                <a:spcPts val="0"/>
              </a:spcBef>
              <a:spcAft>
                <a:spcPts val="896"/>
              </a:spcAft>
              <a:buChar char="•"/>
            </a:lvl2pPr>
            <a:lvl3pPr marL="626031" indent="-170736">
              <a:lnSpc>
                <a:spcPct val="110000"/>
              </a:lnSpc>
              <a:spcBef>
                <a:spcPts val="0"/>
              </a:spcBef>
              <a:spcAft>
                <a:spcPts val="896"/>
              </a:spcAft>
              <a:buChar char="•"/>
            </a:lvl3pPr>
            <a:lvl4pPr marL="853678" indent="-170736">
              <a:lnSpc>
                <a:spcPct val="110000"/>
              </a:lnSpc>
              <a:spcBef>
                <a:spcPts val="0"/>
              </a:spcBef>
              <a:spcAft>
                <a:spcPts val="896"/>
              </a:spcAft>
              <a:buChar char="•"/>
            </a:lvl4pPr>
            <a:lvl5pPr marL="1081326" indent="-170736">
              <a:lnSpc>
                <a:spcPct val="110000"/>
              </a:lnSpc>
              <a:spcBef>
                <a:spcPts val="0"/>
              </a:spcBef>
              <a:spcAft>
                <a:spcPts val="896"/>
              </a:spcAft>
              <a:buChar char="•"/>
            </a:lvl5pPr>
            <a:lvl6pPr marL="1308973" indent="-170736">
              <a:lnSpc>
                <a:spcPct val="110000"/>
              </a:lnSpc>
              <a:spcBef>
                <a:spcPts val="0"/>
              </a:spcBef>
              <a:spcAft>
                <a:spcPts val="896"/>
              </a:spcAft>
              <a:buChar char="•"/>
            </a:lvl6pPr>
            <a:lvl7pPr marL="1536621" indent="-170736">
              <a:lnSpc>
                <a:spcPct val="110000"/>
              </a:lnSpc>
              <a:spcBef>
                <a:spcPts val="0"/>
              </a:spcBef>
              <a:spcAft>
                <a:spcPts val="896"/>
              </a:spcAft>
              <a:buChar char="•"/>
            </a:lvl7pPr>
            <a:lvl8pPr marL="1764268" indent="-170736">
              <a:lnSpc>
                <a:spcPct val="110000"/>
              </a:lnSpc>
              <a:spcBef>
                <a:spcPts val="0"/>
              </a:spcBef>
              <a:spcAft>
                <a:spcPts val="896"/>
              </a:spcAft>
              <a:buChar char="•"/>
            </a:lvl8pPr>
            <a:lvl9pPr marL="1991916" indent="-170736">
              <a:lnSpc>
                <a:spcPct val="110000"/>
              </a:lnSpc>
              <a:spcBef>
                <a:spcPts val="0"/>
              </a:spcBef>
              <a:spcAft>
                <a:spcPts val="896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CCC2E2-92E6-4F50-8098-2F691C3886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2207" y="462280"/>
            <a:ext cx="8081486" cy="72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6EED216-0CF5-49AE-AF18-389211D221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2207" y="1651000"/>
            <a:ext cx="3756184" cy="369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0736" indent="-170736">
              <a:lnSpc>
                <a:spcPct val="110000"/>
              </a:lnSpc>
              <a:spcBef>
                <a:spcPts val="0"/>
              </a:spcBef>
              <a:spcAft>
                <a:spcPts val="896"/>
              </a:spcAft>
              <a:buChar char="•"/>
            </a:lvl1pPr>
            <a:lvl2pPr marL="398383" indent="-170736">
              <a:lnSpc>
                <a:spcPct val="110000"/>
              </a:lnSpc>
              <a:spcBef>
                <a:spcPts val="0"/>
              </a:spcBef>
              <a:spcAft>
                <a:spcPts val="896"/>
              </a:spcAft>
              <a:buChar char="•"/>
            </a:lvl2pPr>
            <a:lvl3pPr marL="626031" indent="-170736">
              <a:lnSpc>
                <a:spcPct val="110000"/>
              </a:lnSpc>
              <a:spcBef>
                <a:spcPts val="0"/>
              </a:spcBef>
              <a:spcAft>
                <a:spcPts val="896"/>
              </a:spcAft>
              <a:buChar char="•"/>
            </a:lvl3pPr>
            <a:lvl4pPr marL="853678" indent="-170736">
              <a:lnSpc>
                <a:spcPct val="110000"/>
              </a:lnSpc>
              <a:spcBef>
                <a:spcPts val="0"/>
              </a:spcBef>
              <a:spcAft>
                <a:spcPts val="896"/>
              </a:spcAft>
              <a:buChar char="•"/>
            </a:lvl4pPr>
            <a:lvl5pPr marL="1081326" indent="-170736">
              <a:lnSpc>
                <a:spcPct val="110000"/>
              </a:lnSpc>
              <a:spcBef>
                <a:spcPts val="0"/>
              </a:spcBef>
              <a:spcAft>
                <a:spcPts val="896"/>
              </a:spcAft>
              <a:buChar char="•"/>
            </a:lvl5pPr>
            <a:lvl6pPr marL="1308973" indent="-170736">
              <a:lnSpc>
                <a:spcPct val="110000"/>
              </a:lnSpc>
              <a:spcBef>
                <a:spcPts val="0"/>
              </a:spcBef>
              <a:spcAft>
                <a:spcPts val="896"/>
              </a:spcAft>
              <a:buChar char="•"/>
            </a:lvl6pPr>
            <a:lvl7pPr marL="1536621" indent="-170736">
              <a:lnSpc>
                <a:spcPct val="110000"/>
              </a:lnSpc>
              <a:spcBef>
                <a:spcPts val="0"/>
              </a:spcBef>
              <a:spcAft>
                <a:spcPts val="896"/>
              </a:spcAft>
              <a:buChar char="•"/>
            </a:lvl7pPr>
            <a:lvl8pPr marL="1764268" indent="-170736">
              <a:lnSpc>
                <a:spcPct val="110000"/>
              </a:lnSpc>
              <a:spcBef>
                <a:spcPts val="0"/>
              </a:spcBef>
              <a:spcAft>
                <a:spcPts val="896"/>
              </a:spcAft>
              <a:buChar char="•"/>
            </a:lvl8pPr>
            <a:lvl9pPr marL="1991916" indent="-170736">
              <a:lnSpc>
                <a:spcPct val="110000"/>
              </a:lnSpc>
              <a:spcBef>
                <a:spcPts val="0"/>
              </a:spcBef>
              <a:spcAft>
                <a:spcPts val="896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26ad0968ad4db1" /><Relationship Type="http://schemas.openxmlformats.org/officeDocument/2006/relationships/slideLayout" Target="/ppt/slideLayouts/slideLayout1.xml" Id="R11bfc08ce70b4384" /><Relationship Type="http://schemas.openxmlformats.org/officeDocument/2006/relationships/slideLayout" Target="/ppt/slideLayouts/slideLayout2.xml" Id="R1034f6f47a454399" /><Relationship Type="http://schemas.openxmlformats.org/officeDocument/2006/relationships/slideLayout" Target="/ppt/slideLayouts/slideLayout3.xml" Id="Rf14fe6ea20bb4929" /><Relationship Type="http://schemas.openxmlformats.org/officeDocument/2006/relationships/slideLayout" Target="/ppt/slideLayouts/slideLayout4.xml" Id="R35a56f1346fa4030" /><Relationship Type="http://schemas.openxmlformats.org/officeDocument/2006/relationships/slideLayout" Target="/ppt/slideLayouts/slideLayout5.xml" Id="R1f9af63e4f844389" /><Relationship Type="http://schemas.openxmlformats.org/officeDocument/2006/relationships/slideLayout" Target="/ppt/slideLayouts/slideLayout6.xml" Id="R6a979b89931747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bfc08ce70b4384"/>
    <p:sldLayoutId xmlns:r="http://schemas.openxmlformats.org/officeDocument/2006/relationships" id="2147483650" r:id="R1034f6f47a454399"/>
    <p:sldLayoutId xmlns:r="http://schemas.openxmlformats.org/officeDocument/2006/relationships" id="2147483651" r:id="Rf14fe6ea20bb4929"/>
    <p:sldLayoutId xmlns:r="http://schemas.openxmlformats.org/officeDocument/2006/relationships" id="2147483652" r:id="R35a56f1346fa4030"/>
    <p:sldLayoutId xmlns:r="http://schemas.openxmlformats.org/officeDocument/2006/relationships" id="2147483653" r:id="R1f9af63e4f844389"/>
    <p:sldLayoutId xmlns:r="http://schemas.openxmlformats.org/officeDocument/2006/relationships" id="2147483654" r:id="R6a979b89931747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1e7680bf62413b" /><Relationship Type="http://schemas.openxmlformats.org/officeDocument/2006/relationships/notesSlide" Target="/ppt/notesSlides/notesSlide1.xml" Id="Re08c8306b6b943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tridet">
            <a:extLst xmlns:a="http://schemas.openxmlformats.org/drawingml/2006/main">
              <a:ext uri="{FF2B5EF4-FFF2-40B4-BE49-F238E27FC236}">
                <a16:creationId xmlns:a16="http://schemas.microsoft.com/office/drawing/2014/main" id="{D1ADB7FD-4CB2-4B2F-A122-7F642138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66675"/>
            <a:ext cx="100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1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TriDet</a:t>
            </a:r>
          </a:p>
        </p:txBody>
      </p:sp>
      <p:sp>
        <p:nvSpPr>
          <p:cNvPr id="2" name="unloc">
            <a:extLst xmlns:a="http://schemas.openxmlformats.org/drawingml/2006/main">
              <a:ext uri="{FF2B5EF4-FFF2-40B4-BE49-F238E27FC236}">
                <a16:creationId xmlns:a16="http://schemas.microsoft.com/office/drawing/2014/main" id="{0454A6F2-21E1-4618-B4C9-920F0E60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0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1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UnLoc</a:t>
            </a:r>
          </a:p>
        </p:txBody>
      </p:sp>
      <p:sp>
        <p:nvSpPr>
          <p:cNvPr id="3" name="tridet-row0">
            <a:extLst xmlns:a="http://schemas.openxmlformats.org/drawingml/2006/main">
              <a:ext uri="{FF2B5EF4-FFF2-40B4-BE49-F238E27FC236}">
                <a16:creationId xmlns:a16="http://schemas.microsoft.com/office/drawing/2014/main" id="{C8121E62-B379-4F90-9909-896A5783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" y="942975"/>
            <a:ext cx="2476500" cy="409575"/>
          </a:xfrm>
          <a:custGeom xmlns:a="http://schemas.openxmlformats.org/drawingml/2006/main">
            <a:pathLst>
              <a:path w="2476500" h="409575">
                <a:moveTo>
                  <a:pt x="98499" y="371049"/>
                </a:moveTo>
                <a:lnTo>
                  <a:pt x="93872" y="376513"/>
                </a:lnTo>
                <a:quadBezTo>
                  <a:pt x="49219" y="354072"/>
                  <a:pt x="24580" y="314707"/>
                </a:quadBezTo>
                <a:quadBezTo>
                  <a:pt x="0" y="275342"/>
                  <a:pt x="0" y="230832"/>
                </a:quadBezTo>
                <a:quadBezTo>
                  <a:pt x="0" y="136770"/>
                  <a:pt x="95013" y="86901"/>
                </a:quadBezTo>
                <a:lnTo>
                  <a:pt x="98499" y="92312"/>
                </a:lnTo>
                <a:quadBezTo>
                  <a:pt x="59256" y="121862"/>
                  <a:pt x="46155" y="150564"/>
                </a:quadBezTo>
                <a:quadBezTo>
                  <a:pt x="33113" y="179212"/>
                  <a:pt x="33113" y="229824"/>
                </a:quadBezTo>
                <a:quadBezTo>
                  <a:pt x="33113" y="280064"/>
                  <a:pt x="46575" y="311312"/>
                </a:quadBezTo>
                <a:quadBezTo>
                  <a:pt x="60037" y="342559"/>
                  <a:pt x="98499" y="371049"/>
                </a:quadBezTo>
                <a:close/>
                <a:moveTo>
                  <a:pt x="223453" y="171095"/>
                </a:moveTo>
                <a:lnTo>
                  <a:pt x="221530" y="181971"/>
                </a:lnTo>
                <a:lnTo>
                  <a:pt x="189258" y="181971"/>
                </a:lnTo>
                <a:lnTo>
                  <a:pt x="155784" y="293327"/>
                </a:lnTo>
                <a:quadBezTo>
                  <a:pt x="155002" y="296033"/>
                  <a:pt x="155002" y="298049"/>
                </a:quadBezTo>
                <a:quadBezTo>
                  <a:pt x="155002" y="303513"/>
                  <a:pt x="160772" y="303513"/>
                </a:quadBezTo>
                <a:quadBezTo>
                  <a:pt x="165399" y="303513"/>
                  <a:pt x="171529" y="298261"/>
                </a:quadBezTo>
                <a:quadBezTo>
                  <a:pt x="177719" y="292956"/>
                  <a:pt x="191962" y="276669"/>
                </a:quadBezTo>
                <a:lnTo>
                  <a:pt x="196950" y="279056"/>
                </a:lnTo>
                <a:quadBezTo>
                  <a:pt x="179221" y="302823"/>
                  <a:pt x="167863" y="311471"/>
                </a:quadBezTo>
                <a:quadBezTo>
                  <a:pt x="156565" y="320118"/>
                  <a:pt x="141961" y="320118"/>
                </a:quadBezTo>
                <a:quadBezTo>
                  <a:pt x="124233" y="320118"/>
                  <a:pt x="124233" y="307598"/>
                </a:quadBezTo>
                <a:quadBezTo>
                  <a:pt x="124233" y="304203"/>
                  <a:pt x="130423" y="282451"/>
                </a:quadBezTo>
                <a:lnTo>
                  <a:pt x="160411" y="181971"/>
                </a:lnTo>
                <a:lnTo>
                  <a:pt x="131564" y="181971"/>
                </a:lnTo>
                <a:lnTo>
                  <a:pt x="131144" y="179902"/>
                </a:lnTo>
                <a:quadBezTo>
                  <a:pt x="131144" y="173801"/>
                  <a:pt x="143884" y="171413"/>
                </a:quadBezTo>
                <a:quadBezTo>
                  <a:pt x="153500" y="169397"/>
                  <a:pt x="169245" y="158362"/>
                </a:quadBezTo>
                <a:quadBezTo>
                  <a:pt x="184991" y="147327"/>
                  <a:pt x="195027" y="134064"/>
                </a:quadBezTo>
                <a:quadBezTo>
                  <a:pt x="197311" y="131040"/>
                  <a:pt x="200376" y="131040"/>
                </a:quadBezTo>
                <a:quadBezTo>
                  <a:pt x="203861" y="131040"/>
                  <a:pt x="203861" y="133746"/>
                </a:quadBezTo>
                <a:quadBezTo>
                  <a:pt x="203861" y="135444"/>
                  <a:pt x="203501" y="136133"/>
                </a:quadBezTo>
                <a:lnTo>
                  <a:pt x="192683" y="171095"/>
                </a:lnTo>
                <a:lnTo>
                  <a:pt x="223453" y="171095"/>
                </a:lnTo>
                <a:close/>
                <a:moveTo>
                  <a:pt x="344693" y="282886"/>
                </a:moveTo>
                <a:quadBezTo>
                  <a:pt x="344693" y="298818"/>
                  <a:pt x="341201" y="312967"/>
                </a:quadBezTo>
                <a:quadBezTo>
                  <a:pt x="337709" y="327079"/>
                  <a:pt x="330852" y="338963"/>
                </a:quadBezTo>
                <a:quadBezTo>
                  <a:pt x="323995" y="350846"/>
                  <a:pt x="311880" y="357754"/>
                </a:quadBezTo>
                <a:quadBezTo>
                  <a:pt x="299764" y="364661"/>
                  <a:pt x="283862" y="364661"/>
                </a:quadBezTo>
                <a:quadBezTo>
                  <a:pt x="267456" y="364661"/>
                  <a:pt x="255046" y="357308"/>
                </a:quadBezTo>
                <a:quadBezTo>
                  <a:pt x="242678" y="349918"/>
                  <a:pt x="235947" y="337551"/>
                </a:quadBezTo>
                <a:quadBezTo>
                  <a:pt x="229216" y="325185"/>
                  <a:pt x="226103" y="311184"/>
                </a:quadBezTo>
                <a:quadBezTo>
                  <a:pt x="223032" y="297147"/>
                  <a:pt x="223032" y="281475"/>
                </a:quadBezTo>
                <a:quadBezTo>
                  <a:pt x="223032" y="259342"/>
                  <a:pt x="229216" y="241665"/>
                </a:quadBezTo>
                <a:quadBezTo>
                  <a:pt x="235400" y="223951"/>
                  <a:pt x="249787" y="212327"/>
                </a:quadBezTo>
                <a:quadBezTo>
                  <a:pt x="264217" y="200666"/>
                  <a:pt x="284956" y="200666"/>
                </a:quadBezTo>
                <a:quadBezTo>
                  <a:pt x="311333" y="200666"/>
                  <a:pt x="327992" y="223468"/>
                </a:quadBezTo>
                <a:quadBezTo>
                  <a:pt x="344693" y="246270"/>
                  <a:pt x="344693" y="282886"/>
                </a:quadBezTo>
                <a:close/>
                <a:moveTo>
                  <a:pt x="318863" y="284075"/>
                </a:moveTo>
                <a:quadBezTo>
                  <a:pt x="318863" y="246530"/>
                  <a:pt x="309818" y="226699"/>
                </a:quadBezTo>
                <a:quadBezTo>
                  <a:pt x="300816" y="206831"/>
                  <a:pt x="283315" y="206831"/>
                </a:quadBezTo>
                <a:quadBezTo>
                  <a:pt x="266614" y="206831"/>
                  <a:pt x="257738" y="226810"/>
                </a:quadBezTo>
                <a:quadBezTo>
                  <a:pt x="248862" y="246753"/>
                  <a:pt x="248862" y="283109"/>
                </a:quadBezTo>
                <a:quadBezTo>
                  <a:pt x="248862" y="319726"/>
                  <a:pt x="257738" y="339111"/>
                </a:quadBezTo>
                <a:quadBezTo>
                  <a:pt x="266614" y="358459"/>
                  <a:pt x="283862" y="358459"/>
                </a:quadBezTo>
                <a:quadBezTo>
                  <a:pt x="300816" y="358459"/>
                  <a:pt x="309818" y="339111"/>
                </a:quadBezTo>
                <a:quadBezTo>
                  <a:pt x="318863" y="319726"/>
                  <a:pt x="318863" y="284075"/>
                </a:quadBezTo>
                <a:close/>
                <a:moveTo>
                  <a:pt x="662495" y="241707"/>
                </a:moveTo>
                <a:lnTo>
                  <a:pt x="448309" y="241707"/>
                </a:lnTo>
                <a:lnTo>
                  <a:pt x="448309" y="219319"/>
                </a:lnTo>
                <a:lnTo>
                  <a:pt x="662495" y="219319"/>
                </a:lnTo>
                <a:lnTo>
                  <a:pt x="662495" y="241707"/>
                </a:lnTo>
                <a:close/>
                <a:moveTo>
                  <a:pt x="856498" y="171095"/>
                </a:moveTo>
                <a:lnTo>
                  <a:pt x="854575" y="181971"/>
                </a:lnTo>
                <a:lnTo>
                  <a:pt x="822303" y="181971"/>
                </a:lnTo>
                <a:lnTo>
                  <a:pt x="788829" y="293327"/>
                </a:lnTo>
                <a:quadBezTo>
                  <a:pt x="788048" y="296033"/>
                  <a:pt x="788048" y="298049"/>
                </a:quadBezTo>
                <a:quadBezTo>
                  <a:pt x="788048" y="303513"/>
                  <a:pt x="793817" y="303513"/>
                </a:quadBezTo>
                <a:quadBezTo>
                  <a:pt x="798444" y="303513"/>
                  <a:pt x="804574" y="298261"/>
                </a:quadBezTo>
                <a:quadBezTo>
                  <a:pt x="810764" y="292956"/>
                  <a:pt x="825007" y="276669"/>
                </a:quadBezTo>
                <a:lnTo>
                  <a:pt x="829995" y="279056"/>
                </a:lnTo>
                <a:quadBezTo>
                  <a:pt x="812267" y="302823"/>
                  <a:pt x="800908" y="311471"/>
                </a:quadBezTo>
                <a:quadBezTo>
                  <a:pt x="789610" y="320118"/>
                  <a:pt x="775006" y="320118"/>
                </a:quadBezTo>
                <a:quadBezTo>
                  <a:pt x="757278" y="320118"/>
                  <a:pt x="757278" y="307598"/>
                </a:quadBezTo>
                <a:quadBezTo>
                  <a:pt x="757278" y="304203"/>
                  <a:pt x="763468" y="282451"/>
                </a:quadBezTo>
                <a:lnTo>
                  <a:pt x="793456" y="181971"/>
                </a:lnTo>
                <a:lnTo>
                  <a:pt x="764610" y="181971"/>
                </a:lnTo>
                <a:lnTo>
                  <a:pt x="764189" y="179902"/>
                </a:lnTo>
                <a:quadBezTo>
                  <a:pt x="764189" y="173801"/>
                  <a:pt x="776930" y="171413"/>
                </a:quadBezTo>
                <a:quadBezTo>
                  <a:pt x="786545" y="169397"/>
                  <a:pt x="802291" y="158362"/>
                </a:quadBezTo>
                <a:quadBezTo>
                  <a:pt x="818036" y="147327"/>
                  <a:pt x="828072" y="134064"/>
                </a:quadBezTo>
                <a:quadBezTo>
                  <a:pt x="830356" y="131040"/>
                  <a:pt x="833421" y="131040"/>
                </a:quadBezTo>
                <a:quadBezTo>
                  <a:pt x="836906" y="131040"/>
                  <a:pt x="836906" y="133746"/>
                </a:quadBezTo>
                <a:quadBezTo>
                  <a:pt x="836906" y="135444"/>
                  <a:pt x="836546" y="136133"/>
                </a:quadBezTo>
                <a:lnTo>
                  <a:pt x="825728" y="171095"/>
                </a:lnTo>
                <a:lnTo>
                  <a:pt x="856498" y="171095"/>
                </a:lnTo>
                <a:close/>
                <a:moveTo>
                  <a:pt x="900113" y="44426"/>
                </a:moveTo>
                <a:lnTo>
                  <a:pt x="912746" y="7643"/>
                </a:lnTo>
                <a:quadBezTo>
                  <a:pt x="913482" y="5147"/>
                  <a:pt x="914248" y="3743"/>
                </a:quadBezTo>
                <a:quadBezTo>
                  <a:pt x="915013" y="2314"/>
                  <a:pt x="916692" y="1170"/>
                </a:quadBezTo>
                <a:quadBezTo>
                  <a:pt x="918400" y="0"/>
                  <a:pt x="921021" y="0"/>
                </a:quadBezTo>
                <a:quadBezTo>
                  <a:pt x="923494" y="0"/>
                  <a:pt x="924908" y="1586"/>
                </a:quadBezTo>
                <a:quadBezTo>
                  <a:pt x="926321" y="3145"/>
                  <a:pt x="926321" y="5485"/>
                </a:quadBezTo>
                <a:quadBezTo>
                  <a:pt x="926321" y="7305"/>
                  <a:pt x="923671" y="11984"/>
                </a:quadBezTo>
                <a:lnTo>
                  <a:pt x="903705" y="45908"/>
                </a:lnTo>
                <a:lnTo>
                  <a:pt x="900113" y="44426"/>
                </a:lnTo>
                <a:close/>
                <a:moveTo>
                  <a:pt x="977738" y="327800"/>
                </a:moveTo>
                <a:quadBezTo>
                  <a:pt x="977738" y="343732"/>
                  <a:pt x="974246" y="357881"/>
                </a:quadBezTo>
                <a:quadBezTo>
                  <a:pt x="970755" y="371993"/>
                  <a:pt x="963897" y="383877"/>
                </a:quadBezTo>
                <a:quadBezTo>
                  <a:pt x="957040" y="395760"/>
                  <a:pt x="944925" y="402668"/>
                </a:quadBezTo>
                <a:quadBezTo>
                  <a:pt x="932809" y="409575"/>
                  <a:pt x="916908" y="409575"/>
                </a:quadBezTo>
                <a:quadBezTo>
                  <a:pt x="900501" y="409575"/>
                  <a:pt x="888091" y="402222"/>
                </a:quadBezTo>
                <a:quadBezTo>
                  <a:pt x="875723" y="394832"/>
                  <a:pt x="868992" y="382465"/>
                </a:quadBezTo>
                <a:quadBezTo>
                  <a:pt x="862261" y="370099"/>
                  <a:pt x="859148" y="356098"/>
                </a:quadBezTo>
                <a:quadBezTo>
                  <a:pt x="856077" y="342061"/>
                  <a:pt x="856077" y="326389"/>
                </a:quadBezTo>
                <a:quadBezTo>
                  <a:pt x="856077" y="304256"/>
                  <a:pt x="862261" y="286579"/>
                </a:quadBezTo>
                <a:quadBezTo>
                  <a:pt x="868445" y="268865"/>
                  <a:pt x="882833" y="257241"/>
                </a:quadBezTo>
                <a:quadBezTo>
                  <a:pt x="897262" y="245580"/>
                  <a:pt x="918001" y="245580"/>
                </a:quadBezTo>
                <a:quadBezTo>
                  <a:pt x="944378" y="245580"/>
                  <a:pt x="961037" y="268382"/>
                </a:quadBezTo>
                <a:quadBezTo>
                  <a:pt x="977738" y="291184"/>
                  <a:pt x="977738" y="327800"/>
                </a:quadBezTo>
                <a:close/>
                <a:moveTo>
                  <a:pt x="951908" y="328989"/>
                </a:moveTo>
                <a:quadBezTo>
                  <a:pt x="951908" y="291444"/>
                  <a:pt x="942864" y="271613"/>
                </a:quadBezTo>
                <a:quadBezTo>
                  <a:pt x="933861" y="251745"/>
                  <a:pt x="916361" y="251745"/>
                </a:quadBezTo>
                <a:quadBezTo>
                  <a:pt x="899660" y="251745"/>
                  <a:pt x="890783" y="271724"/>
                </a:quadBezTo>
                <a:quadBezTo>
                  <a:pt x="881907" y="291667"/>
                  <a:pt x="881907" y="328023"/>
                </a:quadBezTo>
                <a:quadBezTo>
                  <a:pt x="881907" y="364640"/>
                  <a:pt x="890783" y="384025"/>
                </a:quadBezTo>
                <a:quadBezTo>
                  <a:pt x="899660" y="403373"/>
                  <a:pt x="916908" y="403373"/>
                </a:quadBezTo>
                <a:quadBezTo>
                  <a:pt x="933861" y="403373"/>
                  <a:pt x="942864" y="384025"/>
                </a:quadBezTo>
                <a:quadBezTo>
                  <a:pt x="951908" y="364640"/>
                  <a:pt x="951908" y="328989"/>
                </a:quadBezTo>
                <a:close/>
                <a:moveTo>
                  <a:pt x="1033087" y="364258"/>
                </a:moveTo>
                <a:lnTo>
                  <a:pt x="1029241" y="357839"/>
                </a:lnTo>
                <a:quadBezTo>
                  <a:pt x="1061152" y="338793"/>
                  <a:pt x="1061152" y="321498"/>
                </a:quadBezTo>
                <a:quadBezTo>
                  <a:pt x="1061152" y="317094"/>
                  <a:pt x="1055804" y="317094"/>
                </a:quadBezTo>
                <a:quadBezTo>
                  <a:pt x="1054241" y="317094"/>
                  <a:pt x="1050575" y="317731"/>
                </a:quadBezTo>
                <a:quadBezTo>
                  <a:pt x="1046970" y="318421"/>
                  <a:pt x="1044626" y="318421"/>
                </a:quadBezTo>
                <a:quadBezTo>
                  <a:pt x="1022330" y="318421"/>
                  <a:pt x="1022330" y="301126"/>
                </a:quadBezTo>
                <a:quadBezTo>
                  <a:pt x="1022330" y="292319"/>
                  <a:pt x="1028640" y="287067"/>
                </a:quadBezTo>
                <a:quadBezTo>
                  <a:pt x="1035010" y="281762"/>
                  <a:pt x="1045407" y="281762"/>
                </a:quadBezTo>
                <a:quadBezTo>
                  <a:pt x="1058508" y="281762"/>
                  <a:pt x="1067342" y="290091"/>
                </a:quadBezTo>
                <a:quadBezTo>
                  <a:pt x="1076177" y="298420"/>
                  <a:pt x="1076177" y="311312"/>
                </a:quadBezTo>
                <a:quadBezTo>
                  <a:pt x="1076177" y="326909"/>
                  <a:pt x="1064458" y="341498"/>
                </a:quadBezTo>
                <a:quadBezTo>
                  <a:pt x="1052739" y="356141"/>
                  <a:pt x="1033087" y="364258"/>
                </a:quadBezTo>
                <a:close/>
                <a:moveTo>
                  <a:pt x="1266694" y="171095"/>
                </a:moveTo>
                <a:lnTo>
                  <a:pt x="1264771" y="181971"/>
                </a:lnTo>
                <a:lnTo>
                  <a:pt x="1232499" y="181971"/>
                </a:lnTo>
                <a:lnTo>
                  <a:pt x="1199025" y="293327"/>
                </a:lnTo>
                <a:quadBezTo>
                  <a:pt x="1198243" y="296033"/>
                  <a:pt x="1198243" y="298049"/>
                </a:quadBezTo>
                <a:quadBezTo>
                  <a:pt x="1198243" y="303513"/>
                  <a:pt x="1204013" y="303513"/>
                </a:quadBezTo>
                <a:quadBezTo>
                  <a:pt x="1208640" y="303513"/>
                  <a:pt x="1214770" y="298261"/>
                </a:quadBezTo>
                <a:quadBezTo>
                  <a:pt x="1220960" y="292956"/>
                  <a:pt x="1235203" y="276669"/>
                </a:quadBezTo>
                <a:lnTo>
                  <a:pt x="1240191" y="279056"/>
                </a:lnTo>
                <a:quadBezTo>
                  <a:pt x="1222462" y="302823"/>
                  <a:pt x="1211104" y="311471"/>
                </a:quadBezTo>
                <a:quadBezTo>
                  <a:pt x="1199806" y="320118"/>
                  <a:pt x="1185202" y="320118"/>
                </a:quadBezTo>
                <a:quadBezTo>
                  <a:pt x="1167474" y="320118"/>
                  <a:pt x="1167474" y="307598"/>
                </a:quadBezTo>
                <a:quadBezTo>
                  <a:pt x="1167474" y="304203"/>
                  <a:pt x="1173664" y="282451"/>
                </a:quadBezTo>
                <a:lnTo>
                  <a:pt x="1203652" y="181971"/>
                </a:lnTo>
                <a:lnTo>
                  <a:pt x="1174806" y="181971"/>
                </a:lnTo>
                <a:lnTo>
                  <a:pt x="1174385" y="179902"/>
                </a:lnTo>
                <a:quadBezTo>
                  <a:pt x="1174385" y="173801"/>
                  <a:pt x="1187125" y="171413"/>
                </a:quadBezTo>
                <a:quadBezTo>
                  <a:pt x="1196741" y="169397"/>
                  <a:pt x="1212486" y="158362"/>
                </a:quadBezTo>
                <a:quadBezTo>
                  <a:pt x="1228232" y="147327"/>
                  <a:pt x="1238268" y="134064"/>
                </a:quadBezTo>
                <a:quadBezTo>
                  <a:pt x="1240552" y="131040"/>
                  <a:pt x="1243617" y="131040"/>
                </a:quadBezTo>
                <a:quadBezTo>
                  <a:pt x="1247102" y="131040"/>
                  <a:pt x="1247102" y="133746"/>
                </a:quadBezTo>
                <a:quadBezTo>
                  <a:pt x="1247102" y="135444"/>
                  <a:pt x="1246742" y="136133"/>
                </a:quadBezTo>
                <a:lnTo>
                  <a:pt x="1235924" y="171095"/>
                </a:lnTo>
                <a:lnTo>
                  <a:pt x="1266694" y="171095"/>
                </a:lnTo>
                <a:close/>
                <a:moveTo>
                  <a:pt x="1365890" y="361319"/>
                </a:moveTo>
                <a:lnTo>
                  <a:pt x="1291556" y="361319"/>
                </a:lnTo>
                <a:lnTo>
                  <a:pt x="1291556" y="357754"/>
                </a:lnTo>
                <a:quadBezTo>
                  <a:pt x="1306364" y="357048"/>
                  <a:pt x="1311749" y="352889"/>
                </a:quadBezTo>
                <a:quadBezTo>
                  <a:pt x="1317133" y="348729"/>
                  <a:pt x="1317133" y="338740"/>
                </a:quadBezTo>
                <a:lnTo>
                  <a:pt x="1317133" y="232009"/>
                </a:lnTo>
                <a:quadBezTo>
                  <a:pt x="1317133" y="220386"/>
                  <a:pt x="1309056" y="220386"/>
                </a:quadBezTo>
                <a:quadBezTo>
                  <a:pt x="1305312" y="220386"/>
                  <a:pt x="1296941" y="223245"/>
                </a:quadBezTo>
                <a:lnTo>
                  <a:pt x="1289663" y="225622"/>
                </a:lnTo>
                <a:lnTo>
                  <a:pt x="1289663" y="222280"/>
                </a:lnTo>
                <a:lnTo>
                  <a:pt x="1337873" y="200666"/>
                </a:lnTo>
                <a:lnTo>
                  <a:pt x="1340313" y="201372"/>
                </a:lnTo>
                <a:lnTo>
                  <a:pt x="1340313" y="343270"/>
                </a:lnTo>
                <a:quadBezTo>
                  <a:pt x="1340313" y="351106"/>
                  <a:pt x="1345697" y="354448"/>
                </a:quadBezTo>
                <a:quadBezTo>
                  <a:pt x="1351082" y="357754"/>
                  <a:pt x="1365890" y="357754"/>
                </a:quadBezTo>
                <a:lnTo>
                  <a:pt x="1365890" y="361319"/>
                </a:lnTo>
                <a:close/>
                <a:moveTo>
                  <a:pt x="1705736" y="241707"/>
                </a:moveTo>
                <a:lnTo>
                  <a:pt x="1491551" y="241707"/>
                </a:lnTo>
                <a:lnTo>
                  <a:pt x="1491551" y="219319"/>
                </a:lnTo>
                <a:lnTo>
                  <a:pt x="1705736" y="219319"/>
                </a:lnTo>
                <a:lnTo>
                  <a:pt x="1705736" y="241707"/>
                </a:lnTo>
                <a:close/>
                <a:moveTo>
                  <a:pt x="1899739" y="171095"/>
                </a:moveTo>
                <a:lnTo>
                  <a:pt x="1897816" y="181971"/>
                </a:lnTo>
                <a:lnTo>
                  <a:pt x="1865544" y="181971"/>
                </a:lnTo>
                <a:lnTo>
                  <a:pt x="1832070" y="293327"/>
                </a:lnTo>
                <a:quadBezTo>
                  <a:pt x="1831289" y="296033"/>
                  <a:pt x="1831289" y="298049"/>
                </a:quadBezTo>
                <a:quadBezTo>
                  <a:pt x="1831289" y="303513"/>
                  <a:pt x="1837058" y="303513"/>
                </a:quadBezTo>
                <a:quadBezTo>
                  <a:pt x="1841685" y="303513"/>
                  <a:pt x="1847815" y="298261"/>
                </a:quadBezTo>
                <a:quadBezTo>
                  <a:pt x="1854005" y="292956"/>
                  <a:pt x="1868248" y="276669"/>
                </a:quadBezTo>
                <a:lnTo>
                  <a:pt x="1873236" y="279056"/>
                </a:lnTo>
                <a:quadBezTo>
                  <a:pt x="1855508" y="302823"/>
                  <a:pt x="1844149" y="311471"/>
                </a:quadBezTo>
                <a:quadBezTo>
                  <a:pt x="1832851" y="320118"/>
                  <a:pt x="1818248" y="320118"/>
                </a:quadBezTo>
                <a:quadBezTo>
                  <a:pt x="1800519" y="320118"/>
                  <a:pt x="1800519" y="307598"/>
                </a:quadBezTo>
                <a:quadBezTo>
                  <a:pt x="1800519" y="304203"/>
                  <a:pt x="1806709" y="282451"/>
                </a:quadBezTo>
                <a:lnTo>
                  <a:pt x="1836697" y="181971"/>
                </a:lnTo>
                <a:lnTo>
                  <a:pt x="1807851" y="181971"/>
                </a:lnTo>
                <a:lnTo>
                  <a:pt x="1807430" y="179902"/>
                </a:lnTo>
                <a:quadBezTo>
                  <a:pt x="1807430" y="173801"/>
                  <a:pt x="1820171" y="171413"/>
                </a:quadBezTo>
                <a:quadBezTo>
                  <a:pt x="1829786" y="169397"/>
                  <a:pt x="1845532" y="158362"/>
                </a:quadBezTo>
                <a:quadBezTo>
                  <a:pt x="1861277" y="147327"/>
                  <a:pt x="1871313" y="134064"/>
                </a:quadBezTo>
                <a:quadBezTo>
                  <a:pt x="1873597" y="131040"/>
                  <a:pt x="1876662" y="131040"/>
                </a:quadBezTo>
                <a:quadBezTo>
                  <a:pt x="1880148" y="131040"/>
                  <a:pt x="1880148" y="133746"/>
                </a:quadBezTo>
                <a:quadBezTo>
                  <a:pt x="1880148" y="135444"/>
                  <a:pt x="1879787" y="136133"/>
                </a:quadBezTo>
                <a:lnTo>
                  <a:pt x="1868970" y="171095"/>
                </a:lnTo>
                <a:lnTo>
                  <a:pt x="1899739" y="171095"/>
                </a:lnTo>
                <a:close/>
                <a:moveTo>
                  <a:pt x="1943354" y="44426"/>
                </a:moveTo>
                <a:lnTo>
                  <a:pt x="1955987" y="7643"/>
                </a:lnTo>
                <a:quadBezTo>
                  <a:pt x="1956723" y="5147"/>
                  <a:pt x="1957489" y="3743"/>
                </a:quadBezTo>
                <a:quadBezTo>
                  <a:pt x="1958254" y="2314"/>
                  <a:pt x="1959933" y="1170"/>
                </a:quadBezTo>
                <a:quadBezTo>
                  <a:pt x="1961641" y="0"/>
                  <a:pt x="1964262" y="0"/>
                </a:quadBezTo>
                <a:quadBezTo>
                  <a:pt x="1966735" y="0"/>
                  <a:pt x="1968149" y="1586"/>
                </a:quadBezTo>
                <a:quadBezTo>
                  <a:pt x="1969562" y="3145"/>
                  <a:pt x="1969562" y="5485"/>
                </a:quadBezTo>
                <a:quadBezTo>
                  <a:pt x="1969562" y="7305"/>
                  <a:pt x="1966912" y="11984"/>
                </a:quadBezTo>
                <a:lnTo>
                  <a:pt x="1946947" y="45908"/>
                </a:lnTo>
                <a:lnTo>
                  <a:pt x="1943354" y="44426"/>
                </a:lnTo>
                <a:close/>
                <a:moveTo>
                  <a:pt x="2020979" y="327800"/>
                </a:moveTo>
                <a:quadBezTo>
                  <a:pt x="2020979" y="343732"/>
                  <a:pt x="2017487" y="357881"/>
                </a:quadBezTo>
                <a:quadBezTo>
                  <a:pt x="2013996" y="371993"/>
                  <a:pt x="2007139" y="383877"/>
                </a:quadBezTo>
                <a:quadBezTo>
                  <a:pt x="2000282" y="395760"/>
                  <a:pt x="1988166" y="402668"/>
                </a:quadBezTo>
                <a:quadBezTo>
                  <a:pt x="1976050" y="409575"/>
                  <a:pt x="1960149" y="409575"/>
                </a:quadBezTo>
                <a:quadBezTo>
                  <a:pt x="1943742" y="409575"/>
                  <a:pt x="1931332" y="402222"/>
                </a:quadBezTo>
                <a:quadBezTo>
                  <a:pt x="1918964" y="394832"/>
                  <a:pt x="1912233" y="382465"/>
                </a:quadBezTo>
                <a:quadBezTo>
                  <a:pt x="1905502" y="370099"/>
                  <a:pt x="1902389" y="356098"/>
                </a:quadBezTo>
                <a:quadBezTo>
                  <a:pt x="1899318" y="342061"/>
                  <a:pt x="1899318" y="326389"/>
                </a:quadBezTo>
                <a:quadBezTo>
                  <a:pt x="1899318" y="304256"/>
                  <a:pt x="1905502" y="286579"/>
                </a:quadBezTo>
                <a:quadBezTo>
                  <a:pt x="1911686" y="268865"/>
                  <a:pt x="1926074" y="257241"/>
                </a:quadBezTo>
                <a:quadBezTo>
                  <a:pt x="1940503" y="245580"/>
                  <a:pt x="1961242" y="245580"/>
                </a:quadBezTo>
                <a:quadBezTo>
                  <a:pt x="1987619" y="245580"/>
                  <a:pt x="2004278" y="268382"/>
                </a:quadBezTo>
                <a:quadBezTo>
                  <a:pt x="2020979" y="291184"/>
                  <a:pt x="2020979" y="327800"/>
                </a:quadBezTo>
                <a:close/>
                <a:moveTo>
                  <a:pt x="1995149" y="328989"/>
                </a:moveTo>
                <a:quadBezTo>
                  <a:pt x="1995149" y="291444"/>
                  <a:pt x="1986105" y="271613"/>
                </a:quadBezTo>
                <a:quadBezTo>
                  <a:pt x="1977102" y="251745"/>
                  <a:pt x="1959602" y="251745"/>
                </a:quadBezTo>
                <a:quadBezTo>
                  <a:pt x="1942901" y="251745"/>
                  <a:pt x="1934025" y="271724"/>
                </a:quadBezTo>
                <a:quadBezTo>
                  <a:pt x="1925148" y="291667"/>
                  <a:pt x="1925148" y="328023"/>
                </a:quadBezTo>
                <a:quadBezTo>
                  <a:pt x="1925148" y="364640"/>
                  <a:pt x="1934025" y="384025"/>
                </a:quadBezTo>
                <a:quadBezTo>
                  <a:pt x="1942901" y="403373"/>
                  <a:pt x="1960149" y="403373"/>
                </a:quadBezTo>
                <a:quadBezTo>
                  <a:pt x="1977102" y="403373"/>
                  <a:pt x="1986105" y="384025"/>
                </a:quadBezTo>
                <a:quadBezTo>
                  <a:pt x="1995149" y="364640"/>
                  <a:pt x="1995149" y="328989"/>
                </a:quadBezTo>
                <a:close/>
                <a:moveTo>
                  <a:pt x="2076328" y="364258"/>
                </a:moveTo>
                <a:lnTo>
                  <a:pt x="2072482" y="357839"/>
                </a:lnTo>
                <a:quadBezTo>
                  <a:pt x="2104394" y="338793"/>
                  <a:pt x="2104394" y="321498"/>
                </a:quadBezTo>
                <a:quadBezTo>
                  <a:pt x="2104394" y="317094"/>
                  <a:pt x="2099045" y="317094"/>
                </a:quadBezTo>
                <a:quadBezTo>
                  <a:pt x="2097482" y="317094"/>
                  <a:pt x="2093817" y="317731"/>
                </a:quadBezTo>
                <a:quadBezTo>
                  <a:pt x="2090211" y="318421"/>
                  <a:pt x="2087867" y="318421"/>
                </a:quadBezTo>
                <a:quadBezTo>
                  <a:pt x="2065571" y="318421"/>
                  <a:pt x="2065571" y="301126"/>
                </a:quadBezTo>
                <a:quadBezTo>
                  <a:pt x="2065571" y="292319"/>
                  <a:pt x="2071881" y="287067"/>
                </a:quadBezTo>
                <a:quadBezTo>
                  <a:pt x="2078251" y="281762"/>
                  <a:pt x="2088648" y="281762"/>
                </a:quadBezTo>
                <a:quadBezTo>
                  <a:pt x="2101749" y="281762"/>
                  <a:pt x="2110584" y="290091"/>
                </a:quadBezTo>
                <a:quadBezTo>
                  <a:pt x="2119418" y="298420"/>
                  <a:pt x="2119418" y="311312"/>
                </a:quadBezTo>
                <a:quadBezTo>
                  <a:pt x="2119418" y="326909"/>
                  <a:pt x="2107699" y="341498"/>
                </a:quadBezTo>
                <a:quadBezTo>
                  <a:pt x="2095980" y="356141"/>
                  <a:pt x="2076328" y="364258"/>
                </a:quadBezTo>
                <a:close/>
                <a:moveTo>
                  <a:pt x="2330729" y="280064"/>
                </a:moveTo>
                <a:lnTo>
                  <a:pt x="2336859" y="283459"/>
                </a:lnTo>
                <a:quadBezTo>
                  <a:pt x="2319190" y="303142"/>
                  <a:pt x="2302423" y="311630"/>
                </a:quadBezTo>
                <a:quadBezTo>
                  <a:pt x="2285716" y="320118"/>
                  <a:pt x="2264201" y="320118"/>
                </a:quadBezTo>
                <a:quadBezTo>
                  <a:pt x="2236857" y="320118"/>
                  <a:pt x="2222253" y="306908"/>
                </a:quadBezTo>
                <a:quadBezTo>
                  <a:pt x="2207650" y="293645"/>
                  <a:pt x="2207650" y="267862"/>
                </a:quadBezTo>
                <a:quadBezTo>
                  <a:pt x="2207650" y="245103"/>
                  <a:pt x="2220691" y="223882"/>
                </a:quadBezTo>
                <a:quadBezTo>
                  <a:pt x="2233792" y="202661"/>
                  <a:pt x="2254946" y="187382"/>
                </a:quadBezTo>
                <a:quadBezTo>
                  <a:pt x="2284574" y="166692"/>
                  <a:pt x="2319190" y="166692"/>
                </a:quadBezTo>
                <a:quadBezTo>
                  <a:pt x="2336859" y="166692"/>
                  <a:pt x="2348217" y="174490"/>
                </a:quadBezTo>
                <a:quadBezTo>
                  <a:pt x="2359575" y="182289"/>
                  <a:pt x="2359575" y="194173"/>
                </a:quadBezTo>
                <a:quadBezTo>
                  <a:pt x="2359575" y="200963"/>
                  <a:pt x="2354166" y="205738"/>
                </a:quadBezTo>
                <a:quadBezTo>
                  <a:pt x="2348818" y="210460"/>
                  <a:pt x="2341125" y="210460"/>
                </a:quadBezTo>
                <a:quadBezTo>
                  <a:pt x="2333433" y="210460"/>
                  <a:pt x="2329767" y="206587"/>
                </a:quadBezTo>
                <a:quadBezTo>
                  <a:pt x="2326101" y="202661"/>
                  <a:pt x="2326101" y="196878"/>
                </a:quadBezTo>
                <a:quadBezTo>
                  <a:pt x="2326101" y="193854"/>
                  <a:pt x="2328986" y="188920"/>
                </a:quadBezTo>
                <a:quadBezTo>
                  <a:pt x="2331870" y="183987"/>
                  <a:pt x="2331870" y="180591"/>
                </a:quadBezTo>
                <a:quadBezTo>
                  <a:pt x="2331870" y="173801"/>
                  <a:pt x="2317627" y="173801"/>
                </a:quadBezTo>
                <a:quadBezTo>
                  <a:pt x="2293408" y="173801"/>
                  <a:pt x="2275740" y="190088"/>
                </a:quadBezTo>
                <a:quadBezTo>
                  <a:pt x="2240703" y="222715"/>
                  <a:pt x="2240703" y="269188"/>
                </a:quadBezTo>
                <a:quadBezTo>
                  <a:pt x="2240703" y="287544"/>
                  <a:pt x="2249538" y="297730"/>
                </a:quadBezTo>
                <a:quadBezTo>
                  <a:pt x="2258432" y="307916"/>
                  <a:pt x="2274959" y="307916"/>
                </a:quadBezTo>
                <a:quadBezTo>
                  <a:pt x="2289983" y="307916"/>
                  <a:pt x="2302243" y="301497"/>
                </a:quadBezTo>
                <a:quadBezTo>
                  <a:pt x="2314563" y="295025"/>
                  <a:pt x="2330729" y="280064"/>
                </a:quadBezTo>
                <a:close/>
                <a:moveTo>
                  <a:pt x="2378061" y="92312"/>
                </a:moveTo>
                <a:lnTo>
                  <a:pt x="2382628" y="86901"/>
                </a:lnTo>
                <a:quadBezTo>
                  <a:pt x="2426499" y="109979"/>
                  <a:pt x="2451500" y="149397"/>
                </a:quadBezTo>
                <a:quadBezTo>
                  <a:pt x="2476500" y="188761"/>
                  <a:pt x="2476500" y="232529"/>
                </a:quadBezTo>
                <a:quadBezTo>
                  <a:pt x="2476500" y="325211"/>
                  <a:pt x="2381487" y="376513"/>
                </a:quadBezTo>
                <a:lnTo>
                  <a:pt x="2378061" y="371049"/>
                </a:lnTo>
                <a:quadBezTo>
                  <a:pt x="2417665" y="342188"/>
                  <a:pt x="2430526" y="313540"/>
                </a:quadBezTo>
                <a:quadBezTo>
                  <a:pt x="2443447" y="284839"/>
                  <a:pt x="2443447" y="233537"/>
                </a:quadBezTo>
                <a:quadBezTo>
                  <a:pt x="2443447" y="181971"/>
                  <a:pt x="2430526" y="150882"/>
                </a:quadBezTo>
                <a:quadBezTo>
                  <a:pt x="2417665" y="119793"/>
                  <a:pt x="2378061" y="92312"/>
                </a:quadBez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start0">
            <a:extLst xmlns:a="http://schemas.openxmlformats.org/drawingml/2006/main">
              <a:ext uri="{FF2B5EF4-FFF2-40B4-BE49-F238E27FC236}">
                <a16:creationId xmlns:a16="http://schemas.microsoft.com/office/drawing/2014/main" id="{18821232-9724-4D24-82B2-17EEBEBC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2750" y="981075"/>
            <a:ext cx="295275" cy="409575"/>
          </a:xfrm>
          <a:custGeom xmlns:a="http://schemas.openxmlformats.org/drawingml/2006/main">
            <a:pathLst>
              <a:path w="295275" h="409575">
                <a:moveTo>
                  <a:pt x="147655" y="172503"/>
                </a:moveTo>
                <a:lnTo>
                  <a:pt x="144794" y="183468"/>
                </a:lnTo>
                <a:lnTo>
                  <a:pt x="96768" y="183468"/>
                </a:lnTo>
                <a:lnTo>
                  <a:pt x="46953" y="295740"/>
                </a:lnTo>
                <a:quadBezTo>
                  <a:pt x="45790" y="298468"/>
                  <a:pt x="45790" y="300501"/>
                </a:quadBezTo>
                <a:quadBezTo>
                  <a:pt x="45790" y="306010"/>
                  <a:pt x="54376" y="306010"/>
                </a:quadBezTo>
                <a:quadBezTo>
                  <a:pt x="61262" y="306010"/>
                  <a:pt x="70385" y="300715"/>
                </a:quadBezTo>
                <a:quadBezTo>
                  <a:pt x="79596" y="295366"/>
                  <a:pt x="100792" y="278945"/>
                </a:quadBezTo>
                <a:lnTo>
                  <a:pt x="108215" y="281352"/>
                </a:lnTo>
                <a:quadBezTo>
                  <a:pt x="81832" y="305315"/>
                  <a:pt x="64929" y="314034"/>
                </a:quadBezTo>
                <a:quadBezTo>
                  <a:pt x="48115" y="322752"/>
                  <a:pt x="26383" y="322752"/>
                </a:quadBezTo>
                <a:quadBezTo>
                  <a:pt x="0" y="322752"/>
                  <a:pt x="0" y="310129"/>
                </a:quadBezTo>
                <a:quadBezTo>
                  <a:pt x="0" y="306706"/>
                  <a:pt x="9212" y="284775"/>
                </a:quadBezTo>
                <a:lnTo>
                  <a:pt x="53839" y="183468"/>
                </a:lnTo>
                <a:lnTo>
                  <a:pt x="10911" y="183468"/>
                </a:lnTo>
                <a:lnTo>
                  <a:pt x="10285" y="181382"/>
                </a:lnTo>
                <a:quadBezTo>
                  <a:pt x="10285" y="175230"/>
                  <a:pt x="29245" y="172823"/>
                </a:quadBezTo>
                <a:quadBezTo>
                  <a:pt x="43554" y="170791"/>
                  <a:pt x="66986" y="159665"/>
                </a:quadBezTo>
                <a:quadBezTo>
                  <a:pt x="90418" y="148540"/>
                  <a:pt x="105353" y="135167"/>
                </a:quadBezTo>
                <a:quadBezTo>
                  <a:pt x="108752" y="132119"/>
                  <a:pt x="113313" y="132119"/>
                </a:quadBezTo>
                <a:quadBezTo>
                  <a:pt x="118500" y="132119"/>
                  <a:pt x="118500" y="134847"/>
                </a:quadBezTo>
                <a:quadBezTo>
                  <a:pt x="118500" y="136558"/>
                  <a:pt x="117963" y="137254"/>
                </a:quadBezTo>
                <a:lnTo>
                  <a:pt x="101865" y="172503"/>
                </a:lnTo>
                <a:lnTo>
                  <a:pt x="147655" y="172503"/>
                </a:lnTo>
                <a:close/>
                <a:moveTo>
                  <a:pt x="212561" y="44792"/>
                </a:moveTo>
                <a:lnTo>
                  <a:pt x="231361" y="7706"/>
                </a:lnTo>
                <a:quadBezTo>
                  <a:pt x="232457" y="5189"/>
                  <a:pt x="233596" y="3774"/>
                </a:quadBezTo>
                <a:quadBezTo>
                  <a:pt x="234735" y="2333"/>
                  <a:pt x="237233" y="1179"/>
                </a:quadBezTo>
                <a:quadBezTo>
                  <a:pt x="239775" y="0"/>
                  <a:pt x="243675" y="0"/>
                </a:quadBezTo>
                <a:quadBezTo>
                  <a:pt x="247356" y="0"/>
                  <a:pt x="249460" y="1599"/>
                </a:quadBezTo>
                <a:quadBezTo>
                  <a:pt x="251563" y="3171"/>
                  <a:pt x="251563" y="5530"/>
                </a:quadBezTo>
                <a:quadBezTo>
                  <a:pt x="251563" y="7365"/>
                  <a:pt x="247619" y="12083"/>
                </a:quadBezTo>
                <a:lnTo>
                  <a:pt x="217907" y="46286"/>
                </a:lnTo>
                <a:lnTo>
                  <a:pt x="212561" y="44792"/>
                </a:lnTo>
                <a:close/>
                <a:moveTo>
                  <a:pt x="295275" y="409575"/>
                </a:moveTo>
                <a:lnTo>
                  <a:pt x="184654" y="409575"/>
                </a:lnTo>
                <a:lnTo>
                  <a:pt x="184654" y="405981"/>
                </a:lnTo>
                <a:quadBezTo>
                  <a:pt x="206691" y="405269"/>
                  <a:pt x="214704" y="401076"/>
                </a:quadBezTo>
                <a:quadBezTo>
                  <a:pt x="222717" y="396882"/>
                  <a:pt x="222717" y="386810"/>
                </a:quadBezTo>
                <a:lnTo>
                  <a:pt x="222717" y="279202"/>
                </a:lnTo>
                <a:quadBezTo>
                  <a:pt x="222717" y="267482"/>
                  <a:pt x="210697" y="267482"/>
                </a:quadBezTo>
                <a:quadBezTo>
                  <a:pt x="205126" y="267482"/>
                  <a:pt x="192667" y="270365"/>
                </a:quadBezTo>
                <a:lnTo>
                  <a:pt x="181837" y="272762"/>
                </a:lnTo>
                <a:lnTo>
                  <a:pt x="181837" y="269392"/>
                </a:lnTo>
                <a:lnTo>
                  <a:pt x="253581" y="247601"/>
                </a:lnTo>
                <a:lnTo>
                  <a:pt x="257212" y="248312"/>
                </a:lnTo>
                <a:lnTo>
                  <a:pt x="257212" y="391378"/>
                </a:lnTo>
                <a:quadBezTo>
                  <a:pt x="257212" y="399278"/>
                  <a:pt x="265225" y="402648"/>
                </a:quadBezTo>
                <a:quadBezTo>
                  <a:pt x="273238" y="405981"/>
                  <a:pt x="295275" y="405981"/>
                </a:quadBezTo>
                <a:lnTo>
                  <a:pt x="295275" y="40957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5" name="end0">
            <a:extLst xmlns:a="http://schemas.openxmlformats.org/drawingml/2006/main">
              <a:ext uri="{FF2B5EF4-FFF2-40B4-BE49-F238E27FC236}">
                <a16:creationId xmlns:a16="http://schemas.microsoft.com/office/drawing/2014/main" id="{BAC8D2D7-3126-44AE-948C-136DFF14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19575" y="981075"/>
            <a:ext cx="295275" cy="409575"/>
          </a:xfrm>
          <a:custGeom xmlns:a="http://schemas.openxmlformats.org/drawingml/2006/main">
            <a:pathLst>
              <a:path w="295275" h="409575">
                <a:moveTo>
                  <a:pt x="147655" y="172503"/>
                </a:moveTo>
                <a:lnTo>
                  <a:pt x="144794" y="183468"/>
                </a:lnTo>
                <a:lnTo>
                  <a:pt x="96768" y="183468"/>
                </a:lnTo>
                <a:lnTo>
                  <a:pt x="46953" y="295740"/>
                </a:lnTo>
                <a:quadBezTo>
                  <a:pt x="45790" y="298468"/>
                  <a:pt x="45790" y="300501"/>
                </a:quadBezTo>
                <a:quadBezTo>
                  <a:pt x="45790" y="306010"/>
                  <a:pt x="54376" y="306010"/>
                </a:quadBezTo>
                <a:quadBezTo>
                  <a:pt x="61262" y="306010"/>
                  <a:pt x="70385" y="300715"/>
                </a:quadBezTo>
                <a:quadBezTo>
                  <a:pt x="79596" y="295366"/>
                  <a:pt x="100792" y="278945"/>
                </a:quadBezTo>
                <a:lnTo>
                  <a:pt x="108215" y="281352"/>
                </a:lnTo>
                <a:quadBezTo>
                  <a:pt x="81832" y="305315"/>
                  <a:pt x="64929" y="314034"/>
                </a:quadBezTo>
                <a:quadBezTo>
                  <a:pt x="48115" y="322752"/>
                  <a:pt x="26383" y="322752"/>
                </a:quadBezTo>
                <a:quadBezTo>
                  <a:pt x="0" y="322752"/>
                  <a:pt x="0" y="310129"/>
                </a:quadBezTo>
                <a:quadBezTo>
                  <a:pt x="0" y="306706"/>
                  <a:pt x="9212" y="284775"/>
                </a:quadBezTo>
                <a:lnTo>
                  <a:pt x="53839" y="183468"/>
                </a:lnTo>
                <a:lnTo>
                  <a:pt x="10911" y="183468"/>
                </a:lnTo>
                <a:lnTo>
                  <a:pt x="10285" y="181382"/>
                </a:lnTo>
                <a:quadBezTo>
                  <a:pt x="10285" y="175230"/>
                  <a:pt x="29245" y="172823"/>
                </a:quadBezTo>
                <a:quadBezTo>
                  <a:pt x="43554" y="170791"/>
                  <a:pt x="66986" y="159665"/>
                </a:quadBezTo>
                <a:quadBezTo>
                  <a:pt x="90418" y="148540"/>
                  <a:pt x="105353" y="135167"/>
                </a:quadBezTo>
                <a:quadBezTo>
                  <a:pt x="108752" y="132119"/>
                  <a:pt x="113313" y="132119"/>
                </a:quadBezTo>
                <a:quadBezTo>
                  <a:pt x="118500" y="132119"/>
                  <a:pt x="118500" y="134847"/>
                </a:quadBezTo>
                <a:quadBezTo>
                  <a:pt x="118500" y="136558"/>
                  <a:pt x="117963" y="137254"/>
                </a:quadBezTo>
                <a:lnTo>
                  <a:pt x="101865" y="172503"/>
                </a:lnTo>
                <a:lnTo>
                  <a:pt x="147655" y="172503"/>
                </a:lnTo>
                <a:close/>
                <a:moveTo>
                  <a:pt x="212561" y="44792"/>
                </a:moveTo>
                <a:lnTo>
                  <a:pt x="231361" y="7706"/>
                </a:lnTo>
                <a:quadBezTo>
                  <a:pt x="232457" y="5189"/>
                  <a:pt x="233596" y="3774"/>
                </a:quadBezTo>
                <a:quadBezTo>
                  <a:pt x="234735" y="2333"/>
                  <a:pt x="237233" y="1179"/>
                </a:quadBezTo>
                <a:quadBezTo>
                  <a:pt x="239775" y="0"/>
                  <a:pt x="243675" y="0"/>
                </a:quadBezTo>
                <a:quadBezTo>
                  <a:pt x="247356" y="0"/>
                  <a:pt x="249460" y="1599"/>
                </a:quadBezTo>
                <a:quadBezTo>
                  <a:pt x="251563" y="3171"/>
                  <a:pt x="251563" y="5530"/>
                </a:quadBezTo>
                <a:quadBezTo>
                  <a:pt x="251563" y="7365"/>
                  <a:pt x="247619" y="12083"/>
                </a:quadBezTo>
                <a:lnTo>
                  <a:pt x="217907" y="46286"/>
                </a:lnTo>
                <a:lnTo>
                  <a:pt x="212561" y="44792"/>
                </a:lnTo>
                <a:close/>
                <a:moveTo>
                  <a:pt x="295275" y="409575"/>
                </a:moveTo>
                <a:lnTo>
                  <a:pt x="184654" y="409575"/>
                </a:lnTo>
                <a:lnTo>
                  <a:pt x="184654" y="405981"/>
                </a:lnTo>
                <a:quadBezTo>
                  <a:pt x="206691" y="405269"/>
                  <a:pt x="214704" y="401076"/>
                </a:quadBezTo>
                <a:quadBezTo>
                  <a:pt x="222717" y="396882"/>
                  <a:pt x="222717" y="386810"/>
                </a:quadBezTo>
                <a:lnTo>
                  <a:pt x="222717" y="279202"/>
                </a:lnTo>
                <a:quadBezTo>
                  <a:pt x="222717" y="267482"/>
                  <a:pt x="210697" y="267482"/>
                </a:quadBezTo>
                <a:quadBezTo>
                  <a:pt x="205126" y="267482"/>
                  <a:pt x="192667" y="270365"/>
                </a:quadBezTo>
                <a:lnTo>
                  <a:pt x="181837" y="272762"/>
                </a:lnTo>
                <a:lnTo>
                  <a:pt x="181837" y="269392"/>
                </a:lnTo>
                <a:lnTo>
                  <a:pt x="253581" y="247601"/>
                </a:lnTo>
                <a:lnTo>
                  <a:pt x="257212" y="248312"/>
                </a:lnTo>
                <a:lnTo>
                  <a:pt x="257212" y="391378"/>
                </a:lnTo>
                <a:quadBezTo>
                  <a:pt x="257212" y="399278"/>
                  <a:pt x="265225" y="402648"/>
                </a:quadBezTo>
                <a:quadBezTo>
                  <a:pt x="273238" y="405981"/>
                  <a:pt x="295275" y="405981"/>
                </a:quadBezTo>
                <a:lnTo>
                  <a:pt x="295275" y="40957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6" name="interval0">
            <a:extLst xmlns:a="http://schemas.openxmlformats.org/drawingml/2006/main">
              <a:ext uri="{FF2B5EF4-FFF2-40B4-BE49-F238E27FC236}">
                <a16:creationId xmlns:a16="http://schemas.microsoft.com/office/drawing/2014/main" id="{11F443FD-5359-482F-A385-0784661A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105900" cy="5943600"/>
          </a:xfrm>
          <a:custGeom xmlns:a="http://schemas.openxmlformats.org/drawingml/2006/main">
            <a:pathLst>
              <a:path w="9105900" h="5943600">
                <a:moveTo>
                  <a:pt x="3390900" y="1152525"/>
                </a:moveTo>
                <a:lnTo>
                  <a:pt x="4114800" y="1152525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111111"/>
            </a:solidFill>
            <a:prstDash val="solid"/>
          </a:ln>
        </p:spPr>
      </p:sp>
      <p:sp>
        <p:nvSpPr>
          <p:cNvPr id="7" name="unloc-row0">
            <a:extLst xmlns:a="http://schemas.openxmlformats.org/drawingml/2006/main">
              <a:ext uri="{FF2B5EF4-FFF2-40B4-BE49-F238E27FC236}">
                <a16:creationId xmlns:a16="http://schemas.microsoft.com/office/drawing/2014/main" id="{ED14F785-5AE0-4C6C-9DB6-69D31082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200" y="990600"/>
            <a:ext cx="4248150" cy="361950"/>
          </a:xfrm>
          <a:custGeom xmlns:a="http://schemas.openxmlformats.org/drawingml/2006/main">
            <a:pathLst>
              <a:path w="4248150" h="361950">
                <a:moveTo>
                  <a:pt x="134914" y="103832"/>
                </a:moveTo>
                <a:lnTo>
                  <a:pt x="128090" y="133926"/>
                </a:lnTo>
                <a:lnTo>
                  <a:pt x="84748" y="133926"/>
                </a:lnTo>
                <a:quadBezTo>
                  <a:pt x="61931" y="198694"/>
                  <a:pt x="61931" y="230887"/>
                </a:quadBezTo>
                <a:quadBezTo>
                  <a:pt x="61931" y="251628"/>
                  <a:pt x="73645" y="251628"/>
                </a:quadBezTo>
                <a:quadBezTo>
                  <a:pt x="79502" y="251628"/>
                  <a:pt x="86683" y="243294"/>
                </a:quadBezTo>
                <a:quadBezTo>
                  <a:pt x="93865" y="234959"/>
                  <a:pt x="98092" y="223507"/>
                </a:quadBezTo>
                <a:lnTo>
                  <a:pt x="103338" y="223507"/>
                </a:lnTo>
                <a:quadBezTo>
                  <a:pt x="97430" y="248383"/>
                  <a:pt x="84239" y="265498"/>
                </a:quadBezTo>
                <a:quadBezTo>
                  <a:pt x="71048" y="282549"/>
                  <a:pt x="56074" y="282549"/>
                </a:quadBezTo>
                <a:quadBezTo>
                  <a:pt x="35193" y="282549"/>
                  <a:pt x="35193" y="253664"/>
                </a:quadBezTo>
                <a:quadBezTo>
                  <a:pt x="35193" y="221471"/>
                  <a:pt x="67126" y="133926"/>
                </a:quadBezTo>
                <a:lnTo>
                  <a:pt x="47263" y="133926"/>
                </a:lnTo>
                <a:quadBezTo>
                  <a:pt x="21187" y="133926"/>
                  <a:pt x="5195" y="169809"/>
                </a:quadBezTo>
                <a:lnTo>
                  <a:pt x="0" y="169809"/>
                </a:lnTo>
                <a:quadBezTo>
                  <a:pt x="8149" y="144933"/>
                  <a:pt x="25058" y="124383"/>
                </a:quadBezTo>
                <a:quadBezTo>
                  <a:pt x="42018" y="103832"/>
                  <a:pt x="63867" y="103832"/>
                </a:quadBezTo>
                <a:lnTo>
                  <a:pt x="134914" y="103832"/>
                </a:lnTo>
                <a:close/>
                <a:moveTo>
                  <a:pt x="384430" y="147796"/>
                </a:moveTo>
                <a:lnTo>
                  <a:pt x="192423" y="147796"/>
                </a:lnTo>
                <a:lnTo>
                  <a:pt x="192423" y="120947"/>
                </a:lnTo>
                <a:lnTo>
                  <a:pt x="384430" y="120947"/>
                </a:lnTo>
                <a:lnTo>
                  <a:pt x="384430" y="147796"/>
                </a:lnTo>
                <a:close/>
                <a:moveTo>
                  <a:pt x="384430" y="229233"/>
                </a:moveTo>
                <a:lnTo>
                  <a:pt x="192423" y="229233"/>
                </a:lnTo>
                <a:lnTo>
                  <a:pt x="192423" y="202384"/>
                </a:lnTo>
                <a:lnTo>
                  <a:pt x="384430" y="202384"/>
                </a:lnTo>
                <a:lnTo>
                  <a:pt x="384430" y="229233"/>
                </a:lnTo>
                <a:close/>
                <a:moveTo>
                  <a:pt x="546244" y="343627"/>
                </a:moveTo>
                <a:lnTo>
                  <a:pt x="542323" y="350180"/>
                </a:lnTo>
                <a:quadBezTo>
                  <a:pt x="504481" y="323267"/>
                  <a:pt x="483600" y="276059"/>
                </a:quadBezTo>
                <a:quadBezTo>
                  <a:pt x="462769" y="228851"/>
                  <a:pt x="462769" y="175472"/>
                </a:quadBezTo>
                <a:quadBezTo>
                  <a:pt x="462769" y="62668"/>
                  <a:pt x="543290" y="2863"/>
                </a:quadBezTo>
                <a:lnTo>
                  <a:pt x="546244" y="9353"/>
                </a:lnTo>
                <a:quadBezTo>
                  <a:pt x="512987" y="44790"/>
                  <a:pt x="501884" y="79210"/>
                </a:quadBezTo>
                <a:quadBezTo>
                  <a:pt x="490832" y="113567"/>
                  <a:pt x="490832" y="174263"/>
                </a:quadBezTo>
                <a:quadBezTo>
                  <a:pt x="490832" y="234514"/>
                  <a:pt x="502240" y="271987"/>
                </a:quadBezTo>
                <a:quadBezTo>
                  <a:pt x="513649" y="309461"/>
                  <a:pt x="546244" y="343627"/>
                </a:quadBezTo>
                <a:close/>
                <a:moveTo>
                  <a:pt x="608797" y="160011"/>
                </a:moveTo>
                <a:lnTo>
                  <a:pt x="609153" y="160011"/>
                </a:lnTo>
                <a:quadBezTo>
                  <a:pt x="625451" y="126228"/>
                  <a:pt x="639915" y="112421"/>
                </a:quadBezTo>
                <a:quadBezTo>
                  <a:pt x="654430" y="98552"/>
                  <a:pt x="672052" y="98552"/>
                </a:quadBezTo>
                <a:quadBezTo>
                  <a:pt x="689012" y="98552"/>
                  <a:pt x="699402" y="111594"/>
                </a:quadBezTo>
                <a:quadBezTo>
                  <a:pt x="709843" y="124573"/>
                  <a:pt x="709843" y="147414"/>
                </a:quadBezTo>
                <a:quadBezTo>
                  <a:pt x="709843" y="178716"/>
                  <a:pt x="694513" y="210528"/>
                </a:quadBezTo>
                <a:quadBezTo>
                  <a:pt x="679233" y="242276"/>
                  <a:pt x="654583" y="262444"/>
                </a:quadBezTo>
                <a:quadBezTo>
                  <a:pt x="629984" y="282549"/>
                  <a:pt x="605537" y="282549"/>
                </a:quadBezTo>
                <a:quadBezTo>
                  <a:pt x="590564" y="282549"/>
                  <a:pt x="576863" y="276059"/>
                </a:quadBezTo>
                <a:quadBezTo>
                  <a:pt x="563163" y="269570"/>
                  <a:pt x="563163" y="260981"/>
                </a:quadBezTo>
                <a:lnTo>
                  <a:pt x="563163" y="258563"/>
                </a:lnTo>
                <a:lnTo>
                  <a:pt x="609459" y="45618"/>
                </a:lnTo>
                <a:quadBezTo>
                  <a:pt x="612413" y="30921"/>
                  <a:pt x="612413" y="26467"/>
                </a:quadBezTo>
                <a:quadBezTo>
                  <a:pt x="612413" y="19914"/>
                  <a:pt x="609306" y="18514"/>
                </a:quadBezTo>
                <a:quadBezTo>
                  <a:pt x="606199" y="17115"/>
                  <a:pt x="591531" y="16287"/>
                </a:quadBezTo>
                <a:lnTo>
                  <a:pt x="591531" y="9353"/>
                </a:lnTo>
                <a:quadBezTo>
                  <a:pt x="615978" y="5662"/>
                  <a:pt x="641392" y="0"/>
                </a:quadBezTo>
                <a:lnTo>
                  <a:pt x="643022" y="2036"/>
                </a:lnTo>
                <a:lnTo>
                  <a:pt x="636197" y="35438"/>
                </a:lnTo>
                <a:lnTo>
                  <a:pt x="608797" y="160011"/>
                </a:lnTo>
                <a:close/>
                <a:moveTo>
                  <a:pt x="682136" y="153522"/>
                </a:moveTo>
                <a:quadBezTo>
                  <a:pt x="682136" y="118466"/>
                  <a:pt x="659320" y="118466"/>
                </a:quadBezTo>
                <a:quadBezTo>
                  <a:pt x="636859" y="118466"/>
                  <a:pt x="614654" y="165292"/>
                </a:quadBezTo>
                <a:quadBezTo>
                  <a:pt x="604264" y="187305"/>
                  <a:pt x="597745" y="213963"/>
                </a:quadBezTo>
                <a:quadBezTo>
                  <a:pt x="591226" y="240621"/>
                  <a:pt x="591226" y="259390"/>
                </a:quadBezTo>
                <a:quadBezTo>
                  <a:pt x="591226" y="273196"/>
                  <a:pt x="606199" y="273196"/>
                </a:quadBezTo>
                <a:quadBezTo>
                  <a:pt x="627692" y="273196"/>
                  <a:pt x="646282" y="249210"/>
                </a:quadBezTo>
                <a:quadBezTo>
                  <a:pt x="661306" y="229615"/>
                  <a:pt x="671696" y="202575"/>
                </a:quadBezTo>
                <a:quadBezTo>
                  <a:pt x="682136" y="175472"/>
                  <a:pt x="682136" y="153522"/>
                </a:quadBezTo>
                <a:close/>
                <a:moveTo>
                  <a:pt x="872158" y="129091"/>
                </a:moveTo>
                <a:lnTo>
                  <a:pt x="856216" y="129091"/>
                </a:lnTo>
                <a:quadBezTo>
                  <a:pt x="859119" y="136407"/>
                  <a:pt x="859119" y="149832"/>
                </a:quadBezTo>
                <a:quadBezTo>
                  <a:pt x="859119" y="175472"/>
                  <a:pt x="840377" y="196085"/>
                </a:quadBezTo>
                <a:quadBezTo>
                  <a:pt x="821635" y="216636"/>
                  <a:pt x="798818" y="216636"/>
                </a:quadBezTo>
                <a:quadBezTo>
                  <a:pt x="792961" y="216636"/>
                  <a:pt x="788734" y="215363"/>
                </a:quadBezTo>
                <a:quadBezTo>
                  <a:pt x="787766" y="214981"/>
                  <a:pt x="786442" y="214981"/>
                </a:quadBezTo>
                <a:quadBezTo>
                  <a:pt x="782215" y="214981"/>
                  <a:pt x="778446" y="220262"/>
                </a:quadBezTo>
                <a:quadBezTo>
                  <a:pt x="774728" y="225543"/>
                  <a:pt x="774728" y="231651"/>
                </a:quadBezTo>
                <a:quadBezTo>
                  <a:pt x="774728" y="241448"/>
                  <a:pt x="797850" y="248765"/>
                </a:quadBezTo>
                <a:quadBezTo>
                  <a:pt x="844146" y="262635"/>
                  <a:pt x="844146" y="300490"/>
                </a:quadBezTo>
                <a:quadBezTo>
                  <a:pt x="844146" y="327785"/>
                  <a:pt x="825862" y="344835"/>
                </a:quadBezTo>
                <a:quadBezTo>
                  <a:pt x="807629" y="361950"/>
                  <a:pt x="775695" y="361950"/>
                </a:quadBezTo>
                <a:quadBezTo>
                  <a:pt x="750281" y="361950"/>
                  <a:pt x="735766" y="350752"/>
                </a:quadBezTo>
                <a:quadBezTo>
                  <a:pt x="721251" y="339555"/>
                  <a:pt x="721251" y="317987"/>
                </a:quadBezTo>
                <a:quadBezTo>
                  <a:pt x="721251" y="302145"/>
                  <a:pt x="728585" y="290947"/>
                </a:quadBezTo>
                <a:quadBezTo>
                  <a:pt x="735919" y="279749"/>
                  <a:pt x="759398" y="262189"/>
                </a:quadBezTo>
                <a:quadBezTo>
                  <a:pt x="750587" y="255700"/>
                  <a:pt x="750587" y="246347"/>
                </a:quadBezTo>
                <a:quadBezTo>
                  <a:pt x="750587" y="226815"/>
                  <a:pt x="775695" y="212118"/>
                </a:quadBezTo>
                <a:quadBezTo>
                  <a:pt x="749925" y="200730"/>
                  <a:pt x="749925" y="168155"/>
                </a:quadBezTo>
                <a:quadBezTo>
                  <a:pt x="749925" y="137998"/>
                  <a:pt x="769788" y="118275"/>
                </a:quadBezTo>
                <a:quadBezTo>
                  <a:pt x="789701" y="98552"/>
                  <a:pt x="815472" y="98552"/>
                </a:quadBezTo>
                <a:quadBezTo>
                  <a:pt x="834367" y="98552"/>
                  <a:pt x="847405" y="109940"/>
                </a:quadBezTo>
                <a:quadBezTo>
                  <a:pt x="850971" y="113185"/>
                  <a:pt x="852600" y="113185"/>
                </a:quadBezTo>
                <a:lnTo>
                  <a:pt x="872158" y="113185"/>
                </a:lnTo>
                <a:lnTo>
                  <a:pt x="872158" y="129091"/>
                </a:lnTo>
                <a:close/>
                <a:moveTo>
                  <a:pt x="833400" y="136407"/>
                </a:moveTo>
                <a:quadBezTo>
                  <a:pt x="833400" y="120502"/>
                  <a:pt x="828969" y="114012"/>
                </a:quadBezTo>
                <a:quadBezTo>
                  <a:pt x="824589" y="107459"/>
                  <a:pt x="815116" y="107459"/>
                </a:quadBezTo>
                <a:quadBezTo>
                  <a:pt x="799480" y="107459"/>
                  <a:pt x="787409" y="127818"/>
                </a:quadBezTo>
                <a:quadBezTo>
                  <a:pt x="775390" y="148177"/>
                  <a:pt x="775390" y="177508"/>
                </a:quadBezTo>
                <a:quadBezTo>
                  <a:pt x="775390" y="191759"/>
                  <a:pt x="780585" y="199903"/>
                </a:quadBezTo>
                <a:quadBezTo>
                  <a:pt x="785780" y="208046"/>
                  <a:pt x="794947" y="208046"/>
                </a:quadBezTo>
                <a:quadBezTo>
                  <a:pt x="811245" y="208046"/>
                  <a:pt x="822653" y="184061"/>
                </a:quadBezTo>
                <a:quadBezTo>
                  <a:pt x="833400" y="161220"/>
                  <a:pt x="833400" y="136407"/>
                </a:quadBezTo>
                <a:close/>
                <a:moveTo>
                  <a:pt x="824589" y="314742"/>
                </a:moveTo>
                <a:quadBezTo>
                  <a:pt x="824589" y="300490"/>
                  <a:pt x="814301" y="290883"/>
                </a:quadBezTo>
                <a:quadBezTo>
                  <a:pt x="804064" y="281340"/>
                  <a:pt x="777987" y="271160"/>
                </a:quadBezTo>
                <a:quadBezTo>
                  <a:pt x="770144" y="268297"/>
                  <a:pt x="766885" y="266707"/>
                </a:quadBezTo>
                <a:quadBezTo>
                  <a:pt x="764593" y="266707"/>
                  <a:pt x="756953" y="274469"/>
                </a:quadBezTo>
                <a:quadBezTo>
                  <a:pt x="749314" y="282167"/>
                  <a:pt x="745697" y="287893"/>
                </a:quadBezTo>
                <a:quadBezTo>
                  <a:pt x="739178" y="298073"/>
                  <a:pt x="739178" y="311497"/>
                </a:quadBezTo>
                <a:quadBezTo>
                  <a:pt x="739178" y="353043"/>
                  <a:pt x="780585" y="353043"/>
                </a:quadBezTo>
                <a:quadBezTo>
                  <a:pt x="799836" y="353043"/>
                  <a:pt x="812213" y="341845"/>
                </a:quadBezTo>
                <a:quadBezTo>
                  <a:pt x="824589" y="330648"/>
                  <a:pt x="824589" y="314742"/>
                </a:quadBezTo>
                <a:close/>
                <a:moveTo>
                  <a:pt x="908675" y="335483"/>
                </a:moveTo>
                <a:lnTo>
                  <a:pt x="905415" y="327785"/>
                </a:lnTo>
                <a:quadBezTo>
                  <a:pt x="932459" y="304944"/>
                  <a:pt x="932459" y="284203"/>
                </a:quadBezTo>
                <a:quadBezTo>
                  <a:pt x="932459" y="278922"/>
                  <a:pt x="927926" y="278922"/>
                </a:quadBezTo>
                <a:quadBezTo>
                  <a:pt x="926602" y="278922"/>
                  <a:pt x="923495" y="279686"/>
                </a:quadBezTo>
                <a:quadBezTo>
                  <a:pt x="920439" y="280513"/>
                  <a:pt x="918453" y="280513"/>
                </a:quadBezTo>
                <a:quadBezTo>
                  <a:pt x="899558" y="280513"/>
                  <a:pt x="899558" y="259772"/>
                </a:quadBezTo>
                <a:quadBezTo>
                  <a:pt x="899558" y="249210"/>
                  <a:pt x="904906" y="242912"/>
                </a:quadBezTo>
                <a:quadBezTo>
                  <a:pt x="910304" y="236549"/>
                  <a:pt x="919115" y="236549"/>
                </a:quadBezTo>
                <a:quadBezTo>
                  <a:pt x="930218" y="236549"/>
                  <a:pt x="937705" y="246538"/>
                </a:quadBezTo>
                <a:quadBezTo>
                  <a:pt x="945192" y="256527"/>
                  <a:pt x="945192" y="271987"/>
                </a:quadBezTo>
                <a:quadBezTo>
                  <a:pt x="945192" y="290692"/>
                  <a:pt x="935260" y="308189"/>
                </a:quadBezTo>
                <a:quadBezTo>
                  <a:pt x="925329" y="325749"/>
                  <a:pt x="908675" y="335483"/>
                </a:quadBezTo>
                <a:close/>
                <a:moveTo>
                  <a:pt x="1299624" y="260599"/>
                </a:moveTo>
                <a:quadBezTo>
                  <a:pt x="1299624" y="269570"/>
                  <a:pt x="1294225" y="276059"/>
                </a:quadBezTo>
                <a:quadBezTo>
                  <a:pt x="1288878" y="282549"/>
                  <a:pt x="1281391" y="282549"/>
                </a:quadBezTo>
                <a:quadBezTo>
                  <a:pt x="1273904" y="282549"/>
                  <a:pt x="1268658" y="276059"/>
                </a:quadBezTo>
                <a:quadBezTo>
                  <a:pt x="1263463" y="269570"/>
                  <a:pt x="1263463" y="260217"/>
                </a:quadBezTo>
                <a:quadBezTo>
                  <a:pt x="1263463" y="250801"/>
                  <a:pt x="1268811" y="244121"/>
                </a:quadBezTo>
                <a:quadBezTo>
                  <a:pt x="1274210" y="237377"/>
                  <a:pt x="1281697" y="237377"/>
                </a:quadBezTo>
                <a:quadBezTo>
                  <a:pt x="1288878" y="237377"/>
                  <a:pt x="1294225" y="244311"/>
                </a:quadBezTo>
                <a:quadBezTo>
                  <a:pt x="1299624" y="251246"/>
                  <a:pt x="1299624" y="260599"/>
                </a:quadBezTo>
                <a:close/>
                <a:moveTo>
                  <a:pt x="1191091" y="260599"/>
                </a:moveTo>
                <a:quadBezTo>
                  <a:pt x="1191091" y="269570"/>
                  <a:pt x="1185693" y="276059"/>
                </a:quadBezTo>
                <a:quadBezTo>
                  <a:pt x="1180345" y="282549"/>
                  <a:pt x="1172807" y="282549"/>
                </a:quadBezTo>
                <a:quadBezTo>
                  <a:pt x="1165321" y="282549"/>
                  <a:pt x="1160126" y="276059"/>
                </a:quadBezTo>
                <a:quadBezTo>
                  <a:pt x="1154931" y="269570"/>
                  <a:pt x="1154931" y="260217"/>
                </a:quadBezTo>
                <a:quadBezTo>
                  <a:pt x="1154931" y="250801"/>
                  <a:pt x="1160279" y="244121"/>
                </a:quadBezTo>
                <a:quadBezTo>
                  <a:pt x="1165677" y="237377"/>
                  <a:pt x="1173164" y="237377"/>
                </a:quadBezTo>
                <a:quadBezTo>
                  <a:pt x="1180345" y="237377"/>
                  <a:pt x="1185693" y="244311"/>
                </a:quadBezTo>
                <a:quadBezTo>
                  <a:pt x="1191091" y="251246"/>
                  <a:pt x="1191091" y="260599"/>
                </a:quadBezTo>
                <a:close/>
                <a:moveTo>
                  <a:pt x="1082559" y="260599"/>
                </a:moveTo>
                <a:quadBezTo>
                  <a:pt x="1082559" y="269570"/>
                  <a:pt x="1077160" y="276059"/>
                </a:quadBezTo>
                <a:quadBezTo>
                  <a:pt x="1071813" y="282549"/>
                  <a:pt x="1064275" y="282549"/>
                </a:quadBezTo>
                <a:quadBezTo>
                  <a:pt x="1056788" y="282549"/>
                  <a:pt x="1051542" y="276059"/>
                </a:quadBezTo>
                <a:quadBezTo>
                  <a:pt x="1046347" y="269570"/>
                  <a:pt x="1046347" y="260217"/>
                </a:quadBezTo>
                <a:quadBezTo>
                  <a:pt x="1046347" y="250801"/>
                  <a:pt x="1051746" y="244121"/>
                </a:quadBezTo>
                <a:quadBezTo>
                  <a:pt x="1057145" y="237377"/>
                  <a:pt x="1064631" y="237377"/>
                </a:quadBezTo>
                <a:quadBezTo>
                  <a:pt x="1071813" y="237377"/>
                  <a:pt x="1077160" y="244311"/>
                </a:quadBezTo>
                <a:quadBezTo>
                  <a:pt x="1082559" y="251246"/>
                  <a:pt x="1082559" y="260599"/>
                </a:quadBezTo>
                <a:close/>
                <a:moveTo>
                  <a:pt x="1363185" y="335483"/>
                </a:moveTo>
                <a:lnTo>
                  <a:pt x="1359925" y="327785"/>
                </a:lnTo>
                <a:quadBezTo>
                  <a:pt x="1386969" y="304944"/>
                  <a:pt x="1386969" y="284203"/>
                </a:quadBezTo>
                <a:quadBezTo>
                  <a:pt x="1386969" y="278922"/>
                  <a:pt x="1382437" y="278922"/>
                </a:quadBezTo>
                <a:quadBezTo>
                  <a:pt x="1381113" y="278922"/>
                  <a:pt x="1378006" y="279686"/>
                </a:quadBezTo>
                <a:quadBezTo>
                  <a:pt x="1374950" y="280513"/>
                  <a:pt x="1372964" y="280513"/>
                </a:quadBezTo>
                <a:quadBezTo>
                  <a:pt x="1354068" y="280513"/>
                  <a:pt x="1354068" y="259772"/>
                </a:quadBezTo>
                <a:quadBezTo>
                  <a:pt x="1354068" y="249210"/>
                  <a:pt x="1359416" y="242912"/>
                </a:quadBezTo>
                <a:quadBezTo>
                  <a:pt x="1364815" y="236549"/>
                  <a:pt x="1373626" y="236549"/>
                </a:quadBezTo>
                <a:quadBezTo>
                  <a:pt x="1384729" y="236549"/>
                  <a:pt x="1392215" y="246538"/>
                </a:quadBezTo>
                <a:quadBezTo>
                  <a:pt x="1399702" y="256527"/>
                  <a:pt x="1399702" y="271987"/>
                </a:quadBezTo>
                <a:quadBezTo>
                  <a:pt x="1399702" y="290692"/>
                  <a:pt x="1389771" y="308189"/>
                </a:quadBezTo>
                <a:quadBezTo>
                  <a:pt x="1379839" y="325749"/>
                  <a:pt x="1363185" y="335483"/>
                </a:quadBezTo>
                <a:close/>
                <a:moveTo>
                  <a:pt x="1517818" y="160011"/>
                </a:moveTo>
                <a:lnTo>
                  <a:pt x="1518174" y="160011"/>
                </a:lnTo>
                <a:quadBezTo>
                  <a:pt x="1534472" y="126228"/>
                  <a:pt x="1548936" y="112421"/>
                </a:quadBezTo>
                <a:quadBezTo>
                  <a:pt x="1563451" y="98552"/>
                  <a:pt x="1581073" y="98552"/>
                </a:quadBezTo>
                <a:quadBezTo>
                  <a:pt x="1598033" y="98552"/>
                  <a:pt x="1608423" y="111594"/>
                </a:quadBezTo>
                <a:quadBezTo>
                  <a:pt x="1618863" y="124573"/>
                  <a:pt x="1618863" y="147414"/>
                </a:quadBezTo>
                <a:quadBezTo>
                  <a:pt x="1618863" y="178716"/>
                  <a:pt x="1603533" y="210528"/>
                </a:quadBezTo>
                <a:quadBezTo>
                  <a:pt x="1588254" y="242276"/>
                  <a:pt x="1563604" y="262444"/>
                </a:quadBezTo>
                <a:quadBezTo>
                  <a:pt x="1539005" y="282549"/>
                  <a:pt x="1514558" y="282549"/>
                </a:quadBezTo>
                <a:quadBezTo>
                  <a:pt x="1499585" y="282549"/>
                  <a:pt x="1485884" y="276059"/>
                </a:quadBezTo>
                <a:quadBezTo>
                  <a:pt x="1472184" y="269570"/>
                  <a:pt x="1472184" y="260981"/>
                </a:quadBezTo>
                <a:lnTo>
                  <a:pt x="1472184" y="258563"/>
                </a:lnTo>
                <a:lnTo>
                  <a:pt x="1518480" y="45618"/>
                </a:lnTo>
                <a:quadBezTo>
                  <a:pt x="1521434" y="30921"/>
                  <a:pt x="1521434" y="26467"/>
                </a:quadBezTo>
                <a:quadBezTo>
                  <a:pt x="1521434" y="19914"/>
                  <a:pt x="1518327" y="18514"/>
                </a:quadBezTo>
                <a:quadBezTo>
                  <a:pt x="1515220" y="17115"/>
                  <a:pt x="1500552" y="16287"/>
                </a:quadBezTo>
                <a:lnTo>
                  <a:pt x="1500552" y="9353"/>
                </a:lnTo>
                <a:quadBezTo>
                  <a:pt x="1524999" y="5662"/>
                  <a:pt x="1550413" y="0"/>
                </a:quadBezTo>
                <a:lnTo>
                  <a:pt x="1552043" y="2036"/>
                </a:lnTo>
                <a:lnTo>
                  <a:pt x="1545218" y="35438"/>
                </a:lnTo>
                <a:lnTo>
                  <a:pt x="1517818" y="160011"/>
                </a:lnTo>
                <a:close/>
                <a:moveTo>
                  <a:pt x="1591157" y="153522"/>
                </a:moveTo>
                <a:quadBezTo>
                  <a:pt x="1591157" y="118466"/>
                  <a:pt x="1568341" y="118466"/>
                </a:quadBezTo>
                <a:quadBezTo>
                  <a:pt x="1545880" y="118466"/>
                  <a:pt x="1523675" y="165292"/>
                </a:quadBezTo>
                <a:quadBezTo>
                  <a:pt x="1513285" y="187305"/>
                  <a:pt x="1506766" y="213963"/>
                </a:quadBezTo>
                <a:quadBezTo>
                  <a:pt x="1500247" y="240621"/>
                  <a:pt x="1500247" y="259390"/>
                </a:quadBezTo>
                <a:quadBezTo>
                  <a:pt x="1500247" y="273196"/>
                  <a:pt x="1515220" y="273196"/>
                </a:quadBezTo>
                <a:quadBezTo>
                  <a:pt x="1536713" y="273196"/>
                  <a:pt x="1555302" y="249210"/>
                </a:quadBezTo>
                <a:quadBezTo>
                  <a:pt x="1570327" y="229615"/>
                  <a:pt x="1580717" y="202575"/>
                </a:quadBezTo>
                <a:quadBezTo>
                  <a:pt x="1591157" y="175472"/>
                  <a:pt x="1591157" y="153522"/>
                </a:quadBezTo>
                <a:close/>
                <a:moveTo>
                  <a:pt x="1781178" y="129091"/>
                </a:moveTo>
                <a:lnTo>
                  <a:pt x="1765237" y="129091"/>
                </a:lnTo>
                <a:quadBezTo>
                  <a:pt x="1768140" y="136407"/>
                  <a:pt x="1768140" y="149832"/>
                </a:quadBezTo>
                <a:quadBezTo>
                  <a:pt x="1768140" y="175472"/>
                  <a:pt x="1749398" y="196085"/>
                </a:quadBezTo>
                <a:quadBezTo>
                  <a:pt x="1730656" y="216636"/>
                  <a:pt x="1707839" y="216636"/>
                </a:quadBezTo>
                <a:quadBezTo>
                  <a:pt x="1701982" y="216636"/>
                  <a:pt x="1697755" y="215363"/>
                </a:quadBezTo>
                <a:quadBezTo>
                  <a:pt x="1696787" y="214981"/>
                  <a:pt x="1695463" y="214981"/>
                </a:quadBezTo>
                <a:quadBezTo>
                  <a:pt x="1691235" y="214981"/>
                  <a:pt x="1687467" y="220262"/>
                </a:quadBezTo>
                <a:quadBezTo>
                  <a:pt x="1683749" y="225543"/>
                  <a:pt x="1683749" y="231651"/>
                </a:quadBezTo>
                <a:quadBezTo>
                  <a:pt x="1683749" y="241448"/>
                  <a:pt x="1706871" y="248765"/>
                </a:quadBezTo>
                <a:quadBezTo>
                  <a:pt x="1753167" y="262635"/>
                  <a:pt x="1753167" y="300490"/>
                </a:quadBezTo>
                <a:quadBezTo>
                  <a:pt x="1753167" y="327785"/>
                  <a:pt x="1734883" y="344835"/>
                </a:quadBezTo>
                <a:quadBezTo>
                  <a:pt x="1716650" y="361950"/>
                  <a:pt x="1684716" y="361950"/>
                </a:quadBezTo>
                <a:quadBezTo>
                  <a:pt x="1659302" y="361950"/>
                  <a:pt x="1644787" y="350752"/>
                </a:quadBezTo>
                <a:quadBezTo>
                  <a:pt x="1630272" y="339555"/>
                  <a:pt x="1630272" y="317987"/>
                </a:quadBezTo>
                <a:quadBezTo>
                  <a:pt x="1630272" y="302145"/>
                  <a:pt x="1637606" y="290947"/>
                </a:quadBezTo>
                <a:quadBezTo>
                  <a:pt x="1644940" y="279749"/>
                  <a:pt x="1668419" y="262189"/>
                </a:quadBezTo>
                <a:quadBezTo>
                  <a:pt x="1659608" y="255700"/>
                  <a:pt x="1659608" y="246347"/>
                </a:quadBezTo>
                <a:quadBezTo>
                  <a:pt x="1659608" y="226815"/>
                  <a:pt x="1684716" y="212118"/>
                </a:quadBezTo>
                <a:quadBezTo>
                  <a:pt x="1658946" y="200730"/>
                  <a:pt x="1658946" y="168155"/>
                </a:quadBezTo>
                <a:quadBezTo>
                  <a:pt x="1658946" y="137998"/>
                  <a:pt x="1678808" y="118275"/>
                </a:quadBezTo>
                <a:quadBezTo>
                  <a:pt x="1698722" y="98552"/>
                  <a:pt x="1724493" y="98552"/>
                </a:quadBezTo>
                <a:quadBezTo>
                  <a:pt x="1743388" y="98552"/>
                  <a:pt x="1756426" y="109940"/>
                </a:quadBezTo>
                <a:quadBezTo>
                  <a:pt x="1759991" y="113185"/>
                  <a:pt x="1761621" y="113185"/>
                </a:quadBezTo>
                <a:lnTo>
                  <a:pt x="1781178" y="113185"/>
                </a:lnTo>
                <a:lnTo>
                  <a:pt x="1781178" y="129091"/>
                </a:lnTo>
                <a:close/>
                <a:moveTo>
                  <a:pt x="1742420" y="136407"/>
                </a:moveTo>
                <a:quadBezTo>
                  <a:pt x="1742420" y="120502"/>
                  <a:pt x="1737989" y="114012"/>
                </a:quadBezTo>
                <a:quadBezTo>
                  <a:pt x="1733609" y="107459"/>
                  <a:pt x="1724136" y="107459"/>
                </a:quadBezTo>
                <a:quadBezTo>
                  <a:pt x="1708501" y="107459"/>
                  <a:pt x="1696430" y="127818"/>
                </a:quadBezTo>
                <a:quadBezTo>
                  <a:pt x="1684411" y="148177"/>
                  <a:pt x="1684411" y="177508"/>
                </a:quadBezTo>
                <a:quadBezTo>
                  <a:pt x="1684411" y="191759"/>
                  <a:pt x="1689606" y="199903"/>
                </a:quadBezTo>
                <a:quadBezTo>
                  <a:pt x="1694801" y="208046"/>
                  <a:pt x="1703968" y="208046"/>
                </a:quadBezTo>
                <a:quadBezTo>
                  <a:pt x="1720266" y="208046"/>
                  <a:pt x="1731674" y="184061"/>
                </a:quadBezTo>
                <a:quadBezTo>
                  <a:pt x="1742420" y="161220"/>
                  <a:pt x="1742420" y="136407"/>
                </a:quadBezTo>
                <a:close/>
                <a:moveTo>
                  <a:pt x="1733609" y="314742"/>
                </a:moveTo>
                <a:quadBezTo>
                  <a:pt x="1733609" y="300490"/>
                  <a:pt x="1723322" y="290883"/>
                </a:quadBezTo>
                <a:quadBezTo>
                  <a:pt x="1713085" y="281340"/>
                  <a:pt x="1687008" y="271160"/>
                </a:quadBezTo>
                <a:quadBezTo>
                  <a:pt x="1679165" y="268297"/>
                  <a:pt x="1675905" y="266707"/>
                </a:quadBezTo>
                <a:quadBezTo>
                  <a:pt x="1673614" y="266707"/>
                  <a:pt x="1665974" y="274469"/>
                </a:quadBezTo>
                <a:quadBezTo>
                  <a:pt x="1658334" y="282167"/>
                  <a:pt x="1654718" y="287893"/>
                </a:quadBezTo>
                <a:quadBezTo>
                  <a:pt x="1648199" y="298073"/>
                  <a:pt x="1648199" y="311497"/>
                </a:quadBezTo>
                <a:quadBezTo>
                  <a:pt x="1648199" y="353043"/>
                  <a:pt x="1689606" y="353043"/>
                </a:quadBezTo>
                <a:quadBezTo>
                  <a:pt x="1708857" y="353043"/>
                  <a:pt x="1721233" y="341845"/>
                </a:quadBezTo>
                <a:quadBezTo>
                  <a:pt x="1733609" y="330648"/>
                  <a:pt x="1733609" y="314742"/>
                </a:quadBezTo>
                <a:close/>
                <a:moveTo>
                  <a:pt x="1817695" y="335483"/>
                </a:moveTo>
                <a:lnTo>
                  <a:pt x="1814436" y="327785"/>
                </a:lnTo>
                <a:quadBezTo>
                  <a:pt x="1841480" y="304944"/>
                  <a:pt x="1841480" y="284203"/>
                </a:quadBezTo>
                <a:quadBezTo>
                  <a:pt x="1841480" y="278922"/>
                  <a:pt x="1836947" y="278922"/>
                </a:quadBezTo>
                <a:quadBezTo>
                  <a:pt x="1835623" y="278922"/>
                  <a:pt x="1832516" y="279686"/>
                </a:quadBezTo>
                <a:quadBezTo>
                  <a:pt x="1829460" y="280513"/>
                  <a:pt x="1827474" y="280513"/>
                </a:quadBezTo>
                <a:quadBezTo>
                  <a:pt x="1808579" y="280513"/>
                  <a:pt x="1808579" y="259772"/>
                </a:quadBezTo>
                <a:quadBezTo>
                  <a:pt x="1808579" y="249210"/>
                  <a:pt x="1813927" y="242912"/>
                </a:quadBezTo>
                <a:quadBezTo>
                  <a:pt x="1819325" y="236549"/>
                  <a:pt x="1828136" y="236549"/>
                </a:quadBezTo>
                <a:quadBezTo>
                  <a:pt x="1839239" y="236549"/>
                  <a:pt x="1846726" y="246538"/>
                </a:quadBezTo>
                <a:quadBezTo>
                  <a:pt x="1854212" y="256527"/>
                  <a:pt x="1854212" y="271987"/>
                </a:quadBezTo>
                <a:quadBezTo>
                  <a:pt x="1854212" y="290692"/>
                  <a:pt x="1844281" y="308189"/>
                </a:quadBezTo>
                <a:quadBezTo>
                  <a:pt x="1834350" y="325749"/>
                  <a:pt x="1817695" y="335483"/>
                </a:quadBezTo>
                <a:close/>
                <a:moveTo>
                  <a:pt x="2033292" y="234514"/>
                </a:moveTo>
                <a:lnTo>
                  <a:pt x="2038487" y="238585"/>
                </a:lnTo>
                <a:quadBezTo>
                  <a:pt x="2023513" y="262189"/>
                  <a:pt x="2009303" y="272369"/>
                </a:quadBezTo>
                <a:quadBezTo>
                  <a:pt x="1995145" y="282549"/>
                  <a:pt x="1976912" y="282549"/>
                </a:quadBezTo>
                <a:quadBezTo>
                  <a:pt x="1953738" y="282549"/>
                  <a:pt x="1941362" y="266707"/>
                </a:quadBezTo>
                <a:quadBezTo>
                  <a:pt x="1928986" y="250801"/>
                  <a:pt x="1928986" y="219880"/>
                </a:quadBezTo>
                <a:quadBezTo>
                  <a:pt x="1928986" y="192586"/>
                  <a:pt x="1940038" y="167137"/>
                </a:quadBezTo>
                <a:quadBezTo>
                  <a:pt x="1951141" y="141688"/>
                  <a:pt x="1969069" y="123365"/>
                </a:quadBezTo>
                <a:quadBezTo>
                  <a:pt x="1994177" y="98552"/>
                  <a:pt x="2023513" y="98552"/>
                </a:quadBezTo>
                <a:quadBezTo>
                  <a:pt x="2038487" y="98552"/>
                  <a:pt x="2048112" y="107904"/>
                </a:quadBezTo>
                <a:quadBezTo>
                  <a:pt x="2057738" y="117257"/>
                  <a:pt x="2057738" y="131508"/>
                </a:quadBezTo>
                <a:quadBezTo>
                  <a:pt x="2057738" y="139652"/>
                  <a:pt x="2053155" y="145378"/>
                </a:quadBezTo>
                <a:quadBezTo>
                  <a:pt x="2048622" y="151040"/>
                  <a:pt x="2042103" y="151040"/>
                </a:quadBezTo>
                <a:quadBezTo>
                  <a:pt x="2035584" y="151040"/>
                  <a:pt x="2032477" y="146396"/>
                </a:quadBezTo>
                <a:quadBezTo>
                  <a:pt x="2029370" y="141688"/>
                  <a:pt x="2029370" y="134753"/>
                </a:quadBezTo>
                <a:quadBezTo>
                  <a:pt x="2029370" y="131127"/>
                  <a:pt x="2031815" y="125210"/>
                </a:quadBezTo>
                <a:quadBezTo>
                  <a:pt x="2034259" y="119293"/>
                  <a:pt x="2034259" y="115221"/>
                </a:quadBezTo>
                <a:quadBezTo>
                  <a:pt x="2034259" y="107077"/>
                  <a:pt x="2022189" y="107077"/>
                </a:quadBezTo>
                <a:quadBezTo>
                  <a:pt x="2001664" y="107077"/>
                  <a:pt x="1986690" y="126609"/>
                </a:quadBezTo>
                <a:quadBezTo>
                  <a:pt x="1956998" y="165737"/>
                  <a:pt x="1956998" y="221471"/>
                </a:quadBezTo>
                <a:quadBezTo>
                  <a:pt x="1956998" y="243484"/>
                  <a:pt x="1964485" y="255700"/>
                </a:quadBezTo>
                <a:quadBezTo>
                  <a:pt x="1972022" y="267916"/>
                  <a:pt x="1986028" y="267916"/>
                </a:quadBezTo>
                <a:quadBezTo>
                  <a:pt x="1998761" y="267916"/>
                  <a:pt x="2009151" y="260217"/>
                </a:quadBezTo>
                <a:quadBezTo>
                  <a:pt x="2019591" y="252455"/>
                  <a:pt x="2033292" y="234514"/>
                </a:quadBezTo>
                <a:close/>
                <a:moveTo>
                  <a:pt x="2090975" y="335483"/>
                </a:moveTo>
                <a:lnTo>
                  <a:pt x="2087716" y="327785"/>
                </a:lnTo>
                <a:quadBezTo>
                  <a:pt x="2114760" y="304944"/>
                  <a:pt x="2114760" y="284203"/>
                </a:quadBezTo>
                <a:quadBezTo>
                  <a:pt x="2114760" y="278922"/>
                  <a:pt x="2110227" y="278922"/>
                </a:quadBezTo>
                <a:quadBezTo>
                  <a:pt x="2108903" y="278922"/>
                  <a:pt x="2105796" y="279686"/>
                </a:quadBezTo>
                <a:quadBezTo>
                  <a:pt x="2102740" y="280513"/>
                  <a:pt x="2100754" y="280513"/>
                </a:quadBezTo>
                <a:quadBezTo>
                  <a:pt x="2081859" y="280513"/>
                  <a:pt x="2081859" y="259772"/>
                </a:quadBezTo>
                <a:quadBezTo>
                  <a:pt x="2081859" y="249210"/>
                  <a:pt x="2087207" y="242912"/>
                </a:quadBezTo>
                <a:quadBezTo>
                  <a:pt x="2092605" y="236549"/>
                  <a:pt x="2101416" y="236549"/>
                </a:quadBezTo>
                <a:quadBezTo>
                  <a:pt x="2112519" y="236549"/>
                  <a:pt x="2120006" y="246538"/>
                </a:quadBezTo>
                <a:quadBezTo>
                  <a:pt x="2127492" y="256527"/>
                  <a:pt x="2127492" y="271987"/>
                </a:quadBezTo>
                <a:quadBezTo>
                  <a:pt x="2127492" y="290692"/>
                  <a:pt x="2117561" y="308189"/>
                </a:quadBezTo>
                <a:quadBezTo>
                  <a:pt x="2107630" y="325749"/>
                  <a:pt x="2090975" y="335483"/>
                </a:quadBezTo>
                <a:close/>
                <a:moveTo>
                  <a:pt x="2481925" y="260599"/>
                </a:moveTo>
                <a:quadBezTo>
                  <a:pt x="2481925" y="269570"/>
                  <a:pt x="2476526" y="276059"/>
                </a:quadBezTo>
                <a:quadBezTo>
                  <a:pt x="2471179" y="282549"/>
                  <a:pt x="2463692" y="282549"/>
                </a:quadBezTo>
                <a:quadBezTo>
                  <a:pt x="2456205" y="282549"/>
                  <a:pt x="2450959" y="276059"/>
                </a:quadBezTo>
                <a:quadBezTo>
                  <a:pt x="2445764" y="269570"/>
                  <a:pt x="2445764" y="260217"/>
                </a:quadBezTo>
                <a:quadBezTo>
                  <a:pt x="2445764" y="250801"/>
                  <a:pt x="2451112" y="244121"/>
                </a:quadBezTo>
                <a:quadBezTo>
                  <a:pt x="2456511" y="237377"/>
                  <a:pt x="2463997" y="237377"/>
                </a:quadBezTo>
                <a:quadBezTo>
                  <a:pt x="2471179" y="237377"/>
                  <a:pt x="2476526" y="244311"/>
                </a:quadBezTo>
                <a:quadBezTo>
                  <a:pt x="2481925" y="251246"/>
                  <a:pt x="2481925" y="260599"/>
                </a:quadBezTo>
                <a:close/>
                <a:moveTo>
                  <a:pt x="2373392" y="260599"/>
                </a:moveTo>
                <a:quadBezTo>
                  <a:pt x="2373392" y="269570"/>
                  <a:pt x="2367994" y="276059"/>
                </a:quadBezTo>
                <a:quadBezTo>
                  <a:pt x="2362646" y="282549"/>
                  <a:pt x="2355108" y="282549"/>
                </a:quadBezTo>
                <a:quadBezTo>
                  <a:pt x="2347621" y="282549"/>
                  <a:pt x="2342427" y="276059"/>
                </a:quadBezTo>
                <a:quadBezTo>
                  <a:pt x="2337232" y="269570"/>
                  <a:pt x="2337232" y="260217"/>
                </a:quadBezTo>
                <a:quadBezTo>
                  <a:pt x="2337232" y="250801"/>
                  <a:pt x="2342579" y="244121"/>
                </a:quadBezTo>
                <a:quadBezTo>
                  <a:pt x="2347978" y="237377"/>
                  <a:pt x="2355465" y="237377"/>
                </a:quadBezTo>
                <a:quadBezTo>
                  <a:pt x="2362646" y="237377"/>
                  <a:pt x="2367994" y="244311"/>
                </a:quadBezTo>
                <a:quadBezTo>
                  <a:pt x="2373392" y="251246"/>
                  <a:pt x="2373392" y="260599"/>
                </a:quadBezTo>
                <a:close/>
                <a:moveTo>
                  <a:pt x="2264860" y="260599"/>
                </a:moveTo>
                <a:quadBezTo>
                  <a:pt x="2264860" y="269570"/>
                  <a:pt x="2259461" y="276059"/>
                </a:quadBezTo>
                <a:quadBezTo>
                  <a:pt x="2254113" y="282549"/>
                  <a:pt x="2246576" y="282549"/>
                </a:quadBezTo>
                <a:quadBezTo>
                  <a:pt x="2239089" y="282549"/>
                  <a:pt x="2233843" y="276059"/>
                </a:quadBezTo>
                <a:quadBezTo>
                  <a:pt x="2228648" y="269570"/>
                  <a:pt x="2228648" y="260217"/>
                </a:quadBezTo>
                <a:quadBezTo>
                  <a:pt x="2228648" y="250801"/>
                  <a:pt x="2234047" y="244121"/>
                </a:quadBezTo>
                <a:quadBezTo>
                  <a:pt x="2239445" y="237377"/>
                  <a:pt x="2246932" y="237377"/>
                </a:quadBezTo>
                <a:quadBezTo>
                  <a:pt x="2254113" y="237377"/>
                  <a:pt x="2259461" y="244311"/>
                </a:quadBezTo>
                <a:quadBezTo>
                  <a:pt x="2264860" y="251246"/>
                  <a:pt x="2264860" y="260599"/>
                </a:quadBezTo>
                <a:close/>
                <a:moveTo>
                  <a:pt x="2545486" y="335483"/>
                </a:moveTo>
                <a:lnTo>
                  <a:pt x="2542226" y="327785"/>
                </a:lnTo>
                <a:quadBezTo>
                  <a:pt x="2569270" y="304944"/>
                  <a:pt x="2569270" y="284203"/>
                </a:quadBezTo>
                <a:quadBezTo>
                  <a:pt x="2569270" y="278922"/>
                  <a:pt x="2564738" y="278922"/>
                </a:quadBezTo>
                <a:quadBezTo>
                  <a:pt x="2563413" y="278922"/>
                  <a:pt x="2560307" y="279686"/>
                </a:quadBezTo>
                <a:quadBezTo>
                  <a:pt x="2557251" y="280513"/>
                  <a:pt x="2555264" y="280513"/>
                </a:quadBezTo>
                <a:quadBezTo>
                  <a:pt x="2536369" y="280513"/>
                  <a:pt x="2536369" y="259772"/>
                </a:quadBezTo>
                <a:quadBezTo>
                  <a:pt x="2536369" y="249210"/>
                  <a:pt x="2541717" y="242912"/>
                </a:quadBezTo>
                <a:quadBezTo>
                  <a:pt x="2547116" y="236549"/>
                  <a:pt x="2555927" y="236549"/>
                </a:quadBezTo>
                <a:quadBezTo>
                  <a:pt x="2567029" y="236549"/>
                  <a:pt x="2574516" y="246538"/>
                </a:quadBezTo>
                <a:quadBezTo>
                  <a:pt x="2582003" y="256527"/>
                  <a:pt x="2582003" y="271987"/>
                </a:quadBezTo>
                <a:quadBezTo>
                  <a:pt x="2582003" y="290692"/>
                  <a:pt x="2572071" y="308189"/>
                </a:quadBezTo>
                <a:quadBezTo>
                  <a:pt x="2562140" y="325749"/>
                  <a:pt x="2545486" y="335483"/>
                </a:quadBezTo>
                <a:close/>
                <a:moveTo>
                  <a:pt x="2761082" y="234514"/>
                </a:moveTo>
                <a:lnTo>
                  <a:pt x="2766277" y="238585"/>
                </a:lnTo>
                <a:quadBezTo>
                  <a:pt x="2751303" y="262189"/>
                  <a:pt x="2737094" y="272369"/>
                </a:quadBezTo>
                <a:quadBezTo>
                  <a:pt x="2722935" y="282549"/>
                  <a:pt x="2704702" y="282549"/>
                </a:quadBezTo>
                <a:quadBezTo>
                  <a:pt x="2681529" y="282549"/>
                  <a:pt x="2669153" y="266707"/>
                </a:quadBezTo>
                <a:quadBezTo>
                  <a:pt x="2656777" y="250801"/>
                  <a:pt x="2656777" y="219880"/>
                </a:quadBezTo>
                <a:quadBezTo>
                  <a:pt x="2656777" y="192586"/>
                  <a:pt x="2667829" y="167137"/>
                </a:quadBezTo>
                <a:quadBezTo>
                  <a:pt x="2678931" y="141688"/>
                  <a:pt x="2696859" y="123365"/>
                </a:quadBezTo>
                <a:quadBezTo>
                  <a:pt x="2721968" y="98552"/>
                  <a:pt x="2751303" y="98552"/>
                </a:quadBezTo>
                <a:quadBezTo>
                  <a:pt x="2766277" y="98552"/>
                  <a:pt x="2775903" y="107904"/>
                </a:quadBezTo>
                <a:quadBezTo>
                  <a:pt x="2785529" y="117257"/>
                  <a:pt x="2785529" y="131508"/>
                </a:quadBezTo>
                <a:quadBezTo>
                  <a:pt x="2785529" y="139652"/>
                  <a:pt x="2780945" y="145378"/>
                </a:quadBezTo>
                <a:quadBezTo>
                  <a:pt x="2776412" y="151040"/>
                  <a:pt x="2769893" y="151040"/>
                </a:quadBezTo>
                <a:quadBezTo>
                  <a:pt x="2763374" y="151040"/>
                  <a:pt x="2760267" y="146396"/>
                </a:quadBezTo>
                <a:quadBezTo>
                  <a:pt x="2757160" y="141688"/>
                  <a:pt x="2757160" y="134753"/>
                </a:quadBezTo>
                <a:quadBezTo>
                  <a:pt x="2757160" y="131127"/>
                  <a:pt x="2759605" y="125210"/>
                </a:quadBezTo>
                <a:quadBezTo>
                  <a:pt x="2762050" y="119293"/>
                  <a:pt x="2762050" y="115221"/>
                </a:quadBezTo>
                <a:quadBezTo>
                  <a:pt x="2762050" y="107077"/>
                  <a:pt x="2749979" y="107077"/>
                </a:quadBezTo>
                <a:quadBezTo>
                  <a:pt x="2729454" y="107077"/>
                  <a:pt x="2714481" y="126609"/>
                </a:quadBezTo>
                <a:quadBezTo>
                  <a:pt x="2684788" y="165737"/>
                  <a:pt x="2684788" y="221471"/>
                </a:quadBezTo>
                <a:quadBezTo>
                  <a:pt x="2684788" y="243484"/>
                  <a:pt x="2692275" y="255700"/>
                </a:quadBezTo>
                <a:quadBezTo>
                  <a:pt x="2699813" y="267916"/>
                  <a:pt x="2713819" y="267916"/>
                </a:quadBezTo>
                <a:quadBezTo>
                  <a:pt x="2726551" y="267916"/>
                  <a:pt x="2736941" y="260217"/>
                </a:quadBezTo>
                <a:quadBezTo>
                  <a:pt x="2747382" y="252455"/>
                  <a:pt x="2761082" y="234514"/>
                </a:quadBezTo>
                <a:close/>
                <a:moveTo>
                  <a:pt x="2818766" y="335483"/>
                </a:moveTo>
                <a:lnTo>
                  <a:pt x="2815506" y="327785"/>
                </a:lnTo>
                <a:quadBezTo>
                  <a:pt x="2842550" y="304944"/>
                  <a:pt x="2842550" y="284203"/>
                </a:quadBezTo>
                <a:quadBezTo>
                  <a:pt x="2842550" y="278922"/>
                  <a:pt x="2838017" y="278922"/>
                </a:quadBezTo>
                <a:quadBezTo>
                  <a:pt x="2836693" y="278922"/>
                  <a:pt x="2833587" y="279686"/>
                </a:quadBezTo>
                <a:quadBezTo>
                  <a:pt x="2830531" y="280513"/>
                  <a:pt x="2828544" y="280513"/>
                </a:quadBezTo>
                <a:quadBezTo>
                  <a:pt x="2809649" y="280513"/>
                  <a:pt x="2809649" y="259772"/>
                </a:quadBezTo>
                <a:quadBezTo>
                  <a:pt x="2809649" y="249210"/>
                  <a:pt x="2814997" y="242912"/>
                </a:quadBezTo>
                <a:quadBezTo>
                  <a:pt x="2820396" y="236549"/>
                  <a:pt x="2829206" y="236549"/>
                </a:quadBezTo>
                <a:quadBezTo>
                  <a:pt x="2840309" y="236549"/>
                  <a:pt x="2847796" y="246538"/>
                </a:quadBezTo>
                <a:quadBezTo>
                  <a:pt x="2855283" y="256527"/>
                  <a:pt x="2855283" y="271987"/>
                </a:quadBezTo>
                <a:quadBezTo>
                  <a:pt x="2855283" y="290692"/>
                  <a:pt x="2845351" y="308189"/>
                </a:quadBezTo>
                <a:quadBezTo>
                  <a:pt x="2835420" y="325749"/>
                  <a:pt x="2818766" y="335483"/>
                </a:quadBezTo>
                <a:close/>
                <a:moveTo>
                  <a:pt x="2973398" y="160011"/>
                </a:moveTo>
                <a:lnTo>
                  <a:pt x="2973755" y="160011"/>
                </a:lnTo>
                <a:quadBezTo>
                  <a:pt x="2990053" y="126228"/>
                  <a:pt x="3004517" y="112421"/>
                </a:quadBezTo>
                <a:quadBezTo>
                  <a:pt x="3019032" y="98552"/>
                  <a:pt x="3036654" y="98552"/>
                </a:quadBezTo>
                <a:quadBezTo>
                  <a:pt x="3053614" y="98552"/>
                  <a:pt x="3064003" y="111594"/>
                </a:quadBezTo>
                <a:quadBezTo>
                  <a:pt x="3074444" y="124573"/>
                  <a:pt x="3074444" y="147414"/>
                </a:quadBezTo>
                <a:quadBezTo>
                  <a:pt x="3074444" y="178716"/>
                  <a:pt x="3059114" y="210528"/>
                </a:quadBezTo>
                <a:quadBezTo>
                  <a:pt x="3043835" y="242276"/>
                  <a:pt x="3019185" y="262444"/>
                </a:quadBezTo>
                <a:quadBezTo>
                  <a:pt x="2994585" y="282549"/>
                  <a:pt x="2970139" y="282549"/>
                </a:quadBezTo>
                <a:quadBezTo>
                  <a:pt x="2955165" y="282549"/>
                  <a:pt x="2941465" y="276059"/>
                </a:quadBezTo>
                <a:quadBezTo>
                  <a:pt x="2927765" y="269570"/>
                  <a:pt x="2927765" y="260981"/>
                </a:quadBezTo>
                <a:lnTo>
                  <a:pt x="2927765" y="258563"/>
                </a:lnTo>
                <a:lnTo>
                  <a:pt x="2974060" y="45618"/>
                </a:lnTo>
                <a:quadBezTo>
                  <a:pt x="2977014" y="30921"/>
                  <a:pt x="2977014" y="26467"/>
                </a:quadBezTo>
                <a:quadBezTo>
                  <a:pt x="2977014" y="19914"/>
                  <a:pt x="2973908" y="18514"/>
                </a:quadBezTo>
                <a:quadBezTo>
                  <a:pt x="2970801" y="17115"/>
                  <a:pt x="2956133" y="16287"/>
                </a:quadBezTo>
                <a:lnTo>
                  <a:pt x="2956133" y="9353"/>
                </a:lnTo>
                <a:quadBezTo>
                  <a:pt x="2980580" y="5662"/>
                  <a:pt x="3005994" y="0"/>
                </a:quadBezTo>
                <a:lnTo>
                  <a:pt x="3007624" y="2036"/>
                </a:lnTo>
                <a:lnTo>
                  <a:pt x="3000799" y="35438"/>
                </a:lnTo>
                <a:lnTo>
                  <a:pt x="2973398" y="160011"/>
                </a:lnTo>
                <a:close/>
                <a:moveTo>
                  <a:pt x="3046738" y="153522"/>
                </a:moveTo>
                <a:quadBezTo>
                  <a:pt x="3046738" y="118466"/>
                  <a:pt x="3023921" y="118466"/>
                </a:quadBezTo>
                <a:quadBezTo>
                  <a:pt x="3001461" y="118466"/>
                  <a:pt x="2979255" y="165292"/>
                </a:quadBezTo>
                <a:quadBezTo>
                  <a:pt x="2968866" y="187305"/>
                  <a:pt x="2962347" y="213963"/>
                </a:quadBezTo>
                <a:quadBezTo>
                  <a:pt x="2955827" y="240621"/>
                  <a:pt x="2955827" y="259390"/>
                </a:quadBezTo>
                <a:quadBezTo>
                  <a:pt x="2955827" y="273196"/>
                  <a:pt x="2970801" y="273196"/>
                </a:quadBezTo>
                <a:quadBezTo>
                  <a:pt x="2992294" y="273196"/>
                  <a:pt x="3010883" y="249210"/>
                </a:quadBezTo>
                <a:quadBezTo>
                  <a:pt x="3025908" y="229615"/>
                  <a:pt x="3036297" y="202575"/>
                </a:quadBezTo>
                <a:quadBezTo>
                  <a:pt x="3046738" y="175472"/>
                  <a:pt x="3046738" y="153522"/>
                </a:quadBezTo>
                <a:close/>
                <a:moveTo>
                  <a:pt x="3236759" y="129091"/>
                </a:moveTo>
                <a:lnTo>
                  <a:pt x="3220818" y="129091"/>
                </a:lnTo>
                <a:quadBezTo>
                  <a:pt x="3223721" y="136407"/>
                  <a:pt x="3223721" y="149832"/>
                </a:quadBezTo>
                <a:quadBezTo>
                  <a:pt x="3223721" y="175472"/>
                  <a:pt x="3204979" y="196085"/>
                </a:quadBezTo>
                <a:quadBezTo>
                  <a:pt x="3186236" y="216636"/>
                  <a:pt x="3163419" y="216636"/>
                </a:quadBezTo>
                <a:quadBezTo>
                  <a:pt x="3157562" y="216636"/>
                  <a:pt x="3153335" y="215363"/>
                </a:quadBezTo>
                <a:quadBezTo>
                  <a:pt x="3152368" y="214981"/>
                  <a:pt x="3151043" y="214981"/>
                </a:quadBezTo>
                <a:quadBezTo>
                  <a:pt x="3146816" y="214981"/>
                  <a:pt x="3143047" y="220262"/>
                </a:quadBezTo>
                <a:quadBezTo>
                  <a:pt x="3139329" y="225543"/>
                  <a:pt x="3139329" y="231651"/>
                </a:quadBezTo>
                <a:quadBezTo>
                  <a:pt x="3139329" y="241448"/>
                  <a:pt x="3162452" y="248765"/>
                </a:quadBezTo>
                <a:quadBezTo>
                  <a:pt x="3208747" y="262635"/>
                  <a:pt x="3208747" y="300490"/>
                </a:quadBezTo>
                <a:quadBezTo>
                  <a:pt x="3208747" y="327785"/>
                  <a:pt x="3190463" y="344835"/>
                </a:quadBezTo>
                <a:quadBezTo>
                  <a:pt x="3172230" y="361950"/>
                  <a:pt x="3140297" y="361950"/>
                </a:quadBezTo>
                <a:quadBezTo>
                  <a:pt x="3114883" y="361950"/>
                  <a:pt x="3100368" y="350752"/>
                </a:quadBezTo>
                <a:quadBezTo>
                  <a:pt x="3085853" y="339555"/>
                  <a:pt x="3085853" y="317987"/>
                </a:quadBezTo>
                <a:quadBezTo>
                  <a:pt x="3085853" y="302145"/>
                  <a:pt x="3093187" y="290947"/>
                </a:quadBezTo>
                <a:quadBezTo>
                  <a:pt x="3100520" y="279749"/>
                  <a:pt x="3123999" y="262189"/>
                </a:quadBezTo>
                <a:quadBezTo>
                  <a:pt x="3115188" y="255700"/>
                  <a:pt x="3115188" y="246347"/>
                </a:quadBezTo>
                <a:quadBezTo>
                  <a:pt x="3115188" y="226815"/>
                  <a:pt x="3140297" y="212118"/>
                </a:quadBezTo>
                <a:quadBezTo>
                  <a:pt x="3114526" y="200730"/>
                  <a:pt x="3114526" y="168155"/>
                </a:quadBezTo>
                <a:quadBezTo>
                  <a:pt x="3114526" y="137998"/>
                  <a:pt x="3134389" y="118275"/>
                </a:quadBezTo>
                <a:quadBezTo>
                  <a:pt x="3154303" y="98552"/>
                  <a:pt x="3180074" y="98552"/>
                </a:quadBezTo>
                <a:quadBezTo>
                  <a:pt x="3198969" y="98552"/>
                  <a:pt x="3212007" y="109940"/>
                </a:quadBezTo>
                <a:quadBezTo>
                  <a:pt x="3215572" y="113185"/>
                  <a:pt x="3217202" y="113185"/>
                </a:quadBezTo>
                <a:lnTo>
                  <a:pt x="3236759" y="113185"/>
                </a:lnTo>
                <a:lnTo>
                  <a:pt x="3236759" y="129091"/>
                </a:lnTo>
                <a:close/>
                <a:moveTo>
                  <a:pt x="3198001" y="136407"/>
                </a:moveTo>
                <a:quadBezTo>
                  <a:pt x="3198001" y="120502"/>
                  <a:pt x="3193570" y="114012"/>
                </a:quadBezTo>
                <a:quadBezTo>
                  <a:pt x="3189190" y="107459"/>
                  <a:pt x="3179717" y="107459"/>
                </a:quadBezTo>
                <a:quadBezTo>
                  <a:pt x="3164082" y="107459"/>
                  <a:pt x="3152011" y="127818"/>
                </a:quadBezTo>
                <a:quadBezTo>
                  <a:pt x="3139992" y="148177"/>
                  <a:pt x="3139992" y="177508"/>
                </a:quadBezTo>
                <a:quadBezTo>
                  <a:pt x="3139992" y="191759"/>
                  <a:pt x="3145186" y="199903"/>
                </a:quadBezTo>
                <a:quadBezTo>
                  <a:pt x="3150381" y="208046"/>
                  <a:pt x="3159549" y="208046"/>
                </a:quadBezTo>
                <a:quadBezTo>
                  <a:pt x="3175846" y="208046"/>
                  <a:pt x="3187255" y="184061"/>
                </a:quadBezTo>
                <a:quadBezTo>
                  <a:pt x="3198001" y="161220"/>
                  <a:pt x="3198001" y="136407"/>
                </a:quadBezTo>
                <a:close/>
                <a:moveTo>
                  <a:pt x="3189190" y="314742"/>
                </a:moveTo>
                <a:quadBezTo>
                  <a:pt x="3189190" y="300490"/>
                  <a:pt x="3178902" y="290883"/>
                </a:quadBezTo>
                <a:quadBezTo>
                  <a:pt x="3168665" y="281340"/>
                  <a:pt x="3142589" y="271160"/>
                </a:quadBezTo>
                <a:quadBezTo>
                  <a:pt x="3134746" y="268297"/>
                  <a:pt x="3131486" y="266707"/>
                </a:quadBezTo>
                <a:quadBezTo>
                  <a:pt x="3129194" y="266707"/>
                  <a:pt x="3121555" y="274469"/>
                </a:quadBezTo>
                <a:quadBezTo>
                  <a:pt x="3113915" y="282167"/>
                  <a:pt x="3110299" y="287893"/>
                </a:quadBezTo>
                <a:quadBezTo>
                  <a:pt x="3103780" y="298073"/>
                  <a:pt x="3103780" y="311497"/>
                </a:quadBezTo>
                <a:quadBezTo>
                  <a:pt x="3103780" y="353043"/>
                  <a:pt x="3145186" y="353043"/>
                </a:quadBezTo>
                <a:quadBezTo>
                  <a:pt x="3164438" y="353043"/>
                  <a:pt x="3176814" y="341845"/>
                </a:quadBezTo>
                <a:quadBezTo>
                  <a:pt x="3189190" y="330648"/>
                  <a:pt x="3189190" y="314742"/>
                </a:quadBezTo>
                <a:close/>
                <a:moveTo>
                  <a:pt x="3273276" y="335483"/>
                </a:moveTo>
                <a:lnTo>
                  <a:pt x="3270017" y="327785"/>
                </a:lnTo>
                <a:quadBezTo>
                  <a:pt x="3297061" y="304944"/>
                  <a:pt x="3297061" y="284203"/>
                </a:quadBezTo>
                <a:quadBezTo>
                  <a:pt x="3297061" y="278922"/>
                  <a:pt x="3292528" y="278922"/>
                </a:quadBezTo>
                <a:quadBezTo>
                  <a:pt x="3291204" y="278922"/>
                  <a:pt x="3288097" y="279686"/>
                </a:quadBezTo>
                <a:quadBezTo>
                  <a:pt x="3285041" y="280513"/>
                  <a:pt x="3283055" y="280513"/>
                </a:quadBezTo>
                <a:quadBezTo>
                  <a:pt x="3264160" y="280513"/>
                  <a:pt x="3264160" y="259772"/>
                </a:quadBezTo>
                <a:quadBezTo>
                  <a:pt x="3264160" y="249210"/>
                  <a:pt x="3269507" y="242912"/>
                </a:quadBezTo>
                <a:quadBezTo>
                  <a:pt x="3274906" y="236549"/>
                  <a:pt x="3283717" y="236549"/>
                </a:quadBezTo>
                <a:quadBezTo>
                  <a:pt x="3294820" y="236549"/>
                  <a:pt x="3302306" y="246538"/>
                </a:quadBezTo>
                <a:quadBezTo>
                  <a:pt x="3309793" y="256527"/>
                  <a:pt x="3309793" y="271987"/>
                </a:quadBezTo>
                <a:quadBezTo>
                  <a:pt x="3309793" y="290692"/>
                  <a:pt x="3299862" y="308189"/>
                </a:quadBezTo>
                <a:quadBezTo>
                  <a:pt x="3289930" y="325749"/>
                  <a:pt x="3273276" y="335483"/>
                </a:quadBezTo>
                <a:close/>
                <a:moveTo>
                  <a:pt x="3664226" y="260599"/>
                </a:moveTo>
                <a:quadBezTo>
                  <a:pt x="3664226" y="269570"/>
                  <a:pt x="3658827" y="276059"/>
                </a:quadBezTo>
                <a:quadBezTo>
                  <a:pt x="3653479" y="282549"/>
                  <a:pt x="3645993" y="282549"/>
                </a:quadBezTo>
                <a:quadBezTo>
                  <a:pt x="3638506" y="282549"/>
                  <a:pt x="3633260" y="276059"/>
                </a:quadBezTo>
                <a:quadBezTo>
                  <a:pt x="3628065" y="269570"/>
                  <a:pt x="3628065" y="260217"/>
                </a:quadBezTo>
                <a:quadBezTo>
                  <a:pt x="3628065" y="250801"/>
                  <a:pt x="3633413" y="244121"/>
                </a:quadBezTo>
                <a:quadBezTo>
                  <a:pt x="3638811" y="237377"/>
                  <a:pt x="3646298" y="237377"/>
                </a:quadBezTo>
                <a:quadBezTo>
                  <a:pt x="3653479" y="237377"/>
                  <a:pt x="3658827" y="244311"/>
                </a:quadBezTo>
                <a:quadBezTo>
                  <a:pt x="3664226" y="251246"/>
                  <a:pt x="3664226" y="260599"/>
                </a:quadBezTo>
                <a:close/>
                <a:moveTo>
                  <a:pt x="3555693" y="260599"/>
                </a:moveTo>
                <a:quadBezTo>
                  <a:pt x="3555693" y="269570"/>
                  <a:pt x="3550294" y="276059"/>
                </a:quadBezTo>
                <a:quadBezTo>
                  <a:pt x="3544947" y="282549"/>
                  <a:pt x="3537409" y="282549"/>
                </a:quadBezTo>
                <a:quadBezTo>
                  <a:pt x="3529922" y="282549"/>
                  <a:pt x="3524727" y="276059"/>
                </a:quadBezTo>
                <a:quadBezTo>
                  <a:pt x="3519533" y="269570"/>
                  <a:pt x="3519533" y="260217"/>
                </a:quadBezTo>
                <a:quadBezTo>
                  <a:pt x="3519533" y="250801"/>
                  <a:pt x="3524880" y="244121"/>
                </a:quadBezTo>
                <a:quadBezTo>
                  <a:pt x="3530279" y="237377"/>
                  <a:pt x="3537766" y="237377"/>
                </a:quadBezTo>
                <a:quadBezTo>
                  <a:pt x="3544947" y="237377"/>
                  <a:pt x="3550294" y="244311"/>
                </a:quadBezTo>
                <a:quadBezTo>
                  <a:pt x="3555693" y="251246"/>
                  <a:pt x="3555693" y="260599"/>
                </a:quadBezTo>
                <a:close/>
                <a:moveTo>
                  <a:pt x="3447160" y="260599"/>
                </a:moveTo>
                <a:quadBezTo>
                  <a:pt x="3447160" y="269570"/>
                  <a:pt x="3441762" y="276059"/>
                </a:quadBezTo>
                <a:quadBezTo>
                  <a:pt x="3436414" y="282549"/>
                  <a:pt x="3428876" y="282549"/>
                </a:quadBezTo>
                <a:quadBezTo>
                  <a:pt x="3421390" y="282549"/>
                  <a:pt x="3416144" y="276059"/>
                </a:quadBezTo>
                <a:quadBezTo>
                  <a:pt x="3410949" y="269570"/>
                  <a:pt x="3410949" y="260217"/>
                </a:quadBezTo>
                <a:quadBezTo>
                  <a:pt x="3410949" y="250801"/>
                  <a:pt x="3416348" y="244121"/>
                </a:quadBezTo>
                <a:quadBezTo>
                  <a:pt x="3421746" y="237377"/>
                  <a:pt x="3429233" y="237377"/>
                </a:quadBezTo>
                <a:quadBezTo>
                  <a:pt x="3436414" y="237377"/>
                  <a:pt x="3441762" y="244311"/>
                </a:quadBezTo>
                <a:quadBezTo>
                  <a:pt x="3447160" y="251246"/>
                  <a:pt x="3447160" y="260599"/>
                </a:quadBezTo>
                <a:close/>
                <a:moveTo>
                  <a:pt x="3727787" y="335483"/>
                </a:moveTo>
                <a:lnTo>
                  <a:pt x="3724527" y="327785"/>
                </a:lnTo>
                <a:quadBezTo>
                  <a:pt x="3751571" y="304944"/>
                  <a:pt x="3751571" y="284203"/>
                </a:quadBezTo>
                <a:quadBezTo>
                  <a:pt x="3751571" y="278922"/>
                  <a:pt x="3747038" y="278922"/>
                </a:quadBezTo>
                <a:quadBezTo>
                  <a:pt x="3745714" y="278922"/>
                  <a:pt x="3742607" y="279686"/>
                </a:quadBezTo>
                <a:quadBezTo>
                  <a:pt x="3739552" y="280513"/>
                  <a:pt x="3737565" y="280513"/>
                </a:quadBezTo>
                <a:quadBezTo>
                  <a:pt x="3718670" y="280513"/>
                  <a:pt x="3718670" y="259772"/>
                </a:quadBezTo>
                <a:quadBezTo>
                  <a:pt x="3718670" y="249210"/>
                  <a:pt x="3724018" y="242912"/>
                </a:quadBezTo>
                <a:quadBezTo>
                  <a:pt x="3729416" y="236549"/>
                  <a:pt x="3738227" y="236549"/>
                </a:quadBezTo>
                <a:quadBezTo>
                  <a:pt x="3749330" y="236549"/>
                  <a:pt x="3756817" y="246538"/>
                </a:quadBezTo>
                <a:quadBezTo>
                  <a:pt x="3764304" y="256527"/>
                  <a:pt x="3764304" y="271987"/>
                </a:quadBezTo>
                <a:quadBezTo>
                  <a:pt x="3764304" y="290692"/>
                  <a:pt x="3754372" y="308189"/>
                </a:quadBezTo>
                <a:quadBezTo>
                  <a:pt x="3744441" y="325749"/>
                  <a:pt x="3727787" y="335483"/>
                </a:quadBezTo>
                <a:close/>
                <a:moveTo>
                  <a:pt x="3882419" y="160011"/>
                </a:moveTo>
                <a:lnTo>
                  <a:pt x="3882776" y="160011"/>
                </a:lnTo>
                <a:quadBezTo>
                  <a:pt x="3899073" y="126228"/>
                  <a:pt x="3913538" y="112421"/>
                </a:quadBezTo>
                <a:quadBezTo>
                  <a:pt x="3928053" y="98552"/>
                  <a:pt x="3945675" y="98552"/>
                </a:quadBezTo>
                <a:quadBezTo>
                  <a:pt x="3962635" y="98552"/>
                  <a:pt x="3973024" y="111594"/>
                </a:quadBezTo>
                <a:quadBezTo>
                  <a:pt x="3983465" y="124573"/>
                  <a:pt x="3983465" y="147414"/>
                </a:quadBezTo>
                <a:quadBezTo>
                  <a:pt x="3983465" y="178716"/>
                  <a:pt x="3968135" y="210528"/>
                </a:quadBezTo>
                <a:quadBezTo>
                  <a:pt x="3952856" y="242276"/>
                  <a:pt x="3928206" y="262444"/>
                </a:quadBezTo>
                <a:quadBezTo>
                  <a:pt x="3903606" y="282549"/>
                  <a:pt x="3879160" y="282549"/>
                </a:quadBezTo>
                <a:quadBezTo>
                  <a:pt x="3864186" y="282549"/>
                  <a:pt x="3850486" y="276059"/>
                </a:quadBezTo>
                <a:quadBezTo>
                  <a:pt x="3836786" y="269570"/>
                  <a:pt x="3836786" y="260981"/>
                </a:quadBezTo>
                <a:lnTo>
                  <a:pt x="3836786" y="258563"/>
                </a:lnTo>
                <a:lnTo>
                  <a:pt x="3883081" y="45618"/>
                </a:lnTo>
                <a:quadBezTo>
                  <a:pt x="3886035" y="30921"/>
                  <a:pt x="3886035" y="26467"/>
                </a:quadBezTo>
                <a:quadBezTo>
                  <a:pt x="3886035" y="19914"/>
                  <a:pt x="3882929" y="18514"/>
                </a:quadBezTo>
                <a:quadBezTo>
                  <a:pt x="3879822" y="17115"/>
                  <a:pt x="3865154" y="16287"/>
                </a:quadBezTo>
                <a:lnTo>
                  <a:pt x="3865154" y="9353"/>
                </a:lnTo>
                <a:quadBezTo>
                  <a:pt x="3889600" y="5662"/>
                  <a:pt x="3915015" y="0"/>
                </a:quadBezTo>
                <a:lnTo>
                  <a:pt x="3916644" y="2036"/>
                </a:lnTo>
                <a:lnTo>
                  <a:pt x="3909820" y="35438"/>
                </a:lnTo>
                <a:lnTo>
                  <a:pt x="3882419" y="160011"/>
                </a:lnTo>
                <a:close/>
                <a:moveTo>
                  <a:pt x="3955759" y="153522"/>
                </a:moveTo>
                <a:quadBezTo>
                  <a:pt x="3955759" y="118466"/>
                  <a:pt x="3932942" y="118466"/>
                </a:quadBezTo>
                <a:quadBezTo>
                  <a:pt x="3910482" y="118466"/>
                  <a:pt x="3888276" y="165292"/>
                </a:quadBezTo>
                <a:quadBezTo>
                  <a:pt x="3877886" y="187305"/>
                  <a:pt x="3871367" y="213963"/>
                </a:quadBezTo>
                <a:quadBezTo>
                  <a:pt x="3864848" y="240621"/>
                  <a:pt x="3864848" y="259390"/>
                </a:quadBezTo>
                <a:quadBezTo>
                  <a:pt x="3864848" y="273196"/>
                  <a:pt x="3879822" y="273196"/>
                </a:quadBezTo>
                <a:quadBezTo>
                  <a:pt x="3901314" y="273196"/>
                  <a:pt x="3919904" y="249210"/>
                </a:quadBezTo>
                <a:quadBezTo>
                  <a:pt x="3934928" y="229615"/>
                  <a:pt x="3945318" y="202575"/>
                </a:quadBezTo>
                <a:quadBezTo>
                  <a:pt x="3955759" y="175472"/>
                  <a:pt x="3955759" y="153522"/>
                </a:quadBezTo>
                <a:close/>
                <a:moveTo>
                  <a:pt x="4145780" y="129091"/>
                </a:moveTo>
                <a:lnTo>
                  <a:pt x="4129839" y="129091"/>
                </a:lnTo>
                <a:quadBezTo>
                  <a:pt x="4132742" y="136407"/>
                  <a:pt x="4132742" y="149832"/>
                </a:quadBezTo>
                <a:quadBezTo>
                  <a:pt x="4132742" y="175472"/>
                  <a:pt x="4114000" y="196085"/>
                </a:quadBezTo>
                <a:quadBezTo>
                  <a:pt x="4095257" y="216636"/>
                  <a:pt x="4072440" y="216636"/>
                </a:quadBezTo>
                <a:quadBezTo>
                  <a:pt x="4066583" y="216636"/>
                  <a:pt x="4062356" y="215363"/>
                </a:quadBezTo>
                <a:quadBezTo>
                  <a:pt x="4061388" y="214981"/>
                  <a:pt x="4060064" y="214981"/>
                </a:quadBezTo>
                <a:quadBezTo>
                  <a:pt x="4055837" y="214981"/>
                  <a:pt x="4052068" y="220262"/>
                </a:quadBezTo>
                <a:quadBezTo>
                  <a:pt x="4048350" y="225543"/>
                  <a:pt x="4048350" y="231651"/>
                </a:quadBezTo>
                <a:quadBezTo>
                  <a:pt x="4048350" y="241448"/>
                  <a:pt x="4071473" y="248765"/>
                </a:quadBezTo>
                <a:quadBezTo>
                  <a:pt x="4117768" y="262635"/>
                  <a:pt x="4117768" y="300490"/>
                </a:quadBezTo>
                <a:quadBezTo>
                  <a:pt x="4117768" y="327785"/>
                  <a:pt x="4099484" y="344835"/>
                </a:quadBezTo>
                <a:quadBezTo>
                  <a:pt x="4081251" y="361950"/>
                  <a:pt x="4049318" y="361950"/>
                </a:quadBezTo>
                <a:quadBezTo>
                  <a:pt x="4023904" y="361950"/>
                  <a:pt x="4009389" y="350752"/>
                </a:quadBezTo>
                <a:quadBezTo>
                  <a:pt x="3994873" y="339555"/>
                  <a:pt x="3994873" y="317987"/>
                </a:quadBezTo>
                <a:quadBezTo>
                  <a:pt x="3994873" y="302145"/>
                  <a:pt x="4002207" y="290947"/>
                </a:quadBezTo>
                <a:quadBezTo>
                  <a:pt x="4009541" y="279749"/>
                  <a:pt x="4033020" y="262189"/>
                </a:quadBezTo>
                <a:quadBezTo>
                  <a:pt x="4024209" y="255700"/>
                  <a:pt x="4024209" y="246347"/>
                </a:quadBezTo>
                <a:quadBezTo>
                  <a:pt x="4024209" y="226815"/>
                  <a:pt x="4049318" y="212118"/>
                </a:quadBezTo>
                <a:quadBezTo>
                  <a:pt x="4023547" y="200730"/>
                  <a:pt x="4023547" y="168155"/>
                </a:quadBezTo>
                <a:quadBezTo>
                  <a:pt x="4023547" y="137998"/>
                  <a:pt x="4043410" y="118275"/>
                </a:quadBezTo>
                <a:quadBezTo>
                  <a:pt x="4063324" y="98552"/>
                  <a:pt x="4089095" y="98552"/>
                </a:quadBezTo>
                <a:quadBezTo>
                  <a:pt x="4107990" y="98552"/>
                  <a:pt x="4121028" y="109940"/>
                </a:quadBezTo>
                <a:quadBezTo>
                  <a:pt x="4124593" y="113185"/>
                  <a:pt x="4126223" y="113185"/>
                </a:quadBezTo>
                <a:lnTo>
                  <a:pt x="4145780" y="113185"/>
                </a:lnTo>
                <a:lnTo>
                  <a:pt x="4145780" y="129091"/>
                </a:lnTo>
                <a:close/>
                <a:moveTo>
                  <a:pt x="4107022" y="136407"/>
                </a:moveTo>
                <a:quadBezTo>
                  <a:pt x="4107022" y="120502"/>
                  <a:pt x="4102591" y="114012"/>
                </a:quadBezTo>
                <a:quadBezTo>
                  <a:pt x="4098211" y="107459"/>
                  <a:pt x="4088738" y="107459"/>
                </a:quadBezTo>
                <a:quadBezTo>
                  <a:pt x="4073102" y="107459"/>
                  <a:pt x="4061032" y="127818"/>
                </a:quadBezTo>
                <a:quadBezTo>
                  <a:pt x="4049012" y="148177"/>
                  <a:pt x="4049012" y="177508"/>
                </a:quadBezTo>
                <a:quadBezTo>
                  <a:pt x="4049012" y="191759"/>
                  <a:pt x="4054207" y="199903"/>
                </a:quadBezTo>
                <a:quadBezTo>
                  <a:pt x="4059402" y="208046"/>
                  <a:pt x="4068570" y="208046"/>
                </a:quadBezTo>
                <a:quadBezTo>
                  <a:pt x="4084867" y="208046"/>
                  <a:pt x="4096276" y="184061"/>
                </a:quadBezTo>
                <a:quadBezTo>
                  <a:pt x="4107022" y="161220"/>
                  <a:pt x="4107022" y="136407"/>
                </a:quadBezTo>
                <a:close/>
                <a:moveTo>
                  <a:pt x="4098211" y="314742"/>
                </a:moveTo>
                <a:quadBezTo>
                  <a:pt x="4098211" y="300490"/>
                  <a:pt x="4087923" y="290883"/>
                </a:quadBezTo>
                <a:quadBezTo>
                  <a:pt x="4077686" y="281340"/>
                  <a:pt x="4051610" y="271160"/>
                </a:quadBezTo>
                <a:quadBezTo>
                  <a:pt x="4043767" y="268297"/>
                  <a:pt x="4040507" y="266707"/>
                </a:quadBezTo>
                <a:quadBezTo>
                  <a:pt x="4038215" y="266707"/>
                  <a:pt x="4030576" y="274469"/>
                </a:quadBezTo>
                <a:quadBezTo>
                  <a:pt x="4022936" y="282167"/>
                  <a:pt x="4019320" y="287893"/>
                </a:quadBezTo>
                <a:quadBezTo>
                  <a:pt x="4012801" y="298073"/>
                  <a:pt x="4012801" y="311497"/>
                </a:quadBezTo>
                <a:quadBezTo>
                  <a:pt x="4012801" y="353043"/>
                  <a:pt x="4054207" y="353043"/>
                </a:quadBezTo>
                <a:quadBezTo>
                  <a:pt x="4073459" y="353043"/>
                  <a:pt x="4085835" y="341845"/>
                </a:quadBezTo>
                <a:quadBezTo>
                  <a:pt x="4098211" y="330648"/>
                  <a:pt x="4098211" y="314742"/>
                </a:quadBezTo>
                <a:close/>
                <a:moveTo>
                  <a:pt x="4164726" y="9353"/>
                </a:moveTo>
                <a:lnTo>
                  <a:pt x="4168597" y="2863"/>
                </a:lnTo>
                <a:quadBezTo>
                  <a:pt x="4205776" y="30539"/>
                  <a:pt x="4226963" y="77811"/>
                </a:quadBezTo>
                <a:quadBezTo>
                  <a:pt x="4248150" y="125019"/>
                  <a:pt x="4248150" y="177508"/>
                </a:quadBezTo>
                <a:quadBezTo>
                  <a:pt x="4248150" y="288657"/>
                  <a:pt x="4167629" y="350180"/>
                </a:quadBezTo>
                <a:lnTo>
                  <a:pt x="4164726" y="343627"/>
                </a:lnTo>
                <a:quadBezTo>
                  <a:pt x="4198289" y="309016"/>
                  <a:pt x="4209188" y="274660"/>
                </a:quadBezTo>
                <a:quadBezTo>
                  <a:pt x="4220138" y="240240"/>
                  <a:pt x="4220138" y="178716"/>
                </a:quadBezTo>
                <a:quadBezTo>
                  <a:pt x="4220138" y="116875"/>
                  <a:pt x="4209188" y="79592"/>
                </a:quadBezTo>
                <a:quadBezTo>
                  <a:pt x="4198289" y="42309"/>
                  <a:pt x="4164726" y="9353"/>
                </a:quadBez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8" name="tridet-row1">
            <a:extLst xmlns:a="http://schemas.openxmlformats.org/drawingml/2006/main">
              <a:ext uri="{FF2B5EF4-FFF2-40B4-BE49-F238E27FC236}">
                <a16:creationId xmlns:a16="http://schemas.microsoft.com/office/drawing/2014/main" id="{2AAAED62-9570-471F-A0D4-E8E73DE2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" y="1552575"/>
            <a:ext cx="2476500" cy="409575"/>
          </a:xfrm>
          <a:custGeom xmlns:a="http://schemas.openxmlformats.org/drawingml/2006/main">
            <a:pathLst>
              <a:path w="2476500" h="409575">
                <a:moveTo>
                  <a:pt x="96736" y="371049"/>
                </a:moveTo>
                <a:lnTo>
                  <a:pt x="92192" y="376513"/>
                </a:lnTo>
                <a:quadBezTo>
                  <a:pt x="48339" y="354072"/>
                  <a:pt x="24140" y="314707"/>
                </a:quadBezTo>
                <a:quadBezTo>
                  <a:pt x="0" y="275342"/>
                  <a:pt x="0" y="230832"/>
                </a:quadBezTo>
                <a:quadBezTo>
                  <a:pt x="0" y="136770"/>
                  <a:pt x="93313" y="86901"/>
                </a:quadBezTo>
                <a:lnTo>
                  <a:pt x="96736" y="92312"/>
                </a:lnTo>
                <a:quadBezTo>
                  <a:pt x="58195" y="121862"/>
                  <a:pt x="45328" y="150564"/>
                </a:quadBezTo>
                <a:quadBezTo>
                  <a:pt x="32521" y="179212"/>
                  <a:pt x="32521" y="229824"/>
                </a:quadBezTo>
                <a:quadBezTo>
                  <a:pt x="32521" y="280064"/>
                  <a:pt x="45742" y="311312"/>
                </a:quadBezTo>
                <a:quadBezTo>
                  <a:pt x="58962" y="342559"/>
                  <a:pt x="96736" y="371049"/>
                </a:quadBezTo>
                <a:close/>
                <a:moveTo>
                  <a:pt x="219454" y="171095"/>
                </a:moveTo>
                <a:lnTo>
                  <a:pt x="217565" y="181971"/>
                </a:lnTo>
                <a:lnTo>
                  <a:pt x="185870" y="181971"/>
                </a:lnTo>
                <a:lnTo>
                  <a:pt x="152995" y="293327"/>
                </a:lnTo>
                <a:quadBezTo>
                  <a:pt x="152228" y="296033"/>
                  <a:pt x="152228" y="298049"/>
                </a:quadBezTo>
                <a:quadBezTo>
                  <a:pt x="152228" y="303513"/>
                  <a:pt x="157894" y="303513"/>
                </a:quadBezTo>
                <a:quadBezTo>
                  <a:pt x="162439" y="303513"/>
                  <a:pt x="168459" y="298261"/>
                </a:quadBezTo>
                <a:quadBezTo>
                  <a:pt x="174538" y="292956"/>
                  <a:pt x="188526" y="276669"/>
                </a:quadBezTo>
                <a:lnTo>
                  <a:pt x="193425" y="279056"/>
                </a:lnTo>
                <a:quadBezTo>
                  <a:pt x="176014" y="302823"/>
                  <a:pt x="164859" y="311471"/>
                </a:quadBezTo>
                <a:quadBezTo>
                  <a:pt x="153763" y="320118"/>
                  <a:pt x="139420" y="320118"/>
                </a:quadBezTo>
                <a:quadBezTo>
                  <a:pt x="122009" y="320118"/>
                  <a:pt x="122009" y="307598"/>
                </a:quadBezTo>
                <a:quadBezTo>
                  <a:pt x="122009" y="304203"/>
                  <a:pt x="128088" y="282451"/>
                </a:quadBezTo>
                <a:lnTo>
                  <a:pt x="157540" y="181971"/>
                </a:lnTo>
                <a:lnTo>
                  <a:pt x="129210" y="181971"/>
                </a:lnTo>
                <a:lnTo>
                  <a:pt x="128797" y="179902"/>
                </a:lnTo>
                <a:quadBezTo>
                  <a:pt x="128797" y="173801"/>
                  <a:pt x="141309" y="171413"/>
                </a:quadBezTo>
                <a:quadBezTo>
                  <a:pt x="150753" y="169397"/>
                  <a:pt x="166216" y="158362"/>
                </a:quadBezTo>
                <a:quadBezTo>
                  <a:pt x="181680" y="147327"/>
                  <a:pt x="191536" y="134064"/>
                </a:quadBezTo>
                <a:quadBezTo>
                  <a:pt x="193779" y="131040"/>
                  <a:pt x="196789" y="131040"/>
                </a:quadBezTo>
                <a:quadBezTo>
                  <a:pt x="200213" y="131040"/>
                  <a:pt x="200213" y="133746"/>
                </a:quadBezTo>
                <a:quadBezTo>
                  <a:pt x="200213" y="135444"/>
                  <a:pt x="199858" y="136133"/>
                </a:quadBezTo>
                <a:lnTo>
                  <a:pt x="189235" y="171095"/>
                </a:lnTo>
                <a:lnTo>
                  <a:pt x="219454" y="171095"/>
                </a:lnTo>
                <a:close/>
                <a:moveTo>
                  <a:pt x="338523" y="282886"/>
                </a:moveTo>
                <a:quadBezTo>
                  <a:pt x="338523" y="298818"/>
                  <a:pt x="335094" y="312967"/>
                </a:quadBezTo>
                <a:quadBezTo>
                  <a:pt x="331665" y="327079"/>
                  <a:pt x="324931" y="338963"/>
                </a:quadBezTo>
                <a:quadBezTo>
                  <a:pt x="318196" y="350846"/>
                  <a:pt x="306298" y="357754"/>
                </a:quadBezTo>
                <a:quadBezTo>
                  <a:pt x="294399" y="364661"/>
                  <a:pt x="278782" y="364661"/>
                </a:quadBezTo>
                <a:quadBezTo>
                  <a:pt x="262669" y="364661"/>
                  <a:pt x="250481" y="357308"/>
                </a:quadBezTo>
                <a:quadBezTo>
                  <a:pt x="238334" y="349918"/>
                  <a:pt x="231724" y="337551"/>
                </a:quadBezTo>
                <a:quadBezTo>
                  <a:pt x="225114" y="325185"/>
                  <a:pt x="222056" y="311184"/>
                </a:quadBezTo>
                <a:quadBezTo>
                  <a:pt x="219040" y="297147"/>
                  <a:pt x="219040" y="281475"/>
                </a:quadBezTo>
                <a:quadBezTo>
                  <a:pt x="219040" y="259342"/>
                  <a:pt x="225114" y="241665"/>
                </a:quadBezTo>
                <a:quadBezTo>
                  <a:pt x="231187" y="223951"/>
                  <a:pt x="245317" y="212327"/>
                </a:quadBezTo>
                <a:quadBezTo>
                  <a:pt x="259488" y="200666"/>
                  <a:pt x="279856" y="200666"/>
                </a:quadBezTo>
                <a:quadBezTo>
                  <a:pt x="305761" y="200666"/>
                  <a:pt x="322121" y="223468"/>
                </a:quadBezTo>
                <a:quadBezTo>
                  <a:pt x="338523" y="246270"/>
                  <a:pt x="338523" y="282886"/>
                </a:quadBezTo>
                <a:close/>
                <a:moveTo>
                  <a:pt x="313156" y="284075"/>
                </a:moveTo>
                <a:quadBezTo>
                  <a:pt x="313156" y="246530"/>
                  <a:pt x="304273" y="226699"/>
                </a:quadBezTo>
                <a:quadBezTo>
                  <a:pt x="295432" y="206831"/>
                  <a:pt x="278245" y="206831"/>
                </a:quadBezTo>
                <a:quadBezTo>
                  <a:pt x="261843" y="206831"/>
                  <a:pt x="253125" y="226810"/>
                </a:quadBezTo>
                <a:quadBezTo>
                  <a:pt x="244408" y="246753"/>
                  <a:pt x="244408" y="283109"/>
                </a:quadBezTo>
                <a:quadBezTo>
                  <a:pt x="244408" y="319726"/>
                  <a:pt x="253125" y="339111"/>
                </a:quadBezTo>
                <a:quadBezTo>
                  <a:pt x="261843" y="358459"/>
                  <a:pt x="278782" y="358459"/>
                </a:quadBezTo>
                <a:quadBezTo>
                  <a:pt x="295432" y="358459"/>
                  <a:pt x="304273" y="339111"/>
                </a:quadBezTo>
                <a:quadBezTo>
                  <a:pt x="313156" y="319726"/>
                  <a:pt x="313156" y="284075"/>
                </a:quadBezTo>
                <a:close/>
                <a:moveTo>
                  <a:pt x="650638" y="241707"/>
                </a:moveTo>
                <a:lnTo>
                  <a:pt x="440286" y="241707"/>
                </a:lnTo>
                <a:lnTo>
                  <a:pt x="440286" y="219319"/>
                </a:lnTo>
                <a:lnTo>
                  <a:pt x="650638" y="219319"/>
                </a:lnTo>
                <a:lnTo>
                  <a:pt x="650638" y="241707"/>
                </a:lnTo>
                <a:close/>
                <a:moveTo>
                  <a:pt x="841169" y="171095"/>
                </a:moveTo>
                <a:lnTo>
                  <a:pt x="839280" y="181971"/>
                </a:lnTo>
                <a:lnTo>
                  <a:pt x="807586" y="181971"/>
                </a:lnTo>
                <a:lnTo>
                  <a:pt x="774711" y="293327"/>
                </a:lnTo>
                <a:quadBezTo>
                  <a:pt x="773943" y="296033"/>
                  <a:pt x="773943" y="298049"/>
                </a:quadBezTo>
                <a:quadBezTo>
                  <a:pt x="773943" y="303513"/>
                  <a:pt x="779609" y="303513"/>
                </a:quadBezTo>
                <a:quadBezTo>
                  <a:pt x="784154" y="303513"/>
                  <a:pt x="790174" y="298261"/>
                </a:quadBezTo>
                <a:quadBezTo>
                  <a:pt x="796253" y="292956"/>
                  <a:pt x="810242" y="276669"/>
                </a:quadBezTo>
                <a:lnTo>
                  <a:pt x="815140" y="279056"/>
                </a:lnTo>
                <a:quadBezTo>
                  <a:pt x="797729" y="302823"/>
                  <a:pt x="786574" y="311471"/>
                </a:quadBezTo>
                <a:quadBezTo>
                  <a:pt x="775478" y="320118"/>
                  <a:pt x="761136" y="320118"/>
                </a:quadBezTo>
                <a:quadBezTo>
                  <a:pt x="743724" y="320118"/>
                  <a:pt x="743724" y="307598"/>
                </a:quadBezTo>
                <a:quadBezTo>
                  <a:pt x="743724" y="304203"/>
                  <a:pt x="749804" y="282451"/>
                </a:quadBezTo>
                <a:lnTo>
                  <a:pt x="779255" y="181971"/>
                </a:lnTo>
                <a:lnTo>
                  <a:pt x="750925" y="181971"/>
                </a:lnTo>
                <a:lnTo>
                  <a:pt x="750512" y="179902"/>
                </a:lnTo>
                <a:quadBezTo>
                  <a:pt x="750512" y="173801"/>
                  <a:pt x="763024" y="171413"/>
                </a:quadBezTo>
                <a:quadBezTo>
                  <a:pt x="772468" y="169397"/>
                  <a:pt x="787931" y="158362"/>
                </a:quadBezTo>
                <a:quadBezTo>
                  <a:pt x="803395" y="147327"/>
                  <a:pt x="813252" y="134064"/>
                </a:quadBezTo>
                <a:quadBezTo>
                  <a:pt x="815494" y="131040"/>
                  <a:pt x="818505" y="131040"/>
                </a:quadBezTo>
                <a:quadBezTo>
                  <a:pt x="821928" y="131040"/>
                  <a:pt x="821928" y="133746"/>
                </a:quadBezTo>
                <a:quadBezTo>
                  <a:pt x="821928" y="135444"/>
                  <a:pt x="821574" y="136133"/>
                </a:quadBezTo>
                <a:lnTo>
                  <a:pt x="810950" y="171095"/>
                </a:lnTo>
                <a:lnTo>
                  <a:pt x="841169" y="171095"/>
                </a:lnTo>
                <a:close/>
                <a:moveTo>
                  <a:pt x="884003" y="44426"/>
                </a:moveTo>
                <a:lnTo>
                  <a:pt x="896410" y="7643"/>
                </a:lnTo>
                <a:quadBezTo>
                  <a:pt x="897133" y="5147"/>
                  <a:pt x="897885" y="3743"/>
                </a:quadBezTo>
                <a:quadBezTo>
                  <a:pt x="898637" y="2314"/>
                  <a:pt x="900285" y="1170"/>
                </a:quadBezTo>
                <a:quadBezTo>
                  <a:pt x="901963" y="0"/>
                  <a:pt x="904536" y="0"/>
                </a:quadBezTo>
                <a:quadBezTo>
                  <a:pt x="906966" y="0"/>
                  <a:pt x="908354" y="1586"/>
                </a:quadBezTo>
                <a:quadBezTo>
                  <a:pt x="909742" y="3145"/>
                  <a:pt x="909742" y="5485"/>
                </a:quadBezTo>
                <a:quadBezTo>
                  <a:pt x="909742" y="7305"/>
                  <a:pt x="907139" y="11984"/>
                </a:quadBezTo>
                <a:lnTo>
                  <a:pt x="887531" y="45908"/>
                </a:lnTo>
                <a:lnTo>
                  <a:pt x="884003" y="44426"/>
                </a:lnTo>
                <a:close/>
                <a:moveTo>
                  <a:pt x="937494" y="44426"/>
                </a:moveTo>
                <a:lnTo>
                  <a:pt x="949901" y="7643"/>
                </a:lnTo>
                <a:quadBezTo>
                  <a:pt x="950624" y="5147"/>
                  <a:pt x="951376" y="3743"/>
                </a:quadBezTo>
                <a:quadBezTo>
                  <a:pt x="952128" y="2314"/>
                  <a:pt x="953776" y="1170"/>
                </a:quadBezTo>
                <a:quadBezTo>
                  <a:pt x="955454" y="0"/>
                  <a:pt x="958028" y="0"/>
                </a:quadBezTo>
                <a:quadBezTo>
                  <a:pt x="960457" y="0"/>
                  <a:pt x="961845" y="1586"/>
                </a:quadBezTo>
                <a:quadBezTo>
                  <a:pt x="963233" y="3145"/>
                  <a:pt x="963233" y="5485"/>
                </a:quadBezTo>
                <a:quadBezTo>
                  <a:pt x="963233" y="7305"/>
                  <a:pt x="960631" y="11984"/>
                </a:quadBezTo>
                <a:lnTo>
                  <a:pt x="941023" y="45908"/>
                </a:lnTo>
                <a:lnTo>
                  <a:pt x="937494" y="44426"/>
                </a:lnTo>
                <a:close/>
                <a:moveTo>
                  <a:pt x="960239" y="327800"/>
                </a:moveTo>
                <a:quadBezTo>
                  <a:pt x="960239" y="343732"/>
                  <a:pt x="956809" y="357881"/>
                </a:quadBezTo>
                <a:quadBezTo>
                  <a:pt x="953380" y="371993"/>
                  <a:pt x="946646" y="383877"/>
                </a:quadBezTo>
                <a:quadBezTo>
                  <a:pt x="939912" y="395760"/>
                  <a:pt x="928013" y="402668"/>
                </a:quadBezTo>
                <a:quadBezTo>
                  <a:pt x="916114" y="409575"/>
                  <a:pt x="900497" y="409575"/>
                </a:quadBezTo>
                <a:quadBezTo>
                  <a:pt x="884384" y="409575"/>
                  <a:pt x="872196" y="402222"/>
                </a:quadBezTo>
                <a:quadBezTo>
                  <a:pt x="860050" y="394832"/>
                  <a:pt x="853439" y="382465"/>
                </a:quadBezTo>
                <a:quadBezTo>
                  <a:pt x="846829" y="370099"/>
                  <a:pt x="843772" y="356098"/>
                </a:quadBezTo>
                <a:quadBezTo>
                  <a:pt x="840756" y="342061"/>
                  <a:pt x="840756" y="326389"/>
                </a:quadBezTo>
                <a:quadBezTo>
                  <a:pt x="840756" y="304256"/>
                  <a:pt x="846829" y="286579"/>
                </a:quadBezTo>
                <a:quadBezTo>
                  <a:pt x="852902" y="268865"/>
                  <a:pt x="867032" y="257241"/>
                </a:quadBezTo>
                <a:quadBezTo>
                  <a:pt x="881203" y="245580"/>
                  <a:pt x="901571" y="245580"/>
                </a:quadBezTo>
                <a:quadBezTo>
                  <a:pt x="927476" y="245580"/>
                  <a:pt x="943837" y="268382"/>
                </a:quadBezTo>
                <a:quadBezTo>
                  <a:pt x="960239" y="291184"/>
                  <a:pt x="960239" y="327800"/>
                </a:quadBezTo>
                <a:close/>
                <a:moveTo>
                  <a:pt x="934871" y="328989"/>
                </a:moveTo>
                <a:quadBezTo>
                  <a:pt x="934871" y="291444"/>
                  <a:pt x="925988" y="271613"/>
                </a:quadBezTo>
                <a:quadBezTo>
                  <a:pt x="917147" y="251745"/>
                  <a:pt x="899960" y="251745"/>
                </a:quadBezTo>
                <a:quadBezTo>
                  <a:pt x="883558" y="251745"/>
                  <a:pt x="874840" y="271724"/>
                </a:quadBezTo>
                <a:quadBezTo>
                  <a:pt x="866123" y="291667"/>
                  <a:pt x="866123" y="328023"/>
                </a:quadBezTo>
                <a:quadBezTo>
                  <a:pt x="866123" y="364640"/>
                  <a:pt x="874840" y="384025"/>
                </a:quadBezTo>
                <a:quadBezTo>
                  <a:pt x="883558" y="403373"/>
                  <a:pt x="900497" y="403373"/>
                </a:quadBezTo>
                <a:quadBezTo>
                  <a:pt x="917147" y="403373"/>
                  <a:pt x="925988" y="384025"/>
                </a:quadBezTo>
                <a:quadBezTo>
                  <a:pt x="934871" y="364640"/>
                  <a:pt x="934871" y="328989"/>
                </a:quadBezTo>
                <a:close/>
                <a:moveTo>
                  <a:pt x="1036759" y="364258"/>
                </a:moveTo>
                <a:lnTo>
                  <a:pt x="1032982" y="357839"/>
                </a:lnTo>
                <a:quadBezTo>
                  <a:pt x="1064322" y="338793"/>
                  <a:pt x="1064322" y="321498"/>
                </a:quadBezTo>
                <a:quadBezTo>
                  <a:pt x="1064322" y="317094"/>
                  <a:pt x="1059069" y="317094"/>
                </a:quadBezTo>
                <a:quadBezTo>
                  <a:pt x="1057535" y="317094"/>
                  <a:pt x="1053934" y="317731"/>
                </a:quadBezTo>
                <a:quadBezTo>
                  <a:pt x="1050393" y="318421"/>
                  <a:pt x="1048091" y="318421"/>
                </a:quadBezTo>
                <a:quadBezTo>
                  <a:pt x="1026194" y="318421"/>
                  <a:pt x="1026194" y="301126"/>
                </a:quadBezTo>
                <a:quadBezTo>
                  <a:pt x="1026194" y="292319"/>
                  <a:pt x="1032392" y="287067"/>
                </a:quadBezTo>
                <a:quadBezTo>
                  <a:pt x="1038648" y="281762"/>
                  <a:pt x="1048858" y="281762"/>
                </a:quadBezTo>
                <a:quadBezTo>
                  <a:pt x="1061725" y="281762"/>
                  <a:pt x="1070401" y="290091"/>
                </a:quadBezTo>
                <a:quadBezTo>
                  <a:pt x="1079077" y="298420"/>
                  <a:pt x="1079077" y="311312"/>
                </a:quadBezTo>
                <a:quadBezTo>
                  <a:pt x="1079077" y="326909"/>
                  <a:pt x="1067568" y="341498"/>
                </a:quadBezTo>
                <a:quadBezTo>
                  <a:pt x="1056059" y="356141"/>
                  <a:pt x="1036759" y="364258"/>
                </a:quadBezTo>
                <a:close/>
                <a:moveTo>
                  <a:pt x="1266185" y="171095"/>
                </a:moveTo>
                <a:lnTo>
                  <a:pt x="1264296" y="181971"/>
                </a:lnTo>
                <a:lnTo>
                  <a:pt x="1232602" y="181971"/>
                </a:lnTo>
                <a:lnTo>
                  <a:pt x="1199727" y="293327"/>
                </a:lnTo>
                <a:quadBezTo>
                  <a:pt x="1198959" y="296033"/>
                  <a:pt x="1198959" y="298049"/>
                </a:quadBezTo>
                <a:quadBezTo>
                  <a:pt x="1198959" y="303513"/>
                  <a:pt x="1204625" y="303513"/>
                </a:quadBezTo>
                <a:quadBezTo>
                  <a:pt x="1209170" y="303513"/>
                  <a:pt x="1215190" y="298261"/>
                </a:quadBezTo>
                <a:quadBezTo>
                  <a:pt x="1221270" y="292956"/>
                  <a:pt x="1235258" y="276669"/>
                </a:quadBezTo>
                <a:lnTo>
                  <a:pt x="1240156" y="279056"/>
                </a:lnTo>
                <a:quadBezTo>
                  <a:pt x="1222745" y="302823"/>
                  <a:pt x="1211590" y="311471"/>
                </a:quadBezTo>
                <a:quadBezTo>
                  <a:pt x="1200494" y="320118"/>
                  <a:pt x="1186152" y="320118"/>
                </a:quadBezTo>
                <a:quadBezTo>
                  <a:pt x="1168740" y="320118"/>
                  <a:pt x="1168740" y="307598"/>
                </a:quadBezTo>
                <a:quadBezTo>
                  <a:pt x="1168740" y="304203"/>
                  <a:pt x="1174820" y="282451"/>
                </a:quadBezTo>
                <a:lnTo>
                  <a:pt x="1204271" y="181971"/>
                </a:lnTo>
                <a:lnTo>
                  <a:pt x="1175941" y="181971"/>
                </a:lnTo>
                <a:lnTo>
                  <a:pt x="1175528" y="179902"/>
                </a:lnTo>
                <a:quadBezTo>
                  <a:pt x="1175528" y="173801"/>
                  <a:pt x="1188040" y="171413"/>
                </a:quadBezTo>
                <a:quadBezTo>
                  <a:pt x="1197484" y="169397"/>
                  <a:pt x="1212947" y="158362"/>
                </a:quadBezTo>
                <a:quadBezTo>
                  <a:pt x="1228411" y="147327"/>
                  <a:pt x="1238268" y="134064"/>
                </a:quadBezTo>
                <a:quadBezTo>
                  <a:pt x="1240511" y="131040"/>
                  <a:pt x="1243521" y="131040"/>
                </a:quadBezTo>
                <a:quadBezTo>
                  <a:pt x="1246944" y="131040"/>
                  <a:pt x="1246944" y="133746"/>
                </a:quadBezTo>
                <a:quadBezTo>
                  <a:pt x="1246944" y="135444"/>
                  <a:pt x="1246590" y="136133"/>
                </a:quadBezTo>
                <a:lnTo>
                  <a:pt x="1235966" y="171095"/>
                </a:lnTo>
                <a:lnTo>
                  <a:pt x="1266185" y="171095"/>
                </a:lnTo>
                <a:close/>
                <a:moveTo>
                  <a:pt x="1363606" y="361319"/>
                </a:moveTo>
                <a:lnTo>
                  <a:pt x="1290602" y="361319"/>
                </a:lnTo>
                <a:lnTo>
                  <a:pt x="1290602" y="357754"/>
                </a:lnTo>
                <a:quadBezTo>
                  <a:pt x="1305145" y="357048"/>
                  <a:pt x="1310433" y="352889"/>
                </a:quadBezTo>
                <a:quadBezTo>
                  <a:pt x="1315721" y="348729"/>
                  <a:pt x="1315721" y="338740"/>
                </a:quadBezTo>
                <a:lnTo>
                  <a:pt x="1315721" y="232009"/>
                </a:lnTo>
                <a:quadBezTo>
                  <a:pt x="1315721" y="220386"/>
                  <a:pt x="1307789" y="220386"/>
                </a:quadBezTo>
                <a:quadBezTo>
                  <a:pt x="1304112" y="220386"/>
                  <a:pt x="1295890" y="223245"/>
                </a:quadBezTo>
                <a:lnTo>
                  <a:pt x="1288743" y="225622"/>
                </a:lnTo>
                <a:lnTo>
                  <a:pt x="1288743" y="222280"/>
                </a:lnTo>
                <a:lnTo>
                  <a:pt x="1336090" y="200666"/>
                </a:lnTo>
                <a:lnTo>
                  <a:pt x="1338486" y="201372"/>
                </a:lnTo>
                <a:lnTo>
                  <a:pt x="1338486" y="343270"/>
                </a:lnTo>
                <a:quadBezTo>
                  <a:pt x="1338486" y="351106"/>
                  <a:pt x="1343774" y="354448"/>
                </a:quadBezTo>
                <a:quadBezTo>
                  <a:pt x="1349063" y="357754"/>
                  <a:pt x="1363606" y="357754"/>
                </a:quadBezTo>
                <a:lnTo>
                  <a:pt x="1363606" y="361319"/>
                </a:lnTo>
                <a:close/>
                <a:moveTo>
                  <a:pt x="1697369" y="241707"/>
                </a:moveTo>
                <a:lnTo>
                  <a:pt x="1487017" y="241707"/>
                </a:lnTo>
                <a:lnTo>
                  <a:pt x="1487017" y="219319"/>
                </a:lnTo>
                <a:lnTo>
                  <a:pt x="1697369" y="219319"/>
                </a:lnTo>
                <a:lnTo>
                  <a:pt x="1697369" y="241707"/>
                </a:lnTo>
                <a:close/>
                <a:moveTo>
                  <a:pt x="1887900" y="171095"/>
                </a:moveTo>
                <a:lnTo>
                  <a:pt x="1886011" y="181971"/>
                </a:lnTo>
                <a:lnTo>
                  <a:pt x="1854317" y="181971"/>
                </a:lnTo>
                <a:lnTo>
                  <a:pt x="1821442" y="293327"/>
                </a:lnTo>
                <a:quadBezTo>
                  <a:pt x="1820675" y="296033"/>
                  <a:pt x="1820675" y="298049"/>
                </a:quadBezTo>
                <a:quadBezTo>
                  <a:pt x="1820675" y="303513"/>
                  <a:pt x="1826341" y="303513"/>
                </a:quadBezTo>
                <a:quadBezTo>
                  <a:pt x="1830885" y="303513"/>
                  <a:pt x="1836906" y="298261"/>
                </a:quadBezTo>
                <a:quadBezTo>
                  <a:pt x="1842985" y="292956"/>
                  <a:pt x="1856973" y="276669"/>
                </a:quadBezTo>
                <a:lnTo>
                  <a:pt x="1861872" y="279056"/>
                </a:lnTo>
                <a:quadBezTo>
                  <a:pt x="1844460" y="302823"/>
                  <a:pt x="1833305" y="311471"/>
                </a:quadBezTo>
                <a:quadBezTo>
                  <a:pt x="1822209" y="320118"/>
                  <a:pt x="1807867" y="320118"/>
                </a:quadBezTo>
                <a:quadBezTo>
                  <a:pt x="1790456" y="320118"/>
                  <a:pt x="1790456" y="307598"/>
                </a:quadBezTo>
                <a:quadBezTo>
                  <a:pt x="1790456" y="304203"/>
                  <a:pt x="1796535" y="282451"/>
                </a:quadBezTo>
                <a:lnTo>
                  <a:pt x="1825987" y="181971"/>
                </a:lnTo>
                <a:lnTo>
                  <a:pt x="1797656" y="181971"/>
                </a:lnTo>
                <a:lnTo>
                  <a:pt x="1797243" y="179902"/>
                </a:lnTo>
                <a:quadBezTo>
                  <a:pt x="1797243" y="173801"/>
                  <a:pt x="1809756" y="171413"/>
                </a:quadBezTo>
                <a:quadBezTo>
                  <a:pt x="1819199" y="169397"/>
                  <a:pt x="1834663" y="158362"/>
                </a:quadBezTo>
                <a:quadBezTo>
                  <a:pt x="1850126" y="147327"/>
                  <a:pt x="1859983" y="134064"/>
                </a:quadBezTo>
                <a:quadBezTo>
                  <a:pt x="1862226" y="131040"/>
                  <a:pt x="1865236" y="131040"/>
                </a:quadBezTo>
                <a:quadBezTo>
                  <a:pt x="1868659" y="131040"/>
                  <a:pt x="1868659" y="133746"/>
                </a:quadBezTo>
                <a:quadBezTo>
                  <a:pt x="1868659" y="135444"/>
                  <a:pt x="1868305" y="136133"/>
                </a:quadBezTo>
                <a:lnTo>
                  <a:pt x="1857681" y="171095"/>
                </a:lnTo>
                <a:lnTo>
                  <a:pt x="1887900" y="171095"/>
                </a:lnTo>
                <a:close/>
                <a:moveTo>
                  <a:pt x="1930734" y="44426"/>
                </a:moveTo>
                <a:lnTo>
                  <a:pt x="1943141" y="7643"/>
                </a:lnTo>
                <a:quadBezTo>
                  <a:pt x="1943864" y="5147"/>
                  <a:pt x="1944616" y="3743"/>
                </a:quadBezTo>
                <a:quadBezTo>
                  <a:pt x="1945368" y="2314"/>
                  <a:pt x="1947016" y="1170"/>
                </a:quadBezTo>
                <a:quadBezTo>
                  <a:pt x="1948694" y="0"/>
                  <a:pt x="1951268" y="0"/>
                </a:quadBezTo>
                <a:quadBezTo>
                  <a:pt x="1953697" y="0"/>
                  <a:pt x="1955085" y="1586"/>
                </a:quadBezTo>
                <a:quadBezTo>
                  <a:pt x="1956473" y="3145"/>
                  <a:pt x="1956473" y="5485"/>
                </a:quadBezTo>
                <a:quadBezTo>
                  <a:pt x="1956473" y="7305"/>
                  <a:pt x="1953871" y="11984"/>
                </a:quadBezTo>
                <a:lnTo>
                  <a:pt x="1934263" y="45908"/>
                </a:lnTo>
                <a:lnTo>
                  <a:pt x="1930734" y="44426"/>
                </a:lnTo>
                <a:close/>
                <a:moveTo>
                  <a:pt x="1984226" y="44426"/>
                </a:moveTo>
                <a:lnTo>
                  <a:pt x="1996632" y="7643"/>
                </a:lnTo>
                <a:quadBezTo>
                  <a:pt x="1997355" y="5147"/>
                  <a:pt x="1998107" y="3743"/>
                </a:quadBezTo>
                <a:quadBezTo>
                  <a:pt x="1998859" y="2314"/>
                  <a:pt x="2000508" y="1170"/>
                </a:quadBezTo>
                <a:quadBezTo>
                  <a:pt x="2002185" y="0"/>
                  <a:pt x="2004759" y="0"/>
                </a:quadBezTo>
                <a:quadBezTo>
                  <a:pt x="2007188" y="0"/>
                  <a:pt x="2008577" y="1586"/>
                </a:quadBezTo>
                <a:quadBezTo>
                  <a:pt x="2009965" y="3145"/>
                  <a:pt x="2009965" y="5485"/>
                </a:quadBezTo>
                <a:quadBezTo>
                  <a:pt x="2009965" y="7305"/>
                  <a:pt x="2007362" y="11984"/>
                </a:quadBezTo>
                <a:lnTo>
                  <a:pt x="1987754" y="45908"/>
                </a:lnTo>
                <a:lnTo>
                  <a:pt x="1984226" y="44426"/>
                </a:lnTo>
                <a:close/>
                <a:moveTo>
                  <a:pt x="2006970" y="327800"/>
                </a:moveTo>
                <a:quadBezTo>
                  <a:pt x="2006970" y="343732"/>
                  <a:pt x="2003541" y="357881"/>
                </a:quadBezTo>
                <a:quadBezTo>
                  <a:pt x="2000112" y="371993"/>
                  <a:pt x="1993377" y="383877"/>
                </a:quadBezTo>
                <a:quadBezTo>
                  <a:pt x="1986643" y="395760"/>
                  <a:pt x="1974744" y="402668"/>
                </a:quadBezTo>
                <a:quadBezTo>
                  <a:pt x="1962845" y="409575"/>
                  <a:pt x="1947228" y="409575"/>
                </a:quadBezTo>
                <a:quadBezTo>
                  <a:pt x="1931116" y="409575"/>
                  <a:pt x="1918928" y="402222"/>
                </a:quadBezTo>
                <a:quadBezTo>
                  <a:pt x="1906781" y="394832"/>
                  <a:pt x="1900171" y="382465"/>
                </a:quadBezTo>
                <a:quadBezTo>
                  <a:pt x="1893560" y="370099"/>
                  <a:pt x="1890503" y="356098"/>
                </a:quadBezTo>
                <a:quadBezTo>
                  <a:pt x="1887487" y="342061"/>
                  <a:pt x="1887487" y="326389"/>
                </a:quadBezTo>
                <a:quadBezTo>
                  <a:pt x="1887487" y="304256"/>
                  <a:pt x="1893560" y="286579"/>
                </a:quadBezTo>
                <a:quadBezTo>
                  <a:pt x="1899634" y="268865"/>
                  <a:pt x="1913763" y="257241"/>
                </a:quadBezTo>
                <a:quadBezTo>
                  <a:pt x="1927934" y="245580"/>
                  <a:pt x="1948303" y="245580"/>
                </a:quadBezTo>
                <a:quadBezTo>
                  <a:pt x="1974207" y="245580"/>
                  <a:pt x="1990568" y="268382"/>
                </a:quadBezTo>
                <a:quadBezTo>
                  <a:pt x="2006970" y="291184"/>
                  <a:pt x="2006970" y="327800"/>
                </a:quadBezTo>
                <a:close/>
                <a:moveTo>
                  <a:pt x="1981602" y="328989"/>
                </a:moveTo>
                <a:quadBezTo>
                  <a:pt x="1981602" y="291444"/>
                  <a:pt x="1972720" y="271613"/>
                </a:quadBezTo>
                <a:quadBezTo>
                  <a:pt x="1963878" y="251745"/>
                  <a:pt x="1946691" y="251745"/>
                </a:quadBezTo>
                <a:quadBezTo>
                  <a:pt x="1930289" y="251745"/>
                  <a:pt x="1921572" y="271724"/>
                </a:quadBezTo>
                <a:quadBezTo>
                  <a:pt x="1912854" y="291667"/>
                  <a:pt x="1912854" y="328023"/>
                </a:quadBezTo>
                <a:quadBezTo>
                  <a:pt x="1912854" y="364640"/>
                  <a:pt x="1921572" y="384025"/>
                </a:quadBezTo>
                <a:quadBezTo>
                  <a:pt x="1930289" y="403373"/>
                  <a:pt x="1947228" y="403373"/>
                </a:quadBezTo>
                <a:quadBezTo>
                  <a:pt x="1963878" y="403373"/>
                  <a:pt x="1972720" y="384025"/>
                </a:quadBezTo>
                <a:quadBezTo>
                  <a:pt x="1981602" y="364640"/>
                  <a:pt x="1981602" y="328989"/>
                </a:quadBezTo>
                <a:close/>
                <a:moveTo>
                  <a:pt x="2083490" y="364258"/>
                </a:moveTo>
                <a:lnTo>
                  <a:pt x="2079713" y="357839"/>
                </a:lnTo>
                <a:quadBezTo>
                  <a:pt x="2111053" y="338793"/>
                  <a:pt x="2111053" y="321498"/>
                </a:quadBezTo>
                <a:quadBezTo>
                  <a:pt x="2111053" y="317094"/>
                  <a:pt x="2105801" y="317094"/>
                </a:quadBezTo>
                <a:quadBezTo>
                  <a:pt x="2104266" y="317094"/>
                  <a:pt x="2100666" y="317731"/>
                </a:quadBezTo>
                <a:quadBezTo>
                  <a:pt x="2097124" y="318421"/>
                  <a:pt x="2094823" y="318421"/>
                </a:quadBezTo>
                <a:quadBezTo>
                  <a:pt x="2072926" y="318421"/>
                  <a:pt x="2072926" y="301126"/>
                </a:quadBezTo>
                <a:quadBezTo>
                  <a:pt x="2072926" y="292319"/>
                  <a:pt x="2079123" y="287067"/>
                </a:quadBezTo>
                <a:quadBezTo>
                  <a:pt x="2085379" y="281762"/>
                  <a:pt x="2095590" y="281762"/>
                </a:quadBezTo>
                <a:quadBezTo>
                  <a:pt x="2108457" y="281762"/>
                  <a:pt x="2117133" y="290091"/>
                </a:quadBezTo>
                <a:quadBezTo>
                  <a:pt x="2125809" y="298420"/>
                  <a:pt x="2125809" y="311312"/>
                </a:quadBezTo>
                <a:quadBezTo>
                  <a:pt x="2125809" y="326909"/>
                  <a:pt x="2114300" y="341498"/>
                </a:quadBezTo>
                <a:quadBezTo>
                  <a:pt x="2102790" y="356141"/>
                  <a:pt x="2083490" y="364258"/>
                </a:quadBezTo>
                <a:close/>
                <a:moveTo>
                  <a:pt x="2333338" y="280064"/>
                </a:moveTo>
                <a:lnTo>
                  <a:pt x="2339358" y="283459"/>
                </a:lnTo>
                <a:quadBezTo>
                  <a:pt x="2322005" y="303142"/>
                  <a:pt x="2305538" y="311630"/>
                </a:quadBezTo>
                <a:quadBezTo>
                  <a:pt x="2289131" y="320118"/>
                  <a:pt x="2268001" y="320118"/>
                </a:quadBezTo>
                <a:quadBezTo>
                  <a:pt x="2241146" y="320118"/>
                  <a:pt x="2226804" y="306908"/>
                </a:quadBezTo>
                <a:quadBezTo>
                  <a:pt x="2212462" y="293645"/>
                  <a:pt x="2212462" y="267862"/>
                </a:quadBezTo>
                <a:quadBezTo>
                  <a:pt x="2212462" y="245103"/>
                  <a:pt x="2225269" y="223882"/>
                </a:quadBezTo>
                <a:quadBezTo>
                  <a:pt x="2238136" y="202661"/>
                  <a:pt x="2258912" y="187382"/>
                </a:quadBezTo>
                <a:quadBezTo>
                  <a:pt x="2288009" y="166692"/>
                  <a:pt x="2322005" y="166692"/>
                </a:quadBezTo>
                <a:quadBezTo>
                  <a:pt x="2339358" y="166692"/>
                  <a:pt x="2350513" y="174490"/>
                </a:quadBezTo>
                <a:quadBezTo>
                  <a:pt x="2361668" y="182289"/>
                  <a:pt x="2361668" y="194173"/>
                </a:quadBezTo>
                <a:quadBezTo>
                  <a:pt x="2361668" y="200963"/>
                  <a:pt x="2356356" y="205738"/>
                </a:quadBezTo>
                <a:quadBezTo>
                  <a:pt x="2351103" y="210460"/>
                  <a:pt x="2343548" y="210460"/>
                </a:quadBezTo>
                <a:quadBezTo>
                  <a:pt x="2335994" y="210460"/>
                  <a:pt x="2332393" y="206587"/>
                </a:quadBezTo>
                <a:quadBezTo>
                  <a:pt x="2328793" y="202661"/>
                  <a:pt x="2328793" y="196878"/>
                </a:quadBezTo>
                <a:quadBezTo>
                  <a:pt x="2328793" y="193854"/>
                  <a:pt x="2331626" y="188920"/>
                </a:quadBezTo>
                <a:quadBezTo>
                  <a:pt x="2334459" y="183987"/>
                  <a:pt x="2334459" y="180591"/>
                </a:quadBezTo>
                <a:quadBezTo>
                  <a:pt x="2334459" y="173801"/>
                  <a:pt x="2320471" y="173801"/>
                </a:quadBezTo>
                <a:quadBezTo>
                  <a:pt x="2296685" y="173801"/>
                  <a:pt x="2279333" y="190088"/>
                </a:quadBezTo>
                <a:quadBezTo>
                  <a:pt x="2244923" y="222715"/>
                  <a:pt x="2244923" y="269188"/>
                </a:quadBezTo>
                <a:quadBezTo>
                  <a:pt x="2244923" y="287544"/>
                  <a:pt x="2253600" y="297730"/>
                </a:quadBezTo>
                <a:quadBezTo>
                  <a:pt x="2262335" y="307916"/>
                  <a:pt x="2278566" y="307916"/>
                </a:quadBezTo>
                <a:quadBezTo>
                  <a:pt x="2293321" y="307916"/>
                  <a:pt x="2305361" y="301497"/>
                </a:quadBezTo>
                <a:quadBezTo>
                  <a:pt x="2317461" y="295025"/>
                  <a:pt x="2333338" y="280064"/>
                </a:quadBezTo>
                <a:close/>
                <a:moveTo>
                  <a:pt x="2379823" y="92312"/>
                </a:moveTo>
                <a:lnTo>
                  <a:pt x="2384308" y="86901"/>
                </a:lnTo>
                <a:quadBezTo>
                  <a:pt x="2427394" y="109979"/>
                  <a:pt x="2451947" y="149397"/>
                </a:quadBezTo>
                <a:quadBezTo>
                  <a:pt x="2476500" y="188761"/>
                  <a:pt x="2476500" y="232529"/>
                </a:quadBezTo>
                <a:quadBezTo>
                  <a:pt x="2476500" y="325211"/>
                  <a:pt x="2383187" y="376513"/>
                </a:quadBezTo>
                <a:lnTo>
                  <a:pt x="2379823" y="371049"/>
                </a:lnTo>
                <a:quadBezTo>
                  <a:pt x="2418718" y="342188"/>
                  <a:pt x="2431349" y="313540"/>
                </a:quadBezTo>
                <a:quadBezTo>
                  <a:pt x="2444038" y="284839"/>
                  <a:pt x="2444038" y="233537"/>
                </a:quadBezTo>
                <a:quadBezTo>
                  <a:pt x="2444038" y="181971"/>
                  <a:pt x="2431349" y="150882"/>
                </a:quadBezTo>
                <a:quadBezTo>
                  <a:pt x="2418718" y="119793"/>
                  <a:pt x="2379823" y="92312"/>
                </a:quadBez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9" name="start1">
            <a:extLst xmlns:a="http://schemas.openxmlformats.org/drawingml/2006/main">
              <a:ext uri="{FF2B5EF4-FFF2-40B4-BE49-F238E27FC236}">
                <a16:creationId xmlns:a16="http://schemas.microsoft.com/office/drawing/2014/main" id="{95350437-917E-40ED-AA9B-5AFE035F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2750" y="1590675"/>
            <a:ext cx="295275" cy="409575"/>
          </a:xfrm>
          <a:custGeom xmlns:a="http://schemas.openxmlformats.org/drawingml/2006/main">
            <a:pathLst>
              <a:path w="295275" h="409575">
                <a:moveTo>
                  <a:pt x="131078" y="171095"/>
                </a:moveTo>
                <a:lnTo>
                  <a:pt x="128538" y="181971"/>
                </a:lnTo>
                <a:lnTo>
                  <a:pt x="85904" y="181971"/>
                </a:lnTo>
                <a:lnTo>
                  <a:pt x="41681" y="293327"/>
                </a:lnTo>
                <a:quadBezTo>
                  <a:pt x="40649" y="296033"/>
                  <a:pt x="40649" y="298049"/>
                </a:quadBezTo>
                <a:quadBezTo>
                  <a:pt x="40649" y="303513"/>
                  <a:pt x="48271" y="303513"/>
                </a:quadBezTo>
                <a:quadBezTo>
                  <a:pt x="54384" y="303513"/>
                  <a:pt x="62483" y="298261"/>
                </a:quadBezTo>
                <a:quadBezTo>
                  <a:pt x="70660" y="292956"/>
                  <a:pt x="89476" y="276669"/>
                </a:quadBezTo>
                <a:lnTo>
                  <a:pt x="96066" y="279056"/>
                </a:lnTo>
                <a:quadBezTo>
                  <a:pt x="72645" y="302823"/>
                  <a:pt x="57640" y="311471"/>
                </a:quadBezTo>
                <a:quadBezTo>
                  <a:pt x="42714" y="320118"/>
                  <a:pt x="23421" y="320118"/>
                </a:quadBezTo>
                <a:quadBezTo>
                  <a:pt x="0" y="320118"/>
                  <a:pt x="0" y="307598"/>
                </a:quadBezTo>
                <a:quadBezTo>
                  <a:pt x="0" y="304203"/>
                  <a:pt x="8178" y="282451"/>
                </a:quadBezTo>
                <a:lnTo>
                  <a:pt x="47795" y="181971"/>
                </a:lnTo>
                <a:lnTo>
                  <a:pt x="9686" y="181971"/>
                </a:lnTo>
                <a:lnTo>
                  <a:pt x="9130" y="179902"/>
                </a:lnTo>
                <a:quadBezTo>
                  <a:pt x="9130" y="173801"/>
                  <a:pt x="25962" y="171413"/>
                </a:quadBezTo>
                <a:quadBezTo>
                  <a:pt x="38665" y="169397"/>
                  <a:pt x="59466" y="158362"/>
                </a:quadBezTo>
                <a:quadBezTo>
                  <a:pt x="80267" y="147327"/>
                  <a:pt x="93525" y="134064"/>
                </a:quadBezTo>
                <a:quadBezTo>
                  <a:pt x="96542" y="131040"/>
                  <a:pt x="100591" y="131040"/>
                </a:quadBezTo>
                <a:quadBezTo>
                  <a:pt x="105196" y="131040"/>
                  <a:pt x="105196" y="133746"/>
                </a:quadBezTo>
                <a:quadBezTo>
                  <a:pt x="105196" y="135444"/>
                  <a:pt x="104720" y="136133"/>
                </a:quadBezTo>
                <a:lnTo>
                  <a:pt x="90429" y="171095"/>
                </a:lnTo>
                <a:lnTo>
                  <a:pt x="131078" y="171095"/>
                </a:lnTo>
                <a:close/>
                <a:moveTo>
                  <a:pt x="188697" y="44426"/>
                </a:moveTo>
                <a:lnTo>
                  <a:pt x="205386" y="7643"/>
                </a:lnTo>
                <a:quadBezTo>
                  <a:pt x="206359" y="5147"/>
                  <a:pt x="207370" y="3743"/>
                </a:quadBezTo>
                <a:quadBezTo>
                  <a:pt x="208382" y="2314"/>
                  <a:pt x="210599" y="1170"/>
                </a:quadBezTo>
                <a:quadBezTo>
                  <a:pt x="212856" y="0"/>
                  <a:pt x="216318" y="0"/>
                </a:quadBezTo>
                <a:quadBezTo>
                  <a:pt x="219586" y="0"/>
                  <a:pt x="221453" y="1586"/>
                </a:quadBezTo>
                <a:quadBezTo>
                  <a:pt x="223321" y="3145"/>
                  <a:pt x="223321" y="5485"/>
                </a:quadBezTo>
                <a:quadBezTo>
                  <a:pt x="223321" y="7305"/>
                  <a:pt x="219819" y="11984"/>
                </a:quadBezTo>
                <a:lnTo>
                  <a:pt x="193443" y="45908"/>
                </a:lnTo>
                <a:lnTo>
                  <a:pt x="188697" y="44426"/>
                </a:lnTo>
                <a:close/>
                <a:moveTo>
                  <a:pt x="260652" y="44426"/>
                </a:moveTo>
                <a:lnTo>
                  <a:pt x="277341" y="7643"/>
                </a:lnTo>
                <a:quadBezTo>
                  <a:pt x="278313" y="5147"/>
                  <a:pt x="279325" y="3743"/>
                </a:quadBezTo>
                <a:quadBezTo>
                  <a:pt x="280336" y="2314"/>
                  <a:pt x="282554" y="1170"/>
                </a:quadBezTo>
                <a:quadBezTo>
                  <a:pt x="284810" y="0"/>
                  <a:pt x="288273" y="0"/>
                </a:quadBezTo>
                <a:quadBezTo>
                  <a:pt x="291540" y="0"/>
                  <a:pt x="293408" y="1586"/>
                </a:quadBezTo>
                <a:quadBezTo>
                  <a:pt x="295275" y="3145"/>
                  <a:pt x="295275" y="5485"/>
                </a:quadBezTo>
                <a:quadBezTo>
                  <a:pt x="295275" y="7305"/>
                  <a:pt x="291774" y="11984"/>
                </a:quadBezTo>
                <a:lnTo>
                  <a:pt x="265398" y="45908"/>
                </a:lnTo>
                <a:lnTo>
                  <a:pt x="260652" y="44426"/>
                </a:lnTo>
                <a:close/>
                <a:moveTo>
                  <a:pt x="291246" y="327800"/>
                </a:moveTo>
                <a:quadBezTo>
                  <a:pt x="291246" y="343732"/>
                  <a:pt x="286634" y="357881"/>
                </a:quadBezTo>
                <a:quadBezTo>
                  <a:pt x="282021" y="371993"/>
                  <a:pt x="272962" y="383877"/>
                </a:quadBezTo>
                <a:quadBezTo>
                  <a:pt x="263903" y="395760"/>
                  <a:pt x="247898" y="402668"/>
                </a:quadBezTo>
                <a:quadBezTo>
                  <a:pt x="231892" y="409575"/>
                  <a:pt x="210884" y="409575"/>
                </a:quadBezTo>
                <a:quadBezTo>
                  <a:pt x="189210" y="409575"/>
                  <a:pt x="172815" y="402222"/>
                </a:quadBezTo>
                <a:quadBezTo>
                  <a:pt x="156476" y="394832"/>
                  <a:pt x="147584" y="382465"/>
                </a:quadBezTo>
                <a:quadBezTo>
                  <a:pt x="138692" y="370099"/>
                  <a:pt x="134580" y="356098"/>
                </a:quadBezTo>
                <a:quadBezTo>
                  <a:pt x="130523" y="342061"/>
                  <a:pt x="130523" y="326389"/>
                </a:quadBezTo>
                <a:quadBezTo>
                  <a:pt x="130523" y="304256"/>
                  <a:pt x="138692" y="286579"/>
                </a:quadBezTo>
                <a:quadBezTo>
                  <a:pt x="146862" y="268865"/>
                  <a:pt x="165868" y="257241"/>
                </a:quadBezTo>
                <a:quadBezTo>
                  <a:pt x="184931" y="245580"/>
                  <a:pt x="212329" y="245580"/>
                </a:quadBezTo>
                <a:quadBezTo>
                  <a:pt x="247175" y="245580"/>
                  <a:pt x="269183" y="268382"/>
                </a:quadBezTo>
                <a:quadBezTo>
                  <a:pt x="291246" y="291184"/>
                  <a:pt x="291246" y="327800"/>
                </a:quadBezTo>
                <a:close/>
                <a:moveTo>
                  <a:pt x="257123" y="328989"/>
                </a:moveTo>
                <a:quadBezTo>
                  <a:pt x="257123" y="291444"/>
                  <a:pt x="245174" y="271613"/>
                </a:quadBezTo>
                <a:quadBezTo>
                  <a:pt x="233281" y="251745"/>
                  <a:pt x="210162" y="251745"/>
                </a:quadBezTo>
                <a:quadBezTo>
                  <a:pt x="188099" y="251745"/>
                  <a:pt x="176372" y="271724"/>
                </a:quadBezTo>
                <a:quadBezTo>
                  <a:pt x="164646" y="291667"/>
                  <a:pt x="164646" y="328023"/>
                </a:quadBezTo>
                <a:quadBezTo>
                  <a:pt x="164646" y="364640"/>
                  <a:pt x="176372" y="384025"/>
                </a:quadBezTo>
                <a:quadBezTo>
                  <a:pt x="188099" y="403373"/>
                  <a:pt x="210884" y="403373"/>
                </a:quadBezTo>
                <a:quadBezTo>
                  <a:pt x="233281" y="403373"/>
                  <a:pt x="245174" y="384025"/>
                </a:quadBezTo>
                <a:quadBezTo>
                  <a:pt x="257123" y="364640"/>
                  <a:pt x="257123" y="328989"/>
                </a:quadBez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0" name="end1">
            <a:extLst xmlns:a="http://schemas.openxmlformats.org/drawingml/2006/main">
              <a:ext uri="{FF2B5EF4-FFF2-40B4-BE49-F238E27FC236}">
                <a16:creationId xmlns:a16="http://schemas.microsoft.com/office/drawing/2014/main" id="{371ACFB0-964F-4F70-8D9D-4558453F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19575" y="1590675"/>
            <a:ext cx="295275" cy="409575"/>
          </a:xfrm>
          <a:custGeom xmlns:a="http://schemas.openxmlformats.org/drawingml/2006/main">
            <a:pathLst>
              <a:path w="295275" h="409575">
                <a:moveTo>
                  <a:pt x="131078" y="172503"/>
                </a:moveTo>
                <a:lnTo>
                  <a:pt x="128538" y="183468"/>
                </a:lnTo>
                <a:lnTo>
                  <a:pt x="85904" y="183468"/>
                </a:lnTo>
                <a:lnTo>
                  <a:pt x="41681" y="295740"/>
                </a:lnTo>
                <a:quadBezTo>
                  <a:pt x="40649" y="298468"/>
                  <a:pt x="40649" y="300501"/>
                </a:quadBezTo>
                <a:quadBezTo>
                  <a:pt x="40649" y="306010"/>
                  <a:pt x="48271" y="306010"/>
                </a:quadBezTo>
                <a:quadBezTo>
                  <a:pt x="54384" y="306010"/>
                  <a:pt x="62483" y="300715"/>
                </a:quadBezTo>
                <a:quadBezTo>
                  <a:pt x="70660" y="295366"/>
                  <a:pt x="89476" y="278945"/>
                </a:quadBezTo>
                <a:lnTo>
                  <a:pt x="96066" y="281352"/>
                </a:lnTo>
                <a:quadBezTo>
                  <a:pt x="72645" y="305315"/>
                  <a:pt x="57640" y="314034"/>
                </a:quadBezTo>
                <a:quadBezTo>
                  <a:pt x="42714" y="322752"/>
                  <a:pt x="23421" y="322752"/>
                </a:quadBezTo>
                <a:quadBezTo>
                  <a:pt x="0" y="322752"/>
                  <a:pt x="0" y="310129"/>
                </a:quadBezTo>
                <a:quadBezTo>
                  <a:pt x="0" y="306706"/>
                  <a:pt x="8178" y="284775"/>
                </a:quadBezTo>
                <a:lnTo>
                  <a:pt x="47795" y="183468"/>
                </a:lnTo>
                <a:lnTo>
                  <a:pt x="9686" y="183468"/>
                </a:lnTo>
                <a:lnTo>
                  <a:pt x="9130" y="181382"/>
                </a:lnTo>
                <a:quadBezTo>
                  <a:pt x="9130" y="175230"/>
                  <a:pt x="25962" y="172823"/>
                </a:quadBezTo>
                <a:quadBezTo>
                  <a:pt x="38665" y="170791"/>
                  <a:pt x="59466" y="159665"/>
                </a:quadBezTo>
                <a:quadBezTo>
                  <a:pt x="80267" y="148540"/>
                  <a:pt x="93525" y="135167"/>
                </a:quadBezTo>
                <a:quadBezTo>
                  <a:pt x="96542" y="132119"/>
                  <a:pt x="100591" y="132119"/>
                </a:quadBezTo>
                <a:quadBezTo>
                  <a:pt x="105196" y="132119"/>
                  <a:pt x="105196" y="134847"/>
                </a:quadBezTo>
                <a:quadBezTo>
                  <a:pt x="105196" y="136558"/>
                  <a:pt x="104720" y="137254"/>
                </a:quadBezTo>
                <a:lnTo>
                  <a:pt x="90429" y="172503"/>
                </a:lnTo>
                <a:lnTo>
                  <a:pt x="131078" y="172503"/>
                </a:lnTo>
                <a:close/>
                <a:moveTo>
                  <a:pt x="188697" y="44792"/>
                </a:moveTo>
                <a:lnTo>
                  <a:pt x="205386" y="7706"/>
                </a:lnTo>
                <a:quadBezTo>
                  <a:pt x="206359" y="5189"/>
                  <a:pt x="207370" y="3774"/>
                </a:quadBezTo>
                <a:quadBezTo>
                  <a:pt x="208382" y="2333"/>
                  <a:pt x="210599" y="1179"/>
                </a:quadBezTo>
                <a:quadBezTo>
                  <a:pt x="212856" y="0"/>
                  <a:pt x="216318" y="0"/>
                </a:quadBezTo>
                <a:quadBezTo>
                  <a:pt x="219586" y="0"/>
                  <a:pt x="221453" y="1599"/>
                </a:quadBezTo>
                <a:quadBezTo>
                  <a:pt x="223321" y="3171"/>
                  <a:pt x="223321" y="5530"/>
                </a:quadBezTo>
                <a:quadBezTo>
                  <a:pt x="223321" y="7365"/>
                  <a:pt x="219819" y="12083"/>
                </a:quadBezTo>
                <a:lnTo>
                  <a:pt x="193443" y="46286"/>
                </a:lnTo>
                <a:lnTo>
                  <a:pt x="188697" y="44792"/>
                </a:lnTo>
                <a:close/>
                <a:moveTo>
                  <a:pt x="260652" y="44792"/>
                </a:moveTo>
                <a:lnTo>
                  <a:pt x="277341" y="7706"/>
                </a:lnTo>
                <a:quadBezTo>
                  <a:pt x="278313" y="5189"/>
                  <a:pt x="279325" y="3774"/>
                </a:quadBezTo>
                <a:quadBezTo>
                  <a:pt x="280336" y="2333"/>
                  <a:pt x="282554" y="1179"/>
                </a:quadBezTo>
                <a:quadBezTo>
                  <a:pt x="284810" y="0"/>
                  <a:pt x="288273" y="0"/>
                </a:quadBezTo>
                <a:quadBezTo>
                  <a:pt x="291540" y="0"/>
                  <a:pt x="293408" y="1599"/>
                </a:quadBezTo>
                <a:quadBezTo>
                  <a:pt x="295275" y="3171"/>
                  <a:pt x="295275" y="5530"/>
                </a:quadBezTo>
                <a:quadBezTo>
                  <a:pt x="295275" y="7365"/>
                  <a:pt x="291774" y="12083"/>
                </a:quadBezTo>
                <a:lnTo>
                  <a:pt x="265398" y="46286"/>
                </a:lnTo>
                <a:lnTo>
                  <a:pt x="260652" y="44792"/>
                </a:lnTo>
                <a:close/>
                <a:moveTo>
                  <a:pt x="262125" y="409575"/>
                </a:moveTo>
                <a:lnTo>
                  <a:pt x="163923" y="409575"/>
                </a:lnTo>
                <a:lnTo>
                  <a:pt x="163923" y="405981"/>
                </a:lnTo>
                <a:quadBezTo>
                  <a:pt x="183486" y="405269"/>
                  <a:pt x="190599" y="401076"/>
                </a:quadBezTo>
                <a:quadBezTo>
                  <a:pt x="197713" y="396882"/>
                  <a:pt x="197713" y="386810"/>
                </a:quadBezTo>
                <a:lnTo>
                  <a:pt x="197713" y="279202"/>
                </a:lnTo>
                <a:quadBezTo>
                  <a:pt x="197713" y="267482"/>
                  <a:pt x="187043" y="267482"/>
                </a:quadBezTo>
                <a:quadBezTo>
                  <a:pt x="182096" y="267482"/>
                  <a:pt x="171037" y="270365"/>
                </a:quadBezTo>
                <a:lnTo>
                  <a:pt x="161422" y="272762"/>
                </a:lnTo>
                <a:lnTo>
                  <a:pt x="161422" y="269392"/>
                </a:lnTo>
                <a:lnTo>
                  <a:pt x="225112" y="247601"/>
                </a:lnTo>
                <a:lnTo>
                  <a:pt x="228335" y="248312"/>
                </a:lnTo>
                <a:lnTo>
                  <a:pt x="228335" y="391378"/>
                </a:lnTo>
                <a:quadBezTo>
                  <a:pt x="228335" y="399278"/>
                  <a:pt x="235449" y="402648"/>
                </a:quadBezTo>
                <a:quadBezTo>
                  <a:pt x="242562" y="405981"/>
                  <a:pt x="262125" y="405981"/>
                </a:quadBezTo>
                <a:lnTo>
                  <a:pt x="262125" y="40957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1" name="interval1">
            <a:extLst xmlns:a="http://schemas.openxmlformats.org/drawingml/2006/main">
              <a:ext uri="{FF2B5EF4-FFF2-40B4-BE49-F238E27FC236}">
                <a16:creationId xmlns:a16="http://schemas.microsoft.com/office/drawing/2014/main" id="{A31C4D72-6BDC-487B-82AD-2C71E4F4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105900" cy="5943600"/>
          </a:xfrm>
          <a:custGeom xmlns:a="http://schemas.openxmlformats.org/drawingml/2006/main">
            <a:pathLst>
              <a:path w="9105900" h="5943600">
                <a:moveTo>
                  <a:pt x="3390900" y="1762125"/>
                </a:moveTo>
                <a:lnTo>
                  <a:pt x="4143375" y="1762125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111111"/>
            </a:solidFill>
            <a:prstDash val="solid"/>
          </a:ln>
        </p:spPr>
      </p:sp>
      <p:sp>
        <p:nvSpPr>
          <p:cNvPr id="12" name="unloc-row1">
            <a:extLst xmlns:a="http://schemas.openxmlformats.org/drawingml/2006/main">
              <a:ext uri="{FF2B5EF4-FFF2-40B4-BE49-F238E27FC236}">
                <a16:creationId xmlns:a16="http://schemas.microsoft.com/office/drawing/2014/main" id="{C751D1E0-A1C0-4632-878A-7851D122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200" y="1600200"/>
            <a:ext cx="4248150" cy="361950"/>
          </a:xfrm>
          <a:custGeom xmlns:a="http://schemas.openxmlformats.org/drawingml/2006/main">
            <a:pathLst>
              <a:path w="4248150" h="361950">
                <a:moveTo>
                  <a:pt x="134914" y="103832"/>
                </a:moveTo>
                <a:lnTo>
                  <a:pt x="128090" y="133926"/>
                </a:lnTo>
                <a:lnTo>
                  <a:pt x="84748" y="133926"/>
                </a:lnTo>
                <a:quadBezTo>
                  <a:pt x="61931" y="198694"/>
                  <a:pt x="61931" y="230887"/>
                </a:quadBezTo>
                <a:quadBezTo>
                  <a:pt x="61931" y="251628"/>
                  <a:pt x="73645" y="251628"/>
                </a:quadBezTo>
                <a:quadBezTo>
                  <a:pt x="79502" y="251628"/>
                  <a:pt x="86683" y="243294"/>
                </a:quadBezTo>
                <a:quadBezTo>
                  <a:pt x="93865" y="234959"/>
                  <a:pt x="98092" y="223507"/>
                </a:quadBezTo>
                <a:lnTo>
                  <a:pt x="103338" y="223507"/>
                </a:lnTo>
                <a:quadBezTo>
                  <a:pt x="97430" y="248383"/>
                  <a:pt x="84239" y="265498"/>
                </a:quadBezTo>
                <a:quadBezTo>
                  <a:pt x="71048" y="282549"/>
                  <a:pt x="56074" y="282549"/>
                </a:quadBezTo>
                <a:quadBezTo>
                  <a:pt x="35193" y="282549"/>
                  <a:pt x="35193" y="253664"/>
                </a:quadBezTo>
                <a:quadBezTo>
                  <a:pt x="35193" y="221471"/>
                  <a:pt x="67126" y="133926"/>
                </a:quadBezTo>
                <a:lnTo>
                  <a:pt x="47263" y="133926"/>
                </a:lnTo>
                <a:quadBezTo>
                  <a:pt x="21187" y="133926"/>
                  <a:pt x="5195" y="169809"/>
                </a:quadBezTo>
                <a:lnTo>
                  <a:pt x="0" y="169809"/>
                </a:lnTo>
                <a:quadBezTo>
                  <a:pt x="8149" y="144933"/>
                  <a:pt x="25058" y="124383"/>
                </a:quadBezTo>
                <a:quadBezTo>
                  <a:pt x="42018" y="103832"/>
                  <a:pt x="63867" y="103832"/>
                </a:quadBezTo>
                <a:lnTo>
                  <a:pt x="134914" y="103832"/>
                </a:lnTo>
                <a:close/>
                <a:moveTo>
                  <a:pt x="384430" y="147796"/>
                </a:moveTo>
                <a:lnTo>
                  <a:pt x="192423" y="147796"/>
                </a:lnTo>
                <a:lnTo>
                  <a:pt x="192423" y="120947"/>
                </a:lnTo>
                <a:lnTo>
                  <a:pt x="384430" y="120947"/>
                </a:lnTo>
                <a:lnTo>
                  <a:pt x="384430" y="147796"/>
                </a:lnTo>
                <a:close/>
                <a:moveTo>
                  <a:pt x="384430" y="229233"/>
                </a:moveTo>
                <a:lnTo>
                  <a:pt x="192423" y="229233"/>
                </a:lnTo>
                <a:lnTo>
                  <a:pt x="192423" y="202384"/>
                </a:lnTo>
                <a:lnTo>
                  <a:pt x="384430" y="202384"/>
                </a:lnTo>
                <a:lnTo>
                  <a:pt x="384430" y="229233"/>
                </a:lnTo>
                <a:close/>
                <a:moveTo>
                  <a:pt x="546244" y="343627"/>
                </a:moveTo>
                <a:lnTo>
                  <a:pt x="542323" y="350180"/>
                </a:lnTo>
                <a:quadBezTo>
                  <a:pt x="504481" y="323267"/>
                  <a:pt x="483600" y="276059"/>
                </a:quadBezTo>
                <a:quadBezTo>
                  <a:pt x="462769" y="228851"/>
                  <a:pt x="462769" y="175472"/>
                </a:quadBezTo>
                <a:quadBezTo>
                  <a:pt x="462769" y="62668"/>
                  <a:pt x="543290" y="2863"/>
                </a:quadBezTo>
                <a:lnTo>
                  <a:pt x="546244" y="9353"/>
                </a:lnTo>
                <a:quadBezTo>
                  <a:pt x="512987" y="44790"/>
                  <a:pt x="501884" y="79210"/>
                </a:quadBezTo>
                <a:quadBezTo>
                  <a:pt x="490832" y="113567"/>
                  <a:pt x="490832" y="174263"/>
                </a:quadBezTo>
                <a:quadBezTo>
                  <a:pt x="490832" y="234514"/>
                  <a:pt x="502240" y="271987"/>
                </a:quadBezTo>
                <a:quadBezTo>
                  <a:pt x="513649" y="309461"/>
                  <a:pt x="546244" y="343627"/>
                </a:quadBezTo>
                <a:close/>
                <a:moveTo>
                  <a:pt x="608797" y="160011"/>
                </a:moveTo>
                <a:lnTo>
                  <a:pt x="609153" y="160011"/>
                </a:lnTo>
                <a:quadBezTo>
                  <a:pt x="625451" y="126228"/>
                  <a:pt x="639915" y="112421"/>
                </a:quadBezTo>
                <a:quadBezTo>
                  <a:pt x="654430" y="98552"/>
                  <a:pt x="672052" y="98552"/>
                </a:quadBezTo>
                <a:quadBezTo>
                  <a:pt x="689012" y="98552"/>
                  <a:pt x="699402" y="111594"/>
                </a:quadBezTo>
                <a:quadBezTo>
                  <a:pt x="709843" y="124573"/>
                  <a:pt x="709843" y="147414"/>
                </a:quadBezTo>
                <a:quadBezTo>
                  <a:pt x="709843" y="178716"/>
                  <a:pt x="694513" y="210528"/>
                </a:quadBezTo>
                <a:quadBezTo>
                  <a:pt x="679233" y="242276"/>
                  <a:pt x="654583" y="262444"/>
                </a:quadBezTo>
                <a:quadBezTo>
                  <a:pt x="629984" y="282549"/>
                  <a:pt x="605537" y="282549"/>
                </a:quadBezTo>
                <a:quadBezTo>
                  <a:pt x="590564" y="282549"/>
                  <a:pt x="576863" y="276059"/>
                </a:quadBezTo>
                <a:quadBezTo>
                  <a:pt x="563163" y="269570"/>
                  <a:pt x="563163" y="260981"/>
                </a:quadBezTo>
                <a:lnTo>
                  <a:pt x="563163" y="258563"/>
                </a:lnTo>
                <a:lnTo>
                  <a:pt x="609459" y="45618"/>
                </a:lnTo>
                <a:quadBezTo>
                  <a:pt x="612413" y="30921"/>
                  <a:pt x="612413" y="26467"/>
                </a:quadBezTo>
                <a:quadBezTo>
                  <a:pt x="612413" y="19914"/>
                  <a:pt x="609306" y="18514"/>
                </a:quadBezTo>
                <a:quadBezTo>
                  <a:pt x="606199" y="17115"/>
                  <a:pt x="591531" y="16287"/>
                </a:quadBezTo>
                <a:lnTo>
                  <a:pt x="591531" y="9353"/>
                </a:lnTo>
                <a:quadBezTo>
                  <a:pt x="615978" y="5662"/>
                  <a:pt x="641392" y="0"/>
                </a:quadBezTo>
                <a:lnTo>
                  <a:pt x="643022" y="2036"/>
                </a:lnTo>
                <a:lnTo>
                  <a:pt x="636197" y="35438"/>
                </a:lnTo>
                <a:lnTo>
                  <a:pt x="608797" y="160011"/>
                </a:lnTo>
                <a:close/>
                <a:moveTo>
                  <a:pt x="682136" y="153522"/>
                </a:moveTo>
                <a:quadBezTo>
                  <a:pt x="682136" y="118466"/>
                  <a:pt x="659320" y="118466"/>
                </a:quadBezTo>
                <a:quadBezTo>
                  <a:pt x="636859" y="118466"/>
                  <a:pt x="614654" y="165292"/>
                </a:quadBezTo>
                <a:quadBezTo>
                  <a:pt x="604264" y="187305"/>
                  <a:pt x="597745" y="213963"/>
                </a:quadBezTo>
                <a:quadBezTo>
                  <a:pt x="591226" y="240621"/>
                  <a:pt x="591226" y="259390"/>
                </a:quadBezTo>
                <a:quadBezTo>
                  <a:pt x="591226" y="273196"/>
                  <a:pt x="606199" y="273196"/>
                </a:quadBezTo>
                <a:quadBezTo>
                  <a:pt x="627692" y="273196"/>
                  <a:pt x="646282" y="249210"/>
                </a:quadBezTo>
                <a:quadBezTo>
                  <a:pt x="661306" y="229615"/>
                  <a:pt x="671696" y="202575"/>
                </a:quadBezTo>
                <a:quadBezTo>
                  <a:pt x="682136" y="175472"/>
                  <a:pt x="682136" y="153522"/>
                </a:quadBezTo>
                <a:close/>
                <a:moveTo>
                  <a:pt x="872158" y="129091"/>
                </a:moveTo>
                <a:lnTo>
                  <a:pt x="856216" y="129091"/>
                </a:lnTo>
                <a:quadBezTo>
                  <a:pt x="859119" y="136407"/>
                  <a:pt x="859119" y="149832"/>
                </a:quadBezTo>
                <a:quadBezTo>
                  <a:pt x="859119" y="175472"/>
                  <a:pt x="840377" y="196085"/>
                </a:quadBezTo>
                <a:quadBezTo>
                  <a:pt x="821635" y="216636"/>
                  <a:pt x="798818" y="216636"/>
                </a:quadBezTo>
                <a:quadBezTo>
                  <a:pt x="792961" y="216636"/>
                  <a:pt x="788734" y="215363"/>
                </a:quadBezTo>
                <a:quadBezTo>
                  <a:pt x="787766" y="214981"/>
                  <a:pt x="786442" y="214981"/>
                </a:quadBezTo>
                <a:quadBezTo>
                  <a:pt x="782215" y="214981"/>
                  <a:pt x="778446" y="220262"/>
                </a:quadBezTo>
                <a:quadBezTo>
                  <a:pt x="774728" y="225543"/>
                  <a:pt x="774728" y="231651"/>
                </a:quadBezTo>
                <a:quadBezTo>
                  <a:pt x="774728" y="241448"/>
                  <a:pt x="797850" y="248765"/>
                </a:quadBezTo>
                <a:quadBezTo>
                  <a:pt x="844146" y="262635"/>
                  <a:pt x="844146" y="300490"/>
                </a:quadBezTo>
                <a:quadBezTo>
                  <a:pt x="844146" y="327785"/>
                  <a:pt x="825862" y="344835"/>
                </a:quadBezTo>
                <a:quadBezTo>
                  <a:pt x="807629" y="361950"/>
                  <a:pt x="775695" y="361950"/>
                </a:quadBezTo>
                <a:quadBezTo>
                  <a:pt x="750281" y="361950"/>
                  <a:pt x="735766" y="350752"/>
                </a:quadBezTo>
                <a:quadBezTo>
                  <a:pt x="721251" y="339555"/>
                  <a:pt x="721251" y="317987"/>
                </a:quadBezTo>
                <a:quadBezTo>
                  <a:pt x="721251" y="302145"/>
                  <a:pt x="728585" y="290947"/>
                </a:quadBezTo>
                <a:quadBezTo>
                  <a:pt x="735919" y="279749"/>
                  <a:pt x="759398" y="262189"/>
                </a:quadBezTo>
                <a:quadBezTo>
                  <a:pt x="750587" y="255700"/>
                  <a:pt x="750587" y="246347"/>
                </a:quadBezTo>
                <a:quadBezTo>
                  <a:pt x="750587" y="226815"/>
                  <a:pt x="775695" y="212118"/>
                </a:quadBezTo>
                <a:quadBezTo>
                  <a:pt x="749925" y="200730"/>
                  <a:pt x="749925" y="168155"/>
                </a:quadBezTo>
                <a:quadBezTo>
                  <a:pt x="749925" y="137998"/>
                  <a:pt x="769788" y="118275"/>
                </a:quadBezTo>
                <a:quadBezTo>
                  <a:pt x="789701" y="98552"/>
                  <a:pt x="815472" y="98552"/>
                </a:quadBezTo>
                <a:quadBezTo>
                  <a:pt x="834367" y="98552"/>
                  <a:pt x="847405" y="109940"/>
                </a:quadBezTo>
                <a:quadBezTo>
                  <a:pt x="850971" y="113185"/>
                  <a:pt x="852600" y="113185"/>
                </a:quadBezTo>
                <a:lnTo>
                  <a:pt x="872158" y="113185"/>
                </a:lnTo>
                <a:lnTo>
                  <a:pt x="872158" y="129091"/>
                </a:lnTo>
                <a:close/>
                <a:moveTo>
                  <a:pt x="833400" y="136407"/>
                </a:moveTo>
                <a:quadBezTo>
                  <a:pt x="833400" y="120502"/>
                  <a:pt x="828969" y="114012"/>
                </a:quadBezTo>
                <a:quadBezTo>
                  <a:pt x="824589" y="107459"/>
                  <a:pt x="815116" y="107459"/>
                </a:quadBezTo>
                <a:quadBezTo>
                  <a:pt x="799480" y="107459"/>
                  <a:pt x="787409" y="127818"/>
                </a:quadBezTo>
                <a:quadBezTo>
                  <a:pt x="775390" y="148177"/>
                  <a:pt x="775390" y="177508"/>
                </a:quadBezTo>
                <a:quadBezTo>
                  <a:pt x="775390" y="191759"/>
                  <a:pt x="780585" y="199903"/>
                </a:quadBezTo>
                <a:quadBezTo>
                  <a:pt x="785780" y="208046"/>
                  <a:pt x="794947" y="208046"/>
                </a:quadBezTo>
                <a:quadBezTo>
                  <a:pt x="811245" y="208046"/>
                  <a:pt x="822653" y="184061"/>
                </a:quadBezTo>
                <a:quadBezTo>
                  <a:pt x="833400" y="161220"/>
                  <a:pt x="833400" y="136407"/>
                </a:quadBezTo>
                <a:close/>
                <a:moveTo>
                  <a:pt x="824589" y="314742"/>
                </a:moveTo>
                <a:quadBezTo>
                  <a:pt x="824589" y="300490"/>
                  <a:pt x="814301" y="290883"/>
                </a:quadBezTo>
                <a:quadBezTo>
                  <a:pt x="804064" y="281340"/>
                  <a:pt x="777987" y="271160"/>
                </a:quadBezTo>
                <a:quadBezTo>
                  <a:pt x="770144" y="268297"/>
                  <a:pt x="766885" y="266707"/>
                </a:quadBezTo>
                <a:quadBezTo>
                  <a:pt x="764593" y="266707"/>
                  <a:pt x="756953" y="274469"/>
                </a:quadBezTo>
                <a:quadBezTo>
                  <a:pt x="749314" y="282167"/>
                  <a:pt x="745697" y="287893"/>
                </a:quadBezTo>
                <a:quadBezTo>
                  <a:pt x="739178" y="298073"/>
                  <a:pt x="739178" y="311497"/>
                </a:quadBezTo>
                <a:quadBezTo>
                  <a:pt x="739178" y="353043"/>
                  <a:pt x="780585" y="353043"/>
                </a:quadBezTo>
                <a:quadBezTo>
                  <a:pt x="799836" y="353043"/>
                  <a:pt x="812213" y="341845"/>
                </a:quadBezTo>
                <a:quadBezTo>
                  <a:pt x="824589" y="330648"/>
                  <a:pt x="824589" y="314742"/>
                </a:quadBezTo>
                <a:close/>
                <a:moveTo>
                  <a:pt x="908675" y="335483"/>
                </a:moveTo>
                <a:lnTo>
                  <a:pt x="905415" y="327785"/>
                </a:lnTo>
                <a:quadBezTo>
                  <a:pt x="932459" y="304944"/>
                  <a:pt x="932459" y="284203"/>
                </a:quadBezTo>
                <a:quadBezTo>
                  <a:pt x="932459" y="278922"/>
                  <a:pt x="927926" y="278922"/>
                </a:quadBezTo>
                <a:quadBezTo>
                  <a:pt x="926602" y="278922"/>
                  <a:pt x="923495" y="279686"/>
                </a:quadBezTo>
                <a:quadBezTo>
                  <a:pt x="920439" y="280513"/>
                  <a:pt x="918453" y="280513"/>
                </a:quadBezTo>
                <a:quadBezTo>
                  <a:pt x="899558" y="280513"/>
                  <a:pt x="899558" y="259772"/>
                </a:quadBezTo>
                <a:quadBezTo>
                  <a:pt x="899558" y="249210"/>
                  <a:pt x="904906" y="242912"/>
                </a:quadBezTo>
                <a:quadBezTo>
                  <a:pt x="910304" y="236549"/>
                  <a:pt x="919115" y="236549"/>
                </a:quadBezTo>
                <a:quadBezTo>
                  <a:pt x="930218" y="236549"/>
                  <a:pt x="937705" y="246538"/>
                </a:quadBezTo>
                <a:quadBezTo>
                  <a:pt x="945192" y="256527"/>
                  <a:pt x="945192" y="271987"/>
                </a:quadBezTo>
                <a:quadBezTo>
                  <a:pt x="945192" y="290692"/>
                  <a:pt x="935260" y="308189"/>
                </a:quadBezTo>
                <a:quadBezTo>
                  <a:pt x="925329" y="325749"/>
                  <a:pt x="908675" y="335483"/>
                </a:quadBezTo>
                <a:close/>
                <a:moveTo>
                  <a:pt x="1299624" y="260599"/>
                </a:moveTo>
                <a:quadBezTo>
                  <a:pt x="1299624" y="269570"/>
                  <a:pt x="1294225" y="276059"/>
                </a:quadBezTo>
                <a:quadBezTo>
                  <a:pt x="1288878" y="282549"/>
                  <a:pt x="1281391" y="282549"/>
                </a:quadBezTo>
                <a:quadBezTo>
                  <a:pt x="1273904" y="282549"/>
                  <a:pt x="1268658" y="276059"/>
                </a:quadBezTo>
                <a:quadBezTo>
                  <a:pt x="1263463" y="269570"/>
                  <a:pt x="1263463" y="260217"/>
                </a:quadBezTo>
                <a:quadBezTo>
                  <a:pt x="1263463" y="250801"/>
                  <a:pt x="1268811" y="244121"/>
                </a:quadBezTo>
                <a:quadBezTo>
                  <a:pt x="1274210" y="237377"/>
                  <a:pt x="1281697" y="237377"/>
                </a:quadBezTo>
                <a:quadBezTo>
                  <a:pt x="1288878" y="237377"/>
                  <a:pt x="1294225" y="244311"/>
                </a:quadBezTo>
                <a:quadBezTo>
                  <a:pt x="1299624" y="251246"/>
                  <a:pt x="1299624" y="260599"/>
                </a:quadBezTo>
                <a:close/>
                <a:moveTo>
                  <a:pt x="1191091" y="260599"/>
                </a:moveTo>
                <a:quadBezTo>
                  <a:pt x="1191091" y="269570"/>
                  <a:pt x="1185693" y="276059"/>
                </a:quadBezTo>
                <a:quadBezTo>
                  <a:pt x="1180345" y="282549"/>
                  <a:pt x="1172807" y="282549"/>
                </a:quadBezTo>
                <a:quadBezTo>
                  <a:pt x="1165321" y="282549"/>
                  <a:pt x="1160126" y="276059"/>
                </a:quadBezTo>
                <a:quadBezTo>
                  <a:pt x="1154931" y="269570"/>
                  <a:pt x="1154931" y="260217"/>
                </a:quadBezTo>
                <a:quadBezTo>
                  <a:pt x="1154931" y="250801"/>
                  <a:pt x="1160279" y="244121"/>
                </a:quadBezTo>
                <a:quadBezTo>
                  <a:pt x="1165677" y="237377"/>
                  <a:pt x="1173164" y="237377"/>
                </a:quadBezTo>
                <a:quadBezTo>
                  <a:pt x="1180345" y="237377"/>
                  <a:pt x="1185693" y="244311"/>
                </a:quadBezTo>
                <a:quadBezTo>
                  <a:pt x="1191091" y="251246"/>
                  <a:pt x="1191091" y="260599"/>
                </a:quadBezTo>
                <a:close/>
                <a:moveTo>
                  <a:pt x="1082559" y="260599"/>
                </a:moveTo>
                <a:quadBezTo>
                  <a:pt x="1082559" y="269570"/>
                  <a:pt x="1077160" y="276059"/>
                </a:quadBezTo>
                <a:quadBezTo>
                  <a:pt x="1071813" y="282549"/>
                  <a:pt x="1064275" y="282549"/>
                </a:quadBezTo>
                <a:quadBezTo>
                  <a:pt x="1056788" y="282549"/>
                  <a:pt x="1051542" y="276059"/>
                </a:quadBezTo>
                <a:quadBezTo>
                  <a:pt x="1046347" y="269570"/>
                  <a:pt x="1046347" y="260217"/>
                </a:quadBezTo>
                <a:quadBezTo>
                  <a:pt x="1046347" y="250801"/>
                  <a:pt x="1051746" y="244121"/>
                </a:quadBezTo>
                <a:quadBezTo>
                  <a:pt x="1057145" y="237377"/>
                  <a:pt x="1064631" y="237377"/>
                </a:quadBezTo>
                <a:quadBezTo>
                  <a:pt x="1071813" y="237377"/>
                  <a:pt x="1077160" y="244311"/>
                </a:quadBezTo>
                <a:quadBezTo>
                  <a:pt x="1082559" y="251246"/>
                  <a:pt x="1082559" y="260599"/>
                </a:quadBezTo>
                <a:close/>
                <a:moveTo>
                  <a:pt x="1363185" y="335483"/>
                </a:moveTo>
                <a:lnTo>
                  <a:pt x="1359925" y="327785"/>
                </a:lnTo>
                <a:quadBezTo>
                  <a:pt x="1386969" y="304944"/>
                  <a:pt x="1386969" y="284203"/>
                </a:quadBezTo>
                <a:quadBezTo>
                  <a:pt x="1386969" y="278922"/>
                  <a:pt x="1382437" y="278922"/>
                </a:quadBezTo>
                <a:quadBezTo>
                  <a:pt x="1381113" y="278922"/>
                  <a:pt x="1378006" y="279686"/>
                </a:quadBezTo>
                <a:quadBezTo>
                  <a:pt x="1374950" y="280513"/>
                  <a:pt x="1372964" y="280513"/>
                </a:quadBezTo>
                <a:quadBezTo>
                  <a:pt x="1354068" y="280513"/>
                  <a:pt x="1354068" y="259772"/>
                </a:quadBezTo>
                <a:quadBezTo>
                  <a:pt x="1354068" y="249210"/>
                  <a:pt x="1359416" y="242912"/>
                </a:quadBezTo>
                <a:quadBezTo>
                  <a:pt x="1364815" y="236549"/>
                  <a:pt x="1373626" y="236549"/>
                </a:quadBezTo>
                <a:quadBezTo>
                  <a:pt x="1384729" y="236549"/>
                  <a:pt x="1392215" y="246538"/>
                </a:quadBezTo>
                <a:quadBezTo>
                  <a:pt x="1399702" y="256527"/>
                  <a:pt x="1399702" y="271987"/>
                </a:quadBezTo>
                <a:quadBezTo>
                  <a:pt x="1399702" y="290692"/>
                  <a:pt x="1389771" y="308189"/>
                </a:quadBezTo>
                <a:quadBezTo>
                  <a:pt x="1379839" y="325749"/>
                  <a:pt x="1363185" y="335483"/>
                </a:quadBezTo>
                <a:close/>
                <a:moveTo>
                  <a:pt x="1517818" y="160011"/>
                </a:moveTo>
                <a:lnTo>
                  <a:pt x="1518174" y="160011"/>
                </a:lnTo>
                <a:quadBezTo>
                  <a:pt x="1534472" y="126228"/>
                  <a:pt x="1548936" y="112421"/>
                </a:quadBezTo>
                <a:quadBezTo>
                  <a:pt x="1563451" y="98552"/>
                  <a:pt x="1581073" y="98552"/>
                </a:quadBezTo>
                <a:quadBezTo>
                  <a:pt x="1598033" y="98552"/>
                  <a:pt x="1608423" y="111594"/>
                </a:quadBezTo>
                <a:quadBezTo>
                  <a:pt x="1618863" y="124573"/>
                  <a:pt x="1618863" y="147414"/>
                </a:quadBezTo>
                <a:quadBezTo>
                  <a:pt x="1618863" y="178716"/>
                  <a:pt x="1603533" y="210528"/>
                </a:quadBezTo>
                <a:quadBezTo>
                  <a:pt x="1588254" y="242276"/>
                  <a:pt x="1563604" y="262444"/>
                </a:quadBezTo>
                <a:quadBezTo>
                  <a:pt x="1539005" y="282549"/>
                  <a:pt x="1514558" y="282549"/>
                </a:quadBezTo>
                <a:quadBezTo>
                  <a:pt x="1499585" y="282549"/>
                  <a:pt x="1485884" y="276059"/>
                </a:quadBezTo>
                <a:quadBezTo>
                  <a:pt x="1472184" y="269570"/>
                  <a:pt x="1472184" y="260981"/>
                </a:quadBezTo>
                <a:lnTo>
                  <a:pt x="1472184" y="258563"/>
                </a:lnTo>
                <a:lnTo>
                  <a:pt x="1518480" y="45618"/>
                </a:lnTo>
                <a:quadBezTo>
                  <a:pt x="1521434" y="30921"/>
                  <a:pt x="1521434" y="26467"/>
                </a:quadBezTo>
                <a:quadBezTo>
                  <a:pt x="1521434" y="19914"/>
                  <a:pt x="1518327" y="18514"/>
                </a:quadBezTo>
                <a:quadBezTo>
                  <a:pt x="1515220" y="17115"/>
                  <a:pt x="1500552" y="16287"/>
                </a:quadBezTo>
                <a:lnTo>
                  <a:pt x="1500552" y="9353"/>
                </a:lnTo>
                <a:quadBezTo>
                  <a:pt x="1524999" y="5662"/>
                  <a:pt x="1550413" y="0"/>
                </a:quadBezTo>
                <a:lnTo>
                  <a:pt x="1552043" y="2036"/>
                </a:lnTo>
                <a:lnTo>
                  <a:pt x="1545218" y="35438"/>
                </a:lnTo>
                <a:lnTo>
                  <a:pt x="1517818" y="160011"/>
                </a:lnTo>
                <a:close/>
                <a:moveTo>
                  <a:pt x="1591157" y="153522"/>
                </a:moveTo>
                <a:quadBezTo>
                  <a:pt x="1591157" y="118466"/>
                  <a:pt x="1568341" y="118466"/>
                </a:quadBezTo>
                <a:quadBezTo>
                  <a:pt x="1545880" y="118466"/>
                  <a:pt x="1523675" y="165292"/>
                </a:quadBezTo>
                <a:quadBezTo>
                  <a:pt x="1513285" y="187305"/>
                  <a:pt x="1506766" y="213963"/>
                </a:quadBezTo>
                <a:quadBezTo>
                  <a:pt x="1500247" y="240621"/>
                  <a:pt x="1500247" y="259390"/>
                </a:quadBezTo>
                <a:quadBezTo>
                  <a:pt x="1500247" y="273196"/>
                  <a:pt x="1515220" y="273196"/>
                </a:quadBezTo>
                <a:quadBezTo>
                  <a:pt x="1536713" y="273196"/>
                  <a:pt x="1555302" y="249210"/>
                </a:quadBezTo>
                <a:quadBezTo>
                  <a:pt x="1570327" y="229615"/>
                  <a:pt x="1580717" y="202575"/>
                </a:quadBezTo>
                <a:quadBezTo>
                  <a:pt x="1591157" y="175472"/>
                  <a:pt x="1591157" y="153522"/>
                </a:quadBezTo>
                <a:close/>
                <a:moveTo>
                  <a:pt x="1781178" y="129091"/>
                </a:moveTo>
                <a:lnTo>
                  <a:pt x="1765237" y="129091"/>
                </a:lnTo>
                <a:quadBezTo>
                  <a:pt x="1768140" y="136407"/>
                  <a:pt x="1768140" y="149832"/>
                </a:quadBezTo>
                <a:quadBezTo>
                  <a:pt x="1768140" y="175472"/>
                  <a:pt x="1749398" y="196085"/>
                </a:quadBezTo>
                <a:quadBezTo>
                  <a:pt x="1730656" y="216636"/>
                  <a:pt x="1707839" y="216636"/>
                </a:quadBezTo>
                <a:quadBezTo>
                  <a:pt x="1701982" y="216636"/>
                  <a:pt x="1697755" y="215363"/>
                </a:quadBezTo>
                <a:quadBezTo>
                  <a:pt x="1696787" y="214981"/>
                  <a:pt x="1695463" y="214981"/>
                </a:quadBezTo>
                <a:quadBezTo>
                  <a:pt x="1691235" y="214981"/>
                  <a:pt x="1687467" y="220262"/>
                </a:quadBezTo>
                <a:quadBezTo>
                  <a:pt x="1683749" y="225543"/>
                  <a:pt x="1683749" y="231651"/>
                </a:quadBezTo>
                <a:quadBezTo>
                  <a:pt x="1683749" y="241448"/>
                  <a:pt x="1706871" y="248765"/>
                </a:quadBezTo>
                <a:quadBezTo>
                  <a:pt x="1753167" y="262635"/>
                  <a:pt x="1753167" y="300490"/>
                </a:quadBezTo>
                <a:quadBezTo>
                  <a:pt x="1753167" y="327785"/>
                  <a:pt x="1734883" y="344835"/>
                </a:quadBezTo>
                <a:quadBezTo>
                  <a:pt x="1716650" y="361950"/>
                  <a:pt x="1684716" y="361950"/>
                </a:quadBezTo>
                <a:quadBezTo>
                  <a:pt x="1659302" y="361950"/>
                  <a:pt x="1644787" y="350752"/>
                </a:quadBezTo>
                <a:quadBezTo>
                  <a:pt x="1630272" y="339555"/>
                  <a:pt x="1630272" y="317987"/>
                </a:quadBezTo>
                <a:quadBezTo>
                  <a:pt x="1630272" y="302145"/>
                  <a:pt x="1637606" y="290947"/>
                </a:quadBezTo>
                <a:quadBezTo>
                  <a:pt x="1644940" y="279749"/>
                  <a:pt x="1668419" y="262189"/>
                </a:quadBezTo>
                <a:quadBezTo>
                  <a:pt x="1659608" y="255700"/>
                  <a:pt x="1659608" y="246347"/>
                </a:quadBezTo>
                <a:quadBezTo>
                  <a:pt x="1659608" y="226815"/>
                  <a:pt x="1684716" y="212118"/>
                </a:quadBezTo>
                <a:quadBezTo>
                  <a:pt x="1658946" y="200730"/>
                  <a:pt x="1658946" y="168155"/>
                </a:quadBezTo>
                <a:quadBezTo>
                  <a:pt x="1658946" y="137998"/>
                  <a:pt x="1678808" y="118275"/>
                </a:quadBezTo>
                <a:quadBezTo>
                  <a:pt x="1698722" y="98552"/>
                  <a:pt x="1724493" y="98552"/>
                </a:quadBezTo>
                <a:quadBezTo>
                  <a:pt x="1743388" y="98552"/>
                  <a:pt x="1756426" y="109940"/>
                </a:quadBezTo>
                <a:quadBezTo>
                  <a:pt x="1759991" y="113185"/>
                  <a:pt x="1761621" y="113185"/>
                </a:quadBezTo>
                <a:lnTo>
                  <a:pt x="1781178" y="113185"/>
                </a:lnTo>
                <a:lnTo>
                  <a:pt x="1781178" y="129091"/>
                </a:lnTo>
                <a:close/>
                <a:moveTo>
                  <a:pt x="1742420" y="136407"/>
                </a:moveTo>
                <a:quadBezTo>
                  <a:pt x="1742420" y="120502"/>
                  <a:pt x="1737989" y="114012"/>
                </a:quadBezTo>
                <a:quadBezTo>
                  <a:pt x="1733609" y="107459"/>
                  <a:pt x="1724136" y="107459"/>
                </a:quadBezTo>
                <a:quadBezTo>
                  <a:pt x="1708501" y="107459"/>
                  <a:pt x="1696430" y="127818"/>
                </a:quadBezTo>
                <a:quadBezTo>
                  <a:pt x="1684411" y="148177"/>
                  <a:pt x="1684411" y="177508"/>
                </a:quadBezTo>
                <a:quadBezTo>
                  <a:pt x="1684411" y="191759"/>
                  <a:pt x="1689606" y="199903"/>
                </a:quadBezTo>
                <a:quadBezTo>
                  <a:pt x="1694801" y="208046"/>
                  <a:pt x="1703968" y="208046"/>
                </a:quadBezTo>
                <a:quadBezTo>
                  <a:pt x="1720266" y="208046"/>
                  <a:pt x="1731674" y="184061"/>
                </a:quadBezTo>
                <a:quadBezTo>
                  <a:pt x="1742420" y="161220"/>
                  <a:pt x="1742420" y="136407"/>
                </a:quadBezTo>
                <a:close/>
                <a:moveTo>
                  <a:pt x="1733609" y="314742"/>
                </a:moveTo>
                <a:quadBezTo>
                  <a:pt x="1733609" y="300490"/>
                  <a:pt x="1723322" y="290883"/>
                </a:quadBezTo>
                <a:quadBezTo>
                  <a:pt x="1713085" y="281340"/>
                  <a:pt x="1687008" y="271160"/>
                </a:quadBezTo>
                <a:quadBezTo>
                  <a:pt x="1679165" y="268297"/>
                  <a:pt x="1675905" y="266707"/>
                </a:quadBezTo>
                <a:quadBezTo>
                  <a:pt x="1673614" y="266707"/>
                  <a:pt x="1665974" y="274469"/>
                </a:quadBezTo>
                <a:quadBezTo>
                  <a:pt x="1658334" y="282167"/>
                  <a:pt x="1654718" y="287893"/>
                </a:quadBezTo>
                <a:quadBezTo>
                  <a:pt x="1648199" y="298073"/>
                  <a:pt x="1648199" y="311497"/>
                </a:quadBezTo>
                <a:quadBezTo>
                  <a:pt x="1648199" y="353043"/>
                  <a:pt x="1689606" y="353043"/>
                </a:quadBezTo>
                <a:quadBezTo>
                  <a:pt x="1708857" y="353043"/>
                  <a:pt x="1721233" y="341845"/>
                </a:quadBezTo>
                <a:quadBezTo>
                  <a:pt x="1733609" y="330648"/>
                  <a:pt x="1733609" y="314742"/>
                </a:quadBezTo>
                <a:close/>
                <a:moveTo>
                  <a:pt x="1817695" y="335483"/>
                </a:moveTo>
                <a:lnTo>
                  <a:pt x="1814436" y="327785"/>
                </a:lnTo>
                <a:quadBezTo>
                  <a:pt x="1841480" y="304944"/>
                  <a:pt x="1841480" y="284203"/>
                </a:quadBezTo>
                <a:quadBezTo>
                  <a:pt x="1841480" y="278922"/>
                  <a:pt x="1836947" y="278922"/>
                </a:quadBezTo>
                <a:quadBezTo>
                  <a:pt x="1835623" y="278922"/>
                  <a:pt x="1832516" y="279686"/>
                </a:quadBezTo>
                <a:quadBezTo>
                  <a:pt x="1829460" y="280513"/>
                  <a:pt x="1827474" y="280513"/>
                </a:quadBezTo>
                <a:quadBezTo>
                  <a:pt x="1808579" y="280513"/>
                  <a:pt x="1808579" y="259772"/>
                </a:quadBezTo>
                <a:quadBezTo>
                  <a:pt x="1808579" y="249210"/>
                  <a:pt x="1813927" y="242912"/>
                </a:quadBezTo>
                <a:quadBezTo>
                  <a:pt x="1819325" y="236549"/>
                  <a:pt x="1828136" y="236549"/>
                </a:quadBezTo>
                <a:quadBezTo>
                  <a:pt x="1839239" y="236549"/>
                  <a:pt x="1846726" y="246538"/>
                </a:quadBezTo>
                <a:quadBezTo>
                  <a:pt x="1854212" y="256527"/>
                  <a:pt x="1854212" y="271987"/>
                </a:quadBezTo>
                <a:quadBezTo>
                  <a:pt x="1854212" y="290692"/>
                  <a:pt x="1844281" y="308189"/>
                </a:quadBezTo>
                <a:quadBezTo>
                  <a:pt x="1834350" y="325749"/>
                  <a:pt x="1817695" y="335483"/>
                </a:quadBezTo>
                <a:close/>
                <a:moveTo>
                  <a:pt x="2033292" y="234514"/>
                </a:moveTo>
                <a:lnTo>
                  <a:pt x="2038487" y="238585"/>
                </a:lnTo>
                <a:quadBezTo>
                  <a:pt x="2023513" y="262189"/>
                  <a:pt x="2009303" y="272369"/>
                </a:quadBezTo>
                <a:quadBezTo>
                  <a:pt x="1995145" y="282549"/>
                  <a:pt x="1976912" y="282549"/>
                </a:quadBezTo>
                <a:quadBezTo>
                  <a:pt x="1953738" y="282549"/>
                  <a:pt x="1941362" y="266707"/>
                </a:quadBezTo>
                <a:quadBezTo>
                  <a:pt x="1928986" y="250801"/>
                  <a:pt x="1928986" y="219880"/>
                </a:quadBezTo>
                <a:quadBezTo>
                  <a:pt x="1928986" y="192586"/>
                  <a:pt x="1940038" y="167137"/>
                </a:quadBezTo>
                <a:quadBezTo>
                  <a:pt x="1951141" y="141688"/>
                  <a:pt x="1969069" y="123365"/>
                </a:quadBezTo>
                <a:quadBezTo>
                  <a:pt x="1994177" y="98552"/>
                  <a:pt x="2023513" y="98552"/>
                </a:quadBezTo>
                <a:quadBezTo>
                  <a:pt x="2038487" y="98552"/>
                  <a:pt x="2048112" y="107904"/>
                </a:quadBezTo>
                <a:quadBezTo>
                  <a:pt x="2057738" y="117257"/>
                  <a:pt x="2057738" y="131508"/>
                </a:quadBezTo>
                <a:quadBezTo>
                  <a:pt x="2057738" y="139652"/>
                  <a:pt x="2053155" y="145378"/>
                </a:quadBezTo>
                <a:quadBezTo>
                  <a:pt x="2048622" y="151040"/>
                  <a:pt x="2042103" y="151040"/>
                </a:quadBezTo>
                <a:quadBezTo>
                  <a:pt x="2035584" y="151040"/>
                  <a:pt x="2032477" y="146396"/>
                </a:quadBezTo>
                <a:quadBezTo>
                  <a:pt x="2029370" y="141688"/>
                  <a:pt x="2029370" y="134753"/>
                </a:quadBezTo>
                <a:quadBezTo>
                  <a:pt x="2029370" y="131127"/>
                  <a:pt x="2031815" y="125210"/>
                </a:quadBezTo>
                <a:quadBezTo>
                  <a:pt x="2034259" y="119293"/>
                  <a:pt x="2034259" y="115221"/>
                </a:quadBezTo>
                <a:quadBezTo>
                  <a:pt x="2034259" y="107077"/>
                  <a:pt x="2022189" y="107077"/>
                </a:quadBezTo>
                <a:quadBezTo>
                  <a:pt x="2001664" y="107077"/>
                  <a:pt x="1986690" y="126609"/>
                </a:quadBezTo>
                <a:quadBezTo>
                  <a:pt x="1956998" y="165737"/>
                  <a:pt x="1956998" y="221471"/>
                </a:quadBezTo>
                <a:quadBezTo>
                  <a:pt x="1956998" y="243484"/>
                  <a:pt x="1964485" y="255700"/>
                </a:quadBezTo>
                <a:quadBezTo>
                  <a:pt x="1972022" y="267916"/>
                  <a:pt x="1986028" y="267916"/>
                </a:quadBezTo>
                <a:quadBezTo>
                  <a:pt x="1998761" y="267916"/>
                  <a:pt x="2009151" y="260217"/>
                </a:quadBezTo>
                <a:quadBezTo>
                  <a:pt x="2019591" y="252455"/>
                  <a:pt x="2033292" y="234514"/>
                </a:quadBezTo>
                <a:close/>
                <a:moveTo>
                  <a:pt x="2090975" y="335483"/>
                </a:moveTo>
                <a:lnTo>
                  <a:pt x="2087716" y="327785"/>
                </a:lnTo>
                <a:quadBezTo>
                  <a:pt x="2114760" y="304944"/>
                  <a:pt x="2114760" y="284203"/>
                </a:quadBezTo>
                <a:quadBezTo>
                  <a:pt x="2114760" y="278922"/>
                  <a:pt x="2110227" y="278922"/>
                </a:quadBezTo>
                <a:quadBezTo>
                  <a:pt x="2108903" y="278922"/>
                  <a:pt x="2105796" y="279686"/>
                </a:quadBezTo>
                <a:quadBezTo>
                  <a:pt x="2102740" y="280513"/>
                  <a:pt x="2100754" y="280513"/>
                </a:quadBezTo>
                <a:quadBezTo>
                  <a:pt x="2081859" y="280513"/>
                  <a:pt x="2081859" y="259772"/>
                </a:quadBezTo>
                <a:quadBezTo>
                  <a:pt x="2081859" y="249210"/>
                  <a:pt x="2087207" y="242912"/>
                </a:quadBezTo>
                <a:quadBezTo>
                  <a:pt x="2092605" y="236549"/>
                  <a:pt x="2101416" y="236549"/>
                </a:quadBezTo>
                <a:quadBezTo>
                  <a:pt x="2112519" y="236549"/>
                  <a:pt x="2120006" y="246538"/>
                </a:quadBezTo>
                <a:quadBezTo>
                  <a:pt x="2127492" y="256527"/>
                  <a:pt x="2127492" y="271987"/>
                </a:quadBezTo>
                <a:quadBezTo>
                  <a:pt x="2127492" y="290692"/>
                  <a:pt x="2117561" y="308189"/>
                </a:quadBezTo>
                <a:quadBezTo>
                  <a:pt x="2107630" y="325749"/>
                  <a:pt x="2090975" y="335483"/>
                </a:quadBezTo>
                <a:close/>
                <a:moveTo>
                  <a:pt x="2481925" y="260599"/>
                </a:moveTo>
                <a:quadBezTo>
                  <a:pt x="2481925" y="269570"/>
                  <a:pt x="2476526" y="276059"/>
                </a:quadBezTo>
                <a:quadBezTo>
                  <a:pt x="2471179" y="282549"/>
                  <a:pt x="2463692" y="282549"/>
                </a:quadBezTo>
                <a:quadBezTo>
                  <a:pt x="2456205" y="282549"/>
                  <a:pt x="2450959" y="276059"/>
                </a:quadBezTo>
                <a:quadBezTo>
                  <a:pt x="2445764" y="269570"/>
                  <a:pt x="2445764" y="260217"/>
                </a:quadBezTo>
                <a:quadBezTo>
                  <a:pt x="2445764" y="250801"/>
                  <a:pt x="2451112" y="244121"/>
                </a:quadBezTo>
                <a:quadBezTo>
                  <a:pt x="2456511" y="237377"/>
                  <a:pt x="2463997" y="237377"/>
                </a:quadBezTo>
                <a:quadBezTo>
                  <a:pt x="2471179" y="237377"/>
                  <a:pt x="2476526" y="244311"/>
                </a:quadBezTo>
                <a:quadBezTo>
                  <a:pt x="2481925" y="251246"/>
                  <a:pt x="2481925" y="260599"/>
                </a:quadBezTo>
                <a:close/>
                <a:moveTo>
                  <a:pt x="2373392" y="260599"/>
                </a:moveTo>
                <a:quadBezTo>
                  <a:pt x="2373392" y="269570"/>
                  <a:pt x="2367994" y="276059"/>
                </a:quadBezTo>
                <a:quadBezTo>
                  <a:pt x="2362646" y="282549"/>
                  <a:pt x="2355108" y="282549"/>
                </a:quadBezTo>
                <a:quadBezTo>
                  <a:pt x="2347621" y="282549"/>
                  <a:pt x="2342427" y="276059"/>
                </a:quadBezTo>
                <a:quadBezTo>
                  <a:pt x="2337232" y="269570"/>
                  <a:pt x="2337232" y="260217"/>
                </a:quadBezTo>
                <a:quadBezTo>
                  <a:pt x="2337232" y="250801"/>
                  <a:pt x="2342579" y="244121"/>
                </a:quadBezTo>
                <a:quadBezTo>
                  <a:pt x="2347978" y="237377"/>
                  <a:pt x="2355465" y="237377"/>
                </a:quadBezTo>
                <a:quadBezTo>
                  <a:pt x="2362646" y="237377"/>
                  <a:pt x="2367994" y="244311"/>
                </a:quadBezTo>
                <a:quadBezTo>
                  <a:pt x="2373392" y="251246"/>
                  <a:pt x="2373392" y="260599"/>
                </a:quadBezTo>
                <a:close/>
                <a:moveTo>
                  <a:pt x="2264860" y="260599"/>
                </a:moveTo>
                <a:quadBezTo>
                  <a:pt x="2264860" y="269570"/>
                  <a:pt x="2259461" y="276059"/>
                </a:quadBezTo>
                <a:quadBezTo>
                  <a:pt x="2254113" y="282549"/>
                  <a:pt x="2246576" y="282549"/>
                </a:quadBezTo>
                <a:quadBezTo>
                  <a:pt x="2239089" y="282549"/>
                  <a:pt x="2233843" y="276059"/>
                </a:quadBezTo>
                <a:quadBezTo>
                  <a:pt x="2228648" y="269570"/>
                  <a:pt x="2228648" y="260217"/>
                </a:quadBezTo>
                <a:quadBezTo>
                  <a:pt x="2228648" y="250801"/>
                  <a:pt x="2234047" y="244121"/>
                </a:quadBezTo>
                <a:quadBezTo>
                  <a:pt x="2239445" y="237377"/>
                  <a:pt x="2246932" y="237377"/>
                </a:quadBezTo>
                <a:quadBezTo>
                  <a:pt x="2254113" y="237377"/>
                  <a:pt x="2259461" y="244311"/>
                </a:quadBezTo>
                <a:quadBezTo>
                  <a:pt x="2264860" y="251246"/>
                  <a:pt x="2264860" y="260599"/>
                </a:quadBezTo>
                <a:close/>
                <a:moveTo>
                  <a:pt x="2545486" y="335483"/>
                </a:moveTo>
                <a:lnTo>
                  <a:pt x="2542226" y="327785"/>
                </a:lnTo>
                <a:quadBezTo>
                  <a:pt x="2569270" y="304944"/>
                  <a:pt x="2569270" y="284203"/>
                </a:quadBezTo>
                <a:quadBezTo>
                  <a:pt x="2569270" y="278922"/>
                  <a:pt x="2564738" y="278922"/>
                </a:quadBezTo>
                <a:quadBezTo>
                  <a:pt x="2563413" y="278922"/>
                  <a:pt x="2560307" y="279686"/>
                </a:quadBezTo>
                <a:quadBezTo>
                  <a:pt x="2557251" y="280513"/>
                  <a:pt x="2555264" y="280513"/>
                </a:quadBezTo>
                <a:quadBezTo>
                  <a:pt x="2536369" y="280513"/>
                  <a:pt x="2536369" y="259772"/>
                </a:quadBezTo>
                <a:quadBezTo>
                  <a:pt x="2536369" y="249210"/>
                  <a:pt x="2541717" y="242912"/>
                </a:quadBezTo>
                <a:quadBezTo>
                  <a:pt x="2547116" y="236549"/>
                  <a:pt x="2555927" y="236549"/>
                </a:quadBezTo>
                <a:quadBezTo>
                  <a:pt x="2567029" y="236549"/>
                  <a:pt x="2574516" y="246538"/>
                </a:quadBezTo>
                <a:quadBezTo>
                  <a:pt x="2582003" y="256527"/>
                  <a:pt x="2582003" y="271987"/>
                </a:quadBezTo>
                <a:quadBezTo>
                  <a:pt x="2582003" y="290692"/>
                  <a:pt x="2572071" y="308189"/>
                </a:quadBezTo>
                <a:quadBezTo>
                  <a:pt x="2562140" y="325749"/>
                  <a:pt x="2545486" y="335483"/>
                </a:quadBezTo>
                <a:close/>
                <a:moveTo>
                  <a:pt x="2761082" y="234514"/>
                </a:moveTo>
                <a:lnTo>
                  <a:pt x="2766277" y="238585"/>
                </a:lnTo>
                <a:quadBezTo>
                  <a:pt x="2751303" y="262189"/>
                  <a:pt x="2737094" y="272369"/>
                </a:quadBezTo>
                <a:quadBezTo>
                  <a:pt x="2722935" y="282549"/>
                  <a:pt x="2704702" y="282549"/>
                </a:quadBezTo>
                <a:quadBezTo>
                  <a:pt x="2681529" y="282549"/>
                  <a:pt x="2669153" y="266707"/>
                </a:quadBezTo>
                <a:quadBezTo>
                  <a:pt x="2656777" y="250801"/>
                  <a:pt x="2656777" y="219880"/>
                </a:quadBezTo>
                <a:quadBezTo>
                  <a:pt x="2656777" y="192586"/>
                  <a:pt x="2667829" y="167137"/>
                </a:quadBezTo>
                <a:quadBezTo>
                  <a:pt x="2678931" y="141688"/>
                  <a:pt x="2696859" y="123365"/>
                </a:quadBezTo>
                <a:quadBezTo>
                  <a:pt x="2721968" y="98552"/>
                  <a:pt x="2751303" y="98552"/>
                </a:quadBezTo>
                <a:quadBezTo>
                  <a:pt x="2766277" y="98552"/>
                  <a:pt x="2775903" y="107904"/>
                </a:quadBezTo>
                <a:quadBezTo>
                  <a:pt x="2785529" y="117257"/>
                  <a:pt x="2785529" y="131508"/>
                </a:quadBezTo>
                <a:quadBezTo>
                  <a:pt x="2785529" y="139652"/>
                  <a:pt x="2780945" y="145378"/>
                </a:quadBezTo>
                <a:quadBezTo>
                  <a:pt x="2776412" y="151040"/>
                  <a:pt x="2769893" y="151040"/>
                </a:quadBezTo>
                <a:quadBezTo>
                  <a:pt x="2763374" y="151040"/>
                  <a:pt x="2760267" y="146396"/>
                </a:quadBezTo>
                <a:quadBezTo>
                  <a:pt x="2757160" y="141688"/>
                  <a:pt x="2757160" y="134753"/>
                </a:quadBezTo>
                <a:quadBezTo>
                  <a:pt x="2757160" y="131127"/>
                  <a:pt x="2759605" y="125210"/>
                </a:quadBezTo>
                <a:quadBezTo>
                  <a:pt x="2762050" y="119293"/>
                  <a:pt x="2762050" y="115221"/>
                </a:quadBezTo>
                <a:quadBezTo>
                  <a:pt x="2762050" y="107077"/>
                  <a:pt x="2749979" y="107077"/>
                </a:quadBezTo>
                <a:quadBezTo>
                  <a:pt x="2729454" y="107077"/>
                  <a:pt x="2714481" y="126609"/>
                </a:quadBezTo>
                <a:quadBezTo>
                  <a:pt x="2684788" y="165737"/>
                  <a:pt x="2684788" y="221471"/>
                </a:quadBezTo>
                <a:quadBezTo>
                  <a:pt x="2684788" y="243484"/>
                  <a:pt x="2692275" y="255700"/>
                </a:quadBezTo>
                <a:quadBezTo>
                  <a:pt x="2699813" y="267916"/>
                  <a:pt x="2713819" y="267916"/>
                </a:quadBezTo>
                <a:quadBezTo>
                  <a:pt x="2726551" y="267916"/>
                  <a:pt x="2736941" y="260217"/>
                </a:quadBezTo>
                <a:quadBezTo>
                  <a:pt x="2747382" y="252455"/>
                  <a:pt x="2761082" y="234514"/>
                </a:quadBezTo>
                <a:close/>
                <a:moveTo>
                  <a:pt x="2818766" y="335483"/>
                </a:moveTo>
                <a:lnTo>
                  <a:pt x="2815506" y="327785"/>
                </a:lnTo>
                <a:quadBezTo>
                  <a:pt x="2842550" y="304944"/>
                  <a:pt x="2842550" y="284203"/>
                </a:quadBezTo>
                <a:quadBezTo>
                  <a:pt x="2842550" y="278922"/>
                  <a:pt x="2838017" y="278922"/>
                </a:quadBezTo>
                <a:quadBezTo>
                  <a:pt x="2836693" y="278922"/>
                  <a:pt x="2833587" y="279686"/>
                </a:quadBezTo>
                <a:quadBezTo>
                  <a:pt x="2830531" y="280513"/>
                  <a:pt x="2828544" y="280513"/>
                </a:quadBezTo>
                <a:quadBezTo>
                  <a:pt x="2809649" y="280513"/>
                  <a:pt x="2809649" y="259772"/>
                </a:quadBezTo>
                <a:quadBezTo>
                  <a:pt x="2809649" y="249210"/>
                  <a:pt x="2814997" y="242912"/>
                </a:quadBezTo>
                <a:quadBezTo>
                  <a:pt x="2820396" y="236549"/>
                  <a:pt x="2829206" y="236549"/>
                </a:quadBezTo>
                <a:quadBezTo>
                  <a:pt x="2840309" y="236549"/>
                  <a:pt x="2847796" y="246538"/>
                </a:quadBezTo>
                <a:quadBezTo>
                  <a:pt x="2855283" y="256527"/>
                  <a:pt x="2855283" y="271987"/>
                </a:quadBezTo>
                <a:quadBezTo>
                  <a:pt x="2855283" y="290692"/>
                  <a:pt x="2845351" y="308189"/>
                </a:quadBezTo>
                <a:quadBezTo>
                  <a:pt x="2835420" y="325749"/>
                  <a:pt x="2818766" y="335483"/>
                </a:quadBezTo>
                <a:close/>
                <a:moveTo>
                  <a:pt x="2973398" y="160011"/>
                </a:moveTo>
                <a:lnTo>
                  <a:pt x="2973755" y="160011"/>
                </a:lnTo>
                <a:quadBezTo>
                  <a:pt x="2990053" y="126228"/>
                  <a:pt x="3004517" y="112421"/>
                </a:quadBezTo>
                <a:quadBezTo>
                  <a:pt x="3019032" y="98552"/>
                  <a:pt x="3036654" y="98552"/>
                </a:quadBezTo>
                <a:quadBezTo>
                  <a:pt x="3053614" y="98552"/>
                  <a:pt x="3064003" y="111594"/>
                </a:quadBezTo>
                <a:quadBezTo>
                  <a:pt x="3074444" y="124573"/>
                  <a:pt x="3074444" y="147414"/>
                </a:quadBezTo>
                <a:quadBezTo>
                  <a:pt x="3074444" y="178716"/>
                  <a:pt x="3059114" y="210528"/>
                </a:quadBezTo>
                <a:quadBezTo>
                  <a:pt x="3043835" y="242276"/>
                  <a:pt x="3019185" y="262444"/>
                </a:quadBezTo>
                <a:quadBezTo>
                  <a:pt x="2994585" y="282549"/>
                  <a:pt x="2970139" y="282549"/>
                </a:quadBezTo>
                <a:quadBezTo>
                  <a:pt x="2955165" y="282549"/>
                  <a:pt x="2941465" y="276059"/>
                </a:quadBezTo>
                <a:quadBezTo>
                  <a:pt x="2927765" y="269570"/>
                  <a:pt x="2927765" y="260981"/>
                </a:quadBezTo>
                <a:lnTo>
                  <a:pt x="2927765" y="258563"/>
                </a:lnTo>
                <a:lnTo>
                  <a:pt x="2974060" y="45618"/>
                </a:lnTo>
                <a:quadBezTo>
                  <a:pt x="2977014" y="30921"/>
                  <a:pt x="2977014" y="26467"/>
                </a:quadBezTo>
                <a:quadBezTo>
                  <a:pt x="2977014" y="19914"/>
                  <a:pt x="2973908" y="18514"/>
                </a:quadBezTo>
                <a:quadBezTo>
                  <a:pt x="2970801" y="17115"/>
                  <a:pt x="2956133" y="16287"/>
                </a:quadBezTo>
                <a:lnTo>
                  <a:pt x="2956133" y="9353"/>
                </a:lnTo>
                <a:quadBezTo>
                  <a:pt x="2980580" y="5662"/>
                  <a:pt x="3005994" y="0"/>
                </a:quadBezTo>
                <a:lnTo>
                  <a:pt x="3007624" y="2036"/>
                </a:lnTo>
                <a:lnTo>
                  <a:pt x="3000799" y="35438"/>
                </a:lnTo>
                <a:lnTo>
                  <a:pt x="2973398" y="160011"/>
                </a:lnTo>
                <a:close/>
                <a:moveTo>
                  <a:pt x="3046738" y="153522"/>
                </a:moveTo>
                <a:quadBezTo>
                  <a:pt x="3046738" y="118466"/>
                  <a:pt x="3023921" y="118466"/>
                </a:quadBezTo>
                <a:quadBezTo>
                  <a:pt x="3001461" y="118466"/>
                  <a:pt x="2979255" y="165292"/>
                </a:quadBezTo>
                <a:quadBezTo>
                  <a:pt x="2968866" y="187305"/>
                  <a:pt x="2962347" y="213963"/>
                </a:quadBezTo>
                <a:quadBezTo>
                  <a:pt x="2955827" y="240621"/>
                  <a:pt x="2955827" y="259390"/>
                </a:quadBezTo>
                <a:quadBezTo>
                  <a:pt x="2955827" y="273196"/>
                  <a:pt x="2970801" y="273196"/>
                </a:quadBezTo>
                <a:quadBezTo>
                  <a:pt x="2992294" y="273196"/>
                  <a:pt x="3010883" y="249210"/>
                </a:quadBezTo>
                <a:quadBezTo>
                  <a:pt x="3025908" y="229615"/>
                  <a:pt x="3036297" y="202575"/>
                </a:quadBezTo>
                <a:quadBezTo>
                  <a:pt x="3046738" y="175472"/>
                  <a:pt x="3046738" y="153522"/>
                </a:quadBezTo>
                <a:close/>
                <a:moveTo>
                  <a:pt x="3236759" y="129091"/>
                </a:moveTo>
                <a:lnTo>
                  <a:pt x="3220818" y="129091"/>
                </a:lnTo>
                <a:quadBezTo>
                  <a:pt x="3223721" y="136407"/>
                  <a:pt x="3223721" y="149832"/>
                </a:quadBezTo>
                <a:quadBezTo>
                  <a:pt x="3223721" y="175472"/>
                  <a:pt x="3204979" y="196085"/>
                </a:quadBezTo>
                <a:quadBezTo>
                  <a:pt x="3186236" y="216636"/>
                  <a:pt x="3163419" y="216636"/>
                </a:quadBezTo>
                <a:quadBezTo>
                  <a:pt x="3157562" y="216636"/>
                  <a:pt x="3153335" y="215363"/>
                </a:quadBezTo>
                <a:quadBezTo>
                  <a:pt x="3152368" y="214981"/>
                  <a:pt x="3151043" y="214981"/>
                </a:quadBezTo>
                <a:quadBezTo>
                  <a:pt x="3146816" y="214981"/>
                  <a:pt x="3143047" y="220262"/>
                </a:quadBezTo>
                <a:quadBezTo>
                  <a:pt x="3139329" y="225543"/>
                  <a:pt x="3139329" y="231651"/>
                </a:quadBezTo>
                <a:quadBezTo>
                  <a:pt x="3139329" y="241448"/>
                  <a:pt x="3162452" y="248765"/>
                </a:quadBezTo>
                <a:quadBezTo>
                  <a:pt x="3208747" y="262635"/>
                  <a:pt x="3208747" y="300490"/>
                </a:quadBezTo>
                <a:quadBezTo>
                  <a:pt x="3208747" y="327785"/>
                  <a:pt x="3190463" y="344835"/>
                </a:quadBezTo>
                <a:quadBezTo>
                  <a:pt x="3172230" y="361950"/>
                  <a:pt x="3140297" y="361950"/>
                </a:quadBezTo>
                <a:quadBezTo>
                  <a:pt x="3114883" y="361950"/>
                  <a:pt x="3100368" y="350752"/>
                </a:quadBezTo>
                <a:quadBezTo>
                  <a:pt x="3085853" y="339555"/>
                  <a:pt x="3085853" y="317987"/>
                </a:quadBezTo>
                <a:quadBezTo>
                  <a:pt x="3085853" y="302145"/>
                  <a:pt x="3093187" y="290947"/>
                </a:quadBezTo>
                <a:quadBezTo>
                  <a:pt x="3100520" y="279749"/>
                  <a:pt x="3123999" y="262189"/>
                </a:quadBezTo>
                <a:quadBezTo>
                  <a:pt x="3115188" y="255700"/>
                  <a:pt x="3115188" y="246347"/>
                </a:quadBezTo>
                <a:quadBezTo>
                  <a:pt x="3115188" y="226815"/>
                  <a:pt x="3140297" y="212118"/>
                </a:quadBezTo>
                <a:quadBezTo>
                  <a:pt x="3114526" y="200730"/>
                  <a:pt x="3114526" y="168155"/>
                </a:quadBezTo>
                <a:quadBezTo>
                  <a:pt x="3114526" y="137998"/>
                  <a:pt x="3134389" y="118275"/>
                </a:quadBezTo>
                <a:quadBezTo>
                  <a:pt x="3154303" y="98552"/>
                  <a:pt x="3180074" y="98552"/>
                </a:quadBezTo>
                <a:quadBezTo>
                  <a:pt x="3198969" y="98552"/>
                  <a:pt x="3212007" y="109940"/>
                </a:quadBezTo>
                <a:quadBezTo>
                  <a:pt x="3215572" y="113185"/>
                  <a:pt x="3217202" y="113185"/>
                </a:quadBezTo>
                <a:lnTo>
                  <a:pt x="3236759" y="113185"/>
                </a:lnTo>
                <a:lnTo>
                  <a:pt x="3236759" y="129091"/>
                </a:lnTo>
                <a:close/>
                <a:moveTo>
                  <a:pt x="3198001" y="136407"/>
                </a:moveTo>
                <a:quadBezTo>
                  <a:pt x="3198001" y="120502"/>
                  <a:pt x="3193570" y="114012"/>
                </a:quadBezTo>
                <a:quadBezTo>
                  <a:pt x="3189190" y="107459"/>
                  <a:pt x="3179717" y="107459"/>
                </a:quadBezTo>
                <a:quadBezTo>
                  <a:pt x="3164082" y="107459"/>
                  <a:pt x="3152011" y="127818"/>
                </a:quadBezTo>
                <a:quadBezTo>
                  <a:pt x="3139992" y="148177"/>
                  <a:pt x="3139992" y="177508"/>
                </a:quadBezTo>
                <a:quadBezTo>
                  <a:pt x="3139992" y="191759"/>
                  <a:pt x="3145186" y="199903"/>
                </a:quadBezTo>
                <a:quadBezTo>
                  <a:pt x="3150381" y="208046"/>
                  <a:pt x="3159549" y="208046"/>
                </a:quadBezTo>
                <a:quadBezTo>
                  <a:pt x="3175846" y="208046"/>
                  <a:pt x="3187255" y="184061"/>
                </a:quadBezTo>
                <a:quadBezTo>
                  <a:pt x="3198001" y="161220"/>
                  <a:pt x="3198001" y="136407"/>
                </a:quadBezTo>
                <a:close/>
                <a:moveTo>
                  <a:pt x="3189190" y="314742"/>
                </a:moveTo>
                <a:quadBezTo>
                  <a:pt x="3189190" y="300490"/>
                  <a:pt x="3178902" y="290883"/>
                </a:quadBezTo>
                <a:quadBezTo>
                  <a:pt x="3168665" y="281340"/>
                  <a:pt x="3142589" y="271160"/>
                </a:quadBezTo>
                <a:quadBezTo>
                  <a:pt x="3134746" y="268297"/>
                  <a:pt x="3131486" y="266707"/>
                </a:quadBezTo>
                <a:quadBezTo>
                  <a:pt x="3129194" y="266707"/>
                  <a:pt x="3121555" y="274469"/>
                </a:quadBezTo>
                <a:quadBezTo>
                  <a:pt x="3113915" y="282167"/>
                  <a:pt x="3110299" y="287893"/>
                </a:quadBezTo>
                <a:quadBezTo>
                  <a:pt x="3103780" y="298073"/>
                  <a:pt x="3103780" y="311497"/>
                </a:quadBezTo>
                <a:quadBezTo>
                  <a:pt x="3103780" y="353043"/>
                  <a:pt x="3145186" y="353043"/>
                </a:quadBezTo>
                <a:quadBezTo>
                  <a:pt x="3164438" y="353043"/>
                  <a:pt x="3176814" y="341845"/>
                </a:quadBezTo>
                <a:quadBezTo>
                  <a:pt x="3189190" y="330648"/>
                  <a:pt x="3189190" y="314742"/>
                </a:quadBezTo>
                <a:close/>
                <a:moveTo>
                  <a:pt x="3273276" y="335483"/>
                </a:moveTo>
                <a:lnTo>
                  <a:pt x="3270017" y="327785"/>
                </a:lnTo>
                <a:quadBezTo>
                  <a:pt x="3297061" y="304944"/>
                  <a:pt x="3297061" y="284203"/>
                </a:quadBezTo>
                <a:quadBezTo>
                  <a:pt x="3297061" y="278922"/>
                  <a:pt x="3292528" y="278922"/>
                </a:quadBezTo>
                <a:quadBezTo>
                  <a:pt x="3291204" y="278922"/>
                  <a:pt x="3288097" y="279686"/>
                </a:quadBezTo>
                <a:quadBezTo>
                  <a:pt x="3285041" y="280513"/>
                  <a:pt x="3283055" y="280513"/>
                </a:quadBezTo>
                <a:quadBezTo>
                  <a:pt x="3264160" y="280513"/>
                  <a:pt x="3264160" y="259772"/>
                </a:quadBezTo>
                <a:quadBezTo>
                  <a:pt x="3264160" y="249210"/>
                  <a:pt x="3269507" y="242912"/>
                </a:quadBezTo>
                <a:quadBezTo>
                  <a:pt x="3274906" y="236549"/>
                  <a:pt x="3283717" y="236549"/>
                </a:quadBezTo>
                <a:quadBezTo>
                  <a:pt x="3294820" y="236549"/>
                  <a:pt x="3302306" y="246538"/>
                </a:quadBezTo>
                <a:quadBezTo>
                  <a:pt x="3309793" y="256527"/>
                  <a:pt x="3309793" y="271987"/>
                </a:quadBezTo>
                <a:quadBezTo>
                  <a:pt x="3309793" y="290692"/>
                  <a:pt x="3299862" y="308189"/>
                </a:quadBezTo>
                <a:quadBezTo>
                  <a:pt x="3289930" y="325749"/>
                  <a:pt x="3273276" y="335483"/>
                </a:quadBezTo>
                <a:close/>
                <a:moveTo>
                  <a:pt x="3664226" y="260599"/>
                </a:moveTo>
                <a:quadBezTo>
                  <a:pt x="3664226" y="269570"/>
                  <a:pt x="3658827" y="276059"/>
                </a:quadBezTo>
                <a:quadBezTo>
                  <a:pt x="3653479" y="282549"/>
                  <a:pt x="3645993" y="282549"/>
                </a:quadBezTo>
                <a:quadBezTo>
                  <a:pt x="3638506" y="282549"/>
                  <a:pt x="3633260" y="276059"/>
                </a:quadBezTo>
                <a:quadBezTo>
                  <a:pt x="3628065" y="269570"/>
                  <a:pt x="3628065" y="260217"/>
                </a:quadBezTo>
                <a:quadBezTo>
                  <a:pt x="3628065" y="250801"/>
                  <a:pt x="3633413" y="244121"/>
                </a:quadBezTo>
                <a:quadBezTo>
                  <a:pt x="3638811" y="237377"/>
                  <a:pt x="3646298" y="237377"/>
                </a:quadBezTo>
                <a:quadBezTo>
                  <a:pt x="3653479" y="237377"/>
                  <a:pt x="3658827" y="244311"/>
                </a:quadBezTo>
                <a:quadBezTo>
                  <a:pt x="3664226" y="251246"/>
                  <a:pt x="3664226" y="260599"/>
                </a:quadBezTo>
                <a:close/>
                <a:moveTo>
                  <a:pt x="3555693" y="260599"/>
                </a:moveTo>
                <a:quadBezTo>
                  <a:pt x="3555693" y="269570"/>
                  <a:pt x="3550294" y="276059"/>
                </a:quadBezTo>
                <a:quadBezTo>
                  <a:pt x="3544947" y="282549"/>
                  <a:pt x="3537409" y="282549"/>
                </a:quadBezTo>
                <a:quadBezTo>
                  <a:pt x="3529922" y="282549"/>
                  <a:pt x="3524727" y="276059"/>
                </a:quadBezTo>
                <a:quadBezTo>
                  <a:pt x="3519533" y="269570"/>
                  <a:pt x="3519533" y="260217"/>
                </a:quadBezTo>
                <a:quadBezTo>
                  <a:pt x="3519533" y="250801"/>
                  <a:pt x="3524880" y="244121"/>
                </a:quadBezTo>
                <a:quadBezTo>
                  <a:pt x="3530279" y="237377"/>
                  <a:pt x="3537766" y="237377"/>
                </a:quadBezTo>
                <a:quadBezTo>
                  <a:pt x="3544947" y="237377"/>
                  <a:pt x="3550294" y="244311"/>
                </a:quadBezTo>
                <a:quadBezTo>
                  <a:pt x="3555693" y="251246"/>
                  <a:pt x="3555693" y="260599"/>
                </a:quadBezTo>
                <a:close/>
                <a:moveTo>
                  <a:pt x="3447160" y="260599"/>
                </a:moveTo>
                <a:quadBezTo>
                  <a:pt x="3447160" y="269570"/>
                  <a:pt x="3441762" y="276059"/>
                </a:quadBezTo>
                <a:quadBezTo>
                  <a:pt x="3436414" y="282549"/>
                  <a:pt x="3428876" y="282549"/>
                </a:quadBezTo>
                <a:quadBezTo>
                  <a:pt x="3421390" y="282549"/>
                  <a:pt x="3416144" y="276059"/>
                </a:quadBezTo>
                <a:quadBezTo>
                  <a:pt x="3410949" y="269570"/>
                  <a:pt x="3410949" y="260217"/>
                </a:quadBezTo>
                <a:quadBezTo>
                  <a:pt x="3410949" y="250801"/>
                  <a:pt x="3416348" y="244121"/>
                </a:quadBezTo>
                <a:quadBezTo>
                  <a:pt x="3421746" y="237377"/>
                  <a:pt x="3429233" y="237377"/>
                </a:quadBezTo>
                <a:quadBezTo>
                  <a:pt x="3436414" y="237377"/>
                  <a:pt x="3441762" y="244311"/>
                </a:quadBezTo>
                <a:quadBezTo>
                  <a:pt x="3447160" y="251246"/>
                  <a:pt x="3447160" y="260599"/>
                </a:quadBezTo>
                <a:close/>
                <a:moveTo>
                  <a:pt x="3727787" y="335483"/>
                </a:moveTo>
                <a:lnTo>
                  <a:pt x="3724527" y="327785"/>
                </a:lnTo>
                <a:quadBezTo>
                  <a:pt x="3751571" y="304944"/>
                  <a:pt x="3751571" y="284203"/>
                </a:quadBezTo>
                <a:quadBezTo>
                  <a:pt x="3751571" y="278922"/>
                  <a:pt x="3747038" y="278922"/>
                </a:quadBezTo>
                <a:quadBezTo>
                  <a:pt x="3745714" y="278922"/>
                  <a:pt x="3742607" y="279686"/>
                </a:quadBezTo>
                <a:quadBezTo>
                  <a:pt x="3739552" y="280513"/>
                  <a:pt x="3737565" y="280513"/>
                </a:quadBezTo>
                <a:quadBezTo>
                  <a:pt x="3718670" y="280513"/>
                  <a:pt x="3718670" y="259772"/>
                </a:quadBezTo>
                <a:quadBezTo>
                  <a:pt x="3718670" y="249210"/>
                  <a:pt x="3724018" y="242912"/>
                </a:quadBezTo>
                <a:quadBezTo>
                  <a:pt x="3729416" y="236549"/>
                  <a:pt x="3738227" y="236549"/>
                </a:quadBezTo>
                <a:quadBezTo>
                  <a:pt x="3749330" y="236549"/>
                  <a:pt x="3756817" y="246538"/>
                </a:quadBezTo>
                <a:quadBezTo>
                  <a:pt x="3764304" y="256527"/>
                  <a:pt x="3764304" y="271987"/>
                </a:quadBezTo>
                <a:quadBezTo>
                  <a:pt x="3764304" y="290692"/>
                  <a:pt x="3754372" y="308189"/>
                </a:quadBezTo>
                <a:quadBezTo>
                  <a:pt x="3744441" y="325749"/>
                  <a:pt x="3727787" y="335483"/>
                </a:quadBezTo>
                <a:close/>
                <a:moveTo>
                  <a:pt x="3882419" y="160011"/>
                </a:moveTo>
                <a:lnTo>
                  <a:pt x="3882776" y="160011"/>
                </a:lnTo>
                <a:quadBezTo>
                  <a:pt x="3899073" y="126228"/>
                  <a:pt x="3913538" y="112421"/>
                </a:quadBezTo>
                <a:quadBezTo>
                  <a:pt x="3928053" y="98552"/>
                  <a:pt x="3945675" y="98552"/>
                </a:quadBezTo>
                <a:quadBezTo>
                  <a:pt x="3962635" y="98552"/>
                  <a:pt x="3973024" y="111594"/>
                </a:quadBezTo>
                <a:quadBezTo>
                  <a:pt x="3983465" y="124573"/>
                  <a:pt x="3983465" y="147414"/>
                </a:quadBezTo>
                <a:quadBezTo>
                  <a:pt x="3983465" y="178716"/>
                  <a:pt x="3968135" y="210528"/>
                </a:quadBezTo>
                <a:quadBezTo>
                  <a:pt x="3952856" y="242276"/>
                  <a:pt x="3928206" y="262444"/>
                </a:quadBezTo>
                <a:quadBezTo>
                  <a:pt x="3903606" y="282549"/>
                  <a:pt x="3879160" y="282549"/>
                </a:quadBezTo>
                <a:quadBezTo>
                  <a:pt x="3864186" y="282549"/>
                  <a:pt x="3850486" y="276059"/>
                </a:quadBezTo>
                <a:quadBezTo>
                  <a:pt x="3836786" y="269570"/>
                  <a:pt x="3836786" y="260981"/>
                </a:quadBezTo>
                <a:lnTo>
                  <a:pt x="3836786" y="258563"/>
                </a:lnTo>
                <a:lnTo>
                  <a:pt x="3883081" y="45618"/>
                </a:lnTo>
                <a:quadBezTo>
                  <a:pt x="3886035" y="30921"/>
                  <a:pt x="3886035" y="26467"/>
                </a:quadBezTo>
                <a:quadBezTo>
                  <a:pt x="3886035" y="19914"/>
                  <a:pt x="3882929" y="18514"/>
                </a:quadBezTo>
                <a:quadBezTo>
                  <a:pt x="3879822" y="17115"/>
                  <a:pt x="3865154" y="16287"/>
                </a:quadBezTo>
                <a:lnTo>
                  <a:pt x="3865154" y="9353"/>
                </a:lnTo>
                <a:quadBezTo>
                  <a:pt x="3889600" y="5662"/>
                  <a:pt x="3915015" y="0"/>
                </a:quadBezTo>
                <a:lnTo>
                  <a:pt x="3916644" y="2036"/>
                </a:lnTo>
                <a:lnTo>
                  <a:pt x="3909820" y="35438"/>
                </a:lnTo>
                <a:lnTo>
                  <a:pt x="3882419" y="160011"/>
                </a:lnTo>
                <a:close/>
                <a:moveTo>
                  <a:pt x="3955759" y="153522"/>
                </a:moveTo>
                <a:quadBezTo>
                  <a:pt x="3955759" y="118466"/>
                  <a:pt x="3932942" y="118466"/>
                </a:quadBezTo>
                <a:quadBezTo>
                  <a:pt x="3910482" y="118466"/>
                  <a:pt x="3888276" y="165292"/>
                </a:quadBezTo>
                <a:quadBezTo>
                  <a:pt x="3877886" y="187305"/>
                  <a:pt x="3871367" y="213963"/>
                </a:quadBezTo>
                <a:quadBezTo>
                  <a:pt x="3864848" y="240621"/>
                  <a:pt x="3864848" y="259390"/>
                </a:quadBezTo>
                <a:quadBezTo>
                  <a:pt x="3864848" y="273196"/>
                  <a:pt x="3879822" y="273196"/>
                </a:quadBezTo>
                <a:quadBezTo>
                  <a:pt x="3901314" y="273196"/>
                  <a:pt x="3919904" y="249210"/>
                </a:quadBezTo>
                <a:quadBezTo>
                  <a:pt x="3934928" y="229615"/>
                  <a:pt x="3945318" y="202575"/>
                </a:quadBezTo>
                <a:quadBezTo>
                  <a:pt x="3955759" y="175472"/>
                  <a:pt x="3955759" y="153522"/>
                </a:quadBezTo>
                <a:close/>
                <a:moveTo>
                  <a:pt x="4145780" y="129091"/>
                </a:moveTo>
                <a:lnTo>
                  <a:pt x="4129839" y="129091"/>
                </a:lnTo>
                <a:quadBezTo>
                  <a:pt x="4132742" y="136407"/>
                  <a:pt x="4132742" y="149832"/>
                </a:quadBezTo>
                <a:quadBezTo>
                  <a:pt x="4132742" y="175472"/>
                  <a:pt x="4114000" y="196085"/>
                </a:quadBezTo>
                <a:quadBezTo>
                  <a:pt x="4095257" y="216636"/>
                  <a:pt x="4072440" y="216636"/>
                </a:quadBezTo>
                <a:quadBezTo>
                  <a:pt x="4066583" y="216636"/>
                  <a:pt x="4062356" y="215363"/>
                </a:quadBezTo>
                <a:quadBezTo>
                  <a:pt x="4061388" y="214981"/>
                  <a:pt x="4060064" y="214981"/>
                </a:quadBezTo>
                <a:quadBezTo>
                  <a:pt x="4055837" y="214981"/>
                  <a:pt x="4052068" y="220262"/>
                </a:quadBezTo>
                <a:quadBezTo>
                  <a:pt x="4048350" y="225543"/>
                  <a:pt x="4048350" y="231651"/>
                </a:quadBezTo>
                <a:quadBezTo>
                  <a:pt x="4048350" y="241448"/>
                  <a:pt x="4071473" y="248765"/>
                </a:quadBezTo>
                <a:quadBezTo>
                  <a:pt x="4117768" y="262635"/>
                  <a:pt x="4117768" y="300490"/>
                </a:quadBezTo>
                <a:quadBezTo>
                  <a:pt x="4117768" y="327785"/>
                  <a:pt x="4099484" y="344835"/>
                </a:quadBezTo>
                <a:quadBezTo>
                  <a:pt x="4081251" y="361950"/>
                  <a:pt x="4049318" y="361950"/>
                </a:quadBezTo>
                <a:quadBezTo>
                  <a:pt x="4023904" y="361950"/>
                  <a:pt x="4009389" y="350752"/>
                </a:quadBezTo>
                <a:quadBezTo>
                  <a:pt x="3994873" y="339555"/>
                  <a:pt x="3994873" y="317987"/>
                </a:quadBezTo>
                <a:quadBezTo>
                  <a:pt x="3994873" y="302145"/>
                  <a:pt x="4002207" y="290947"/>
                </a:quadBezTo>
                <a:quadBezTo>
                  <a:pt x="4009541" y="279749"/>
                  <a:pt x="4033020" y="262189"/>
                </a:quadBezTo>
                <a:quadBezTo>
                  <a:pt x="4024209" y="255700"/>
                  <a:pt x="4024209" y="246347"/>
                </a:quadBezTo>
                <a:quadBezTo>
                  <a:pt x="4024209" y="226815"/>
                  <a:pt x="4049318" y="212118"/>
                </a:quadBezTo>
                <a:quadBezTo>
                  <a:pt x="4023547" y="200730"/>
                  <a:pt x="4023547" y="168155"/>
                </a:quadBezTo>
                <a:quadBezTo>
                  <a:pt x="4023547" y="137998"/>
                  <a:pt x="4043410" y="118275"/>
                </a:quadBezTo>
                <a:quadBezTo>
                  <a:pt x="4063324" y="98552"/>
                  <a:pt x="4089095" y="98552"/>
                </a:quadBezTo>
                <a:quadBezTo>
                  <a:pt x="4107990" y="98552"/>
                  <a:pt x="4121028" y="109940"/>
                </a:quadBezTo>
                <a:quadBezTo>
                  <a:pt x="4124593" y="113185"/>
                  <a:pt x="4126223" y="113185"/>
                </a:quadBezTo>
                <a:lnTo>
                  <a:pt x="4145780" y="113185"/>
                </a:lnTo>
                <a:lnTo>
                  <a:pt x="4145780" y="129091"/>
                </a:lnTo>
                <a:close/>
                <a:moveTo>
                  <a:pt x="4107022" y="136407"/>
                </a:moveTo>
                <a:quadBezTo>
                  <a:pt x="4107022" y="120502"/>
                  <a:pt x="4102591" y="114012"/>
                </a:quadBezTo>
                <a:quadBezTo>
                  <a:pt x="4098211" y="107459"/>
                  <a:pt x="4088738" y="107459"/>
                </a:quadBezTo>
                <a:quadBezTo>
                  <a:pt x="4073102" y="107459"/>
                  <a:pt x="4061032" y="127818"/>
                </a:quadBezTo>
                <a:quadBezTo>
                  <a:pt x="4049012" y="148177"/>
                  <a:pt x="4049012" y="177508"/>
                </a:quadBezTo>
                <a:quadBezTo>
                  <a:pt x="4049012" y="191759"/>
                  <a:pt x="4054207" y="199903"/>
                </a:quadBezTo>
                <a:quadBezTo>
                  <a:pt x="4059402" y="208046"/>
                  <a:pt x="4068570" y="208046"/>
                </a:quadBezTo>
                <a:quadBezTo>
                  <a:pt x="4084867" y="208046"/>
                  <a:pt x="4096276" y="184061"/>
                </a:quadBezTo>
                <a:quadBezTo>
                  <a:pt x="4107022" y="161220"/>
                  <a:pt x="4107022" y="136407"/>
                </a:quadBezTo>
                <a:close/>
                <a:moveTo>
                  <a:pt x="4098211" y="314742"/>
                </a:moveTo>
                <a:quadBezTo>
                  <a:pt x="4098211" y="300490"/>
                  <a:pt x="4087923" y="290883"/>
                </a:quadBezTo>
                <a:quadBezTo>
                  <a:pt x="4077686" y="281340"/>
                  <a:pt x="4051610" y="271160"/>
                </a:quadBezTo>
                <a:quadBezTo>
                  <a:pt x="4043767" y="268297"/>
                  <a:pt x="4040507" y="266707"/>
                </a:quadBezTo>
                <a:quadBezTo>
                  <a:pt x="4038215" y="266707"/>
                  <a:pt x="4030576" y="274469"/>
                </a:quadBezTo>
                <a:quadBezTo>
                  <a:pt x="4022936" y="282167"/>
                  <a:pt x="4019320" y="287893"/>
                </a:quadBezTo>
                <a:quadBezTo>
                  <a:pt x="4012801" y="298073"/>
                  <a:pt x="4012801" y="311497"/>
                </a:quadBezTo>
                <a:quadBezTo>
                  <a:pt x="4012801" y="353043"/>
                  <a:pt x="4054207" y="353043"/>
                </a:quadBezTo>
                <a:quadBezTo>
                  <a:pt x="4073459" y="353043"/>
                  <a:pt x="4085835" y="341845"/>
                </a:quadBezTo>
                <a:quadBezTo>
                  <a:pt x="4098211" y="330648"/>
                  <a:pt x="4098211" y="314742"/>
                </a:quadBezTo>
                <a:close/>
                <a:moveTo>
                  <a:pt x="4164726" y="9353"/>
                </a:moveTo>
                <a:lnTo>
                  <a:pt x="4168597" y="2863"/>
                </a:lnTo>
                <a:quadBezTo>
                  <a:pt x="4205776" y="30539"/>
                  <a:pt x="4226963" y="77811"/>
                </a:quadBezTo>
                <a:quadBezTo>
                  <a:pt x="4248150" y="125019"/>
                  <a:pt x="4248150" y="177508"/>
                </a:quadBezTo>
                <a:quadBezTo>
                  <a:pt x="4248150" y="288657"/>
                  <a:pt x="4167629" y="350180"/>
                </a:quadBezTo>
                <a:lnTo>
                  <a:pt x="4164726" y="343627"/>
                </a:lnTo>
                <a:quadBezTo>
                  <a:pt x="4198289" y="309016"/>
                  <a:pt x="4209188" y="274660"/>
                </a:quadBezTo>
                <a:quadBezTo>
                  <a:pt x="4220138" y="240240"/>
                  <a:pt x="4220138" y="178716"/>
                </a:quadBezTo>
                <a:quadBezTo>
                  <a:pt x="4220138" y="116875"/>
                  <a:pt x="4209188" y="79592"/>
                </a:quadBezTo>
                <a:quadBezTo>
                  <a:pt x="4198289" y="42309"/>
                  <a:pt x="4164726" y="9353"/>
                </a:quadBez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3" name="tridet-row2">
            <a:extLst xmlns:a="http://schemas.openxmlformats.org/drawingml/2006/main">
              <a:ext uri="{FF2B5EF4-FFF2-40B4-BE49-F238E27FC236}">
                <a16:creationId xmlns:a16="http://schemas.microsoft.com/office/drawing/2014/main" id="{15ABFF68-D09D-40BC-9303-708DCED7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" y="2162175"/>
            <a:ext cx="2476500" cy="409575"/>
          </a:xfrm>
          <a:custGeom xmlns:a="http://schemas.openxmlformats.org/drawingml/2006/main">
            <a:pathLst>
              <a:path w="2476500" h="409575">
                <a:moveTo>
                  <a:pt x="92730" y="371049"/>
                </a:moveTo>
                <a:lnTo>
                  <a:pt x="88374" y="376513"/>
                </a:lnTo>
                <a:quadBezTo>
                  <a:pt x="46337" y="354072"/>
                  <a:pt x="23140" y="314707"/>
                </a:quadBezTo>
                <a:quadBezTo>
                  <a:pt x="0" y="275342"/>
                  <a:pt x="0" y="230832"/>
                </a:quadBezTo>
                <a:quadBezTo>
                  <a:pt x="0" y="136770"/>
                  <a:pt x="89449" y="86901"/>
                </a:quadBezTo>
                <a:lnTo>
                  <a:pt x="92730" y="92312"/>
                </a:lnTo>
                <a:quadBezTo>
                  <a:pt x="55785" y="121862"/>
                  <a:pt x="43451" y="150564"/>
                </a:quadBezTo>
                <a:quadBezTo>
                  <a:pt x="31174" y="179212"/>
                  <a:pt x="31174" y="229824"/>
                </a:quadBezTo>
                <a:quadBezTo>
                  <a:pt x="31174" y="280064"/>
                  <a:pt x="43847" y="311312"/>
                </a:quadBezTo>
                <a:quadBezTo>
                  <a:pt x="56521" y="342559"/>
                  <a:pt x="92730" y="371049"/>
                </a:quadBezTo>
                <a:close/>
                <a:moveTo>
                  <a:pt x="210366" y="171095"/>
                </a:moveTo>
                <a:lnTo>
                  <a:pt x="208555" y="181971"/>
                </a:lnTo>
                <a:lnTo>
                  <a:pt x="178173" y="181971"/>
                </a:lnTo>
                <a:lnTo>
                  <a:pt x="146660" y="293327"/>
                </a:lnTo>
                <a:quadBezTo>
                  <a:pt x="145924" y="296033"/>
                  <a:pt x="145924" y="298049"/>
                </a:quadBezTo>
                <a:quadBezTo>
                  <a:pt x="145924" y="303513"/>
                  <a:pt x="151356" y="303513"/>
                </a:quadBezTo>
                <a:quadBezTo>
                  <a:pt x="155712" y="303513"/>
                  <a:pt x="161483" y="298261"/>
                </a:quadBezTo>
                <a:quadBezTo>
                  <a:pt x="167311" y="292956"/>
                  <a:pt x="180719" y="276669"/>
                </a:quadBezTo>
                <a:lnTo>
                  <a:pt x="185415" y="279056"/>
                </a:lnTo>
                <a:quadBezTo>
                  <a:pt x="168725" y="302823"/>
                  <a:pt x="158032" y="311471"/>
                </a:quadBezTo>
                <a:quadBezTo>
                  <a:pt x="147395" y="320118"/>
                  <a:pt x="133647" y="320118"/>
                </a:quadBezTo>
                <a:quadBezTo>
                  <a:pt x="116957" y="320118"/>
                  <a:pt x="116957" y="307598"/>
                </a:quadBezTo>
                <a:quadBezTo>
                  <a:pt x="116957" y="304203"/>
                  <a:pt x="122784" y="282451"/>
                </a:quadBezTo>
                <a:lnTo>
                  <a:pt x="151016" y="181971"/>
                </a:lnTo>
                <a:lnTo>
                  <a:pt x="123859" y="181971"/>
                </a:lnTo>
                <a:lnTo>
                  <a:pt x="123463" y="179902"/>
                </a:lnTo>
                <a:quadBezTo>
                  <a:pt x="123463" y="173801"/>
                  <a:pt x="135457" y="171413"/>
                </a:quadBezTo>
                <a:quadBezTo>
                  <a:pt x="144510" y="169397"/>
                  <a:pt x="159333" y="158362"/>
                </a:quadBezTo>
                <a:quadBezTo>
                  <a:pt x="174156" y="147327"/>
                  <a:pt x="183605" y="134064"/>
                </a:quadBezTo>
                <a:quadBezTo>
                  <a:pt x="185755" y="131040"/>
                  <a:pt x="188640" y="131040"/>
                </a:quadBezTo>
                <a:quadBezTo>
                  <a:pt x="191922" y="131040"/>
                  <a:pt x="191922" y="133746"/>
                </a:quadBezTo>
                <a:quadBezTo>
                  <a:pt x="191922" y="135444"/>
                  <a:pt x="191582" y="136133"/>
                </a:quadBezTo>
                <a:lnTo>
                  <a:pt x="181398" y="171095"/>
                </a:lnTo>
                <a:lnTo>
                  <a:pt x="210366" y="171095"/>
                </a:lnTo>
                <a:close/>
                <a:moveTo>
                  <a:pt x="324505" y="282886"/>
                </a:moveTo>
                <a:quadBezTo>
                  <a:pt x="324505" y="298818"/>
                  <a:pt x="321218" y="312967"/>
                </a:quadBezTo>
                <a:quadBezTo>
                  <a:pt x="317931" y="327079"/>
                  <a:pt x="311475" y="338963"/>
                </a:quadBezTo>
                <a:quadBezTo>
                  <a:pt x="305020" y="350846"/>
                  <a:pt x="293614" y="357754"/>
                </a:quadBezTo>
                <a:quadBezTo>
                  <a:pt x="282208" y="364661"/>
                  <a:pt x="267237" y="364661"/>
                </a:quadBezTo>
                <a:quadBezTo>
                  <a:pt x="251792" y="364661"/>
                  <a:pt x="240109" y="357308"/>
                </a:quadBezTo>
                <a:quadBezTo>
                  <a:pt x="228465" y="349918"/>
                  <a:pt x="222128" y="337551"/>
                </a:quadBezTo>
                <a:quadBezTo>
                  <a:pt x="215792" y="325185"/>
                  <a:pt x="212861" y="311184"/>
                </a:quadBezTo>
                <a:quadBezTo>
                  <a:pt x="209970" y="297147"/>
                  <a:pt x="209970" y="281475"/>
                </a:quadBezTo>
                <a:quadBezTo>
                  <a:pt x="209970" y="259342"/>
                  <a:pt x="215792" y="241665"/>
                </a:quadBezTo>
                <a:quadBezTo>
                  <a:pt x="221613" y="223951"/>
                  <a:pt x="235158" y="212327"/>
                </a:quadBezTo>
                <a:quadBezTo>
                  <a:pt x="248742" y="200666"/>
                  <a:pt x="268267" y="200666"/>
                </a:quadBezTo>
                <a:quadBezTo>
                  <a:pt x="293099" y="200666"/>
                  <a:pt x="308782" y="223468"/>
                </a:quadBezTo>
                <a:quadBezTo>
                  <a:pt x="324505" y="246270"/>
                  <a:pt x="324505" y="282886"/>
                </a:quadBezTo>
                <a:close/>
                <a:moveTo>
                  <a:pt x="300188" y="284075"/>
                </a:moveTo>
                <a:quadBezTo>
                  <a:pt x="300188" y="246530"/>
                  <a:pt x="291673" y="226699"/>
                </a:quadBezTo>
                <a:quadBezTo>
                  <a:pt x="283198" y="206831"/>
                  <a:pt x="266723" y="206831"/>
                </a:quadBezTo>
                <a:quadBezTo>
                  <a:pt x="251000" y="206831"/>
                  <a:pt x="242643" y="226810"/>
                </a:quadBezTo>
                <a:quadBezTo>
                  <a:pt x="234287" y="246753"/>
                  <a:pt x="234287" y="283109"/>
                </a:quadBezTo>
                <a:quadBezTo>
                  <a:pt x="234287" y="319726"/>
                  <a:pt x="242643" y="339111"/>
                </a:quadBezTo>
                <a:quadBezTo>
                  <a:pt x="251000" y="358459"/>
                  <a:pt x="267237" y="358459"/>
                </a:quadBezTo>
                <a:quadBezTo>
                  <a:pt x="283198" y="358459"/>
                  <a:pt x="291673" y="339111"/>
                </a:quadBezTo>
                <a:quadBezTo>
                  <a:pt x="300188" y="319726"/>
                  <a:pt x="300188" y="284075"/>
                </a:quadBezTo>
                <a:close/>
                <a:moveTo>
                  <a:pt x="623695" y="241707"/>
                </a:moveTo>
                <a:lnTo>
                  <a:pt x="422053" y="241707"/>
                </a:lnTo>
                <a:lnTo>
                  <a:pt x="422053" y="219319"/>
                </a:lnTo>
                <a:lnTo>
                  <a:pt x="623695" y="219319"/>
                </a:lnTo>
                <a:lnTo>
                  <a:pt x="623695" y="241707"/>
                </a:lnTo>
                <a:close/>
                <a:moveTo>
                  <a:pt x="806336" y="171095"/>
                </a:moveTo>
                <a:lnTo>
                  <a:pt x="804525" y="181971"/>
                </a:lnTo>
                <a:lnTo>
                  <a:pt x="774143" y="181971"/>
                </a:lnTo>
                <a:lnTo>
                  <a:pt x="742630" y="293327"/>
                </a:lnTo>
                <a:quadBezTo>
                  <a:pt x="741894" y="296033"/>
                  <a:pt x="741894" y="298049"/>
                </a:quadBezTo>
                <a:quadBezTo>
                  <a:pt x="741894" y="303513"/>
                  <a:pt x="747326" y="303513"/>
                </a:quadBezTo>
                <a:quadBezTo>
                  <a:pt x="751682" y="303513"/>
                  <a:pt x="757453" y="298261"/>
                </a:quadBezTo>
                <a:quadBezTo>
                  <a:pt x="763280" y="292956"/>
                  <a:pt x="776689" y="276669"/>
                </a:quadBezTo>
                <a:lnTo>
                  <a:pt x="781385" y="279056"/>
                </a:lnTo>
                <a:quadBezTo>
                  <a:pt x="764695" y="302823"/>
                  <a:pt x="754002" y="311471"/>
                </a:quadBezTo>
                <a:quadBezTo>
                  <a:pt x="743365" y="320118"/>
                  <a:pt x="729617" y="320118"/>
                </a:quadBezTo>
                <a:quadBezTo>
                  <a:pt x="712927" y="320118"/>
                  <a:pt x="712927" y="307598"/>
                </a:quadBezTo>
                <a:quadBezTo>
                  <a:pt x="712927" y="304203"/>
                  <a:pt x="718754" y="282451"/>
                </a:quadBezTo>
                <a:lnTo>
                  <a:pt x="746986" y="181971"/>
                </a:lnTo>
                <a:lnTo>
                  <a:pt x="719829" y="181971"/>
                </a:lnTo>
                <a:lnTo>
                  <a:pt x="719433" y="179902"/>
                </a:lnTo>
                <a:quadBezTo>
                  <a:pt x="719433" y="173801"/>
                  <a:pt x="731427" y="171413"/>
                </a:quadBezTo>
                <a:quadBezTo>
                  <a:pt x="740480" y="169397"/>
                  <a:pt x="755303" y="158362"/>
                </a:quadBezTo>
                <a:quadBezTo>
                  <a:pt x="770126" y="147327"/>
                  <a:pt x="779575" y="134064"/>
                </a:quadBezTo>
                <a:quadBezTo>
                  <a:pt x="781725" y="131040"/>
                  <a:pt x="784610" y="131040"/>
                </a:quadBezTo>
                <a:quadBezTo>
                  <a:pt x="787892" y="131040"/>
                  <a:pt x="787892" y="133746"/>
                </a:quadBezTo>
                <a:quadBezTo>
                  <a:pt x="787892" y="135444"/>
                  <a:pt x="787552" y="136133"/>
                </a:quadBezTo>
                <a:lnTo>
                  <a:pt x="777368" y="171095"/>
                </a:lnTo>
                <a:lnTo>
                  <a:pt x="806336" y="171095"/>
                </a:lnTo>
                <a:close/>
                <a:moveTo>
                  <a:pt x="847396" y="44426"/>
                </a:moveTo>
                <a:lnTo>
                  <a:pt x="859289" y="7643"/>
                </a:lnTo>
                <a:quadBezTo>
                  <a:pt x="859982" y="5147"/>
                  <a:pt x="860703" y="3743"/>
                </a:quadBezTo>
                <a:quadBezTo>
                  <a:pt x="861424" y="2314"/>
                  <a:pt x="863004" y="1170"/>
                </a:quadBezTo>
                <a:quadBezTo>
                  <a:pt x="864612" y="0"/>
                  <a:pt x="867079" y="0"/>
                </a:quadBezTo>
                <a:quadBezTo>
                  <a:pt x="869408" y="0"/>
                  <a:pt x="870739" y="1586"/>
                </a:quadBezTo>
                <a:quadBezTo>
                  <a:pt x="872069" y="3145"/>
                  <a:pt x="872069" y="5485"/>
                </a:quadBezTo>
                <a:quadBezTo>
                  <a:pt x="872069" y="7305"/>
                  <a:pt x="869574" y="11984"/>
                </a:quadBezTo>
                <a:lnTo>
                  <a:pt x="850778" y="45908"/>
                </a:lnTo>
                <a:lnTo>
                  <a:pt x="847396" y="44426"/>
                </a:lnTo>
                <a:close/>
                <a:moveTo>
                  <a:pt x="898672" y="44426"/>
                </a:moveTo>
                <a:lnTo>
                  <a:pt x="910565" y="7643"/>
                </a:lnTo>
                <a:quadBezTo>
                  <a:pt x="911259" y="5147"/>
                  <a:pt x="911979" y="3743"/>
                </a:quadBezTo>
                <a:quadBezTo>
                  <a:pt x="912700" y="2314"/>
                  <a:pt x="914280" y="1170"/>
                </a:quadBezTo>
                <a:quadBezTo>
                  <a:pt x="915888" y="0"/>
                  <a:pt x="918356" y="0"/>
                </a:quadBezTo>
                <a:quadBezTo>
                  <a:pt x="920684" y="0"/>
                  <a:pt x="922015" y="1586"/>
                </a:quadBezTo>
                <a:quadBezTo>
                  <a:pt x="923346" y="3145"/>
                  <a:pt x="923346" y="5485"/>
                </a:quadBezTo>
                <a:quadBezTo>
                  <a:pt x="923346" y="7305"/>
                  <a:pt x="920851" y="11984"/>
                </a:quadBezTo>
                <a:lnTo>
                  <a:pt x="902055" y="45908"/>
                </a:lnTo>
                <a:lnTo>
                  <a:pt x="898672" y="44426"/>
                </a:lnTo>
                <a:close/>
                <a:moveTo>
                  <a:pt x="949949" y="44426"/>
                </a:moveTo>
                <a:lnTo>
                  <a:pt x="961842" y="7643"/>
                </a:lnTo>
                <a:quadBezTo>
                  <a:pt x="962535" y="5147"/>
                  <a:pt x="963256" y="3743"/>
                </a:quadBezTo>
                <a:quadBezTo>
                  <a:pt x="963976" y="2314"/>
                  <a:pt x="965557" y="1170"/>
                </a:quadBezTo>
                <a:quadBezTo>
                  <a:pt x="967165" y="0"/>
                  <a:pt x="969632" y="0"/>
                </a:quadBezTo>
                <a:quadBezTo>
                  <a:pt x="971961" y="0"/>
                  <a:pt x="973291" y="1586"/>
                </a:quadBezTo>
                <a:quadBezTo>
                  <a:pt x="974622" y="3145"/>
                  <a:pt x="974622" y="5485"/>
                </a:quadBezTo>
                <a:quadBezTo>
                  <a:pt x="974622" y="7305"/>
                  <a:pt x="972127" y="11984"/>
                </a:quadBezTo>
                <a:lnTo>
                  <a:pt x="953331" y="45908"/>
                </a:lnTo>
                <a:lnTo>
                  <a:pt x="949949" y="44426"/>
                </a:lnTo>
                <a:close/>
                <a:moveTo>
                  <a:pt x="920475" y="327800"/>
                </a:moveTo>
                <a:quadBezTo>
                  <a:pt x="920475" y="343732"/>
                  <a:pt x="917188" y="357881"/>
                </a:quadBezTo>
                <a:quadBezTo>
                  <a:pt x="913901" y="371993"/>
                  <a:pt x="907445" y="383877"/>
                </a:quadBezTo>
                <a:quadBezTo>
                  <a:pt x="900990" y="395760"/>
                  <a:pt x="889584" y="402668"/>
                </a:quadBezTo>
                <a:quadBezTo>
                  <a:pt x="878178" y="409575"/>
                  <a:pt x="863207" y="409575"/>
                </a:quadBezTo>
                <a:quadBezTo>
                  <a:pt x="847762" y="409575"/>
                  <a:pt x="836078" y="402222"/>
                </a:quadBezTo>
                <a:quadBezTo>
                  <a:pt x="824435" y="394832"/>
                  <a:pt x="818098" y="382465"/>
                </a:quadBezTo>
                <a:quadBezTo>
                  <a:pt x="811761" y="370099"/>
                  <a:pt x="808831" y="356098"/>
                </a:quadBezTo>
                <a:quadBezTo>
                  <a:pt x="805940" y="342061"/>
                  <a:pt x="805940" y="326389"/>
                </a:quadBezTo>
                <a:quadBezTo>
                  <a:pt x="805940" y="304256"/>
                  <a:pt x="811761" y="286579"/>
                </a:quadBezTo>
                <a:quadBezTo>
                  <a:pt x="817583" y="268865"/>
                  <a:pt x="831128" y="257241"/>
                </a:quadBezTo>
                <a:quadBezTo>
                  <a:pt x="844712" y="245580"/>
                  <a:pt x="864237" y="245580"/>
                </a:quadBezTo>
                <a:quadBezTo>
                  <a:pt x="889069" y="245580"/>
                  <a:pt x="904752" y="268382"/>
                </a:quadBezTo>
                <a:quadBezTo>
                  <a:pt x="920475" y="291184"/>
                  <a:pt x="920475" y="327800"/>
                </a:quadBezTo>
                <a:close/>
                <a:moveTo>
                  <a:pt x="896158" y="328989"/>
                </a:moveTo>
                <a:quadBezTo>
                  <a:pt x="896158" y="291444"/>
                  <a:pt x="887643" y="271613"/>
                </a:quadBezTo>
                <a:quadBezTo>
                  <a:pt x="879168" y="251745"/>
                  <a:pt x="862692" y="251745"/>
                </a:quadBezTo>
                <a:quadBezTo>
                  <a:pt x="846970" y="251745"/>
                  <a:pt x="838613" y="271724"/>
                </a:quadBezTo>
                <a:quadBezTo>
                  <a:pt x="830257" y="291667"/>
                  <a:pt x="830257" y="328023"/>
                </a:quadBezTo>
                <a:quadBezTo>
                  <a:pt x="830257" y="364640"/>
                  <a:pt x="838613" y="384025"/>
                </a:quadBezTo>
                <a:quadBezTo>
                  <a:pt x="846970" y="403373"/>
                  <a:pt x="863207" y="403373"/>
                </a:quadBezTo>
                <a:quadBezTo>
                  <a:pt x="879168" y="403373"/>
                  <a:pt x="887643" y="384025"/>
                </a:quadBezTo>
                <a:quadBezTo>
                  <a:pt x="896158" y="364640"/>
                  <a:pt x="896158" y="328989"/>
                </a:quadBezTo>
                <a:close/>
                <a:moveTo>
                  <a:pt x="1045103" y="364258"/>
                </a:moveTo>
                <a:lnTo>
                  <a:pt x="1041482" y="357839"/>
                </a:lnTo>
                <a:quadBezTo>
                  <a:pt x="1071525" y="338793"/>
                  <a:pt x="1071525" y="321498"/>
                </a:quadBezTo>
                <a:quadBezTo>
                  <a:pt x="1071525" y="317094"/>
                  <a:pt x="1066489" y="317094"/>
                </a:quadBezTo>
                <a:quadBezTo>
                  <a:pt x="1065018" y="317094"/>
                  <a:pt x="1061567" y="317731"/>
                </a:quadBezTo>
                <a:quadBezTo>
                  <a:pt x="1058172" y="318421"/>
                  <a:pt x="1055966" y="318421"/>
                </a:quadBezTo>
                <a:quadBezTo>
                  <a:pt x="1034976" y="318421"/>
                  <a:pt x="1034976" y="301126"/>
                </a:quadBezTo>
                <a:quadBezTo>
                  <a:pt x="1034976" y="292319"/>
                  <a:pt x="1040916" y="287067"/>
                </a:quadBezTo>
                <a:quadBezTo>
                  <a:pt x="1046913" y="281762"/>
                  <a:pt x="1056701" y="281762"/>
                </a:quadBezTo>
                <a:quadBezTo>
                  <a:pt x="1069035" y="281762"/>
                  <a:pt x="1077352" y="290091"/>
                </a:quadBezTo>
                <a:quadBezTo>
                  <a:pt x="1085669" y="298420"/>
                  <a:pt x="1085669" y="311312"/>
                </a:quadBezTo>
                <a:quadBezTo>
                  <a:pt x="1085669" y="326909"/>
                  <a:pt x="1074636" y="341498"/>
                </a:quadBezTo>
                <a:quadBezTo>
                  <a:pt x="1063604" y="356141"/>
                  <a:pt x="1045103" y="364258"/>
                </a:quadBezTo>
                <a:close/>
                <a:moveTo>
                  <a:pt x="1265028" y="171095"/>
                </a:moveTo>
                <a:lnTo>
                  <a:pt x="1263218" y="181971"/>
                </a:lnTo>
                <a:lnTo>
                  <a:pt x="1232836" y="181971"/>
                </a:lnTo>
                <a:lnTo>
                  <a:pt x="1201322" y="293327"/>
                </a:lnTo>
                <a:quadBezTo>
                  <a:pt x="1200586" y="296033"/>
                  <a:pt x="1200586" y="298049"/>
                </a:quadBezTo>
                <a:quadBezTo>
                  <a:pt x="1200586" y="303513"/>
                  <a:pt x="1206018" y="303513"/>
                </a:quadBezTo>
                <a:quadBezTo>
                  <a:pt x="1210374" y="303513"/>
                  <a:pt x="1216145" y="298261"/>
                </a:quadBezTo>
                <a:quadBezTo>
                  <a:pt x="1221973" y="292956"/>
                  <a:pt x="1235382" y="276669"/>
                </a:quadBezTo>
                <a:lnTo>
                  <a:pt x="1240077" y="279056"/>
                </a:lnTo>
                <a:quadBezTo>
                  <a:pt x="1223387" y="302823"/>
                  <a:pt x="1212694" y="311471"/>
                </a:quadBezTo>
                <a:quadBezTo>
                  <a:pt x="1202057" y="320118"/>
                  <a:pt x="1188309" y="320118"/>
                </a:quadBezTo>
                <a:quadBezTo>
                  <a:pt x="1171619" y="320118"/>
                  <a:pt x="1171619" y="307598"/>
                </a:quadBezTo>
                <a:quadBezTo>
                  <a:pt x="1171619" y="304203"/>
                  <a:pt x="1177446" y="282451"/>
                </a:quadBezTo>
                <a:lnTo>
                  <a:pt x="1205678" y="181971"/>
                </a:lnTo>
                <a:lnTo>
                  <a:pt x="1178521" y="181971"/>
                </a:lnTo>
                <a:lnTo>
                  <a:pt x="1178125" y="179902"/>
                </a:lnTo>
                <a:quadBezTo>
                  <a:pt x="1178125" y="173801"/>
                  <a:pt x="1190120" y="171413"/>
                </a:quadBezTo>
                <a:quadBezTo>
                  <a:pt x="1199172" y="169397"/>
                  <a:pt x="1213995" y="158362"/>
                </a:quadBezTo>
                <a:quadBezTo>
                  <a:pt x="1228819" y="147327"/>
                  <a:pt x="1238267" y="134064"/>
                </a:quadBezTo>
                <a:quadBezTo>
                  <a:pt x="1240417" y="131040"/>
                  <a:pt x="1243302" y="131040"/>
                </a:quadBezTo>
                <a:quadBezTo>
                  <a:pt x="1246584" y="131040"/>
                  <a:pt x="1246584" y="133746"/>
                </a:quadBezTo>
                <a:quadBezTo>
                  <a:pt x="1246584" y="135444"/>
                  <a:pt x="1246244" y="136133"/>
                </a:quadBezTo>
                <a:lnTo>
                  <a:pt x="1236060" y="171095"/>
                </a:lnTo>
                <a:lnTo>
                  <a:pt x="1265028" y="171095"/>
                </a:lnTo>
                <a:close/>
                <a:moveTo>
                  <a:pt x="1358415" y="361319"/>
                </a:moveTo>
                <a:lnTo>
                  <a:pt x="1288434" y="361319"/>
                </a:lnTo>
                <a:lnTo>
                  <a:pt x="1288434" y="357754"/>
                </a:lnTo>
                <a:quadBezTo>
                  <a:pt x="1302375" y="357048"/>
                  <a:pt x="1307444" y="352889"/>
                </a:quadBezTo>
                <a:quadBezTo>
                  <a:pt x="1312513" y="348729"/>
                  <a:pt x="1312513" y="338740"/>
                </a:quadBezTo>
                <a:lnTo>
                  <a:pt x="1312513" y="232009"/>
                </a:lnTo>
                <a:quadBezTo>
                  <a:pt x="1312513" y="220386"/>
                  <a:pt x="1304909" y="220386"/>
                </a:quadBezTo>
                <a:quadBezTo>
                  <a:pt x="1301385" y="220386"/>
                  <a:pt x="1293503" y="223245"/>
                </a:quadBezTo>
                <a:lnTo>
                  <a:pt x="1286652" y="225622"/>
                </a:lnTo>
                <a:lnTo>
                  <a:pt x="1286652" y="222280"/>
                </a:lnTo>
                <a:lnTo>
                  <a:pt x="1332038" y="200666"/>
                </a:lnTo>
                <a:lnTo>
                  <a:pt x="1334335" y="201372"/>
                </a:lnTo>
                <a:lnTo>
                  <a:pt x="1334335" y="343270"/>
                </a:lnTo>
                <a:quadBezTo>
                  <a:pt x="1334335" y="351106"/>
                  <a:pt x="1339405" y="354448"/>
                </a:quadBezTo>
                <a:quadBezTo>
                  <a:pt x="1344474" y="357754"/>
                  <a:pt x="1358415" y="357754"/>
                </a:quadBezTo>
                <a:lnTo>
                  <a:pt x="1358415" y="361319"/>
                </a:lnTo>
                <a:close/>
                <a:moveTo>
                  <a:pt x="1678357" y="241707"/>
                </a:moveTo>
                <a:lnTo>
                  <a:pt x="1476716" y="241707"/>
                </a:lnTo>
                <a:lnTo>
                  <a:pt x="1476716" y="219319"/>
                </a:lnTo>
                <a:lnTo>
                  <a:pt x="1678357" y="219319"/>
                </a:lnTo>
                <a:lnTo>
                  <a:pt x="1678357" y="241707"/>
                </a:lnTo>
                <a:close/>
                <a:moveTo>
                  <a:pt x="1860998" y="171095"/>
                </a:moveTo>
                <a:lnTo>
                  <a:pt x="1859187" y="181971"/>
                </a:lnTo>
                <a:lnTo>
                  <a:pt x="1828805" y="181971"/>
                </a:lnTo>
                <a:lnTo>
                  <a:pt x="1797292" y="293327"/>
                </a:lnTo>
                <a:quadBezTo>
                  <a:pt x="1796556" y="296033"/>
                  <a:pt x="1796556" y="298049"/>
                </a:quadBezTo>
                <a:quadBezTo>
                  <a:pt x="1796556" y="303513"/>
                  <a:pt x="1801988" y="303513"/>
                </a:quadBezTo>
                <a:quadBezTo>
                  <a:pt x="1806344" y="303513"/>
                  <a:pt x="1812115" y="298261"/>
                </a:quadBezTo>
                <a:quadBezTo>
                  <a:pt x="1817943" y="292956"/>
                  <a:pt x="1831351" y="276669"/>
                </a:quadBezTo>
                <a:lnTo>
                  <a:pt x="1836047" y="279056"/>
                </a:lnTo>
                <a:quadBezTo>
                  <a:pt x="1819357" y="302823"/>
                  <a:pt x="1808664" y="311471"/>
                </a:quadBezTo>
                <a:quadBezTo>
                  <a:pt x="1798027" y="320118"/>
                  <a:pt x="1784279" y="320118"/>
                </a:quadBezTo>
                <a:quadBezTo>
                  <a:pt x="1767589" y="320118"/>
                  <a:pt x="1767589" y="307598"/>
                </a:quadBezTo>
                <a:quadBezTo>
                  <a:pt x="1767589" y="304203"/>
                  <a:pt x="1773416" y="282451"/>
                </a:quadBezTo>
                <a:lnTo>
                  <a:pt x="1801648" y="181971"/>
                </a:lnTo>
                <a:lnTo>
                  <a:pt x="1774491" y="181971"/>
                </a:lnTo>
                <a:lnTo>
                  <a:pt x="1774095" y="179902"/>
                </a:lnTo>
                <a:quadBezTo>
                  <a:pt x="1774095" y="173801"/>
                  <a:pt x="1786089" y="171413"/>
                </a:quadBezTo>
                <a:quadBezTo>
                  <a:pt x="1795142" y="169397"/>
                  <a:pt x="1809965" y="158362"/>
                </a:quadBezTo>
                <a:quadBezTo>
                  <a:pt x="1824788" y="147327"/>
                  <a:pt x="1834237" y="134064"/>
                </a:quadBezTo>
                <a:quadBezTo>
                  <a:pt x="1836387" y="131040"/>
                  <a:pt x="1839272" y="131040"/>
                </a:quadBezTo>
                <a:quadBezTo>
                  <a:pt x="1842554" y="131040"/>
                  <a:pt x="1842554" y="133746"/>
                </a:quadBezTo>
                <a:quadBezTo>
                  <a:pt x="1842554" y="135444"/>
                  <a:pt x="1842214" y="136133"/>
                </a:quadBezTo>
                <a:lnTo>
                  <a:pt x="1832030" y="171095"/>
                </a:lnTo>
                <a:lnTo>
                  <a:pt x="1860998" y="171095"/>
                </a:lnTo>
                <a:close/>
                <a:moveTo>
                  <a:pt x="1902058" y="44426"/>
                </a:moveTo>
                <a:lnTo>
                  <a:pt x="1913951" y="7643"/>
                </a:lnTo>
                <a:quadBezTo>
                  <a:pt x="1914644" y="5147"/>
                  <a:pt x="1915365" y="3743"/>
                </a:quadBezTo>
                <a:quadBezTo>
                  <a:pt x="1916086" y="2314"/>
                  <a:pt x="1917666" y="1170"/>
                </a:quadBezTo>
                <a:quadBezTo>
                  <a:pt x="1919274" y="0"/>
                  <a:pt x="1921742" y="0"/>
                </a:quadBezTo>
                <a:quadBezTo>
                  <a:pt x="1924070" y="0"/>
                  <a:pt x="1925401" y="1586"/>
                </a:quadBezTo>
                <a:quadBezTo>
                  <a:pt x="1926732" y="3145"/>
                  <a:pt x="1926732" y="5485"/>
                </a:quadBezTo>
                <a:quadBezTo>
                  <a:pt x="1926732" y="7305"/>
                  <a:pt x="1924237" y="11984"/>
                </a:quadBezTo>
                <a:lnTo>
                  <a:pt x="1905440" y="45908"/>
                </a:lnTo>
                <a:lnTo>
                  <a:pt x="1902058" y="44426"/>
                </a:lnTo>
                <a:close/>
                <a:moveTo>
                  <a:pt x="1953335" y="44426"/>
                </a:moveTo>
                <a:lnTo>
                  <a:pt x="1965228" y="7643"/>
                </a:lnTo>
                <a:quadBezTo>
                  <a:pt x="1965921" y="5147"/>
                  <a:pt x="1966642" y="3743"/>
                </a:quadBezTo>
                <a:quadBezTo>
                  <a:pt x="1967362" y="2314"/>
                  <a:pt x="1968943" y="1170"/>
                </a:quadBezTo>
                <a:quadBezTo>
                  <a:pt x="1970550" y="0"/>
                  <a:pt x="1973018" y="0"/>
                </a:quadBezTo>
                <a:quadBezTo>
                  <a:pt x="1975347" y="0"/>
                  <a:pt x="1976677" y="1586"/>
                </a:quadBezTo>
                <a:quadBezTo>
                  <a:pt x="1978008" y="3145"/>
                  <a:pt x="1978008" y="5485"/>
                </a:quadBezTo>
                <a:quadBezTo>
                  <a:pt x="1978008" y="7305"/>
                  <a:pt x="1975513" y="11984"/>
                </a:quadBezTo>
                <a:lnTo>
                  <a:pt x="1956717" y="45908"/>
                </a:lnTo>
                <a:lnTo>
                  <a:pt x="1953335" y="44426"/>
                </a:lnTo>
                <a:close/>
                <a:moveTo>
                  <a:pt x="2004611" y="44426"/>
                </a:moveTo>
                <a:lnTo>
                  <a:pt x="2016504" y="7643"/>
                </a:lnTo>
                <a:quadBezTo>
                  <a:pt x="2017197" y="5147"/>
                  <a:pt x="2017918" y="3743"/>
                </a:quadBezTo>
                <a:quadBezTo>
                  <a:pt x="2018639" y="2314"/>
                  <a:pt x="2020219" y="1170"/>
                </a:quadBezTo>
                <a:quadBezTo>
                  <a:pt x="2021827" y="0"/>
                  <a:pt x="2024294" y="0"/>
                </a:quadBezTo>
                <a:quadBezTo>
                  <a:pt x="2026623" y="0"/>
                  <a:pt x="2027953" y="1586"/>
                </a:quadBezTo>
                <a:quadBezTo>
                  <a:pt x="2029284" y="3145"/>
                  <a:pt x="2029284" y="5485"/>
                </a:quadBezTo>
                <a:quadBezTo>
                  <a:pt x="2029284" y="7305"/>
                  <a:pt x="2026789" y="11984"/>
                </a:quadBezTo>
                <a:lnTo>
                  <a:pt x="2007993" y="45908"/>
                </a:lnTo>
                <a:lnTo>
                  <a:pt x="2004611" y="44426"/>
                </a:lnTo>
                <a:close/>
                <a:moveTo>
                  <a:pt x="1975137" y="327800"/>
                </a:moveTo>
                <a:quadBezTo>
                  <a:pt x="1975137" y="343732"/>
                  <a:pt x="1971850" y="357881"/>
                </a:quadBezTo>
                <a:quadBezTo>
                  <a:pt x="1968563" y="371993"/>
                  <a:pt x="1962107" y="383877"/>
                </a:quadBezTo>
                <a:quadBezTo>
                  <a:pt x="1955652" y="395760"/>
                  <a:pt x="1944246" y="402668"/>
                </a:quadBezTo>
                <a:quadBezTo>
                  <a:pt x="1932840" y="409575"/>
                  <a:pt x="1917869" y="409575"/>
                </a:quadBezTo>
                <a:quadBezTo>
                  <a:pt x="1902424" y="409575"/>
                  <a:pt x="1890741" y="402222"/>
                </a:quadBezTo>
                <a:quadBezTo>
                  <a:pt x="1879097" y="394832"/>
                  <a:pt x="1872760" y="382465"/>
                </a:quadBezTo>
                <a:quadBezTo>
                  <a:pt x="1866424" y="370099"/>
                  <a:pt x="1863493" y="356098"/>
                </a:quadBezTo>
                <a:quadBezTo>
                  <a:pt x="1860602" y="342061"/>
                  <a:pt x="1860602" y="326389"/>
                </a:quadBezTo>
                <a:quadBezTo>
                  <a:pt x="1860602" y="304256"/>
                  <a:pt x="1866424" y="286579"/>
                </a:quadBezTo>
                <a:quadBezTo>
                  <a:pt x="1872245" y="268865"/>
                  <a:pt x="1885790" y="257241"/>
                </a:quadBezTo>
                <a:quadBezTo>
                  <a:pt x="1899374" y="245580"/>
                  <a:pt x="1918899" y="245580"/>
                </a:quadBezTo>
                <a:quadBezTo>
                  <a:pt x="1943731" y="245580"/>
                  <a:pt x="1959414" y="268382"/>
                </a:quadBezTo>
                <a:quadBezTo>
                  <a:pt x="1975137" y="291184"/>
                  <a:pt x="1975137" y="327800"/>
                </a:quadBezTo>
                <a:close/>
                <a:moveTo>
                  <a:pt x="1950820" y="328989"/>
                </a:moveTo>
                <a:quadBezTo>
                  <a:pt x="1950820" y="291444"/>
                  <a:pt x="1942305" y="271613"/>
                </a:quadBezTo>
                <a:quadBezTo>
                  <a:pt x="1933830" y="251745"/>
                  <a:pt x="1917355" y="251745"/>
                </a:quadBezTo>
                <a:quadBezTo>
                  <a:pt x="1901632" y="251745"/>
                  <a:pt x="1893275" y="271724"/>
                </a:quadBezTo>
                <a:quadBezTo>
                  <a:pt x="1884919" y="291667"/>
                  <a:pt x="1884919" y="328023"/>
                </a:quadBezTo>
                <a:quadBezTo>
                  <a:pt x="1884919" y="364640"/>
                  <a:pt x="1893275" y="384025"/>
                </a:quadBezTo>
                <a:quadBezTo>
                  <a:pt x="1901632" y="403373"/>
                  <a:pt x="1917869" y="403373"/>
                </a:quadBezTo>
                <a:quadBezTo>
                  <a:pt x="1933830" y="403373"/>
                  <a:pt x="1942305" y="384025"/>
                </a:quadBezTo>
                <a:quadBezTo>
                  <a:pt x="1950820" y="364640"/>
                  <a:pt x="1950820" y="328989"/>
                </a:quadBezTo>
                <a:close/>
                <a:moveTo>
                  <a:pt x="2099765" y="364258"/>
                </a:moveTo>
                <a:lnTo>
                  <a:pt x="2096144" y="357839"/>
                </a:lnTo>
                <a:quadBezTo>
                  <a:pt x="2126187" y="338793"/>
                  <a:pt x="2126187" y="321498"/>
                </a:quadBezTo>
                <a:quadBezTo>
                  <a:pt x="2126187" y="317094"/>
                  <a:pt x="2121151" y="317094"/>
                </a:quadBezTo>
                <a:quadBezTo>
                  <a:pt x="2119680" y="317094"/>
                  <a:pt x="2116229" y="317731"/>
                </a:quadBezTo>
                <a:quadBezTo>
                  <a:pt x="2112834" y="318421"/>
                  <a:pt x="2110628" y="318421"/>
                </a:quadBezTo>
                <a:quadBezTo>
                  <a:pt x="2089638" y="318421"/>
                  <a:pt x="2089638" y="301126"/>
                </a:quadBezTo>
                <a:quadBezTo>
                  <a:pt x="2089638" y="292319"/>
                  <a:pt x="2095578" y="287067"/>
                </a:quadBezTo>
                <a:quadBezTo>
                  <a:pt x="2101576" y="281762"/>
                  <a:pt x="2111363" y="281762"/>
                </a:quadBezTo>
                <a:quadBezTo>
                  <a:pt x="2123697" y="281762"/>
                  <a:pt x="2132014" y="290091"/>
                </a:quadBezTo>
                <a:quadBezTo>
                  <a:pt x="2140331" y="298420"/>
                  <a:pt x="2140331" y="311312"/>
                </a:quadBezTo>
                <a:quadBezTo>
                  <a:pt x="2140331" y="326909"/>
                  <a:pt x="2129298" y="341498"/>
                </a:quadBezTo>
                <a:quadBezTo>
                  <a:pt x="2118266" y="356141"/>
                  <a:pt x="2099765" y="364258"/>
                </a:quadBezTo>
                <a:close/>
                <a:moveTo>
                  <a:pt x="2339266" y="280064"/>
                </a:moveTo>
                <a:lnTo>
                  <a:pt x="2345037" y="283459"/>
                </a:lnTo>
                <a:quadBezTo>
                  <a:pt x="2328403" y="303142"/>
                  <a:pt x="2312618" y="311630"/>
                </a:quadBezTo>
                <a:quadBezTo>
                  <a:pt x="2296890" y="320118"/>
                  <a:pt x="2276635" y="320118"/>
                </a:quadBezTo>
                <a:quadBezTo>
                  <a:pt x="2250892" y="320118"/>
                  <a:pt x="2237144" y="306908"/>
                </a:quadBezTo>
                <a:quadBezTo>
                  <a:pt x="2223396" y="293645"/>
                  <a:pt x="2223396" y="267862"/>
                </a:quadBezTo>
                <a:quadBezTo>
                  <a:pt x="2223396" y="245103"/>
                  <a:pt x="2235673" y="223882"/>
                </a:quadBezTo>
                <a:quadBezTo>
                  <a:pt x="2248007" y="202661"/>
                  <a:pt x="2267922" y="187382"/>
                </a:quadBezTo>
                <a:quadBezTo>
                  <a:pt x="2295815" y="166692"/>
                  <a:pt x="2328403" y="166692"/>
                </a:quadBezTo>
                <a:quadBezTo>
                  <a:pt x="2345037" y="166692"/>
                  <a:pt x="2355730" y="174490"/>
                </a:quadBezTo>
                <a:quadBezTo>
                  <a:pt x="2366423" y="182289"/>
                  <a:pt x="2366423" y="194173"/>
                </a:quadBezTo>
                <a:quadBezTo>
                  <a:pt x="2366423" y="200963"/>
                  <a:pt x="2361331" y="205738"/>
                </a:quadBezTo>
                <a:quadBezTo>
                  <a:pt x="2356296" y="210460"/>
                  <a:pt x="2349054" y="210460"/>
                </a:quadBezTo>
                <a:quadBezTo>
                  <a:pt x="2341812" y="210460"/>
                  <a:pt x="2338361" y="206587"/>
                </a:quadBezTo>
                <a:quadBezTo>
                  <a:pt x="2334910" y="202661"/>
                  <a:pt x="2334910" y="196878"/>
                </a:quadBezTo>
                <a:quadBezTo>
                  <a:pt x="2334910" y="193854"/>
                  <a:pt x="2337625" y="188920"/>
                </a:quadBezTo>
                <a:quadBezTo>
                  <a:pt x="2340341" y="183987"/>
                  <a:pt x="2340341" y="180591"/>
                </a:quadBezTo>
                <a:quadBezTo>
                  <a:pt x="2340341" y="173801"/>
                  <a:pt x="2326932" y="173801"/>
                </a:quadBezTo>
                <a:quadBezTo>
                  <a:pt x="2304131" y="173801"/>
                  <a:pt x="2287498" y="190088"/>
                </a:quadBezTo>
                <a:quadBezTo>
                  <a:pt x="2254513" y="222715"/>
                  <a:pt x="2254513" y="269188"/>
                </a:quadBezTo>
                <a:quadBezTo>
                  <a:pt x="2254513" y="287544"/>
                  <a:pt x="2262830" y="297730"/>
                </a:quadBezTo>
                <a:quadBezTo>
                  <a:pt x="2271203" y="307916"/>
                  <a:pt x="2286762" y="307916"/>
                </a:quadBezTo>
                <a:quadBezTo>
                  <a:pt x="2300907" y="307916"/>
                  <a:pt x="2312448" y="301497"/>
                </a:quadBezTo>
                <a:quadBezTo>
                  <a:pt x="2324047" y="295025"/>
                  <a:pt x="2339266" y="280064"/>
                </a:quadBezTo>
                <a:close/>
                <a:moveTo>
                  <a:pt x="2383826" y="92312"/>
                </a:moveTo>
                <a:lnTo>
                  <a:pt x="2388126" y="86901"/>
                </a:lnTo>
                <a:quadBezTo>
                  <a:pt x="2429428" y="109979"/>
                  <a:pt x="2452964" y="149397"/>
                </a:quadBezTo>
                <a:quadBezTo>
                  <a:pt x="2476500" y="188761"/>
                  <a:pt x="2476500" y="232529"/>
                </a:quadBezTo>
                <a:quadBezTo>
                  <a:pt x="2476500" y="325211"/>
                  <a:pt x="2387051" y="376513"/>
                </a:quadBezTo>
                <a:lnTo>
                  <a:pt x="2383826" y="371049"/>
                </a:lnTo>
                <a:quadBezTo>
                  <a:pt x="2421111" y="342188"/>
                  <a:pt x="2433218" y="313540"/>
                </a:quadBezTo>
                <a:quadBezTo>
                  <a:pt x="2445382" y="284839"/>
                  <a:pt x="2445382" y="233537"/>
                </a:quadBezTo>
                <a:quadBezTo>
                  <a:pt x="2445382" y="181971"/>
                  <a:pt x="2433218" y="150882"/>
                </a:quadBezTo>
                <a:quadBezTo>
                  <a:pt x="2421111" y="119793"/>
                  <a:pt x="2383826" y="92312"/>
                </a:quadBez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4" name="start2">
            <a:extLst xmlns:a="http://schemas.openxmlformats.org/drawingml/2006/main">
              <a:ext uri="{FF2B5EF4-FFF2-40B4-BE49-F238E27FC236}">
                <a16:creationId xmlns:a16="http://schemas.microsoft.com/office/drawing/2014/main" id="{0DE380C6-9EF9-41EB-B4D7-EF66A3CA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2750" y="2200275"/>
            <a:ext cx="295275" cy="409575"/>
          </a:xfrm>
          <a:custGeom xmlns:a="http://schemas.openxmlformats.org/drawingml/2006/main">
            <a:pathLst>
              <a:path w="295275" h="409575">
                <a:moveTo>
                  <a:pt x="105395" y="171095"/>
                </a:moveTo>
                <a:lnTo>
                  <a:pt x="103352" y="181971"/>
                </a:lnTo>
                <a:lnTo>
                  <a:pt x="69072" y="181971"/>
                </a:lnTo>
                <a:lnTo>
                  <a:pt x="33514" y="293327"/>
                </a:lnTo>
                <a:quadBezTo>
                  <a:pt x="32685" y="296033"/>
                  <a:pt x="32685" y="298049"/>
                </a:quadBezTo>
                <a:quadBezTo>
                  <a:pt x="32685" y="303513"/>
                  <a:pt x="38813" y="303513"/>
                </a:quadBezTo>
                <a:quadBezTo>
                  <a:pt x="43728" y="303513"/>
                  <a:pt x="50240" y="298261"/>
                </a:quadBezTo>
                <a:quadBezTo>
                  <a:pt x="56815" y="292956"/>
                  <a:pt x="71944" y="276669"/>
                </a:quadBezTo>
                <a:lnTo>
                  <a:pt x="77243" y="279056"/>
                </a:lnTo>
                <a:quadBezTo>
                  <a:pt x="58411" y="302823"/>
                  <a:pt x="46346" y="311471"/>
                </a:quadBezTo>
                <a:quadBezTo>
                  <a:pt x="34344" y="320118"/>
                  <a:pt x="18832" y="320118"/>
                </a:quadBezTo>
                <a:quadBezTo>
                  <a:pt x="0" y="320118"/>
                  <a:pt x="0" y="307598"/>
                </a:quadBezTo>
                <a:quadBezTo>
                  <a:pt x="0" y="304203"/>
                  <a:pt x="6575" y="282451"/>
                </a:quadBezTo>
                <a:lnTo>
                  <a:pt x="38430" y="181971"/>
                </a:lnTo>
                <a:lnTo>
                  <a:pt x="7788" y="181971"/>
                </a:lnTo>
                <a:lnTo>
                  <a:pt x="7341" y="179902"/>
                </a:lnTo>
                <a:quadBezTo>
                  <a:pt x="7341" y="173801"/>
                  <a:pt x="20875" y="171413"/>
                </a:quadBezTo>
                <a:quadBezTo>
                  <a:pt x="31089" y="169397"/>
                  <a:pt x="47814" y="158362"/>
                </a:quadBezTo>
                <a:quadBezTo>
                  <a:pt x="64539" y="147327"/>
                  <a:pt x="75200" y="134064"/>
                </a:quadBezTo>
                <a:quadBezTo>
                  <a:pt x="77626" y="131040"/>
                  <a:pt x="80882" y="131040"/>
                </a:quadBezTo>
                <a:quadBezTo>
                  <a:pt x="84584" y="131040"/>
                  <a:pt x="84584" y="133746"/>
                </a:quadBezTo>
                <a:quadBezTo>
                  <a:pt x="84584" y="135444"/>
                  <a:pt x="84201" y="136133"/>
                </a:quadBezTo>
                <a:lnTo>
                  <a:pt x="72710" y="171095"/>
                </a:lnTo>
                <a:lnTo>
                  <a:pt x="105395" y="171095"/>
                </a:lnTo>
                <a:close/>
                <a:moveTo>
                  <a:pt x="151724" y="44426"/>
                </a:moveTo>
                <a:lnTo>
                  <a:pt x="165143" y="7643"/>
                </a:lnTo>
                <a:quadBezTo>
                  <a:pt x="165925" y="5147"/>
                  <a:pt x="166739" y="3743"/>
                </a:quadBezTo>
                <a:quadBezTo>
                  <a:pt x="167552" y="2314"/>
                  <a:pt x="169335" y="1170"/>
                </a:quadBezTo>
                <a:quadBezTo>
                  <a:pt x="171149" y="0"/>
                  <a:pt x="173933" y="0"/>
                </a:quadBezTo>
                <a:quadBezTo>
                  <a:pt x="176561" y="0"/>
                  <a:pt x="178062" y="1586"/>
                </a:quadBezTo>
                <a:quadBezTo>
                  <a:pt x="179563" y="3145"/>
                  <a:pt x="179563" y="5485"/>
                </a:quadBezTo>
                <a:quadBezTo>
                  <a:pt x="179563" y="7305"/>
                  <a:pt x="176748" y="11984"/>
                </a:quadBezTo>
                <a:lnTo>
                  <a:pt x="155540" y="45908"/>
                </a:lnTo>
                <a:lnTo>
                  <a:pt x="151724" y="44426"/>
                </a:lnTo>
                <a:close/>
                <a:moveTo>
                  <a:pt x="209580" y="44426"/>
                </a:moveTo>
                <a:lnTo>
                  <a:pt x="222999" y="7643"/>
                </a:lnTo>
                <a:quadBezTo>
                  <a:pt x="223781" y="5147"/>
                  <a:pt x="224594" y="3743"/>
                </a:quadBezTo>
                <a:quadBezTo>
                  <a:pt x="225408" y="2314"/>
                  <a:pt x="227191" y="1170"/>
                </a:quadBezTo>
                <a:quadBezTo>
                  <a:pt x="229005" y="0"/>
                  <a:pt x="231789" y="0"/>
                </a:quadBezTo>
                <a:quadBezTo>
                  <a:pt x="234416" y="0"/>
                  <a:pt x="235918" y="1586"/>
                </a:quadBezTo>
                <a:quadBezTo>
                  <a:pt x="237419" y="3145"/>
                  <a:pt x="237419" y="5485"/>
                </a:quadBezTo>
                <a:quadBezTo>
                  <a:pt x="237419" y="7305"/>
                  <a:pt x="234604" y="11984"/>
                </a:quadBezTo>
                <a:lnTo>
                  <a:pt x="213396" y="45908"/>
                </a:lnTo>
                <a:lnTo>
                  <a:pt x="209580" y="44426"/>
                </a:lnTo>
                <a:close/>
                <a:moveTo>
                  <a:pt x="267436" y="44426"/>
                </a:moveTo>
                <a:lnTo>
                  <a:pt x="280855" y="7643"/>
                </a:lnTo>
                <a:quadBezTo>
                  <a:pt x="281637" y="5147"/>
                  <a:pt x="282450" y="3743"/>
                </a:quadBezTo>
                <a:quadBezTo>
                  <a:pt x="283263" y="2314"/>
                  <a:pt x="285046" y="1170"/>
                </a:quadBezTo>
                <a:quadBezTo>
                  <a:pt x="286861" y="0"/>
                  <a:pt x="289645" y="0"/>
                </a:quadBezTo>
                <a:quadBezTo>
                  <a:pt x="292272" y="0"/>
                  <a:pt x="293774" y="1586"/>
                </a:quadBezTo>
                <a:quadBezTo>
                  <a:pt x="295275" y="3145"/>
                  <a:pt x="295275" y="5485"/>
                </a:quadBezTo>
                <a:quadBezTo>
                  <a:pt x="295275" y="7305"/>
                  <a:pt x="292460" y="11984"/>
                </a:quadBezTo>
                <a:lnTo>
                  <a:pt x="271252" y="45908"/>
                </a:lnTo>
                <a:lnTo>
                  <a:pt x="267436" y="44426"/>
                </a:lnTo>
                <a:close/>
                <a:moveTo>
                  <a:pt x="234180" y="327800"/>
                </a:moveTo>
                <a:quadBezTo>
                  <a:pt x="234180" y="343732"/>
                  <a:pt x="230471" y="357881"/>
                </a:quadBezTo>
                <a:quadBezTo>
                  <a:pt x="226762" y="371993"/>
                  <a:pt x="219478" y="383877"/>
                </a:quadBezTo>
                <a:quadBezTo>
                  <a:pt x="212194" y="395760"/>
                  <a:pt x="199325" y="402668"/>
                </a:quadBezTo>
                <a:quadBezTo>
                  <a:pt x="186455" y="409575"/>
                  <a:pt x="169564" y="409575"/>
                </a:quadBezTo>
                <a:quadBezTo>
                  <a:pt x="152137" y="409575"/>
                  <a:pt x="138954" y="402222"/>
                </a:quadBezTo>
                <a:quadBezTo>
                  <a:pt x="125816" y="394832"/>
                  <a:pt x="118667" y="382465"/>
                </a:quadBezTo>
                <a:quadBezTo>
                  <a:pt x="111517" y="370099"/>
                  <a:pt x="108210" y="356098"/>
                </a:quadBezTo>
                <a:quadBezTo>
                  <a:pt x="104948" y="342061"/>
                  <a:pt x="104948" y="326389"/>
                </a:quadBezTo>
                <a:quadBezTo>
                  <a:pt x="104948" y="304256"/>
                  <a:pt x="111517" y="286579"/>
                </a:quadBezTo>
                <a:quadBezTo>
                  <a:pt x="118086" y="268865"/>
                  <a:pt x="133368" y="257241"/>
                </a:quadBezTo>
                <a:quadBezTo>
                  <a:pt x="148696" y="245580"/>
                  <a:pt x="170726" y="245580"/>
                </a:quadBezTo>
                <a:quadBezTo>
                  <a:pt x="198744" y="245580"/>
                  <a:pt x="216440" y="268382"/>
                </a:quadBezTo>
                <a:quadBezTo>
                  <a:pt x="234180" y="291184"/>
                  <a:pt x="234180" y="327800"/>
                </a:quadBezTo>
                <a:close/>
                <a:moveTo>
                  <a:pt x="206743" y="328989"/>
                </a:moveTo>
                <a:quadBezTo>
                  <a:pt x="206743" y="291444"/>
                  <a:pt x="197135" y="271613"/>
                </a:quadBezTo>
                <a:quadBezTo>
                  <a:pt x="187572" y="251745"/>
                  <a:pt x="168983" y="251745"/>
                </a:quadBezTo>
                <a:quadBezTo>
                  <a:pt x="151243" y="251745"/>
                  <a:pt x="141814" y="271724"/>
                </a:quadBezTo>
                <a:quadBezTo>
                  <a:pt x="132385" y="291667"/>
                  <a:pt x="132385" y="328023"/>
                </a:quadBezTo>
                <a:quadBezTo>
                  <a:pt x="132385" y="364640"/>
                  <a:pt x="141814" y="384025"/>
                </a:quadBezTo>
                <a:quadBezTo>
                  <a:pt x="151243" y="403373"/>
                  <a:pt x="169564" y="403373"/>
                </a:quadBezTo>
                <a:quadBezTo>
                  <a:pt x="187572" y="403373"/>
                  <a:pt x="197135" y="384025"/>
                </a:quadBezTo>
                <a:quadBezTo>
                  <a:pt x="206743" y="364640"/>
                  <a:pt x="206743" y="328989"/>
                </a:quadBez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5" name="end2">
            <a:extLst xmlns:a="http://schemas.openxmlformats.org/drawingml/2006/main">
              <a:ext uri="{FF2B5EF4-FFF2-40B4-BE49-F238E27FC236}">
                <a16:creationId xmlns:a16="http://schemas.microsoft.com/office/drawing/2014/main" id="{C1A88F57-E030-4E9D-97B5-C0E3184C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19575" y="2200275"/>
            <a:ext cx="295275" cy="409575"/>
          </a:xfrm>
          <a:custGeom xmlns:a="http://schemas.openxmlformats.org/drawingml/2006/main">
            <a:pathLst>
              <a:path w="295275" h="409575">
                <a:moveTo>
                  <a:pt x="105395" y="172503"/>
                </a:moveTo>
                <a:lnTo>
                  <a:pt x="103352" y="183468"/>
                </a:lnTo>
                <a:lnTo>
                  <a:pt x="69072" y="183468"/>
                </a:lnTo>
                <a:lnTo>
                  <a:pt x="33514" y="295740"/>
                </a:lnTo>
                <a:quadBezTo>
                  <a:pt x="32685" y="298468"/>
                  <a:pt x="32685" y="300501"/>
                </a:quadBezTo>
                <a:quadBezTo>
                  <a:pt x="32685" y="306010"/>
                  <a:pt x="38813" y="306010"/>
                </a:quadBezTo>
                <a:quadBezTo>
                  <a:pt x="43728" y="306010"/>
                  <a:pt x="50240" y="300715"/>
                </a:quadBezTo>
                <a:quadBezTo>
                  <a:pt x="56815" y="295366"/>
                  <a:pt x="71944" y="278945"/>
                </a:quadBezTo>
                <a:lnTo>
                  <a:pt x="77243" y="281352"/>
                </a:lnTo>
                <a:quadBezTo>
                  <a:pt x="58411" y="305315"/>
                  <a:pt x="46346" y="314034"/>
                </a:quadBezTo>
                <a:quadBezTo>
                  <a:pt x="34344" y="322752"/>
                  <a:pt x="18832" y="322752"/>
                </a:quadBezTo>
                <a:quadBezTo>
                  <a:pt x="0" y="322752"/>
                  <a:pt x="0" y="310129"/>
                </a:quadBezTo>
                <a:quadBezTo>
                  <a:pt x="0" y="306706"/>
                  <a:pt x="6575" y="284775"/>
                </a:quadBezTo>
                <a:lnTo>
                  <a:pt x="38430" y="183468"/>
                </a:lnTo>
                <a:lnTo>
                  <a:pt x="7788" y="183468"/>
                </a:lnTo>
                <a:lnTo>
                  <a:pt x="7341" y="181382"/>
                </a:lnTo>
                <a:quadBezTo>
                  <a:pt x="7341" y="175230"/>
                  <a:pt x="20875" y="172823"/>
                </a:quadBezTo>
                <a:quadBezTo>
                  <a:pt x="31089" y="170791"/>
                  <a:pt x="47814" y="159665"/>
                </a:quadBezTo>
                <a:quadBezTo>
                  <a:pt x="64539" y="148540"/>
                  <a:pt x="75200" y="135167"/>
                </a:quadBezTo>
                <a:quadBezTo>
                  <a:pt x="77626" y="132119"/>
                  <a:pt x="80882" y="132119"/>
                </a:quadBezTo>
                <a:quadBezTo>
                  <a:pt x="84584" y="132119"/>
                  <a:pt x="84584" y="134847"/>
                </a:quadBezTo>
                <a:quadBezTo>
                  <a:pt x="84584" y="136558"/>
                  <a:pt x="84201" y="137254"/>
                </a:quadBezTo>
                <a:lnTo>
                  <a:pt x="72710" y="172503"/>
                </a:lnTo>
                <a:lnTo>
                  <a:pt x="105395" y="172503"/>
                </a:lnTo>
                <a:close/>
                <a:moveTo>
                  <a:pt x="151724" y="44792"/>
                </a:moveTo>
                <a:lnTo>
                  <a:pt x="165143" y="7706"/>
                </a:lnTo>
                <a:quadBezTo>
                  <a:pt x="165925" y="5189"/>
                  <a:pt x="166739" y="3774"/>
                </a:quadBezTo>
                <a:quadBezTo>
                  <a:pt x="167552" y="2333"/>
                  <a:pt x="169335" y="1179"/>
                </a:quadBezTo>
                <a:quadBezTo>
                  <a:pt x="171149" y="0"/>
                  <a:pt x="173933" y="0"/>
                </a:quadBezTo>
                <a:quadBezTo>
                  <a:pt x="176561" y="0"/>
                  <a:pt x="178062" y="1599"/>
                </a:quadBezTo>
                <a:quadBezTo>
                  <a:pt x="179563" y="3171"/>
                  <a:pt x="179563" y="5530"/>
                </a:quadBezTo>
                <a:quadBezTo>
                  <a:pt x="179563" y="7365"/>
                  <a:pt x="176748" y="12083"/>
                </a:quadBezTo>
                <a:lnTo>
                  <a:pt x="155540" y="46286"/>
                </a:lnTo>
                <a:lnTo>
                  <a:pt x="151724" y="44792"/>
                </a:lnTo>
                <a:close/>
                <a:moveTo>
                  <a:pt x="209580" y="44792"/>
                </a:moveTo>
                <a:lnTo>
                  <a:pt x="222999" y="7706"/>
                </a:lnTo>
                <a:quadBezTo>
                  <a:pt x="223781" y="5189"/>
                  <a:pt x="224594" y="3774"/>
                </a:quadBezTo>
                <a:quadBezTo>
                  <a:pt x="225408" y="2333"/>
                  <a:pt x="227191" y="1179"/>
                </a:quadBezTo>
                <a:quadBezTo>
                  <a:pt x="229005" y="0"/>
                  <a:pt x="231789" y="0"/>
                </a:quadBezTo>
                <a:quadBezTo>
                  <a:pt x="234416" y="0"/>
                  <a:pt x="235918" y="1599"/>
                </a:quadBezTo>
                <a:quadBezTo>
                  <a:pt x="237419" y="3171"/>
                  <a:pt x="237419" y="5530"/>
                </a:quadBezTo>
                <a:quadBezTo>
                  <a:pt x="237419" y="7365"/>
                  <a:pt x="234604" y="12083"/>
                </a:quadBezTo>
                <a:lnTo>
                  <a:pt x="213396" y="46286"/>
                </a:lnTo>
                <a:lnTo>
                  <a:pt x="209580" y="44792"/>
                </a:lnTo>
                <a:close/>
                <a:moveTo>
                  <a:pt x="267436" y="44792"/>
                </a:moveTo>
                <a:lnTo>
                  <a:pt x="280855" y="7706"/>
                </a:lnTo>
                <a:quadBezTo>
                  <a:pt x="281637" y="5189"/>
                  <a:pt x="282450" y="3774"/>
                </a:quadBezTo>
                <a:quadBezTo>
                  <a:pt x="283263" y="2333"/>
                  <a:pt x="285046" y="1179"/>
                </a:quadBezTo>
                <a:quadBezTo>
                  <a:pt x="286861" y="0"/>
                  <a:pt x="289645" y="0"/>
                </a:quadBezTo>
                <a:quadBezTo>
                  <a:pt x="292272" y="0"/>
                  <a:pt x="293774" y="1599"/>
                </a:quadBezTo>
                <a:quadBezTo>
                  <a:pt x="295275" y="3171"/>
                  <a:pt x="295275" y="5530"/>
                </a:quadBezTo>
                <a:quadBezTo>
                  <a:pt x="295275" y="7365"/>
                  <a:pt x="292460" y="12083"/>
                </a:quadBezTo>
                <a:lnTo>
                  <a:pt x="271252" y="46286"/>
                </a:lnTo>
                <a:lnTo>
                  <a:pt x="267436" y="44792"/>
                </a:lnTo>
                <a:close/>
                <a:moveTo>
                  <a:pt x="210764" y="409575"/>
                </a:moveTo>
                <a:lnTo>
                  <a:pt x="131804" y="409575"/>
                </a:lnTo>
                <a:lnTo>
                  <a:pt x="131804" y="405981"/>
                </a:lnTo>
                <a:quadBezTo>
                  <a:pt x="147534" y="405269"/>
                  <a:pt x="153254" y="401076"/>
                </a:quadBezTo>
                <a:quadBezTo>
                  <a:pt x="158973" y="396882"/>
                  <a:pt x="158973" y="386810"/>
                </a:quadBezTo>
                <a:lnTo>
                  <a:pt x="158973" y="279202"/>
                </a:lnTo>
                <a:quadBezTo>
                  <a:pt x="158973" y="267482"/>
                  <a:pt x="150394" y="267482"/>
                </a:quadBezTo>
                <a:quadBezTo>
                  <a:pt x="146417" y="267482"/>
                  <a:pt x="137524" y="270365"/>
                </a:quadBezTo>
                <a:lnTo>
                  <a:pt x="129794" y="272762"/>
                </a:lnTo>
                <a:lnTo>
                  <a:pt x="129794" y="269392"/>
                </a:lnTo>
                <a:lnTo>
                  <a:pt x="181004" y="247601"/>
                </a:lnTo>
                <a:lnTo>
                  <a:pt x="183595" y="248312"/>
                </a:lnTo>
                <a:lnTo>
                  <a:pt x="183595" y="391378"/>
                </a:lnTo>
                <a:quadBezTo>
                  <a:pt x="183595" y="399278"/>
                  <a:pt x="189315" y="402648"/>
                </a:quadBezTo>
                <a:quadBezTo>
                  <a:pt x="195035" y="405981"/>
                  <a:pt x="210764" y="405981"/>
                </a:quadBezTo>
                <a:lnTo>
                  <a:pt x="210764" y="40957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6" name="interval2">
            <a:extLst xmlns:a="http://schemas.openxmlformats.org/drawingml/2006/main">
              <a:ext uri="{FF2B5EF4-FFF2-40B4-BE49-F238E27FC236}">
                <a16:creationId xmlns:a16="http://schemas.microsoft.com/office/drawing/2014/main" id="{FA70F35E-9219-4C09-B6B6-0341C396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105900" cy="5943600"/>
          </a:xfrm>
          <a:custGeom xmlns:a="http://schemas.openxmlformats.org/drawingml/2006/main">
            <a:pathLst>
              <a:path w="9105900" h="5943600">
                <a:moveTo>
                  <a:pt x="3228975" y="2371725"/>
                </a:moveTo>
                <a:lnTo>
                  <a:pt x="3990975" y="2371725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111111"/>
            </a:solidFill>
            <a:prstDash val="solid"/>
          </a:ln>
        </p:spPr>
      </p:sp>
      <p:sp>
        <p:nvSpPr>
          <p:cNvPr id="17" name="unloc-row2">
            <a:extLst xmlns:a="http://schemas.openxmlformats.org/drawingml/2006/main">
              <a:ext uri="{FF2B5EF4-FFF2-40B4-BE49-F238E27FC236}">
                <a16:creationId xmlns:a16="http://schemas.microsoft.com/office/drawing/2014/main" id="{C5610BFA-853C-4E44-9F25-86DB3DE6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200" y="2209800"/>
            <a:ext cx="4248150" cy="361950"/>
          </a:xfrm>
          <a:custGeom xmlns:a="http://schemas.openxmlformats.org/drawingml/2006/main">
            <a:pathLst>
              <a:path w="4248150" h="361950">
                <a:moveTo>
                  <a:pt x="134914" y="103832"/>
                </a:moveTo>
                <a:lnTo>
                  <a:pt x="128090" y="133926"/>
                </a:lnTo>
                <a:lnTo>
                  <a:pt x="84748" y="133926"/>
                </a:lnTo>
                <a:quadBezTo>
                  <a:pt x="61931" y="198694"/>
                  <a:pt x="61931" y="230887"/>
                </a:quadBezTo>
                <a:quadBezTo>
                  <a:pt x="61931" y="251628"/>
                  <a:pt x="73645" y="251628"/>
                </a:quadBezTo>
                <a:quadBezTo>
                  <a:pt x="79502" y="251628"/>
                  <a:pt x="86683" y="243294"/>
                </a:quadBezTo>
                <a:quadBezTo>
                  <a:pt x="93865" y="234959"/>
                  <a:pt x="98092" y="223507"/>
                </a:quadBezTo>
                <a:lnTo>
                  <a:pt x="103338" y="223507"/>
                </a:lnTo>
                <a:quadBezTo>
                  <a:pt x="97430" y="248383"/>
                  <a:pt x="84239" y="265498"/>
                </a:quadBezTo>
                <a:quadBezTo>
                  <a:pt x="71048" y="282549"/>
                  <a:pt x="56074" y="282549"/>
                </a:quadBezTo>
                <a:quadBezTo>
                  <a:pt x="35193" y="282549"/>
                  <a:pt x="35193" y="253664"/>
                </a:quadBezTo>
                <a:quadBezTo>
                  <a:pt x="35193" y="221471"/>
                  <a:pt x="67126" y="133926"/>
                </a:quadBezTo>
                <a:lnTo>
                  <a:pt x="47263" y="133926"/>
                </a:lnTo>
                <a:quadBezTo>
                  <a:pt x="21187" y="133926"/>
                  <a:pt x="5195" y="169809"/>
                </a:quadBezTo>
                <a:lnTo>
                  <a:pt x="0" y="169809"/>
                </a:lnTo>
                <a:quadBezTo>
                  <a:pt x="8149" y="144933"/>
                  <a:pt x="25058" y="124383"/>
                </a:quadBezTo>
                <a:quadBezTo>
                  <a:pt x="42018" y="103832"/>
                  <a:pt x="63867" y="103832"/>
                </a:quadBezTo>
                <a:lnTo>
                  <a:pt x="134914" y="103832"/>
                </a:lnTo>
                <a:close/>
                <a:moveTo>
                  <a:pt x="384430" y="147796"/>
                </a:moveTo>
                <a:lnTo>
                  <a:pt x="192423" y="147796"/>
                </a:lnTo>
                <a:lnTo>
                  <a:pt x="192423" y="120947"/>
                </a:lnTo>
                <a:lnTo>
                  <a:pt x="384430" y="120947"/>
                </a:lnTo>
                <a:lnTo>
                  <a:pt x="384430" y="147796"/>
                </a:lnTo>
                <a:close/>
                <a:moveTo>
                  <a:pt x="384430" y="229233"/>
                </a:moveTo>
                <a:lnTo>
                  <a:pt x="192423" y="229233"/>
                </a:lnTo>
                <a:lnTo>
                  <a:pt x="192423" y="202384"/>
                </a:lnTo>
                <a:lnTo>
                  <a:pt x="384430" y="202384"/>
                </a:lnTo>
                <a:lnTo>
                  <a:pt x="384430" y="229233"/>
                </a:lnTo>
                <a:close/>
                <a:moveTo>
                  <a:pt x="546244" y="343627"/>
                </a:moveTo>
                <a:lnTo>
                  <a:pt x="542323" y="350180"/>
                </a:lnTo>
                <a:quadBezTo>
                  <a:pt x="504481" y="323267"/>
                  <a:pt x="483600" y="276059"/>
                </a:quadBezTo>
                <a:quadBezTo>
                  <a:pt x="462769" y="228851"/>
                  <a:pt x="462769" y="175472"/>
                </a:quadBezTo>
                <a:quadBezTo>
                  <a:pt x="462769" y="62668"/>
                  <a:pt x="543290" y="2863"/>
                </a:quadBezTo>
                <a:lnTo>
                  <a:pt x="546244" y="9353"/>
                </a:lnTo>
                <a:quadBezTo>
                  <a:pt x="512987" y="44790"/>
                  <a:pt x="501884" y="79210"/>
                </a:quadBezTo>
                <a:quadBezTo>
                  <a:pt x="490832" y="113567"/>
                  <a:pt x="490832" y="174263"/>
                </a:quadBezTo>
                <a:quadBezTo>
                  <a:pt x="490832" y="234514"/>
                  <a:pt x="502240" y="271987"/>
                </a:quadBezTo>
                <a:quadBezTo>
                  <a:pt x="513649" y="309461"/>
                  <a:pt x="546244" y="343627"/>
                </a:quadBezTo>
                <a:close/>
                <a:moveTo>
                  <a:pt x="608797" y="160011"/>
                </a:moveTo>
                <a:lnTo>
                  <a:pt x="609153" y="160011"/>
                </a:lnTo>
                <a:quadBezTo>
                  <a:pt x="625451" y="126228"/>
                  <a:pt x="639915" y="112421"/>
                </a:quadBezTo>
                <a:quadBezTo>
                  <a:pt x="654430" y="98552"/>
                  <a:pt x="672052" y="98552"/>
                </a:quadBezTo>
                <a:quadBezTo>
                  <a:pt x="689012" y="98552"/>
                  <a:pt x="699402" y="111594"/>
                </a:quadBezTo>
                <a:quadBezTo>
                  <a:pt x="709843" y="124573"/>
                  <a:pt x="709843" y="147414"/>
                </a:quadBezTo>
                <a:quadBezTo>
                  <a:pt x="709843" y="178716"/>
                  <a:pt x="694513" y="210528"/>
                </a:quadBezTo>
                <a:quadBezTo>
                  <a:pt x="679233" y="242276"/>
                  <a:pt x="654583" y="262444"/>
                </a:quadBezTo>
                <a:quadBezTo>
                  <a:pt x="629984" y="282549"/>
                  <a:pt x="605537" y="282549"/>
                </a:quadBezTo>
                <a:quadBezTo>
                  <a:pt x="590564" y="282549"/>
                  <a:pt x="576863" y="276059"/>
                </a:quadBezTo>
                <a:quadBezTo>
                  <a:pt x="563163" y="269570"/>
                  <a:pt x="563163" y="260981"/>
                </a:quadBezTo>
                <a:lnTo>
                  <a:pt x="563163" y="258563"/>
                </a:lnTo>
                <a:lnTo>
                  <a:pt x="609459" y="45618"/>
                </a:lnTo>
                <a:quadBezTo>
                  <a:pt x="612413" y="30921"/>
                  <a:pt x="612413" y="26467"/>
                </a:quadBezTo>
                <a:quadBezTo>
                  <a:pt x="612413" y="19914"/>
                  <a:pt x="609306" y="18514"/>
                </a:quadBezTo>
                <a:quadBezTo>
                  <a:pt x="606199" y="17115"/>
                  <a:pt x="591531" y="16287"/>
                </a:quadBezTo>
                <a:lnTo>
                  <a:pt x="591531" y="9353"/>
                </a:lnTo>
                <a:quadBezTo>
                  <a:pt x="615978" y="5662"/>
                  <a:pt x="641392" y="0"/>
                </a:quadBezTo>
                <a:lnTo>
                  <a:pt x="643022" y="2036"/>
                </a:lnTo>
                <a:lnTo>
                  <a:pt x="636197" y="35438"/>
                </a:lnTo>
                <a:lnTo>
                  <a:pt x="608797" y="160011"/>
                </a:lnTo>
                <a:close/>
                <a:moveTo>
                  <a:pt x="682136" y="153522"/>
                </a:moveTo>
                <a:quadBezTo>
                  <a:pt x="682136" y="118466"/>
                  <a:pt x="659320" y="118466"/>
                </a:quadBezTo>
                <a:quadBezTo>
                  <a:pt x="636859" y="118466"/>
                  <a:pt x="614654" y="165292"/>
                </a:quadBezTo>
                <a:quadBezTo>
                  <a:pt x="604264" y="187305"/>
                  <a:pt x="597745" y="213963"/>
                </a:quadBezTo>
                <a:quadBezTo>
                  <a:pt x="591226" y="240621"/>
                  <a:pt x="591226" y="259390"/>
                </a:quadBezTo>
                <a:quadBezTo>
                  <a:pt x="591226" y="273196"/>
                  <a:pt x="606199" y="273196"/>
                </a:quadBezTo>
                <a:quadBezTo>
                  <a:pt x="627692" y="273196"/>
                  <a:pt x="646282" y="249210"/>
                </a:quadBezTo>
                <a:quadBezTo>
                  <a:pt x="661306" y="229615"/>
                  <a:pt x="671696" y="202575"/>
                </a:quadBezTo>
                <a:quadBezTo>
                  <a:pt x="682136" y="175472"/>
                  <a:pt x="682136" y="153522"/>
                </a:quadBezTo>
                <a:close/>
                <a:moveTo>
                  <a:pt x="872158" y="129091"/>
                </a:moveTo>
                <a:lnTo>
                  <a:pt x="856216" y="129091"/>
                </a:lnTo>
                <a:quadBezTo>
                  <a:pt x="859119" y="136407"/>
                  <a:pt x="859119" y="149832"/>
                </a:quadBezTo>
                <a:quadBezTo>
                  <a:pt x="859119" y="175472"/>
                  <a:pt x="840377" y="196085"/>
                </a:quadBezTo>
                <a:quadBezTo>
                  <a:pt x="821635" y="216636"/>
                  <a:pt x="798818" y="216636"/>
                </a:quadBezTo>
                <a:quadBezTo>
                  <a:pt x="792961" y="216636"/>
                  <a:pt x="788734" y="215363"/>
                </a:quadBezTo>
                <a:quadBezTo>
                  <a:pt x="787766" y="214981"/>
                  <a:pt x="786442" y="214981"/>
                </a:quadBezTo>
                <a:quadBezTo>
                  <a:pt x="782215" y="214981"/>
                  <a:pt x="778446" y="220262"/>
                </a:quadBezTo>
                <a:quadBezTo>
                  <a:pt x="774728" y="225543"/>
                  <a:pt x="774728" y="231651"/>
                </a:quadBezTo>
                <a:quadBezTo>
                  <a:pt x="774728" y="241448"/>
                  <a:pt x="797850" y="248765"/>
                </a:quadBezTo>
                <a:quadBezTo>
                  <a:pt x="844146" y="262635"/>
                  <a:pt x="844146" y="300490"/>
                </a:quadBezTo>
                <a:quadBezTo>
                  <a:pt x="844146" y="327785"/>
                  <a:pt x="825862" y="344835"/>
                </a:quadBezTo>
                <a:quadBezTo>
                  <a:pt x="807629" y="361950"/>
                  <a:pt x="775695" y="361950"/>
                </a:quadBezTo>
                <a:quadBezTo>
                  <a:pt x="750281" y="361950"/>
                  <a:pt x="735766" y="350752"/>
                </a:quadBezTo>
                <a:quadBezTo>
                  <a:pt x="721251" y="339555"/>
                  <a:pt x="721251" y="317987"/>
                </a:quadBezTo>
                <a:quadBezTo>
                  <a:pt x="721251" y="302145"/>
                  <a:pt x="728585" y="290947"/>
                </a:quadBezTo>
                <a:quadBezTo>
                  <a:pt x="735919" y="279749"/>
                  <a:pt x="759398" y="262189"/>
                </a:quadBezTo>
                <a:quadBezTo>
                  <a:pt x="750587" y="255700"/>
                  <a:pt x="750587" y="246347"/>
                </a:quadBezTo>
                <a:quadBezTo>
                  <a:pt x="750587" y="226815"/>
                  <a:pt x="775695" y="212118"/>
                </a:quadBezTo>
                <a:quadBezTo>
                  <a:pt x="749925" y="200730"/>
                  <a:pt x="749925" y="168155"/>
                </a:quadBezTo>
                <a:quadBezTo>
                  <a:pt x="749925" y="137998"/>
                  <a:pt x="769788" y="118275"/>
                </a:quadBezTo>
                <a:quadBezTo>
                  <a:pt x="789701" y="98552"/>
                  <a:pt x="815472" y="98552"/>
                </a:quadBezTo>
                <a:quadBezTo>
                  <a:pt x="834367" y="98552"/>
                  <a:pt x="847405" y="109940"/>
                </a:quadBezTo>
                <a:quadBezTo>
                  <a:pt x="850971" y="113185"/>
                  <a:pt x="852600" y="113185"/>
                </a:quadBezTo>
                <a:lnTo>
                  <a:pt x="872158" y="113185"/>
                </a:lnTo>
                <a:lnTo>
                  <a:pt x="872158" y="129091"/>
                </a:lnTo>
                <a:close/>
                <a:moveTo>
                  <a:pt x="833400" y="136407"/>
                </a:moveTo>
                <a:quadBezTo>
                  <a:pt x="833400" y="120502"/>
                  <a:pt x="828969" y="114012"/>
                </a:quadBezTo>
                <a:quadBezTo>
                  <a:pt x="824589" y="107459"/>
                  <a:pt x="815116" y="107459"/>
                </a:quadBezTo>
                <a:quadBezTo>
                  <a:pt x="799480" y="107459"/>
                  <a:pt x="787409" y="127818"/>
                </a:quadBezTo>
                <a:quadBezTo>
                  <a:pt x="775390" y="148177"/>
                  <a:pt x="775390" y="177508"/>
                </a:quadBezTo>
                <a:quadBezTo>
                  <a:pt x="775390" y="191759"/>
                  <a:pt x="780585" y="199903"/>
                </a:quadBezTo>
                <a:quadBezTo>
                  <a:pt x="785780" y="208046"/>
                  <a:pt x="794947" y="208046"/>
                </a:quadBezTo>
                <a:quadBezTo>
                  <a:pt x="811245" y="208046"/>
                  <a:pt x="822653" y="184061"/>
                </a:quadBezTo>
                <a:quadBezTo>
                  <a:pt x="833400" y="161220"/>
                  <a:pt x="833400" y="136407"/>
                </a:quadBezTo>
                <a:close/>
                <a:moveTo>
                  <a:pt x="824589" y="314742"/>
                </a:moveTo>
                <a:quadBezTo>
                  <a:pt x="824589" y="300490"/>
                  <a:pt x="814301" y="290883"/>
                </a:quadBezTo>
                <a:quadBezTo>
                  <a:pt x="804064" y="281340"/>
                  <a:pt x="777987" y="271160"/>
                </a:quadBezTo>
                <a:quadBezTo>
                  <a:pt x="770144" y="268297"/>
                  <a:pt x="766885" y="266707"/>
                </a:quadBezTo>
                <a:quadBezTo>
                  <a:pt x="764593" y="266707"/>
                  <a:pt x="756953" y="274469"/>
                </a:quadBezTo>
                <a:quadBezTo>
                  <a:pt x="749314" y="282167"/>
                  <a:pt x="745697" y="287893"/>
                </a:quadBezTo>
                <a:quadBezTo>
                  <a:pt x="739178" y="298073"/>
                  <a:pt x="739178" y="311497"/>
                </a:quadBezTo>
                <a:quadBezTo>
                  <a:pt x="739178" y="353043"/>
                  <a:pt x="780585" y="353043"/>
                </a:quadBezTo>
                <a:quadBezTo>
                  <a:pt x="799836" y="353043"/>
                  <a:pt x="812213" y="341845"/>
                </a:quadBezTo>
                <a:quadBezTo>
                  <a:pt x="824589" y="330648"/>
                  <a:pt x="824589" y="314742"/>
                </a:quadBezTo>
                <a:close/>
                <a:moveTo>
                  <a:pt x="908675" y="335483"/>
                </a:moveTo>
                <a:lnTo>
                  <a:pt x="905415" y="327785"/>
                </a:lnTo>
                <a:quadBezTo>
                  <a:pt x="932459" y="304944"/>
                  <a:pt x="932459" y="284203"/>
                </a:quadBezTo>
                <a:quadBezTo>
                  <a:pt x="932459" y="278922"/>
                  <a:pt x="927926" y="278922"/>
                </a:quadBezTo>
                <a:quadBezTo>
                  <a:pt x="926602" y="278922"/>
                  <a:pt x="923495" y="279686"/>
                </a:quadBezTo>
                <a:quadBezTo>
                  <a:pt x="920439" y="280513"/>
                  <a:pt x="918453" y="280513"/>
                </a:quadBezTo>
                <a:quadBezTo>
                  <a:pt x="899558" y="280513"/>
                  <a:pt x="899558" y="259772"/>
                </a:quadBezTo>
                <a:quadBezTo>
                  <a:pt x="899558" y="249210"/>
                  <a:pt x="904906" y="242912"/>
                </a:quadBezTo>
                <a:quadBezTo>
                  <a:pt x="910304" y="236549"/>
                  <a:pt x="919115" y="236549"/>
                </a:quadBezTo>
                <a:quadBezTo>
                  <a:pt x="930218" y="236549"/>
                  <a:pt x="937705" y="246538"/>
                </a:quadBezTo>
                <a:quadBezTo>
                  <a:pt x="945192" y="256527"/>
                  <a:pt x="945192" y="271987"/>
                </a:quadBezTo>
                <a:quadBezTo>
                  <a:pt x="945192" y="290692"/>
                  <a:pt x="935260" y="308189"/>
                </a:quadBezTo>
                <a:quadBezTo>
                  <a:pt x="925329" y="325749"/>
                  <a:pt x="908675" y="335483"/>
                </a:quadBezTo>
                <a:close/>
                <a:moveTo>
                  <a:pt x="1299624" y="260599"/>
                </a:moveTo>
                <a:quadBezTo>
                  <a:pt x="1299624" y="269570"/>
                  <a:pt x="1294225" y="276059"/>
                </a:quadBezTo>
                <a:quadBezTo>
                  <a:pt x="1288878" y="282549"/>
                  <a:pt x="1281391" y="282549"/>
                </a:quadBezTo>
                <a:quadBezTo>
                  <a:pt x="1273904" y="282549"/>
                  <a:pt x="1268658" y="276059"/>
                </a:quadBezTo>
                <a:quadBezTo>
                  <a:pt x="1263463" y="269570"/>
                  <a:pt x="1263463" y="260217"/>
                </a:quadBezTo>
                <a:quadBezTo>
                  <a:pt x="1263463" y="250801"/>
                  <a:pt x="1268811" y="244121"/>
                </a:quadBezTo>
                <a:quadBezTo>
                  <a:pt x="1274210" y="237377"/>
                  <a:pt x="1281697" y="237377"/>
                </a:quadBezTo>
                <a:quadBezTo>
                  <a:pt x="1288878" y="237377"/>
                  <a:pt x="1294225" y="244311"/>
                </a:quadBezTo>
                <a:quadBezTo>
                  <a:pt x="1299624" y="251246"/>
                  <a:pt x="1299624" y="260599"/>
                </a:quadBezTo>
                <a:close/>
                <a:moveTo>
                  <a:pt x="1191091" y="260599"/>
                </a:moveTo>
                <a:quadBezTo>
                  <a:pt x="1191091" y="269570"/>
                  <a:pt x="1185693" y="276059"/>
                </a:quadBezTo>
                <a:quadBezTo>
                  <a:pt x="1180345" y="282549"/>
                  <a:pt x="1172807" y="282549"/>
                </a:quadBezTo>
                <a:quadBezTo>
                  <a:pt x="1165321" y="282549"/>
                  <a:pt x="1160126" y="276059"/>
                </a:quadBezTo>
                <a:quadBezTo>
                  <a:pt x="1154931" y="269570"/>
                  <a:pt x="1154931" y="260217"/>
                </a:quadBezTo>
                <a:quadBezTo>
                  <a:pt x="1154931" y="250801"/>
                  <a:pt x="1160279" y="244121"/>
                </a:quadBezTo>
                <a:quadBezTo>
                  <a:pt x="1165677" y="237377"/>
                  <a:pt x="1173164" y="237377"/>
                </a:quadBezTo>
                <a:quadBezTo>
                  <a:pt x="1180345" y="237377"/>
                  <a:pt x="1185693" y="244311"/>
                </a:quadBezTo>
                <a:quadBezTo>
                  <a:pt x="1191091" y="251246"/>
                  <a:pt x="1191091" y="260599"/>
                </a:quadBezTo>
                <a:close/>
                <a:moveTo>
                  <a:pt x="1082559" y="260599"/>
                </a:moveTo>
                <a:quadBezTo>
                  <a:pt x="1082559" y="269570"/>
                  <a:pt x="1077160" y="276059"/>
                </a:quadBezTo>
                <a:quadBezTo>
                  <a:pt x="1071813" y="282549"/>
                  <a:pt x="1064275" y="282549"/>
                </a:quadBezTo>
                <a:quadBezTo>
                  <a:pt x="1056788" y="282549"/>
                  <a:pt x="1051542" y="276059"/>
                </a:quadBezTo>
                <a:quadBezTo>
                  <a:pt x="1046347" y="269570"/>
                  <a:pt x="1046347" y="260217"/>
                </a:quadBezTo>
                <a:quadBezTo>
                  <a:pt x="1046347" y="250801"/>
                  <a:pt x="1051746" y="244121"/>
                </a:quadBezTo>
                <a:quadBezTo>
                  <a:pt x="1057145" y="237377"/>
                  <a:pt x="1064631" y="237377"/>
                </a:quadBezTo>
                <a:quadBezTo>
                  <a:pt x="1071813" y="237377"/>
                  <a:pt x="1077160" y="244311"/>
                </a:quadBezTo>
                <a:quadBezTo>
                  <a:pt x="1082559" y="251246"/>
                  <a:pt x="1082559" y="260599"/>
                </a:quadBezTo>
                <a:close/>
                <a:moveTo>
                  <a:pt x="1363185" y="335483"/>
                </a:moveTo>
                <a:lnTo>
                  <a:pt x="1359925" y="327785"/>
                </a:lnTo>
                <a:quadBezTo>
                  <a:pt x="1386969" y="304944"/>
                  <a:pt x="1386969" y="284203"/>
                </a:quadBezTo>
                <a:quadBezTo>
                  <a:pt x="1386969" y="278922"/>
                  <a:pt x="1382437" y="278922"/>
                </a:quadBezTo>
                <a:quadBezTo>
                  <a:pt x="1381113" y="278922"/>
                  <a:pt x="1378006" y="279686"/>
                </a:quadBezTo>
                <a:quadBezTo>
                  <a:pt x="1374950" y="280513"/>
                  <a:pt x="1372964" y="280513"/>
                </a:quadBezTo>
                <a:quadBezTo>
                  <a:pt x="1354068" y="280513"/>
                  <a:pt x="1354068" y="259772"/>
                </a:quadBezTo>
                <a:quadBezTo>
                  <a:pt x="1354068" y="249210"/>
                  <a:pt x="1359416" y="242912"/>
                </a:quadBezTo>
                <a:quadBezTo>
                  <a:pt x="1364815" y="236549"/>
                  <a:pt x="1373626" y="236549"/>
                </a:quadBezTo>
                <a:quadBezTo>
                  <a:pt x="1384729" y="236549"/>
                  <a:pt x="1392215" y="246538"/>
                </a:quadBezTo>
                <a:quadBezTo>
                  <a:pt x="1399702" y="256527"/>
                  <a:pt x="1399702" y="271987"/>
                </a:quadBezTo>
                <a:quadBezTo>
                  <a:pt x="1399702" y="290692"/>
                  <a:pt x="1389771" y="308189"/>
                </a:quadBezTo>
                <a:quadBezTo>
                  <a:pt x="1379839" y="325749"/>
                  <a:pt x="1363185" y="335483"/>
                </a:quadBezTo>
                <a:close/>
                <a:moveTo>
                  <a:pt x="1517818" y="160011"/>
                </a:moveTo>
                <a:lnTo>
                  <a:pt x="1518174" y="160011"/>
                </a:lnTo>
                <a:quadBezTo>
                  <a:pt x="1534472" y="126228"/>
                  <a:pt x="1548936" y="112421"/>
                </a:quadBezTo>
                <a:quadBezTo>
                  <a:pt x="1563451" y="98552"/>
                  <a:pt x="1581073" y="98552"/>
                </a:quadBezTo>
                <a:quadBezTo>
                  <a:pt x="1598033" y="98552"/>
                  <a:pt x="1608423" y="111594"/>
                </a:quadBezTo>
                <a:quadBezTo>
                  <a:pt x="1618863" y="124573"/>
                  <a:pt x="1618863" y="147414"/>
                </a:quadBezTo>
                <a:quadBezTo>
                  <a:pt x="1618863" y="178716"/>
                  <a:pt x="1603533" y="210528"/>
                </a:quadBezTo>
                <a:quadBezTo>
                  <a:pt x="1588254" y="242276"/>
                  <a:pt x="1563604" y="262444"/>
                </a:quadBezTo>
                <a:quadBezTo>
                  <a:pt x="1539005" y="282549"/>
                  <a:pt x="1514558" y="282549"/>
                </a:quadBezTo>
                <a:quadBezTo>
                  <a:pt x="1499585" y="282549"/>
                  <a:pt x="1485884" y="276059"/>
                </a:quadBezTo>
                <a:quadBezTo>
                  <a:pt x="1472184" y="269570"/>
                  <a:pt x="1472184" y="260981"/>
                </a:quadBezTo>
                <a:lnTo>
                  <a:pt x="1472184" y="258563"/>
                </a:lnTo>
                <a:lnTo>
                  <a:pt x="1518480" y="45618"/>
                </a:lnTo>
                <a:quadBezTo>
                  <a:pt x="1521434" y="30921"/>
                  <a:pt x="1521434" y="26467"/>
                </a:quadBezTo>
                <a:quadBezTo>
                  <a:pt x="1521434" y="19914"/>
                  <a:pt x="1518327" y="18514"/>
                </a:quadBezTo>
                <a:quadBezTo>
                  <a:pt x="1515220" y="17115"/>
                  <a:pt x="1500552" y="16287"/>
                </a:quadBezTo>
                <a:lnTo>
                  <a:pt x="1500552" y="9353"/>
                </a:lnTo>
                <a:quadBezTo>
                  <a:pt x="1524999" y="5662"/>
                  <a:pt x="1550413" y="0"/>
                </a:quadBezTo>
                <a:lnTo>
                  <a:pt x="1552043" y="2036"/>
                </a:lnTo>
                <a:lnTo>
                  <a:pt x="1545218" y="35438"/>
                </a:lnTo>
                <a:lnTo>
                  <a:pt x="1517818" y="160011"/>
                </a:lnTo>
                <a:close/>
                <a:moveTo>
                  <a:pt x="1591157" y="153522"/>
                </a:moveTo>
                <a:quadBezTo>
                  <a:pt x="1591157" y="118466"/>
                  <a:pt x="1568341" y="118466"/>
                </a:quadBezTo>
                <a:quadBezTo>
                  <a:pt x="1545880" y="118466"/>
                  <a:pt x="1523675" y="165292"/>
                </a:quadBezTo>
                <a:quadBezTo>
                  <a:pt x="1513285" y="187305"/>
                  <a:pt x="1506766" y="213963"/>
                </a:quadBezTo>
                <a:quadBezTo>
                  <a:pt x="1500247" y="240621"/>
                  <a:pt x="1500247" y="259390"/>
                </a:quadBezTo>
                <a:quadBezTo>
                  <a:pt x="1500247" y="273196"/>
                  <a:pt x="1515220" y="273196"/>
                </a:quadBezTo>
                <a:quadBezTo>
                  <a:pt x="1536713" y="273196"/>
                  <a:pt x="1555302" y="249210"/>
                </a:quadBezTo>
                <a:quadBezTo>
                  <a:pt x="1570327" y="229615"/>
                  <a:pt x="1580717" y="202575"/>
                </a:quadBezTo>
                <a:quadBezTo>
                  <a:pt x="1591157" y="175472"/>
                  <a:pt x="1591157" y="153522"/>
                </a:quadBezTo>
                <a:close/>
                <a:moveTo>
                  <a:pt x="1781178" y="129091"/>
                </a:moveTo>
                <a:lnTo>
                  <a:pt x="1765237" y="129091"/>
                </a:lnTo>
                <a:quadBezTo>
                  <a:pt x="1768140" y="136407"/>
                  <a:pt x="1768140" y="149832"/>
                </a:quadBezTo>
                <a:quadBezTo>
                  <a:pt x="1768140" y="175472"/>
                  <a:pt x="1749398" y="196085"/>
                </a:quadBezTo>
                <a:quadBezTo>
                  <a:pt x="1730656" y="216636"/>
                  <a:pt x="1707839" y="216636"/>
                </a:quadBezTo>
                <a:quadBezTo>
                  <a:pt x="1701982" y="216636"/>
                  <a:pt x="1697755" y="215363"/>
                </a:quadBezTo>
                <a:quadBezTo>
                  <a:pt x="1696787" y="214981"/>
                  <a:pt x="1695463" y="214981"/>
                </a:quadBezTo>
                <a:quadBezTo>
                  <a:pt x="1691235" y="214981"/>
                  <a:pt x="1687467" y="220262"/>
                </a:quadBezTo>
                <a:quadBezTo>
                  <a:pt x="1683749" y="225543"/>
                  <a:pt x="1683749" y="231651"/>
                </a:quadBezTo>
                <a:quadBezTo>
                  <a:pt x="1683749" y="241448"/>
                  <a:pt x="1706871" y="248765"/>
                </a:quadBezTo>
                <a:quadBezTo>
                  <a:pt x="1753167" y="262635"/>
                  <a:pt x="1753167" y="300490"/>
                </a:quadBezTo>
                <a:quadBezTo>
                  <a:pt x="1753167" y="327785"/>
                  <a:pt x="1734883" y="344835"/>
                </a:quadBezTo>
                <a:quadBezTo>
                  <a:pt x="1716650" y="361950"/>
                  <a:pt x="1684716" y="361950"/>
                </a:quadBezTo>
                <a:quadBezTo>
                  <a:pt x="1659302" y="361950"/>
                  <a:pt x="1644787" y="350752"/>
                </a:quadBezTo>
                <a:quadBezTo>
                  <a:pt x="1630272" y="339555"/>
                  <a:pt x="1630272" y="317987"/>
                </a:quadBezTo>
                <a:quadBezTo>
                  <a:pt x="1630272" y="302145"/>
                  <a:pt x="1637606" y="290947"/>
                </a:quadBezTo>
                <a:quadBezTo>
                  <a:pt x="1644940" y="279749"/>
                  <a:pt x="1668419" y="262189"/>
                </a:quadBezTo>
                <a:quadBezTo>
                  <a:pt x="1659608" y="255700"/>
                  <a:pt x="1659608" y="246347"/>
                </a:quadBezTo>
                <a:quadBezTo>
                  <a:pt x="1659608" y="226815"/>
                  <a:pt x="1684716" y="212118"/>
                </a:quadBezTo>
                <a:quadBezTo>
                  <a:pt x="1658946" y="200730"/>
                  <a:pt x="1658946" y="168155"/>
                </a:quadBezTo>
                <a:quadBezTo>
                  <a:pt x="1658946" y="137998"/>
                  <a:pt x="1678808" y="118275"/>
                </a:quadBezTo>
                <a:quadBezTo>
                  <a:pt x="1698722" y="98552"/>
                  <a:pt x="1724493" y="98552"/>
                </a:quadBezTo>
                <a:quadBezTo>
                  <a:pt x="1743388" y="98552"/>
                  <a:pt x="1756426" y="109940"/>
                </a:quadBezTo>
                <a:quadBezTo>
                  <a:pt x="1759991" y="113185"/>
                  <a:pt x="1761621" y="113185"/>
                </a:quadBezTo>
                <a:lnTo>
                  <a:pt x="1781178" y="113185"/>
                </a:lnTo>
                <a:lnTo>
                  <a:pt x="1781178" y="129091"/>
                </a:lnTo>
                <a:close/>
                <a:moveTo>
                  <a:pt x="1742420" y="136407"/>
                </a:moveTo>
                <a:quadBezTo>
                  <a:pt x="1742420" y="120502"/>
                  <a:pt x="1737989" y="114012"/>
                </a:quadBezTo>
                <a:quadBezTo>
                  <a:pt x="1733609" y="107459"/>
                  <a:pt x="1724136" y="107459"/>
                </a:quadBezTo>
                <a:quadBezTo>
                  <a:pt x="1708501" y="107459"/>
                  <a:pt x="1696430" y="127818"/>
                </a:quadBezTo>
                <a:quadBezTo>
                  <a:pt x="1684411" y="148177"/>
                  <a:pt x="1684411" y="177508"/>
                </a:quadBezTo>
                <a:quadBezTo>
                  <a:pt x="1684411" y="191759"/>
                  <a:pt x="1689606" y="199903"/>
                </a:quadBezTo>
                <a:quadBezTo>
                  <a:pt x="1694801" y="208046"/>
                  <a:pt x="1703968" y="208046"/>
                </a:quadBezTo>
                <a:quadBezTo>
                  <a:pt x="1720266" y="208046"/>
                  <a:pt x="1731674" y="184061"/>
                </a:quadBezTo>
                <a:quadBezTo>
                  <a:pt x="1742420" y="161220"/>
                  <a:pt x="1742420" y="136407"/>
                </a:quadBezTo>
                <a:close/>
                <a:moveTo>
                  <a:pt x="1733609" y="314742"/>
                </a:moveTo>
                <a:quadBezTo>
                  <a:pt x="1733609" y="300490"/>
                  <a:pt x="1723322" y="290883"/>
                </a:quadBezTo>
                <a:quadBezTo>
                  <a:pt x="1713085" y="281340"/>
                  <a:pt x="1687008" y="271160"/>
                </a:quadBezTo>
                <a:quadBezTo>
                  <a:pt x="1679165" y="268297"/>
                  <a:pt x="1675905" y="266707"/>
                </a:quadBezTo>
                <a:quadBezTo>
                  <a:pt x="1673614" y="266707"/>
                  <a:pt x="1665974" y="274469"/>
                </a:quadBezTo>
                <a:quadBezTo>
                  <a:pt x="1658334" y="282167"/>
                  <a:pt x="1654718" y="287893"/>
                </a:quadBezTo>
                <a:quadBezTo>
                  <a:pt x="1648199" y="298073"/>
                  <a:pt x="1648199" y="311497"/>
                </a:quadBezTo>
                <a:quadBezTo>
                  <a:pt x="1648199" y="353043"/>
                  <a:pt x="1689606" y="353043"/>
                </a:quadBezTo>
                <a:quadBezTo>
                  <a:pt x="1708857" y="353043"/>
                  <a:pt x="1721233" y="341845"/>
                </a:quadBezTo>
                <a:quadBezTo>
                  <a:pt x="1733609" y="330648"/>
                  <a:pt x="1733609" y="314742"/>
                </a:quadBezTo>
                <a:close/>
                <a:moveTo>
                  <a:pt x="1817695" y="335483"/>
                </a:moveTo>
                <a:lnTo>
                  <a:pt x="1814436" y="327785"/>
                </a:lnTo>
                <a:quadBezTo>
                  <a:pt x="1841480" y="304944"/>
                  <a:pt x="1841480" y="284203"/>
                </a:quadBezTo>
                <a:quadBezTo>
                  <a:pt x="1841480" y="278922"/>
                  <a:pt x="1836947" y="278922"/>
                </a:quadBezTo>
                <a:quadBezTo>
                  <a:pt x="1835623" y="278922"/>
                  <a:pt x="1832516" y="279686"/>
                </a:quadBezTo>
                <a:quadBezTo>
                  <a:pt x="1829460" y="280513"/>
                  <a:pt x="1827474" y="280513"/>
                </a:quadBezTo>
                <a:quadBezTo>
                  <a:pt x="1808579" y="280513"/>
                  <a:pt x="1808579" y="259772"/>
                </a:quadBezTo>
                <a:quadBezTo>
                  <a:pt x="1808579" y="249210"/>
                  <a:pt x="1813927" y="242912"/>
                </a:quadBezTo>
                <a:quadBezTo>
                  <a:pt x="1819325" y="236549"/>
                  <a:pt x="1828136" y="236549"/>
                </a:quadBezTo>
                <a:quadBezTo>
                  <a:pt x="1839239" y="236549"/>
                  <a:pt x="1846726" y="246538"/>
                </a:quadBezTo>
                <a:quadBezTo>
                  <a:pt x="1854212" y="256527"/>
                  <a:pt x="1854212" y="271987"/>
                </a:quadBezTo>
                <a:quadBezTo>
                  <a:pt x="1854212" y="290692"/>
                  <a:pt x="1844281" y="308189"/>
                </a:quadBezTo>
                <a:quadBezTo>
                  <a:pt x="1834350" y="325749"/>
                  <a:pt x="1817695" y="335483"/>
                </a:quadBezTo>
                <a:close/>
                <a:moveTo>
                  <a:pt x="2033292" y="234514"/>
                </a:moveTo>
                <a:lnTo>
                  <a:pt x="2038487" y="238585"/>
                </a:lnTo>
                <a:quadBezTo>
                  <a:pt x="2023513" y="262189"/>
                  <a:pt x="2009303" y="272369"/>
                </a:quadBezTo>
                <a:quadBezTo>
                  <a:pt x="1995145" y="282549"/>
                  <a:pt x="1976912" y="282549"/>
                </a:quadBezTo>
                <a:quadBezTo>
                  <a:pt x="1953738" y="282549"/>
                  <a:pt x="1941362" y="266707"/>
                </a:quadBezTo>
                <a:quadBezTo>
                  <a:pt x="1928986" y="250801"/>
                  <a:pt x="1928986" y="219880"/>
                </a:quadBezTo>
                <a:quadBezTo>
                  <a:pt x="1928986" y="192586"/>
                  <a:pt x="1940038" y="167137"/>
                </a:quadBezTo>
                <a:quadBezTo>
                  <a:pt x="1951141" y="141688"/>
                  <a:pt x="1969069" y="123365"/>
                </a:quadBezTo>
                <a:quadBezTo>
                  <a:pt x="1994177" y="98552"/>
                  <a:pt x="2023513" y="98552"/>
                </a:quadBezTo>
                <a:quadBezTo>
                  <a:pt x="2038487" y="98552"/>
                  <a:pt x="2048112" y="107904"/>
                </a:quadBezTo>
                <a:quadBezTo>
                  <a:pt x="2057738" y="117257"/>
                  <a:pt x="2057738" y="131508"/>
                </a:quadBezTo>
                <a:quadBezTo>
                  <a:pt x="2057738" y="139652"/>
                  <a:pt x="2053155" y="145378"/>
                </a:quadBezTo>
                <a:quadBezTo>
                  <a:pt x="2048622" y="151040"/>
                  <a:pt x="2042103" y="151040"/>
                </a:quadBezTo>
                <a:quadBezTo>
                  <a:pt x="2035584" y="151040"/>
                  <a:pt x="2032477" y="146396"/>
                </a:quadBezTo>
                <a:quadBezTo>
                  <a:pt x="2029370" y="141688"/>
                  <a:pt x="2029370" y="134753"/>
                </a:quadBezTo>
                <a:quadBezTo>
                  <a:pt x="2029370" y="131127"/>
                  <a:pt x="2031815" y="125210"/>
                </a:quadBezTo>
                <a:quadBezTo>
                  <a:pt x="2034259" y="119293"/>
                  <a:pt x="2034259" y="115221"/>
                </a:quadBezTo>
                <a:quadBezTo>
                  <a:pt x="2034259" y="107077"/>
                  <a:pt x="2022189" y="107077"/>
                </a:quadBezTo>
                <a:quadBezTo>
                  <a:pt x="2001664" y="107077"/>
                  <a:pt x="1986690" y="126609"/>
                </a:quadBezTo>
                <a:quadBezTo>
                  <a:pt x="1956998" y="165737"/>
                  <a:pt x="1956998" y="221471"/>
                </a:quadBezTo>
                <a:quadBezTo>
                  <a:pt x="1956998" y="243484"/>
                  <a:pt x="1964485" y="255700"/>
                </a:quadBezTo>
                <a:quadBezTo>
                  <a:pt x="1972022" y="267916"/>
                  <a:pt x="1986028" y="267916"/>
                </a:quadBezTo>
                <a:quadBezTo>
                  <a:pt x="1998761" y="267916"/>
                  <a:pt x="2009151" y="260217"/>
                </a:quadBezTo>
                <a:quadBezTo>
                  <a:pt x="2019591" y="252455"/>
                  <a:pt x="2033292" y="234514"/>
                </a:quadBezTo>
                <a:close/>
                <a:moveTo>
                  <a:pt x="2090975" y="335483"/>
                </a:moveTo>
                <a:lnTo>
                  <a:pt x="2087716" y="327785"/>
                </a:lnTo>
                <a:quadBezTo>
                  <a:pt x="2114760" y="304944"/>
                  <a:pt x="2114760" y="284203"/>
                </a:quadBezTo>
                <a:quadBezTo>
                  <a:pt x="2114760" y="278922"/>
                  <a:pt x="2110227" y="278922"/>
                </a:quadBezTo>
                <a:quadBezTo>
                  <a:pt x="2108903" y="278922"/>
                  <a:pt x="2105796" y="279686"/>
                </a:quadBezTo>
                <a:quadBezTo>
                  <a:pt x="2102740" y="280513"/>
                  <a:pt x="2100754" y="280513"/>
                </a:quadBezTo>
                <a:quadBezTo>
                  <a:pt x="2081859" y="280513"/>
                  <a:pt x="2081859" y="259772"/>
                </a:quadBezTo>
                <a:quadBezTo>
                  <a:pt x="2081859" y="249210"/>
                  <a:pt x="2087207" y="242912"/>
                </a:quadBezTo>
                <a:quadBezTo>
                  <a:pt x="2092605" y="236549"/>
                  <a:pt x="2101416" y="236549"/>
                </a:quadBezTo>
                <a:quadBezTo>
                  <a:pt x="2112519" y="236549"/>
                  <a:pt x="2120006" y="246538"/>
                </a:quadBezTo>
                <a:quadBezTo>
                  <a:pt x="2127492" y="256527"/>
                  <a:pt x="2127492" y="271987"/>
                </a:quadBezTo>
                <a:quadBezTo>
                  <a:pt x="2127492" y="290692"/>
                  <a:pt x="2117561" y="308189"/>
                </a:quadBezTo>
                <a:quadBezTo>
                  <a:pt x="2107630" y="325749"/>
                  <a:pt x="2090975" y="335483"/>
                </a:quadBezTo>
                <a:close/>
                <a:moveTo>
                  <a:pt x="2481925" y="260599"/>
                </a:moveTo>
                <a:quadBezTo>
                  <a:pt x="2481925" y="269570"/>
                  <a:pt x="2476526" y="276059"/>
                </a:quadBezTo>
                <a:quadBezTo>
                  <a:pt x="2471179" y="282549"/>
                  <a:pt x="2463692" y="282549"/>
                </a:quadBezTo>
                <a:quadBezTo>
                  <a:pt x="2456205" y="282549"/>
                  <a:pt x="2450959" y="276059"/>
                </a:quadBezTo>
                <a:quadBezTo>
                  <a:pt x="2445764" y="269570"/>
                  <a:pt x="2445764" y="260217"/>
                </a:quadBezTo>
                <a:quadBezTo>
                  <a:pt x="2445764" y="250801"/>
                  <a:pt x="2451112" y="244121"/>
                </a:quadBezTo>
                <a:quadBezTo>
                  <a:pt x="2456511" y="237377"/>
                  <a:pt x="2463997" y="237377"/>
                </a:quadBezTo>
                <a:quadBezTo>
                  <a:pt x="2471179" y="237377"/>
                  <a:pt x="2476526" y="244311"/>
                </a:quadBezTo>
                <a:quadBezTo>
                  <a:pt x="2481925" y="251246"/>
                  <a:pt x="2481925" y="260599"/>
                </a:quadBezTo>
                <a:close/>
                <a:moveTo>
                  <a:pt x="2373392" y="260599"/>
                </a:moveTo>
                <a:quadBezTo>
                  <a:pt x="2373392" y="269570"/>
                  <a:pt x="2367994" y="276059"/>
                </a:quadBezTo>
                <a:quadBezTo>
                  <a:pt x="2362646" y="282549"/>
                  <a:pt x="2355108" y="282549"/>
                </a:quadBezTo>
                <a:quadBezTo>
                  <a:pt x="2347621" y="282549"/>
                  <a:pt x="2342427" y="276059"/>
                </a:quadBezTo>
                <a:quadBezTo>
                  <a:pt x="2337232" y="269570"/>
                  <a:pt x="2337232" y="260217"/>
                </a:quadBezTo>
                <a:quadBezTo>
                  <a:pt x="2337232" y="250801"/>
                  <a:pt x="2342579" y="244121"/>
                </a:quadBezTo>
                <a:quadBezTo>
                  <a:pt x="2347978" y="237377"/>
                  <a:pt x="2355465" y="237377"/>
                </a:quadBezTo>
                <a:quadBezTo>
                  <a:pt x="2362646" y="237377"/>
                  <a:pt x="2367994" y="244311"/>
                </a:quadBezTo>
                <a:quadBezTo>
                  <a:pt x="2373392" y="251246"/>
                  <a:pt x="2373392" y="260599"/>
                </a:quadBezTo>
                <a:close/>
                <a:moveTo>
                  <a:pt x="2264860" y="260599"/>
                </a:moveTo>
                <a:quadBezTo>
                  <a:pt x="2264860" y="269570"/>
                  <a:pt x="2259461" y="276059"/>
                </a:quadBezTo>
                <a:quadBezTo>
                  <a:pt x="2254113" y="282549"/>
                  <a:pt x="2246576" y="282549"/>
                </a:quadBezTo>
                <a:quadBezTo>
                  <a:pt x="2239089" y="282549"/>
                  <a:pt x="2233843" y="276059"/>
                </a:quadBezTo>
                <a:quadBezTo>
                  <a:pt x="2228648" y="269570"/>
                  <a:pt x="2228648" y="260217"/>
                </a:quadBezTo>
                <a:quadBezTo>
                  <a:pt x="2228648" y="250801"/>
                  <a:pt x="2234047" y="244121"/>
                </a:quadBezTo>
                <a:quadBezTo>
                  <a:pt x="2239445" y="237377"/>
                  <a:pt x="2246932" y="237377"/>
                </a:quadBezTo>
                <a:quadBezTo>
                  <a:pt x="2254113" y="237377"/>
                  <a:pt x="2259461" y="244311"/>
                </a:quadBezTo>
                <a:quadBezTo>
                  <a:pt x="2264860" y="251246"/>
                  <a:pt x="2264860" y="260599"/>
                </a:quadBezTo>
                <a:close/>
                <a:moveTo>
                  <a:pt x="2545486" y="335483"/>
                </a:moveTo>
                <a:lnTo>
                  <a:pt x="2542226" y="327785"/>
                </a:lnTo>
                <a:quadBezTo>
                  <a:pt x="2569270" y="304944"/>
                  <a:pt x="2569270" y="284203"/>
                </a:quadBezTo>
                <a:quadBezTo>
                  <a:pt x="2569270" y="278922"/>
                  <a:pt x="2564738" y="278922"/>
                </a:quadBezTo>
                <a:quadBezTo>
                  <a:pt x="2563413" y="278922"/>
                  <a:pt x="2560307" y="279686"/>
                </a:quadBezTo>
                <a:quadBezTo>
                  <a:pt x="2557251" y="280513"/>
                  <a:pt x="2555264" y="280513"/>
                </a:quadBezTo>
                <a:quadBezTo>
                  <a:pt x="2536369" y="280513"/>
                  <a:pt x="2536369" y="259772"/>
                </a:quadBezTo>
                <a:quadBezTo>
                  <a:pt x="2536369" y="249210"/>
                  <a:pt x="2541717" y="242912"/>
                </a:quadBezTo>
                <a:quadBezTo>
                  <a:pt x="2547116" y="236549"/>
                  <a:pt x="2555927" y="236549"/>
                </a:quadBezTo>
                <a:quadBezTo>
                  <a:pt x="2567029" y="236549"/>
                  <a:pt x="2574516" y="246538"/>
                </a:quadBezTo>
                <a:quadBezTo>
                  <a:pt x="2582003" y="256527"/>
                  <a:pt x="2582003" y="271987"/>
                </a:quadBezTo>
                <a:quadBezTo>
                  <a:pt x="2582003" y="290692"/>
                  <a:pt x="2572071" y="308189"/>
                </a:quadBezTo>
                <a:quadBezTo>
                  <a:pt x="2562140" y="325749"/>
                  <a:pt x="2545486" y="335483"/>
                </a:quadBezTo>
                <a:close/>
                <a:moveTo>
                  <a:pt x="2761082" y="234514"/>
                </a:moveTo>
                <a:lnTo>
                  <a:pt x="2766277" y="238585"/>
                </a:lnTo>
                <a:quadBezTo>
                  <a:pt x="2751303" y="262189"/>
                  <a:pt x="2737094" y="272369"/>
                </a:quadBezTo>
                <a:quadBezTo>
                  <a:pt x="2722935" y="282549"/>
                  <a:pt x="2704702" y="282549"/>
                </a:quadBezTo>
                <a:quadBezTo>
                  <a:pt x="2681529" y="282549"/>
                  <a:pt x="2669153" y="266707"/>
                </a:quadBezTo>
                <a:quadBezTo>
                  <a:pt x="2656777" y="250801"/>
                  <a:pt x="2656777" y="219880"/>
                </a:quadBezTo>
                <a:quadBezTo>
                  <a:pt x="2656777" y="192586"/>
                  <a:pt x="2667829" y="167137"/>
                </a:quadBezTo>
                <a:quadBezTo>
                  <a:pt x="2678931" y="141688"/>
                  <a:pt x="2696859" y="123365"/>
                </a:quadBezTo>
                <a:quadBezTo>
                  <a:pt x="2721968" y="98552"/>
                  <a:pt x="2751303" y="98552"/>
                </a:quadBezTo>
                <a:quadBezTo>
                  <a:pt x="2766277" y="98552"/>
                  <a:pt x="2775903" y="107904"/>
                </a:quadBezTo>
                <a:quadBezTo>
                  <a:pt x="2785529" y="117257"/>
                  <a:pt x="2785529" y="131508"/>
                </a:quadBezTo>
                <a:quadBezTo>
                  <a:pt x="2785529" y="139652"/>
                  <a:pt x="2780945" y="145378"/>
                </a:quadBezTo>
                <a:quadBezTo>
                  <a:pt x="2776412" y="151040"/>
                  <a:pt x="2769893" y="151040"/>
                </a:quadBezTo>
                <a:quadBezTo>
                  <a:pt x="2763374" y="151040"/>
                  <a:pt x="2760267" y="146396"/>
                </a:quadBezTo>
                <a:quadBezTo>
                  <a:pt x="2757160" y="141688"/>
                  <a:pt x="2757160" y="134753"/>
                </a:quadBezTo>
                <a:quadBezTo>
                  <a:pt x="2757160" y="131127"/>
                  <a:pt x="2759605" y="125210"/>
                </a:quadBezTo>
                <a:quadBezTo>
                  <a:pt x="2762050" y="119293"/>
                  <a:pt x="2762050" y="115221"/>
                </a:quadBezTo>
                <a:quadBezTo>
                  <a:pt x="2762050" y="107077"/>
                  <a:pt x="2749979" y="107077"/>
                </a:quadBezTo>
                <a:quadBezTo>
                  <a:pt x="2729454" y="107077"/>
                  <a:pt x="2714481" y="126609"/>
                </a:quadBezTo>
                <a:quadBezTo>
                  <a:pt x="2684788" y="165737"/>
                  <a:pt x="2684788" y="221471"/>
                </a:quadBezTo>
                <a:quadBezTo>
                  <a:pt x="2684788" y="243484"/>
                  <a:pt x="2692275" y="255700"/>
                </a:quadBezTo>
                <a:quadBezTo>
                  <a:pt x="2699813" y="267916"/>
                  <a:pt x="2713819" y="267916"/>
                </a:quadBezTo>
                <a:quadBezTo>
                  <a:pt x="2726551" y="267916"/>
                  <a:pt x="2736941" y="260217"/>
                </a:quadBezTo>
                <a:quadBezTo>
                  <a:pt x="2747382" y="252455"/>
                  <a:pt x="2761082" y="234514"/>
                </a:quadBezTo>
                <a:close/>
                <a:moveTo>
                  <a:pt x="2818766" y="335483"/>
                </a:moveTo>
                <a:lnTo>
                  <a:pt x="2815506" y="327785"/>
                </a:lnTo>
                <a:quadBezTo>
                  <a:pt x="2842550" y="304944"/>
                  <a:pt x="2842550" y="284203"/>
                </a:quadBezTo>
                <a:quadBezTo>
                  <a:pt x="2842550" y="278922"/>
                  <a:pt x="2838017" y="278922"/>
                </a:quadBezTo>
                <a:quadBezTo>
                  <a:pt x="2836693" y="278922"/>
                  <a:pt x="2833587" y="279686"/>
                </a:quadBezTo>
                <a:quadBezTo>
                  <a:pt x="2830531" y="280513"/>
                  <a:pt x="2828544" y="280513"/>
                </a:quadBezTo>
                <a:quadBezTo>
                  <a:pt x="2809649" y="280513"/>
                  <a:pt x="2809649" y="259772"/>
                </a:quadBezTo>
                <a:quadBezTo>
                  <a:pt x="2809649" y="249210"/>
                  <a:pt x="2814997" y="242912"/>
                </a:quadBezTo>
                <a:quadBezTo>
                  <a:pt x="2820396" y="236549"/>
                  <a:pt x="2829206" y="236549"/>
                </a:quadBezTo>
                <a:quadBezTo>
                  <a:pt x="2840309" y="236549"/>
                  <a:pt x="2847796" y="246538"/>
                </a:quadBezTo>
                <a:quadBezTo>
                  <a:pt x="2855283" y="256527"/>
                  <a:pt x="2855283" y="271987"/>
                </a:quadBezTo>
                <a:quadBezTo>
                  <a:pt x="2855283" y="290692"/>
                  <a:pt x="2845351" y="308189"/>
                </a:quadBezTo>
                <a:quadBezTo>
                  <a:pt x="2835420" y="325749"/>
                  <a:pt x="2818766" y="335483"/>
                </a:quadBezTo>
                <a:close/>
                <a:moveTo>
                  <a:pt x="2973398" y="160011"/>
                </a:moveTo>
                <a:lnTo>
                  <a:pt x="2973755" y="160011"/>
                </a:lnTo>
                <a:quadBezTo>
                  <a:pt x="2990053" y="126228"/>
                  <a:pt x="3004517" y="112421"/>
                </a:quadBezTo>
                <a:quadBezTo>
                  <a:pt x="3019032" y="98552"/>
                  <a:pt x="3036654" y="98552"/>
                </a:quadBezTo>
                <a:quadBezTo>
                  <a:pt x="3053614" y="98552"/>
                  <a:pt x="3064003" y="111594"/>
                </a:quadBezTo>
                <a:quadBezTo>
                  <a:pt x="3074444" y="124573"/>
                  <a:pt x="3074444" y="147414"/>
                </a:quadBezTo>
                <a:quadBezTo>
                  <a:pt x="3074444" y="178716"/>
                  <a:pt x="3059114" y="210528"/>
                </a:quadBezTo>
                <a:quadBezTo>
                  <a:pt x="3043835" y="242276"/>
                  <a:pt x="3019185" y="262444"/>
                </a:quadBezTo>
                <a:quadBezTo>
                  <a:pt x="2994585" y="282549"/>
                  <a:pt x="2970139" y="282549"/>
                </a:quadBezTo>
                <a:quadBezTo>
                  <a:pt x="2955165" y="282549"/>
                  <a:pt x="2941465" y="276059"/>
                </a:quadBezTo>
                <a:quadBezTo>
                  <a:pt x="2927765" y="269570"/>
                  <a:pt x="2927765" y="260981"/>
                </a:quadBezTo>
                <a:lnTo>
                  <a:pt x="2927765" y="258563"/>
                </a:lnTo>
                <a:lnTo>
                  <a:pt x="2974060" y="45618"/>
                </a:lnTo>
                <a:quadBezTo>
                  <a:pt x="2977014" y="30921"/>
                  <a:pt x="2977014" y="26467"/>
                </a:quadBezTo>
                <a:quadBezTo>
                  <a:pt x="2977014" y="19914"/>
                  <a:pt x="2973908" y="18514"/>
                </a:quadBezTo>
                <a:quadBezTo>
                  <a:pt x="2970801" y="17115"/>
                  <a:pt x="2956133" y="16287"/>
                </a:quadBezTo>
                <a:lnTo>
                  <a:pt x="2956133" y="9353"/>
                </a:lnTo>
                <a:quadBezTo>
                  <a:pt x="2980580" y="5662"/>
                  <a:pt x="3005994" y="0"/>
                </a:quadBezTo>
                <a:lnTo>
                  <a:pt x="3007624" y="2036"/>
                </a:lnTo>
                <a:lnTo>
                  <a:pt x="3000799" y="35438"/>
                </a:lnTo>
                <a:lnTo>
                  <a:pt x="2973398" y="160011"/>
                </a:lnTo>
                <a:close/>
                <a:moveTo>
                  <a:pt x="3046738" y="153522"/>
                </a:moveTo>
                <a:quadBezTo>
                  <a:pt x="3046738" y="118466"/>
                  <a:pt x="3023921" y="118466"/>
                </a:quadBezTo>
                <a:quadBezTo>
                  <a:pt x="3001461" y="118466"/>
                  <a:pt x="2979255" y="165292"/>
                </a:quadBezTo>
                <a:quadBezTo>
                  <a:pt x="2968866" y="187305"/>
                  <a:pt x="2962347" y="213963"/>
                </a:quadBezTo>
                <a:quadBezTo>
                  <a:pt x="2955827" y="240621"/>
                  <a:pt x="2955827" y="259390"/>
                </a:quadBezTo>
                <a:quadBezTo>
                  <a:pt x="2955827" y="273196"/>
                  <a:pt x="2970801" y="273196"/>
                </a:quadBezTo>
                <a:quadBezTo>
                  <a:pt x="2992294" y="273196"/>
                  <a:pt x="3010883" y="249210"/>
                </a:quadBezTo>
                <a:quadBezTo>
                  <a:pt x="3025908" y="229615"/>
                  <a:pt x="3036297" y="202575"/>
                </a:quadBezTo>
                <a:quadBezTo>
                  <a:pt x="3046738" y="175472"/>
                  <a:pt x="3046738" y="153522"/>
                </a:quadBezTo>
                <a:close/>
                <a:moveTo>
                  <a:pt x="3236759" y="129091"/>
                </a:moveTo>
                <a:lnTo>
                  <a:pt x="3220818" y="129091"/>
                </a:lnTo>
                <a:quadBezTo>
                  <a:pt x="3223721" y="136407"/>
                  <a:pt x="3223721" y="149832"/>
                </a:quadBezTo>
                <a:quadBezTo>
                  <a:pt x="3223721" y="175472"/>
                  <a:pt x="3204979" y="196085"/>
                </a:quadBezTo>
                <a:quadBezTo>
                  <a:pt x="3186236" y="216636"/>
                  <a:pt x="3163419" y="216636"/>
                </a:quadBezTo>
                <a:quadBezTo>
                  <a:pt x="3157562" y="216636"/>
                  <a:pt x="3153335" y="215363"/>
                </a:quadBezTo>
                <a:quadBezTo>
                  <a:pt x="3152368" y="214981"/>
                  <a:pt x="3151043" y="214981"/>
                </a:quadBezTo>
                <a:quadBezTo>
                  <a:pt x="3146816" y="214981"/>
                  <a:pt x="3143047" y="220262"/>
                </a:quadBezTo>
                <a:quadBezTo>
                  <a:pt x="3139329" y="225543"/>
                  <a:pt x="3139329" y="231651"/>
                </a:quadBezTo>
                <a:quadBezTo>
                  <a:pt x="3139329" y="241448"/>
                  <a:pt x="3162452" y="248765"/>
                </a:quadBezTo>
                <a:quadBezTo>
                  <a:pt x="3208747" y="262635"/>
                  <a:pt x="3208747" y="300490"/>
                </a:quadBezTo>
                <a:quadBezTo>
                  <a:pt x="3208747" y="327785"/>
                  <a:pt x="3190463" y="344835"/>
                </a:quadBezTo>
                <a:quadBezTo>
                  <a:pt x="3172230" y="361950"/>
                  <a:pt x="3140297" y="361950"/>
                </a:quadBezTo>
                <a:quadBezTo>
                  <a:pt x="3114883" y="361950"/>
                  <a:pt x="3100368" y="350752"/>
                </a:quadBezTo>
                <a:quadBezTo>
                  <a:pt x="3085853" y="339555"/>
                  <a:pt x="3085853" y="317987"/>
                </a:quadBezTo>
                <a:quadBezTo>
                  <a:pt x="3085853" y="302145"/>
                  <a:pt x="3093187" y="290947"/>
                </a:quadBezTo>
                <a:quadBezTo>
                  <a:pt x="3100520" y="279749"/>
                  <a:pt x="3123999" y="262189"/>
                </a:quadBezTo>
                <a:quadBezTo>
                  <a:pt x="3115188" y="255700"/>
                  <a:pt x="3115188" y="246347"/>
                </a:quadBezTo>
                <a:quadBezTo>
                  <a:pt x="3115188" y="226815"/>
                  <a:pt x="3140297" y="212118"/>
                </a:quadBezTo>
                <a:quadBezTo>
                  <a:pt x="3114526" y="200730"/>
                  <a:pt x="3114526" y="168155"/>
                </a:quadBezTo>
                <a:quadBezTo>
                  <a:pt x="3114526" y="137998"/>
                  <a:pt x="3134389" y="118275"/>
                </a:quadBezTo>
                <a:quadBezTo>
                  <a:pt x="3154303" y="98552"/>
                  <a:pt x="3180074" y="98552"/>
                </a:quadBezTo>
                <a:quadBezTo>
                  <a:pt x="3198969" y="98552"/>
                  <a:pt x="3212007" y="109940"/>
                </a:quadBezTo>
                <a:quadBezTo>
                  <a:pt x="3215572" y="113185"/>
                  <a:pt x="3217202" y="113185"/>
                </a:quadBezTo>
                <a:lnTo>
                  <a:pt x="3236759" y="113185"/>
                </a:lnTo>
                <a:lnTo>
                  <a:pt x="3236759" y="129091"/>
                </a:lnTo>
                <a:close/>
                <a:moveTo>
                  <a:pt x="3198001" y="136407"/>
                </a:moveTo>
                <a:quadBezTo>
                  <a:pt x="3198001" y="120502"/>
                  <a:pt x="3193570" y="114012"/>
                </a:quadBezTo>
                <a:quadBezTo>
                  <a:pt x="3189190" y="107459"/>
                  <a:pt x="3179717" y="107459"/>
                </a:quadBezTo>
                <a:quadBezTo>
                  <a:pt x="3164082" y="107459"/>
                  <a:pt x="3152011" y="127818"/>
                </a:quadBezTo>
                <a:quadBezTo>
                  <a:pt x="3139992" y="148177"/>
                  <a:pt x="3139992" y="177508"/>
                </a:quadBezTo>
                <a:quadBezTo>
                  <a:pt x="3139992" y="191759"/>
                  <a:pt x="3145186" y="199903"/>
                </a:quadBezTo>
                <a:quadBezTo>
                  <a:pt x="3150381" y="208046"/>
                  <a:pt x="3159549" y="208046"/>
                </a:quadBezTo>
                <a:quadBezTo>
                  <a:pt x="3175846" y="208046"/>
                  <a:pt x="3187255" y="184061"/>
                </a:quadBezTo>
                <a:quadBezTo>
                  <a:pt x="3198001" y="161220"/>
                  <a:pt x="3198001" y="136407"/>
                </a:quadBezTo>
                <a:close/>
                <a:moveTo>
                  <a:pt x="3189190" y="314742"/>
                </a:moveTo>
                <a:quadBezTo>
                  <a:pt x="3189190" y="300490"/>
                  <a:pt x="3178902" y="290883"/>
                </a:quadBezTo>
                <a:quadBezTo>
                  <a:pt x="3168665" y="281340"/>
                  <a:pt x="3142589" y="271160"/>
                </a:quadBezTo>
                <a:quadBezTo>
                  <a:pt x="3134746" y="268297"/>
                  <a:pt x="3131486" y="266707"/>
                </a:quadBezTo>
                <a:quadBezTo>
                  <a:pt x="3129194" y="266707"/>
                  <a:pt x="3121555" y="274469"/>
                </a:quadBezTo>
                <a:quadBezTo>
                  <a:pt x="3113915" y="282167"/>
                  <a:pt x="3110299" y="287893"/>
                </a:quadBezTo>
                <a:quadBezTo>
                  <a:pt x="3103780" y="298073"/>
                  <a:pt x="3103780" y="311497"/>
                </a:quadBezTo>
                <a:quadBezTo>
                  <a:pt x="3103780" y="353043"/>
                  <a:pt x="3145186" y="353043"/>
                </a:quadBezTo>
                <a:quadBezTo>
                  <a:pt x="3164438" y="353043"/>
                  <a:pt x="3176814" y="341845"/>
                </a:quadBezTo>
                <a:quadBezTo>
                  <a:pt x="3189190" y="330648"/>
                  <a:pt x="3189190" y="314742"/>
                </a:quadBezTo>
                <a:close/>
                <a:moveTo>
                  <a:pt x="3273276" y="335483"/>
                </a:moveTo>
                <a:lnTo>
                  <a:pt x="3270017" y="327785"/>
                </a:lnTo>
                <a:quadBezTo>
                  <a:pt x="3297061" y="304944"/>
                  <a:pt x="3297061" y="284203"/>
                </a:quadBezTo>
                <a:quadBezTo>
                  <a:pt x="3297061" y="278922"/>
                  <a:pt x="3292528" y="278922"/>
                </a:quadBezTo>
                <a:quadBezTo>
                  <a:pt x="3291204" y="278922"/>
                  <a:pt x="3288097" y="279686"/>
                </a:quadBezTo>
                <a:quadBezTo>
                  <a:pt x="3285041" y="280513"/>
                  <a:pt x="3283055" y="280513"/>
                </a:quadBezTo>
                <a:quadBezTo>
                  <a:pt x="3264160" y="280513"/>
                  <a:pt x="3264160" y="259772"/>
                </a:quadBezTo>
                <a:quadBezTo>
                  <a:pt x="3264160" y="249210"/>
                  <a:pt x="3269507" y="242912"/>
                </a:quadBezTo>
                <a:quadBezTo>
                  <a:pt x="3274906" y="236549"/>
                  <a:pt x="3283717" y="236549"/>
                </a:quadBezTo>
                <a:quadBezTo>
                  <a:pt x="3294820" y="236549"/>
                  <a:pt x="3302306" y="246538"/>
                </a:quadBezTo>
                <a:quadBezTo>
                  <a:pt x="3309793" y="256527"/>
                  <a:pt x="3309793" y="271987"/>
                </a:quadBezTo>
                <a:quadBezTo>
                  <a:pt x="3309793" y="290692"/>
                  <a:pt x="3299862" y="308189"/>
                </a:quadBezTo>
                <a:quadBezTo>
                  <a:pt x="3289930" y="325749"/>
                  <a:pt x="3273276" y="335483"/>
                </a:quadBezTo>
                <a:close/>
                <a:moveTo>
                  <a:pt x="3664226" y="260599"/>
                </a:moveTo>
                <a:quadBezTo>
                  <a:pt x="3664226" y="269570"/>
                  <a:pt x="3658827" y="276059"/>
                </a:quadBezTo>
                <a:quadBezTo>
                  <a:pt x="3653479" y="282549"/>
                  <a:pt x="3645993" y="282549"/>
                </a:quadBezTo>
                <a:quadBezTo>
                  <a:pt x="3638506" y="282549"/>
                  <a:pt x="3633260" y="276059"/>
                </a:quadBezTo>
                <a:quadBezTo>
                  <a:pt x="3628065" y="269570"/>
                  <a:pt x="3628065" y="260217"/>
                </a:quadBezTo>
                <a:quadBezTo>
                  <a:pt x="3628065" y="250801"/>
                  <a:pt x="3633413" y="244121"/>
                </a:quadBezTo>
                <a:quadBezTo>
                  <a:pt x="3638811" y="237377"/>
                  <a:pt x="3646298" y="237377"/>
                </a:quadBezTo>
                <a:quadBezTo>
                  <a:pt x="3653479" y="237377"/>
                  <a:pt x="3658827" y="244311"/>
                </a:quadBezTo>
                <a:quadBezTo>
                  <a:pt x="3664226" y="251246"/>
                  <a:pt x="3664226" y="260599"/>
                </a:quadBezTo>
                <a:close/>
                <a:moveTo>
                  <a:pt x="3555693" y="260599"/>
                </a:moveTo>
                <a:quadBezTo>
                  <a:pt x="3555693" y="269570"/>
                  <a:pt x="3550294" y="276059"/>
                </a:quadBezTo>
                <a:quadBezTo>
                  <a:pt x="3544947" y="282549"/>
                  <a:pt x="3537409" y="282549"/>
                </a:quadBezTo>
                <a:quadBezTo>
                  <a:pt x="3529922" y="282549"/>
                  <a:pt x="3524727" y="276059"/>
                </a:quadBezTo>
                <a:quadBezTo>
                  <a:pt x="3519533" y="269570"/>
                  <a:pt x="3519533" y="260217"/>
                </a:quadBezTo>
                <a:quadBezTo>
                  <a:pt x="3519533" y="250801"/>
                  <a:pt x="3524880" y="244121"/>
                </a:quadBezTo>
                <a:quadBezTo>
                  <a:pt x="3530279" y="237377"/>
                  <a:pt x="3537766" y="237377"/>
                </a:quadBezTo>
                <a:quadBezTo>
                  <a:pt x="3544947" y="237377"/>
                  <a:pt x="3550294" y="244311"/>
                </a:quadBezTo>
                <a:quadBezTo>
                  <a:pt x="3555693" y="251246"/>
                  <a:pt x="3555693" y="260599"/>
                </a:quadBezTo>
                <a:close/>
                <a:moveTo>
                  <a:pt x="3447160" y="260599"/>
                </a:moveTo>
                <a:quadBezTo>
                  <a:pt x="3447160" y="269570"/>
                  <a:pt x="3441762" y="276059"/>
                </a:quadBezTo>
                <a:quadBezTo>
                  <a:pt x="3436414" y="282549"/>
                  <a:pt x="3428876" y="282549"/>
                </a:quadBezTo>
                <a:quadBezTo>
                  <a:pt x="3421390" y="282549"/>
                  <a:pt x="3416144" y="276059"/>
                </a:quadBezTo>
                <a:quadBezTo>
                  <a:pt x="3410949" y="269570"/>
                  <a:pt x="3410949" y="260217"/>
                </a:quadBezTo>
                <a:quadBezTo>
                  <a:pt x="3410949" y="250801"/>
                  <a:pt x="3416348" y="244121"/>
                </a:quadBezTo>
                <a:quadBezTo>
                  <a:pt x="3421746" y="237377"/>
                  <a:pt x="3429233" y="237377"/>
                </a:quadBezTo>
                <a:quadBezTo>
                  <a:pt x="3436414" y="237377"/>
                  <a:pt x="3441762" y="244311"/>
                </a:quadBezTo>
                <a:quadBezTo>
                  <a:pt x="3447160" y="251246"/>
                  <a:pt x="3447160" y="260599"/>
                </a:quadBezTo>
                <a:close/>
                <a:moveTo>
                  <a:pt x="3727787" y="335483"/>
                </a:moveTo>
                <a:lnTo>
                  <a:pt x="3724527" y="327785"/>
                </a:lnTo>
                <a:quadBezTo>
                  <a:pt x="3751571" y="304944"/>
                  <a:pt x="3751571" y="284203"/>
                </a:quadBezTo>
                <a:quadBezTo>
                  <a:pt x="3751571" y="278922"/>
                  <a:pt x="3747038" y="278922"/>
                </a:quadBezTo>
                <a:quadBezTo>
                  <a:pt x="3745714" y="278922"/>
                  <a:pt x="3742607" y="279686"/>
                </a:quadBezTo>
                <a:quadBezTo>
                  <a:pt x="3739552" y="280513"/>
                  <a:pt x="3737565" y="280513"/>
                </a:quadBezTo>
                <a:quadBezTo>
                  <a:pt x="3718670" y="280513"/>
                  <a:pt x="3718670" y="259772"/>
                </a:quadBezTo>
                <a:quadBezTo>
                  <a:pt x="3718670" y="249210"/>
                  <a:pt x="3724018" y="242912"/>
                </a:quadBezTo>
                <a:quadBezTo>
                  <a:pt x="3729416" y="236549"/>
                  <a:pt x="3738227" y="236549"/>
                </a:quadBezTo>
                <a:quadBezTo>
                  <a:pt x="3749330" y="236549"/>
                  <a:pt x="3756817" y="246538"/>
                </a:quadBezTo>
                <a:quadBezTo>
                  <a:pt x="3764304" y="256527"/>
                  <a:pt x="3764304" y="271987"/>
                </a:quadBezTo>
                <a:quadBezTo>
                  <a:pt x="3764304" y="290692"/>
                  <a:pt x="3754372" y="308189"/>
                </a:quadBezTo>
                <a:quadBezTo>
                  <a:pt x="3744441" y="325749"/>
                  <a:pt x="3727787" y="335483"/>
                </a:quadBezTo>
                <a:close/>
                <a:moveTo>
                  <a:pt x="3882419" y="160011"/>
                </a:moveTo>
                <a:lnTo>
                  <a:pt x="3882776" y="160011"/>
                </a:lnTo>
                <a:quadBezTo>
                  <a:pt x="3899073" y="126228"/>
                  <a:pt x="3913538" y="112421"/>
                </a:quadBezTo>
                <a:quadBezTo>
                  <a:pt x="3928053" y="98552"/>
                  <a:pt x="3945675" y="98552"/>
                </a:quadBezTo>
                <a:quadBezTo>
                  <a:pt x="3962635" y="98552"/>
                  <a:pt x="3973024" y="111594"/>
                </a:quadBezTo>
                <a:quadBezTo>
                  <a:pt x="3983465" y="124573"/>
                  <a:pt x="3983465" y="147414"/>
                </a:quadBezTo>
                <a:quadBezTo>
                  <a:pt x="3983465" y="178716"/>
                  <a:pt x="3968135" y="210528"/>
                </a:quadBezTo>
                <a:quadBezTo>
                  <a:pt x="3952856" y="242276"/>
                  <a:pt x="3928206" y="262444"/>
                </a:quadBezTo>
                <a:quadBezTo>
                  <a:pt x="3903606" y="282549"/>
                  <a:pt x="3879160" y="282549"/>
                </a:quadBezTo>
                <a:quadBezTo>
                  <a:pt x="3864186" y="282549"/>
                  <a:pt x="3850486" y="276059"/>
                </a:quadBezTo>
                <a:quadBezTo>
                  <a:pt x="3836786" y="269570"/>
                  <a:pt x="3836786" y="260981"/>
                </a:quadBezTo>
                <a:lnTo>
                  <a:pt x="3836786" y="258563"/>
                </a:lnTo>
                <a:lnTo>
                  <a:pt x="3883081" y="45618"/>
                </a:lnTo>
                <a:quadBezTo>
                  <a:pt x="3886035" y="30921"/>
                  <a:pt x="3886035" y="26467"/>
                </a:quadBezTo>
                <a:quadBezTo>
                  <a:pt x="3886035" y="19914"/>
                  <a:pt x="3882929" y="18514"/>
                </a:quadBezTo>
                <a:quadBezTo>
                  <a:pt x="3879822" y="17115"/>
                  <a:pt x="3865154" y="16287"/>
                </a:quadBezTo>
                <a:lnTo>
                  <a:pt x="3865154" y="9353"/>
                </a:lnTo>
                <a:quadBezTo>
                  <a:pt x="3889600" y="5662"/>
                  <a:pt x="3915015" y="0"/>
                </a:quadBezTo>
                <a:lnTo>
                  <a:pt x="3916644" y="2036"/>
                </a:lnTo>
                <a:lnTo>
                  <a:pt x="3909820" y="35438"/>
                </a:lnTo>
                <a:lnTo>
                  <a:pt x="3882419" y="160011"/>
                </a:lnTo>
                <a:close/>
                <a:moveTo>
                  <a:pt x="3955759" y="153522"/>
                </a:moveTo>
                <a:quadBezTo>
                  <a:pt x="3955759" y="118466"/>
                  <a:pt x="3932942" y="118466"/>
                </a:quadBezTo>
                <a:quadBezTo>
                  <a:pt x="3910482" y="118466"/>
                  <a:pt x="3888276" y="165292"/>
                </a:quadBezTo>
                <a:quadBezTo>
                  <a:pt x="3877886" y="187305"/>
                  <a:pt x="3871367" y="213963"/>
                </a:quadBezTo>
                <a:quadBezTo>
                  <a:pt x="3864848" y="240621"/>
                  <a:pt x="3864848" y="259390"/>
                </a:quadBezTo>
                <a:quadBezTo>
                  <a:pt x="3864848" y="273196"/>
                  <a:pt x="3879822" y="273196"/>
                </a:quadBezTo>
                <a:quadBezTo>
                  <a:pt x="3901314" y="273196"/>
                  <a:pt x="3919904" y="249210"/>
                </a:quadBezTo>
                <a:quadBezTo>
                  <a:pt x="3934928" y="229615"/>
                  <a:pt x="3945318" y="202575"/>
                </a:quadBezTo>
                <a:quadBezTo>
                  <a:pt x="3955759" y="175472"/>
                  <a:pt x="3955759" y="153522"/>
                </a:quadBezTo>
                <a:close/>
                <a:moveTo>
                  <a:pt x="4145780" y="129091"/>
                </a:moveTo>
                <a:lnTo>
                  <a:pt x="4129839" y="129091"/>
                </a:lnTo>
                <a:quadBezTo>
                  <a:pt x="4132742" y="136407"/>
                  <a:pt x="4132742" y="149832"/>
                </a:quadBezTo>
                <a:quadBezTo>
                  <a:pt x="4132742" y="175472"/>
                  <a:pt x="4114000" y="196085"/>
                </a:quadBezTo>
                <a:quadBezTo>
                  <a:pt x="4095257" y="216636"/>
                  <a:pt x="4072440" y="216636"/>
                </a:quadBezTo>
                <a:quadBezTo>
                  <a:pt x="4066583" y="216636"/>
                  <a:pt x="4062356" y="215363"/>
                </a:quadBezTo>
                <a:quadBezTo>
                  <a:pt x="4061388" y="214981"/>
                  <a:pt x="4060064" y="214981"/>
                </a:quadBezTo>
                <a:quadBezTo>
                  <a:pt x="4055837" y="214981"/>
                  <a:pt x="4052068" y="220262"/>
                </a:quadBezTo>
                <a:quadBezTo>
                  <a:pt x="4048350" y="225543"/>
                  <a:pt x="4048350" y="231651"/>
                </a:quadBezTo>
                <a:quadBezTo>
                  <a:pt x="4048350" y="241448"/>
                  <a:pt x="4071473" y="248765"/>
                </a:quadBezTo>
                <a:quadBezTo>
                  <a:pt x="4117768" y="262635"/>
                  <a:pt x="4117768" y="300490"/>
                </a:quadBezTo>
                <a:quadBezTo>
                  <a:pt x="4117768" y="327785"/>
                  <a:pt x="4099484" y="344835"/>
                </a:quadBezTo>
                <a:quadBezTo>
                  <a:pt x="4081251" y="361950"/>
                  <a:pt x="4049318" y="361950"/>
                </a:quadBezTo>
                <a:quadBezTo>
                  <a:pt x="4023904" y="361950"/>
                  <a:pt x="4009389" y="350752"/>
                </a:quadBezTo>
                <a:quadBezTo>
                  <a:pt x="3994873" y="339555"/>
                  <a:pt x="3994873" y="317987"/>
                </a:quadBezTo>
                <a:quadBezTo>
                  <a:pt x="3994873" y="302145"/>
                  <a:pt x="4002207" y="290947"/>
                </a:quadBezTo>
                <a:quadBezTo>
                  <a:pt x="4009541" y="279749"/>
                  <a:pt x="4033020" y="262189"/>
                </a:quadBezTo>
                <a:quadBezTo>
                  <a:pt x="4024209" y="255700"/>
                  <a:pt x="4024209" y="246347"/>
                </a:quadBezTo>
                <a:quadBezTo>
                  <a:pt x="4024209" y="226815"/>
                  <a:pt x="4049318" y="212118"/>
                </a:quadBezTo>
                <a:quadBezTo>
                  <a:pt x="4023547" y="200730"/>
                  <a:pt x="4023547" y="168155"/>
                </a:quadBezTo>
                <a:quadBezTo>
                  <a:pt x="4023547" y="137998"/>
                  <a:pt x="4043410" y="118275"/>
                </a:quadBezTo>
                <a:quadBezTo>
                  <a:pt x="4063324" y="98552"/>
                  <a:pt x="4089095" y="98552"/>
                </a:quadBezTo>
                <a:quadBezTo>
                  <a:pt x="4107990" y="98552"/>
                  <a:pt x="4121028" y="109940"/>
                </a:quadBezTo>
                <a:quadBezTo>
                  <a:pt x="4124593" y="113185"/>
                  <a:pt x="4126223" y="113185"/>
                </a:quadBezTo>
                <a:lnTo>
                  <a:pt x="4145780" y="113185"/>
                </a:lnTo>
                <a:lnTo>
                  <a:pt x="4145780" y="129091"/>
                </a:lnTo>
                <a:close/>
                <a:moveTo>
                  <a:pt x="4107022" y="136407"/>
                </a:moveTo>
                <a:quadBezTo>
                  <a:pt x="4107022" y="120502"/>
                  <a:pt x="4102591" y="114012"/>
                </a:quadBezTo>
                <a:quadBezTo>
                  <a:pt x="4098211" y="107459"/>
                  <a:pt x="4088738" y="107459"/>
                </a:quadBezTo>
                <a:quadBezTo>
                  <a:pt x="4073102" y="107459"/>
                  <a:pt x="4061032" y="127818"/>
                </a:quadBezTo>
                <a:quadBezTo>
                  <a:pt x="4049012" y="148177"/>
                  <a:pt x="4049012" y="177508"/>
                </a:quadBezTo>
                <a:quadBezTo>
                  <a:pt x="4049012" y="191759"/>
                  <a:pt x="4054207" y="199903"/>
                </a:quadBezTo>
                <a:quadBezTo>
                  <a:pt x="4059402" y="208046"/>
                  <a:pt x="4068570" y="208046"/>
                </a:quadBezTo>
                <a:quadBezTo>
                  <a:pt x="4084867" y="208046"/>
                  <a:pt x="4096276" y="184061"/>
                </a:quadBezTo>
                <a:quadBezTo>
                  <a:pt x="4107022" y="161220"/>
                  <a:pt x="4107022" y="136407"/>
                </a:quadBezTo>
                <a:close/>
                <a:moveTo>
                  <a:pt x="4098211" y="314742"/>
                </a:moveTo>
                <a:quadBezTo>
                  <a:pt x="4098211" y="300490"/>
                  <a:pt x="4087923" y="290883"/>
                </a:quadBezTo>
                <a:quadBezTo>
                  <a:pt x="4077686" y="281340"/>
                  <a:pt x="4051610" y="271160"/>
                </a:quadBezTo>
                <a:quadBezTo>
                  <a:pt x="4043767" y="268297"/>
                  <a:pt x="4040507" y="266707"/>
                </a:quadBezTo>
                <a:quadBezTo>
                  <a:pt x="4038215" y="266707"/>
                  <a:pt x="4030576" y="274469"/>
                </a:quadBezTo>
                <a:quadBezTo>
                  <a:pt x="4022936" y="282167"/>
                  <a:pt x="4019320" y="287893"/>
                </a:quadBezTo>
                <a:quadBezTo>
                  <a:pt x="4012801" y="298073"/>
                  <a:pt x="4012801" y="311497"/>
                </a:quadBezTo>
                <a:quadBezTo>
                  <a:pt x="4012801" y="353043"/>
                  <a:pt x="4054207" y="353043"/>
                </a:quadBezTo>
                <a:quadBezTo>
                  <a:pt x="4073459" y="353043"/>
                  <a:pt x="4085835" y="341845"/>
                </a:quadBezTo>
                <a:quadBezTo>
                  <a:pt x="4098211" y="330648"/>
                  <a:pt x="4098211" y="314742"/>
                </a:quadBezTo>
                <a:close/>
                <a:moveTo>
                  <a:pt x="4164726" y="9353"/>
                </a:moveTo>
                <a:lnTo>
                  <a:pt x="4168597" y="2863"/>
                </a:lnTo>
                <a:quadBezTo>
                  <a:pt x="4205776" y="30539"/>
                  <a:pt x="4226963" y="77811"/>
                </a:quadBezTo>
                <a:quadBezTo>
                  <a:pt x="4248150" y="125019"/>
                  <a:pt x="4248150" y="177508"/>
                </a:quadBezTo>
                <a:quadBezTo>
                  <a:pt x="4248150" y="288657"/>
                  <a:pt x="4167629" y="350180"/>
                </a:quadBezTo>
                <a:lnTo>
                  <a:pt x="4164726" y="343627"/>
                </a:lnTo>
                <a:quadBezTo>
                  <a:pt x="4198289" y="309016"/>
                  <a:pt x="4209188" y="274660"/>
                </a:quadBezTo>
                <a:quadBezTo>
                  <a:pt x="4220138" y="240240"/>
                  <a:pt x="4220138" y="178716"/>
                </a:quadBezTo>
                <a:quadBezTo>
                  <a:pt x="4220138" y="116875"/>
                  <a:pt x="4209188" y="79592"/>
                </a:quadBezTo>
                <a:quadBezTo>
                  <a:pt x="4198289" y="42309"/>
                  <a:pt x="4164726" y="9353"/>
                </a:quadBez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8" name="duration0">
            <a:extLst xmlns:a="http://schemas.openxmlformats.org/drawingml/2006/main">
              <a:ext uri="{FF2B5EF4-FFF2-40B4-BE49-F238E27FC236}">
                <a16:creationId xmlns:a16="http://schemas.microsoft.com/office/drawing/2014/main" id="{2395FFDA-C641-456C-BA95-6A537F1A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38775" y="390525"/>
            <a:ext cx="1038225" cy="381000"/>
          </a:xfrm>
          <a:custGeom xmlns:a="http://schemas.openxmlformats.org/drawingml/2006/main">
            <a:pathLst>
              <a:path w="1038225" h="381000">
                <a:moveTo>
                  <a:pt x="120694" y="138106"/>
                </a:moveTo>
                <a:lnTo>
                  <a:pt x="118355" y="149183"/>
                </a:lnTo>
                <a:lnTo>
                  <a:pt x="79098" y="149183"/>
                </a:lnTo>
                <a:lnTo>
                  <a:pt x="38379" y="262600"/>
                </a:lnTo>
                <a:quadBezTo>
                  <a:pt x="37429" y="265356"/>
                  <a:pt x="37429" y="267409"/>
                </a:quadBezTo>
                <a:quadBezTo>
                  <a:pt x="37429" y="272975"/>
                  <a:pt x="44447" y="272975"/>
                </a:quadBezTo>
                <a:quadBezTo>
                  <a:pt x="50076" y="272975"/>
                  <a:pt x="57532" y="267626"/>
                </a:quadBezTo>
                <a:quadBezTo>
                  <a:pt x="65062" y="262222"/>
                  <a:pt x="82388" y="245634"/>
                </a:quadBezTo>
                <a:lnTo>
                  <a:pt x="88455" y="248065"/>
                </a:lnTo>
                <a:quadBezTo>
                  <a:pt x="66890" y="272273"/>
                  <a:pt x="53073" y="281080"/>
                </a:quadBezTo>
                <a:quadBezTo>
                  <a:pt x="39330" y="289888"/>
                  <a:pt x="21566" y="289888"/>
                </a:quadBezTo>
                <a:quadBezTo>
                  <a:pt x="0" y="289888"/>
                  <a:pt x="0" y="277136"/>
                </a:quadBezTo>
                <a:quadBezTo>
                  <a:pt x="0" y="273677"/>
                  <a:pt x="7530" y="251523"/>
                </a:quadBezTo>
                <a:lnTo>
                  <a:pt x="44008" y="149183"/>
                </a:lnTo>
                <a:lnTo>
                  <a:pt x="8919" y="149183"/>
                </a:lnTo>
                <a:lnTo>
                  <a:pt x="8407" y="147075"/>
                </a:lnTo>
                <a:quadBezTo>
                  <a:pt x="8407" y="140862"/>
                  <a:pt x="23905" y="138430"/>
                </a:quadBezTo>
                <a:quadBezTo>
                  <a:pt x="35601" y="136377"/>
                  <a:pt x="54755" y="125138"/>
                </a:quadBezTo>
                <a:quadBezTo>
                  <a:pt x="73908" y="113899"/>
                  <a:pt x="86116" y="100390"/>
                </a:quadBezTo>
                <a:quadBezTo>
                  <a:pt x="88894" y="97310"/>
                  <a:pt x="92622" y="97310"/>
                </a:quadBezTo>
                <a:quadBezTo>
                  <a:pt x="96862" y="97310"/>
                  <a:pt x="96862" y="100066"/>
                </a:quadBezTo>
                <a:quadBezTo>
                  <a:pt x="96862" y="101795"/>
                  <a:pt x="96424" y="102497"/>
                </a:quadBezTo>
                <a:lnTo>
                  <a:pt x="83265" y="138106"/>
                </a:lnTo>
                <a:lnTo>
                  <a:pt x="120694" y="138106"/>
                </a:lnTo>
                <a:close/>
                <a:moveTo>
                  <a:pt x="268173" y="251967"/>
                </a:moveTo>
                <a:quadBezTo>
                  <a:pt x="268173" y="268193"/>
                  <a:pt x="263926" y="282604"/>
                </a:quadBezTo>
                <a:quadBezTo>
                  <a:pt x="259678" y="296977"/>
                  <a:pt x="251337" y="309081"/>
                </a:quadBezTo>
                <a:quadBezTo>
                  <a:pt x="242996" y="321184"/>
                  <a:pt x="228258" y="328219"/>
                </a:quadBezTo>
                <a:quadBezTo>
                  <a:pt x="213521" y="335255"/>
                  <a:pt x="194178" y="335255"/>
                </a:quadBezTo>
                <a:quadBezTo>
                  <a:pt x="174220" y="335255"/>
                  <a:pt x="159124" y="327766"/>
                </a:quadBezTo>
                <a:quadBezTo>
                  <a:pt x="144080" y="320239"/>
                  <a:pt x="135892" y="307643"/>
                </a:quadBezTo>
                <a:quadBezTo>
                  <a:pt x="127705" y="295048"/>
                  <a:pt x="123918" y="280788"/>
                </a:quadBezTo>
                <a:quadBezTo>
                  <a:pt x="120182" y="266491"/>
                  <a:pt x="120182" y="250529"/>
                </a:quadBezTo>
                <a:quadBezTo>
                  <a:pt x="120182" y="227986"/>
                  <a:pt x="127705" y="209982"/>
                </a:quadBezTo>
                <a:quadBezTo>
                  <a:pt x="135227" y="191940"/>
                  <a:pt x="152728" y="180101"/>
                </a:quadBezTo>
                <a:quadBezTo>
                  <a:pt x="170280" y="168224"/>
                  <a:pt x="195508" y="168224"/>
                </a:quadBezTo>
                <a:quadBezTo>
                  <a:pt x="227593" y="168224"/>
                  <a:pt x="247858" y="191448"/>
                </a:quadBezTo>
                <a:quadBezTo>
                  <a:pt x="268173" y="214672"/>
                  <a:pt x="268173" y="251967"/>
                </a:quadBezTo>
                <a:close/>
                <a:moveTo>
                  <a:pt x="236753" y="253177"/>
                </a:moveTo>
                <a:quadBezTo>
                  <a:pt x="236753" y="214937"/>
                  <a:pt x="225751" y="194739"/>
                </a:quadBezTo>
                <a:quadBezTo>
                  <a:pt x="214800" y="174503"/>
                  <a:pt x="193512" y="174503"/>
                </a:quadBezTo>
                <a:quadBezTo>
                  <a:pt x="173197" y="174503"/>
                  <a:pt x="162399" y="194852"/>
                </a:quadBezTo>
                <a:quadBezTo>
                  <a:pt x="151602" y="215164"/>
                  <a:pt x="151602" y="252193"/>
                </a:quadBezTo>
                <a:quadBezTo>
                  <a:pt x="151602" y="289488"/>
                  <a:pt x="162399" y="309232"/>
                </a:quadBezTo>
                <a:quadBezTo>
                  <a:pt x="173197" y="328938"/>
                  <a:pt x="194178" y="328938"/>
                </a:quadBezTo>
                <a:quadBezTo>
                  <a:pt x="214800" y="328938"/>
                  <a:pt x="225751" y="309232"/>
                </a:quadBezTo>
                <a:quadBezTo>
                  <a:pt x="236753" y="289488"/>
                  <a:pt x="236753" y="253177"/>
                </a:quadBezTo>
                <a:close/>
                <a:moveTo>
                  <a:pt x="654756" y="210025"/>
                </a:moveTo>
                <a:lnTo>
                  <a:pt x="394215" y="210025"/>
                </a:lnTo>
                <a:lnTo>
                  <a:pt x="394215" y="187223"/>
                </a:lnTo>
                <a:lnTo>
                  <a:pt x="654756" y="187223"/>
                </a:lnTo>
                <a:lnTo>
                  <a:pt x="654756" y="210025"/>
                </a:lnTo>
                <a:close/>
                <a:moveTo>
                  <a:pt x="890746" y="138106"/>
                </a:moveTo>
                <a:lnTo>
                  <a:pt x="888407" y="149183"/>
                </a:lnTo>
                <a:lnTo>
                  <a:pt x="849150" y="149183"/>
                </a:lnTo>
                <a:lnTo>
                  <a:pt x="808431" y="262600"/>
                </a:lnTo>
                <a:quadBezTo>
                  <a:pt x="807481" y="265356"/>
                  <a:pt x="807481" y="267409"/>
                </a:quadBezTo>
                <a:quadBezTo>
                  <a:pt x="807481" y="272975"/>
                  <a:pt x="814499" y="272975"/>
                </a:quadBezTo>
                <a:quadBezTo>
                  <a:pt x="820128" y="272975"/>
                  <a:pt x="827585" y="267626"/>
                </a:quadBezTo>
                <a:quadBezTo>
                  <a:pt x="835114" y="262222"/>
                  <a:pt x="852440" y="245634"/>
                </a:quadBezTo>
                <a:lnTo>
                  <a:pt x="858507" y="248065"/>
                </a:lnTo>
                <a:quadBezTo>
                  <a:pt x="836942" y="272273"/>
                  <a:pt x="823125" y="281080"/>
                </a:quadBezTo>
                <a:quadBezTo>
                  <a:pt x="809382" y="289888"/>
                  <a:pt x="791618" y="289888"/>
                </a:quadBezTo>
                <a:quadBezTo>
                  <a:pt x="770052" y="289888"/>
                  <a:pt x="770052" y="277136"/>
                </a:quadBezTo>
                <a:quadBezTo>
                  <a:pt x="770052" y="273677"/>
                  <a:pt x="777582" y="251523"/>
                </a:quadBezTo>
                <a:lnTo>
                  <a:pt x="814060" y="149183"/>
                </a:lnTo>
                <a:lnTo>
                  <a:pt x="778971" y="149183"/>
                </a:lnTo>
                <a:lnTo>
                  <a:pt x="778459" y="147075"/>
                </a:lnTo>
                <a:quadBezTo>
                  <a:pt x="778459" y="140862"/>
                  <a:pt x="793957" y="138430"/>
                </a:quadBezTo>
                <a:quadBezTo>
                  <a:pt x="805653" y="136377"/>
                  <a:pt x="824807" y="125138"/>
                </a:quadBezTo>
                <a:quadBezTo>
                  <a:pt x="843960" y="113899"/>
                  <a:pt x="856168" y="100390"/>
                </a:quadBezTo>
                <a:quadBezTo>
                  <a:pt x="858946" y="97310"/>
                  <a:pt x="862674" y="97310"/>
                </a:quadBezTo>
                <a:quadBezTo>
                  <a:pt x="866914" y="97310"/>
                  <a:pt x="866914" y="100066"/>
                </a:quadBezTo>
                <a:quadBezTo>
                  <a:pt x="866914" y="101795"/>
                  <a:pt x="866476" y="102497"/>
                </a:quadBezTo>
                <a:lnTo>
                  <a:pt x="853317" y="138106"/>
                </a:lnTo>
                <a:lnTo>
                  <a:pt x="890746" y="138106"/>
                </a:lnTo>
                <a:close/>
                <a:moveTo>
                  <a:pt x="946115" y="64641"/>
                </a:moveTo>
                <a:lnTo>
                  <a:pt x="968068" y="11120"/>
                </a:lnTo>
                <a:quadBezTo>
                  <a:pt x="969347" y="7489"/>
                  <a:pt x="970677" y="5447"/>
                </a:quadBezTo>
                <a:quadBezTo>
                  <a:pt x="972008" y="3366"/>
                  <a:pt x="974925" y="1702"/>
                </a:quadBezTo>
                <a:quadBezTo>
                  <a:pt x="977893" y="0"/>
                  <a:pt x="982447" y="0"/>
                </a:quadBezTo>
                <a:quadBezTo>
                  <a:pt x="986745" y="0"/>
                  <a:pt x="989202" y="2307"/>
                </a:quadBezTo>
                <a:quadBezTo>
                  <a:pt x="991658" y="4577"/>
                  <a:pt x="991658" y="7981"/>
                </a:quadBezTo>
                <a:quadBezTo>
                  <a:pt x="991658" y="10629"/>
                  <a:pt x="987053" y="17437"/>
                </a:quadBezTo>
                <a:lnTo>
                  <a:pt x="952358" y="66797"/>
                </a:lnTo>
                <a:lnTo>
                  <a:pt x="946115" y="64641"/>
                </a:lnTo>
                <a:close/>
                <a:moveTo>
                  <a:pt x="1038225" y="297712"/>
                </a:moveTo>
                <a:quadBezTo>
                  <a:pt x="1038225" y="313938"/>
                  <a:pt x="1033978" y="328349"/>
                </a:quadBezTo>
                <a:quadBezTo>
                  <a:pt x="1029730" y="342722"/>
                  <a:pt x="1021389" y="354826"/>
                </a:quadBezTo>
                <a:quadBezTo>
                  <a:pt x="1013048" y="366930"/>
                  <a:pt x="998310" y="373965"/>
                </a:quadBezTo>
                <a:quadBezTo>
                  <a:pt x="983573" y="381000"/>
                  <a:pt x="964230" y="381000"/>
                </a:quadBezTo>
                <a:quadBezTo>
                  <a:pt x="944272" y="381000"/>
                  <a:pt x="929176" y="373511"/>
                </a:quadBezTo>
                <a:quadBezTo>
                  <a:pt x="914132" y="365984"/>
                  <a:pt x="905944" y="353389"/>
                </a:quadBezTo>
                <a:quadBezTo>
                  <a:pt x="897757" y="340793"/>
                  <a:pt x="893970" y="326534"/>
                </a:quadBezTo>
                <a:quadBezTo>
                  <a:pt x="890234" y="312236"/>
                  <a:pt x="890234" y="296274"/>
                </a:quadBezTo>
                <a:quadBezTo>
                  <a:pt x="890234" y="273731"/>
                  <a:pt x="897757" y="255727"/>
                </a:quadBezTo>
                <a:quadBezTo>
                  <a:pt x="905279" y="237685"/>
                  <a:pt x="922780" y="225846"/>
                </a:quadBezTo>
                <a:quadBezTo>
                  <a:pt x="940332" y="213970"/>
                  <a:pt x="965560" y="213970"/>
                </a:quadBezTo>
                <a:quadBezTo>
                  <a:pt x="997645" y="213970"/>
                  <a:pt x="1017910" y="237194"/>
                </a:quadBezTo>
                <a:quadBezTo>
                  <a:pt x="1038225" y="260417"/>
                  <a:pt x="1038225" y="297712"/>
                </a:quadBezTo>
                <a:close/>
                <a:moveTo>
                  <a:pt x="1006805" y="298922"/>
                </a:moveTo>
                <a:quadBezTo>
                  <a:pt x="1006805" y="260682"/>
                  <a:pt x="995803" y="240484"/>
                </a:quadBezTo>
                <a:quadBezTo>
                  <a:pt x="984852" y="220248"/>
                  <a:pt x="963564" y="220248"/>
                </a:quadBezTo>
                <a:quadBezTo>
                  <a:pt x="943249" y="220248"/>
                  <a:pt x="932451" y="240598"/>
                </a:quadBezTo>
                <a:quadBezTo>
                  <a:pt x="921654" y="260909"/>
                  <a:pt x="921654" y="297939"/>
                </a:quadBezTo>
                <a:quadBezTo>
                  <a:pt x="921654" y="335233"/>
                  <a:pt x="932451" y="354977"/>
                </a:quadBezTo>
                <a:quadBezTo>
                  <a:pt x="943249" y="374683"/>
                  <a:pt x="964230" y="374683"/>
                </a:quadBezTo>
                <a:quadBezTo>
                  <a:pt x="984852" y="374683"/>
                  <a:pt x="995803" y="354977"/>
                </a:quadBezTo>
                <a:quadBezTo>
                  <a:pt x="1006805" y="335233"/>
                  <a:pt x="1006805" y="298922"/>
                </a:quadBez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9" name="duration1">
            <a:extLst xmlns:a="http://schemas.openxmlformats.org/drawingml/2006/main">
              <a:ext uri="{FF2B5EF4-FFF2-40B4-BE49-F238E27FC236}">
                <a16:creationId xmlns:a16="http://schemas.microsoft.com/office/drawing/2014/main" id="{22E50838-3B52-40D5-BED5-0E70B5CD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8450" y="390525"/>
            <a:ext cx="857250" cy="381000"/>
          </a:xfrm>
          <a:custGeom xmlns:a="http://schemas.openxmlformats.org/drawingml/2006/main">
            <a:pathLst>
              <a:path w="857250" h="381000">
                <a:moveTo>
                  <a:pt x="99656" y="65323"/>
                </a:moveTo>
                <a:lnTo>
                  <a:pt x="97724" y="83059"/>
                </a:lnTo>
                <a:lnTo>
                  <a:pt x="65310" y="83059"/>
                </a:lnTo>
                <a:lnTo>
                  <a:pt x="31689" y="264665"/>
                </a:lnTo>
                <a:quadBezTo>
                  <a:pt x="30905" y="269078"/>
                  <a:pt x="30905" y="272365"/>
                </a:quadBezTo>
                <a:quadBezTo>
                  <a:pt x="30905" y="281277"/>
                  <a:pt x="36699" y="281277"/>
                </a:quadBezTo>
                <a:quadBezTo>
                  <a:pt x="41347" y="281277"/>
                  <a:pt x="47504" y="272711"/>
                </a:quadBezTo>
                <a:quadBezTo>
                  <a:pt x="53721" y="264059"/>
                  <a:pt x="68027" y="237498"/>
                </a:quadBezTo>
                <a:lnTo>
                  <a:pt x="73036" y="241391"/>
                </a:lnTo>
                <a:quadBezTo>
                  <a:pt x="55230" y="280152"/>
                  <a:pt x="43822" y="294255"/>
                </a:quadBezTo>
                <a:quadBezTo>
                  <a:pt x="32474" y="308358"/>
                  <a:pt x="17806" y="308358"/>
                </a:quadBezTo>
                <a:quadBezTo>
                  <a:pt x="0" y="308358"/>
                  <a:pt x="0" y="287939"/>
                </a:quadBezTo>
                <a:quadBezTo>
                  <a:pt x="0" y="282402"/>
                  <a:pt x="6217" y="246928"/>
                </a:quadBezTo>
                <a:lnTo>
                  <a:pt x="36337" y="83059"/>
                </a:lnTo>
                <a:lnTo>
                  <a:pt x="7364" y="83059"/>
                </a:lnTo>
                <a:lnTo>
                  <a:pt x="6941" y="79685"/>
                </a:lnTo>
                <a:quadBezTo>
                  <a:pt x="6941" y="69735"/>
                  <a:pt x="19738" y="65842"/>
                </a:quadBezTo>
                <a:quadBezTo>
                  <a:pt x="29396" y="62554"/>
                  <a:pt x="45210" y="44558"/>
                </a:quadBezTo>
                <a:quadBezTo>
                  <a:pt x="61025" y="26562"/>
                  <a:pt x="71105" y="4932"/>
                </a:quadBezTo>
                <a:quadBezTo>
                  <a:pt x="73399" y="0"/>
                  <a:pt x="76477" y="0"/>
                </a:quadBezTo>
                <a:quadBezTo>
                  <a:pt x="79978" y="0"/>
                  <a:pt x="79978" y="4413"/>
                </a:quadBezTo>
                <a:quadBezTo>
                  <a:pt x="79978" y="7181"/>
                  <a:pt x="79616" y="8306"/>
                </a:quadBezTo>
                <a:lnTo>
                  <a:pt x="68751" y="65323"/>
                </a:lnTo>
                <a:lnTo>
                  <a:pt x="99656" y="65323"/>
                </a:lnTo>
                <a:close/>
                <a:moveTo>
                  <a:pt x="199287" y="375549"/>
                </a:moveTo>
                <a:lnTo>
                  <a:pt x="124627" y="375549"/>
                </a:lnTo>
                <a:lnTo>
                  <a:pt x="124627" y="369735"/>
                </a:lnTo>
                <a:quadBezTo>
                  <a:pt x="139500" y="368584"/>
                  <a:pt x="144908" y="361801"/>
                </a:quadBezTo>
                <a:quadBezTo>
                  <a:pt x="150316" y="355018"/>
                  <a:pt x="150316" y="338726"/>
                </a:quadBezTo>
                <a:lnTo>
                  <a:pt x="150316" y="164665"/>
                </a:lnTo>
                <a:quadBezTo>
                  <a:pt x="150316" y="145709"/>
                  <a:pt x="142204" y="145709"/>
                </a:quadBezTo>
                <a:quadBezTo>
                  <a:pt x="138443" y="145709"/>
                  <a:pt x="130035" y="150372"/>
                </a:quadBezTo>
                <a:lnTo>
                  <a:pt x="122725" y="154248"/>
                </a:lnTo>
                <a:lnTo>
                  <a:pt x="122725" y="148797"/>
                </a:lnTo>
                <a:lnTo>
                  <a:pt x="171147" y="113549"/>
                </a:lnTo>
                <a:lnTo>
                  <a:pt x="173597" y="114700"/>
                </a:lnTo>
                <a:lnTo>
                  <a:pt x="173597" y="346115"/>
                </a:lnTo>
                <a:quadBezTo>
                  <a:pt x="173597" y="358894"/>
                  <a:pt x="179006" y="364345"/>
                </a:quadBezTo>
                <a:quadBezTo>
                  <a:pt x="184414" y="369735"/>
                  <a:pt x="199287" y="369735"/>
                </a:quadBezTo>
                <a:lnTo>
                  <a:pt x="199287" y="375549"/>
                </a:lnTo>
                <a:close/>
                <a:moveTo>
                  <a:pt x="540624" y="180481"/>
                </a:moveTo>
                <a:lnTo>
                  <a:pt x="325499" y="180481"/>
                </a:lnTo>
                <a:lnTo>
                  <a:pt x="325499" y="143969"/>
                </a:lnTo>
                <a:lnTo>
                  <a:pt x="540624" y="143969"/>
                </a:lnTo>
                <a:lnTo>
                  <a:pt x="540624" y="180481"/>
                </a:lnTo>
                <a:close/>
                <a:moveTo>
                  <a:pt x="735478" y="65323"/>
                </a:moveTo>
                <a:lnTo>
                  <a:pt x="733547" y="83059"/>
                </a:lnTo>
                <a:lnTo>
                  <a:pt x="701133" y="83059"/>
                </a:lnTo>
                <a:lnTo>
                  <a:pt x="667512" y="264665"/>
                </a:lnTo>
                <a:quadBezTo>
                  <a:pt x="666727" y="269078"/>
                  <a:pt x="666727" y="272365"/>
                </a:quadBezTo>
                <a:quadBezTo>
                  <a:pt x="666727" y="281277"/>
                  <a:pt x="672522" y="281277"/>
                </a:quadBezTo>
                <a:quadBezTo>
                  <a:pt x="677170" y="281277"/>
                  <a:pt x="683327" y="272711"/>
                </a:quadBezTo>
                <a:quadBezTo>
                  <a:pt x="689544" y="264059"/>
                  <a:pt x="703849" y="237498"/>
                </a:quadBezTo>
                <a:lnTo>
                  <a:pt x="708859" y="241391"/>
                </a:lnTo>
                <a:quadBezTo>
                  <a:pt x="691053" y="280152"/>
                  <a:pt x="679645" y="294255"/>
                </a:quadBezTo>
                <a:quadBezTo>
                  <a:pt x="668297" y="308358"/>
                  <a:pt x="653629" y="308358"/>
                </a:quadBezTo>
                <a:quadBezTo>
                  <a:pt x="635823" y="308358"/>
                  <a:pt x="635823" y="287939"/>
                </a:quadBezTo>
                <a:quadBezTo>
                  <a:pt x="635823" y="282402"/>
                  <a:pt x="642040" y="246928"/>
                </a:quadBezTo>
                <a:lnTo>
                  <a:pt x="672160" y="83059"/>
                </a:lnTo>
                <a:lnTo>
                  <a:pt x="643187" y="83059"/>
                </a:lnTo>
                <a:lnTo>
                  <a:pt x="642764" y="79685"/>
                </a:lnTo>
                <a:quadBezTo>
                  <a:pt x="642764" y="69735"/>
                  <a:pt x="655561" y="65842"/>
                </a:quadBezTo>
                <a:quadBezTo>
                  <a:pt x="665218" y="62554"/>
                  <a:pt x="681033" y="44558"/>
                </a:quadBezTo>
                <a:quadBezTo>
                  <a:pt x="696847" y="26562"/>
                  <a:pt x="706928" y="4932"/>
                </a:quadBezTo>
                <a:quadBezTo>
                  <a:pt x="709221" y="0"/>
                  <a:pt x="712300" y="0"/>
                </a:quadBezTo>
                <a:quadBezTo>
                  <a:pt x="715801" y="0"/>
                  <a:pt x="715801" y="4413"/>
                </a:quadBezTo>
                <a:quadBezTo>
                  <a:pt x="715801" y="7181"/>
                  <a:pt x="715439" y="8306"/>
                </a:quadBezTo>
                <a:lnTo>
                  <a:pt x="704574" y="65323"/>
                </a:lnTo>
                <a:lnTo>
                  <a:pt x="735478" y="65323"/>
                </a:lnTo>
                <a:close/>
                <a:moveTo>
                  <a:pt x="857250" y="247638"/>
                </a:moveTo>
                <a:quadBezTo>
                  <a:pt x="857250" y="273620"/>
                  <a:pt x="853743" y="296695"/>
                </a:quadBezTo>
                <a:quadBezTo>
                  <a:pt x="850236" y="319709"/>
                  <a:pt x="843349" y="339090"/>
                </a:quadBezTo>
                <a:quadBezTo>
                  <a:pt x="836462" y="358470"/>
                  <a:pt x="824293" y="369735"/>
                </a:quadBezTo>
                <a:quadBezTo>
                  <a:pt x="812124" y="381000"/>
                  <a:pt x="796153" y="381000"/>
                </a:quadBezTo>
                <a:quadBezTo>
                  <a:pt x="779674" y="381000"/>
                  <a:pt x="767210" y="369008"/>
                </a:quadBezTo>
                <a:quadBezTo>
                  <a:pt x="754788" y="356956"/>
                  <a:pt x="748027" y="336788"/>
                </a:quadBezTo>
                <a:quadBezTo>
                  <a:pt x="741267" y="316620"/>
                  <a:pt x="738140" y="293788"/>
                </a:quadBezTo>
                <a:quadBezTo>
                  <a:pt x="735056" y="270894"/>
                  <a:pt x="735056" y="245336"/>
                </a:quadBezTo>
                <a:quadBezTo>
                  <a:pt x="735056" y="209240"/>
                  <a:pt x="741267" y="180412"/>
                </a:quadBezTo>
                <a:quadBezTo>
                  <a:pt x="747478" y="151523"/>
                  <a:pt x="761928" y="132566"/>
                </a:quadBezTo>
                <a:quadBezTo>
                  <a:pt x="776421" y="113549"/>
                  <a:pt x="797251" y="113549"/>
                </a:quadBezTo>
                <a:quadBezTo>
                  <a:pt x="823744" y="113549"/>
                  <a:pt x="840476" y="150735"/>
                </a:quadBezTo>
                <a:quadBezTo>
                  <a:pt x="857250" y="187922"/>
                  <a:pt x="857250" y="247638"/>
                </a:quadBezTo>
                <a:close/>
                <a:moveTo>
                  <a:pt x="831307" y="249576"/>
                </a:moveTo>
                <a:quadBezTo>
                  <a:pt x="831307" y="188346"/>
                  <a:pt x="822223" y="156004"/>
                </a:quadBezTo>
                <a:quadBezTo>
                  <a:pt x="813181" y="123603"/>
                  <a:pt x="795604" y="123603"/>
                </a:quadBezTo>
                <a:quadBezTo>
                  <a:pt x="778829" y="123603"/>
                  <a:pt x="769914" y="156186"/>
                </a:quadBezTo>
                <a:quadBezTo>
                  <a:pt x="760999" y="188709"/>
                  <a:pt x="760999" y="248001"/>
                </a:quadBezTo>
                <a:quadBezTo>
                  <a:pt x="760999" y="307717"/>
                  <a:pt x="769914" y="339332"/>
                </a:quadBezTo>
                <a:quadBezTo>
                  <a:pt x="778829" y="370886"/>
                  <a:pt x="796153" y="370886"/>
                </a:quadBezTo>
                <a:quadBezTo>
                  <a:pt x="813181" y="370886"/>
                  <a:pt x="822223" y="339332"/>
                </a:quadBezTo>
                <a:quadBezTo>
                  <a:pt x="831307" y="307717"/>
                  <a:pt x="831307" y="249576"/>
                </a:quadBez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20" name="duration2">
            <a:extLst xmlns:a="http://schemas.openxmlformats.org/drawingml/2006/main">
              <a:ext uri="{FF2B5EF4-FFF2-40B4-BE49-F238E27FC236}">
                <a16:creationId xmlns:a16="http://schemas.microsoft.com/office/drawing/2014/main" id="{CFD224C7-1E53-4B08-A9D0-D25A63AF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8600" y="390525"/>
            <a:ext cx="866775" cy="381000"/>
          </a:xfrm>
          <a:custGeom xmlns:a="http://schemas.openxmlformats.org/drawingml/2006/main">
            <a:pathLst>
              <a:path w="866775" h="381000">
                <a:moveTo>
                  <a:pt x="103434" y="139351"/>
                </a:moveTo>
                <a:lnTo>
                  <a:pt x="101429" y="150528"/>
                </a:lnTo>
                <a:lnTo>
                  <a:pt x="67787" y="150528"/>
                </a:lnTo>
                <a:lnTo>
                  <a:pt x="32891" y="264968"/>
                </a:lnTo>
                <a:quadBezTo>
                  <a:pt x="32077" y="267748"/>
                  <a:pt x="32077" y="269820"/>
                </a:quadBezTo>
                <a:quadBezTo>
                  <a:pt x="32077" y="275436"/>
                  <a:pt x="38091" y="275436"/>
                </a:quadBezTo>
                <a:quadBezTo>
                  <a:pt x="42915" y="275436"/>
                  <a:pt x="49305" y="270038"/>
                </a:quadBezTo>
                <a:quadBezTo>
                  <a:pt x="55758" y="264586"/>
                  <a:pt x="70606" y="247848"/>
                </a:quadBezTo>
                <a:lnTo>
                  <a:pt x="75806" y="250302"/>
                </a:lnTo>
                <a:quadBezTo>
                  <a:pt x="57324" y="274727"/>
                  <a:pt x="45484" y="283614"/>
                </a:quadBezTo>
                <a:quadBezTo>
                  <a:pt x="33705" y="292501"/>
                  <a:pt x="18482" y="292501"/>
                </a:quadBezTo>
                <a:quadBezTo>
                  <a:pt x="0" y="292501"/>
                  <a:pt x="0" y="279634"/>
                </a:quadBezTo>
                <a:quadBezTo>
                  <a:pt x="0" y="276145"/>
                  <a:pt x="6453" y="253791"/>
                </a:quadBezTo>
                <a:lnTo>
                  <a:pt x="37715" y="150528"/>
                </a:lnTo>
                <a:lnTo>
                  <a:pt x="7643" y="150528"/>
                </a:lnTo>
                <a:lnTo>
                  <a:pt x="7205" y="148401"/>
                </a:lnTo>
                <a:quadBezTo>
                  <a:pt x="7205" y="142131"/>
                  <a:pt x="20486" y="139678"/>
                </a:quadBezTo>
                <a:quadBezTo>
                  <a:pt x="30510" y="137606"/>
                  <a:pt x="46924" y="126266"/>
                </a:quadBezTo>
                <a:quadBezTo>
                  <a:pt x="63339" y="114925"/>
                  <a:pt x="73801" y="101295"/>
                </a:quadBezTo>
                <a:quadBezTo>
                  <a:pt x="76182" y="98187"/>
                  <a:pt x="79377" y="98187"/>
                </a:quadBezTo>
                <a:quadBezTo>
                  <a:pt x="83011" y="98187"/>
                  <a:pt x="83011" y="100968"/>
                </a:quadBezTo>
                <a:quadBezTo>
                  <a:pt x="83011" y="102713"/>
                  <a:pt x="82635" y="103421"/>
                </a:quadBezTo>
                <a:lnTo>
                  <a:pt x="71358" y="139351"/>
                </a:lnTo>
                <a:lnTo>
                  <a:pt x="103434" y="139351"/>
                </a:lnTo>
                <a:close/>
                <a:moveTo>
                  <a:pt x="206843" y="334842"/>
                </a:moveTo>
                <a:lnTo>
                  <a:pt x="129352" y="334842"/>
                </a:lnTo>
                <a:lnTo>
                  <a:pt x="129352" y="331178"/>
                </a:lnTo>
                <a:quadBezTo>
                  <a:pt x="144789" y="330453"/>
                  <a:pt x="150402" y="326179"/>
                </a:quadBezTo>
                <a:quadBezTo>
                  <a:pt x="156016" y="321904"/>
                  <a:pt x="156016" y="311638"/>
                </a:quadBezTo>
                <a:lnTo>
                  <a:pt x="156016" y="201952"/>
                </a:lnTo>
                <a:quadBezTo>
                  <a:pt x="156016" y="190007"/>
                  <a:pt x="147596" y="190007"/>
                </a:quadBezTo>
                <a:quadBezTo>
                  <a:pt x="143693" y="190007"/>
                  <a:pt x="134966" y="192945"/>
                </a:quadBezTo>
                <a:lnTo>
                  <a:pt x="127379" y="195388"/>
                </a:lnTo>
                <a:lnTo>
                  <a:pt x="127379" y="191953"/>
                </a:lnTo>
                <a:lnTo>
                  <a:pt x="177636" y="169741"/>
                </a:lnTo>
                <a:lnTo>
                  <a:pt x="180180" y="170466"/>
                </a:lnTo>
                <a:lnTo>
                  <a:pt x="180180" y="316294"/>
                </a:lnTo>
                <a:quadBezTo>
                  <a:pt x="180180" y="324347"/>
                  <a:pt x="185793" y="327782"/>
                </a:quadBezTo>
                <a:quadBezTo>
                  <a:pt x="191407" y="331178"/>
                  <a:pt x="206843" y="331178"/>
                </a:quadBezTo>
                <a:lnTo>
                  <a:pt x="206843" y="334842"/>
                </a:lnTo>
                <a:close/>
                <a:moveTo>
                  <a:pt x="561123" y="211919"/>
                </a:moveTo>
                <a:lnTo>
                  <a:pt x="337841" y="211919"/>
                </a:lnTo>
                <a:lnTo>
                  <a:pt x="337841" y="188911"/>
                </a:lnTo>
                <a:lnTo>
                  <a:pt x="561123" y="188911"/>
                </a:lnTo>
                <a:lnTo>
                  <a:pt x="561123" y="211919"/>
                </a:lnTo>
                <a:close/>
                <a:moveTo>
                  <a:pt x="763366" y="139351"/>
                </a:moveTo>
                <a:lnTo>
                  <a:pt x="761361" y="150528"/>
                </a:lnTo>
                <a:lnTo>
                  <a:pt x="727718" y="150528"/>
                </a:lnTo>
                <a:lnTo>
                  <a:pt x="692823" y="264968"/>
                </a:lnTo>
                <a:quadBezTo>
                  <a:pt x="692008" y="267748"/>
                  <a:pt x="692008" y="269820"/>
                </a:quadBezTo>
                <a:quadBezTo>
                  <a:pt x="692008" y="275436"/>
                  <a:pt x="698022" y="275436"/>
                </a:quadBezTo>
                <a:quadBezTo>
                  <a:pt x="702846" y="275436"/>
                  <a:pt x="709237" y="270038"/>
                </a:quadBezTo>
                <a:quadBezTo>
                  <a:pt x="715690" y="264586"/>
                  <a:pt x="730538" y="247848"/>
                </a:quadBezTo>
                <a:lnTo>
                  <a:pt x="735737" y="250302"/>
                </a:lnTo>
                <a:quadBezTo>
                  <a:pt x="717256" y="274727"/>
                  <a:pt x="705415" y="283614"/>
                </a:quadBezTo>
                <a:quadBezTo>
                  <a:pt x="693637" y="292501"/>
                  <a:pt x="678413" y="292501"/>
                </a:quadBezTo>
                <a:quadBezTo>
                  <a:pt x="659932" y="292501"/>
                  <a:pt x="659932" y="279634"/>
                </a:quadBezTo>
                <a:quadBezTo>
                  <a:pt x="659932" y="276145"/>
                  <a:pt x="666385" y="253791"/>
                </a:quadBezTo>
                <a:lnTo>
                  <a:pt x="697647" y="150528"/>
                </a:lnTo>
                <a:lnTo>
                  <a:pt x="667575" y="150528"/>
                </a:lnTo>
                <a:lnTo>
                  <a:pt x="667136" y="148401"/>
                </a:lnTo>
                <a:quadBezTo>
                  <a:pt x="667136" y="142131"/>
                  <a:pt x="680418" y="139678"/>
                </a:quadBezTo>
                <a:quadBezTo>
                  <a:pt x="690442" y="137606"/>
                  <a:pt x="706856" y="126266"/>
                </a:quadBezTo>
                <a:quadBezTo>
                  <a:pt x="723270" y="114925"/>
                  <a:pt x="733733" y="101295"/>
                </a:quadBezTo>
                <a:quadBezTo>
                  <a:pt x="736113" y="98187"/>
                  <a:pt x="739308" y="98187"/>
                </a:quadBezTo>
                <a:quadBezTo>
                  <a:pt x="742942" y="98187"/>
                  <a:pt x="742942" y="100968"/>
                </a:quadBezTo>
                <a:quadBezTo>
                  <a:pt x="742942" y="102713"/>
                  <a:pt x="742566" y="103421"/>
                </a:quadBezTo>
                <a:lnTo>
                  <a:pt x="731289" y="139351"/>
                </a:lnTo>
                <a:lnTo>
                  <a:pt x="763366" y="139351"/>
                </a:lnTo>
                <a:close/>
                <a:moveTo>
                  <a:pt x="810817" y="65224"/>
                </a:moveTo>
                <a:lnTo>
                  <a:pt x="829630" y="11220"/>
                </a:lnTo>
                <a:quadBezTo>
                  <a:pt x="830727" y="7557"/>
                  <a:pt x="831867" y="5496"/>
                </a:quadBezTo>
                <a:quadBezTo>
                  <a:pt x="833007" y="3397"/>
                  <a:pt x="835507" y="1717"/>
                </a:quadBezTo>
                <a:quadBezTo>
                  <a:pt x="838050" y="0"/>
                  <a:pt x="841953" y="0"/>
                </a:quadBezTo>
                <a:quadBezTo>
                  <a:pt x="845637" y="0"/>
                  <a:pt x="847742" y="2328"/>
                </a:quadBezTo>
                <a:quadBezTo>
                  <a:pt x="849847" y="4618"/>
                  <a:pt x="849847" y="8053"/>
                </a:quadBezTo>
                <a:quadBezTo>
                  <a:pt x="849847" y="10724"/>
                  <a:pt x="845900" y="17594"/>
                </a:quadBezTo>
                <a:lnTo>
                  <a:pt x="816167" y="67399"/>
                </a:lnTo>
                <a:lnTo>
                  <a:pt x="810817" y="65224"/>
                </a:lnTo>
                <a:close/>
                <a:moveTo>
                  <a:pt x="866775" y="381000"/>
                </a:moveTo>
                <a:lnTo>
                  <a:pt x="789284" y="381000"/>
                </a:lnTo>
                <a:lnTo>
                  <a:pt x="789284" y="377336"/>
                </a:lnTo>
                <a:quadBezTo>
                  <a:pt x="804721" y="376611"/>
                  <a:pt x="810334" y="372337"/>
                </a:quadBezTo>
                <a:quadBezTo>
                  <a:pt x="815947" y="368062"/>
                  <a:pt x="815947" y="357796"/>
                </a:quadBezTo>
                <a:lnTo>
                  <a:pt x="815947" y="248110"/>
                </a:lnTo>
                <a:quadBezTo>
                  <a:pt x="815947" y="236164"/>
                  <a:pt x="807527" y="236164"/>
                </a:quadBezTo>
                <a:quadBezTo>
                  <a:pt x="803624" y="236164"/>
                  <a:pt x="794897" y="239103"/>
                </a:quadBezTo>
                <a:lnTo>
                  <a:pt x="787310" y="241546"/>
                </a:lnTo>
                <a:lnTo>
                  <a:pt x="787310" y="238111"/>
                </a:lnTo>
                <a:lnTo>
                  <a:pt x="837568" y="215899"/>
                </a:lnTo>
                <a:lnTo>
                  <a:pt x="840111" y="216624"/>
                </a:lnTo>
                <a:lnTo>
                  <a:pt x="840111" y="362452"/>
                </a:lnTo>
                <a:quadBezTo>
                  <a:pt x="840111" y="370505"/>
                  <a:pt x="845725" y="373939"/>
                </a:quadBezTo>
                <a:quadBezTo>
                  <a:pt x="851338" y="377336"/>
                  <a:pt x="866775" y="377336"/>
                </a:quadBezTo>
                <a:lnTo>
                  <a:pt x="866775" y="38100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21" name="brace0">
            <a:extLst xmlns:a="http://schemas.openxmlformats.org/drawingml/2006/main">
              <a:ext uri="{FF2B5EF4-FFF2-40B4-BE49-F238E27FC236}">
                <a16:creationId xmlns:a16="http://schemas.microsoft.com/office/drawing/2014/main" id="{20816AF8-0C59-4C0C-88A7-CD8D23E3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105900" cy="5943600"/>
          </a:xfrm>
          <a:custGeom xmlns:a="http://schemas.openxmlformats.org/drawingml/2006/main">
            <a:pathLst>
              <a:path w="9105900" h="5943600">
                <a:moveTo>
                  <a:pt x="5334000" y="952500"/>
                </a:moveTo>
                <a:cubicBezTo>
                  <a:pt x="5334000" y="847725"/>
                  <a:pt x="5372100" y="847725"/>
                  <a:pt x="5467350" y="847725"/>
                </a:cubicBezTo>
                <a:lnTo>
                  <a:pt x="5834063" y="847725"/>
                </a:lnTo>
                <a:cubicBezTo>
                  <a:pt x="5929313" y="847725"/>
                  <a:pt x="5948363" y="828675"/>
                  <a:pt x="5948363" y="762000"/>
                </a:cubicBezTo>
                <a:cubicBezTo>
                  <a:pt x="5948363" y="828675"/>
                  <a:pt x="5967413" y="847725"/>
                  <a:pt x="6062663" y="847725"/>
                </a:cubicBezTo>
                <a:lnTo>
                  <a:pt x="6429375" y="847725"/>
                </a:lnTo>
                <a:cubicBezTo>
                  <a:pt x="6524625" y="847725"/>
                  <a:pt x="6562725" y="847725"/>
                  <a:pt x="6562725" y="9525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22" name="brace1">
            <a:extLst xmlns:a="http://schemas.openxmlformats.org/drawingml/2006/main">
              <a:ext uri="{FF2B5EF4-FFF2-40B4-BE49-F238E27FC236}">
                <a16:creationId xmlns:a16="http://schemas.microsoft.com/office/drawing/2014/main" id="{6D0C8A74-CA90-423C-AC5D-BB9B90B2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105900" cy="5943600"/>
          </a:xfrm>
          <a:custGeom xmlns:a="http://schemas.openxmlformats.org/drawingml/2006/main">
            <a:pathLst>
              <a:path w="9105900" h="5943600">
                <a:moveTo>
                  <a:pt x="6638925" y="952500"/>
                </a:moveTo>
                <a:cubicBezTo>
                  <a:pt x="6638925" y="847725"/>
                  <a:pt x="6677025" y="847725"/>
                  <a:pt x="6772275" y="847725"/>
                </a:cubicBezTo>
                <a:lnTo>
                  <a:pt x="6958013" y="847725"/>
                </a:lnTo>
                <a:cubicBezTo>
                  <a:pt x="7053263" y="847725"/>
                  <a:pt x="7072313" y="828675"/>
                  <a:pt x="7072313" y="762000"/>
                </a:cubicBezTo>
                <a:cubicBezTo>
                  <a:pt x="7072313" y="828675"/>
                  <a:pt x="7091363" y="847725"/>
                  <a:pt x="7186613" y="847725"/>
                </a:cubicBezTo>
                <a:lnTo>
                  <a:pt x="7372350" y="847725"/>
                </a:lnTo>
                <a:cubicBezTo>
                  <a:pt x="7467600" y="847725"/>
                  <a:pt x="7505700" y="847725"/>
                  <a:pt x="7505700" y="9525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23" name="brace2">
            <a:extLst xmlns:a="http://schemas.openxmlformats.org/drawingml/2006/main">
              <a:ext uri="{FF2B5EF4-FFF2-40B4-BE49-F238E27FC236}">
                <a16:creationId xmlns:a16="http://schemas.microsoft.com/office/drawing/2014/main" id="{3A3443EC-9792-44FE-B4BD-43DC86DA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105900" cy="5943600"/>
          </a:xfrm>
          <a:custGeom xmlns:a="http://schemas.openxmlformats.org/drawingml/2006/main">
            <a:pathLst>
              <a:path w="9105900" h="5943600">
                <a:moveTo>
                  <a:pt x="7572375" y="952500"/>
                </a:moveTo>
                <a:cubicBezTo>
                  <a:pt x="7572375" y="847725"/>
                  <a:pt x="7610475" y="847725"/>
                  <a:pt x="7705725" y="847725"/>
                </a:cubicBezTo>
                <a:lnTo>
                  <a:pt x="8039100" y="847725"/>
                </a:lnTo>
                <a:cubicBezTo>
                  <a:pt x="8134350" y="847725"/>
                  <a:pt x="8153400" y="828675"/>
                  <a:pt x="8153400" y="762000"/>
                </a:cubicBezTo>
                <a:cubicBezTo>
                  <a:pt x="8153400" y="828675"/>
                  <a:pt x="8172450" y="847725"/>
                  <a:pt x="8267700" y="847725"/>
                </a:cubicBezTo>
                <a:lnTo>
                  <a:pt x="8601075" y="847725"/>
                </a:lnTo>
                <a:cubicBezTo>
                  <a:pt x="8696325" y="847725"/>
                  <a:pt x="8734425" y="847725"/>
                  <a:pt x="8734425" y="9525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24" name="play">
            <a:extLst xmlns:a="http://schemas.openxmlformats.org/drawingml/2006/main">
              <a:ext uri="{FF2B5EF4-FFF2-40B4-BE49-F238E27FC236}">
                <a16:creationId xmlns:a16="http://schemas.microsoft.com/office/drawing/2014/main" id="{F729D627-03CB-43D5-9EFD-F61DAB0F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3000375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1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Play</a:t>
            </a:r>
          </a:p>
        </p:txBody>
      </p:sp>
      <p:sp>
        <p:nvSpPr>
          <p:cNvPr id="25" name="segmentation">
            <a:extLst xmlns:a="http://schemas.openxmlformats.org/drawingml/2006/main">
              <a:ext uri="{FF2B5EF4-FFF2-40B4-BE49-F238E27FC236}">
                <a16:creationId xmlns:a16="http://schemas.microsoft.com/office/drawing/2014/main" id="{3AFB9B0A-E13F-409A-B85D-83159DF8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525" y="3324225"/>
            <a:ext cx="1885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1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Segmentation</a:t>
            </a:r>
          </a:p>
        </p:txBody>
      </p:sp>
      <p:sp>
        <p:nvSpPr>
          <p:cNvPr id="26" name="timeline">
            <a:extLst xmlns:a="http://schemas.openxmlformats.org/drawingml/2006/main">
              <a:ext uri="{FF2B5EF4-FFF2-40B4-BE49-F238E27FC236}">
                <a16:creationId xmlns:a16="http://schemas.microsoft.com/office/drawing/2014/main" id="{FF4642E4-2055-4ABF-85CE-F07DAD7B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105900" cy="5943600"/>
          </a:xfrm>
          <a:custGeom xmlns:a="http://schemas.openxmlformats.org/drawingml/2006/main">
            <a:pathLst>
              <a:path w="9105900" h="5943600">
                <a:moveTo>
                  <a:pt x="2247900" y="2914650"/>
                </a:moveTo>
                <a:lnTo>
                  <a:pt x="5534025" y="291465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111111"/>
            </a:solidFill>
            <a:prstDash val="solid"/>
          </a:ln>
        </p:spPr>
      </p:sp>
      <p:sp>
        <p:nvSpPr>
          <p:cNvPr id="27" name="t0">
            <a:extLst xmlns:a="http://schemas.openxmlformats.org/drawingml/2006/main">
              <a:ext uri="{FF2B5EF4-FFF2-40B4-BE49-F238E27FC236}">
                <a16:creationId xmlns:a16="http://schemas.microsoft.com/office/drawing/2014/main" id="{06459BBD-88DF-4818-AAE0-E42B124C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105900" cy="5943600"/>
          </a:xfrm>
          <a:custGeom xmlns:a="http://schemas.openxmlformats.org/drawingml/2006/main">
            <a:pathLst>
              <a:path w="9105900" h="5943600">
                <a:moveTo>
                  <a:pt x="3476625" y="2676525"/>
                </a:moveTo>
                <a:lnTo>
                  <a:pt x="3476625" y="316230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111111"/>
            </a:solidFill>
            <a:prstDash val="solid"/>
          </a:ln>
        </p:spPr>
      </p:sp>
      <p:sp>
        <p:nvSpPr>
          <p:cNvPr id="28" name="t1">
            <a:extLst xmlns:a="http://schemas.openxmlformats.org/drawingml/2006/main">
              <a:ext uri="{FF2B5EF4-FFF2-40B4-BE49-F238E27FC236}">
                <a16:creationId xmlns:a16="http://schemas.microsoft.com/office/drawing/2014/main" id="{2422C303-471A-4A13-93EC-CF8D6C51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105900" cy="5943600"/>
          </a:xfrm>
          <a:custGeom xmlns:a="http://schemas.openxmlformats.org/drawingml/2006/main">
            <a:pathLst>
              <a:path w="9105900" h="5943600">
                <a:moveTo>
                  <a:pt x="3838575" y="2676525"/>
                </a:moveTo>
                <a:lnTo>
                  <a:pt x="3838575" y="316230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111111"/>
            </a:solidFill>
            <a:prstDash val="solid"/>
          </a:ln>
        </p:spPr>
      </p:sp>
      <p:sp>
        <p:nvSpPr>
          <p:cNvPr id="29" name="c">
            <a:extLst xmlns:a="http://schemas.openxmlformats.org/drawingml/2006/main">
              <a:ext uri="{FF2B5EF4-FFF2-40B4-BE49-F238E27FC236}">
                <a16:creationId xmlns:a16="http://schemas.microsoft.com/office/drawing/2014/main" id="{9A469781-82F8-44E8-A5C7-2B4FFA69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0" y="2667000"/>
            <a:ext cx="152400" cy="209550"/>
          </a:xfrm>
          <a:custGeom xmlns:a="http://schemas.openxmlformats.org/drawingml/2006/main">
            <a:pathLst>
              <a:path w="152400" h="209550">
                <a:moveTo>
                  <a:pt x="123463" y="154844"/>
                </a:moveTo>
                <a:lnTo>
                  <a:pt x="129612" y="159481"/>
                </a:lnTo>
                <a:quadBezTo>
                  <a:pt x="111889" y="186363"/>
                  <a:pt x="95069" y="197957"/>
                </a:quadBezTo>
                <a:quadBezTo>
                  <a:pt x="78310" y="209550"/>
                  <a:pt x="56728" y="209550"/>
                </a:quadBezTo>
                <a:quadBezTo>
                  <a:pt x="29298" y="209550"/>
                  <a:pt x="14649" y="191508"/>
                </a:quadBezTo>
                <a:quadBezTo>
                  <a:pt x="0" y="173393"/>
                  <a:pt x="0" y="138178"/>
                </a:quadBezTo>
                <a:quadBezTo>
                  <a:pt x="0" y="107094"/>
                  <a:pt x="13082" y="78110"/>
                </a:quadBezTo>
                <a:quadBezTo>
                  <a:pt x="26224" y="49127"/>
                  <a:pt x="47444" y="28259"/>
                </a:quadBezTo>
                <a:quadBezTo>
                  <a:pt x="77165" y="0"/>
                  <a:pt x="111889" y="0"/>
                </a:quadBezTo>
                <a:quadBezTo>
                  <a:pt x="129612" y="0"/>
                  <a:pt x="141006" y="10651"/>
                </a:quadBezTo>
                <a:quadBezTo>
                  <a:pt x="152400" y="21303"/>
                  <a:pt x="152400" y="37534"/>
                </a:quadBezTo>
                <a:quadBezTo>
                  <a:pt x="152400" y="46808"/>
                  <a:pt x="146974" y="53329"/>
                </a:quadBezTo>
                <a:quadBezTo>
                  <a:pt x="141609" y="59778"/>
                  <a:pt x="133893" y="59778"/>
                </a:quadBezTo>
                <a:quadBezTo>
                  <a:pt x="126176" y="59778"/>
                  <a:pt x="122499" y="54489"/>
                </a:quadBezTo>
                <a:quadBezTo>
                  <a:pt x="118821" y="49127"/>
                  <a:pt x="118821" y="41229"/>
                </a:quadBezTo>
                <a:quadBezTo>
                  <a:pt x="118821" y="37099"/>
                  <a:pt x="121715" y="30360"/>
                </a:quadBezTo>
                <a:quadBezTo>
                  <a:pt x="124609" y="23621"/>
                  <a:pt x="124609" y="18984"/>
                </a:quadBezTo>
                <a:quadBezTo>
                  <a:pt x="124609" y="9709"/>
                  <a:pt x="110321" y="9709"/>
                </a:quadBezTo>
                <a:quadBezTo>
                  <a:pt x="86026" y="9709"/>
                  <a:pt x="68303" y="31954"/>
                </a:quadBezTo>
                <a:quadBezTo>
                  <a:pt x="33157" y="76516"/>
                  <a:pt x="33157" y="139990"/>
                </a:quadBezTo>
                <a:quadBezTo>
                  <a:pt x="33157" y="165060"/>
                  <a:pt x="42019" y="178973"/>
                </a:quadBezTo>
                <a:quadBezTo>
                  <a:pt x="50941" y="192885"/>
                  <a:pt x="67519" y="192885"/>
                </a:quadBezTo>
                <a:quadBezTo>
                  <a:pt x="82590" y="192885"/>
                  <a:pt x="94888" y="184117"/>
                </a:quadBezTo>
                <a:quadBezTo>
                  <a:pt x="107247" y="175277"/>
                  <a:pt x="123463" y="154844"/>
                </a:quadBez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30" name="t0-label">
            <a:extLst xmlns:a="http://schemas.openxmlformats.org/drawingml/2006/main">
              <a:ext uri="{FF2B5EF4-FFF2-40B4-BE49-F238E27FC236}">
                <a16:creationId xmlns:a16="http://schemas.microsoft.com/office/drawing/2014/main" id="{92DE6A4B-B8FC-41BE-B52B-0A533DD7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0" y="3009900"/>
            <a:ext cx="238125" cy="295275"/>
          </a:xfrm>
          <a:custGeom xmlns:a="http://schemas.openxmlformats.org/drawingml/2006/main">
            <a:pathLst>
              <a:path w="238125" h="295275">
                <a:moveTo>
                  <a:pt x="107171" y="50625"/>
                </a:moveTo>
                <a:lnTo>
                  <a:pt x="105093" y="64371"/>
                </a:lnTo>
                <a:lnTo>
                  <a:pt x="70235" y="64371"/>
                </a:lnTo>
                <a:lnTo>
                  <a:pt x="34079" y="205115"/>
                </a:lnTo>
                <a:quadBezTo>
                  <a:pt x="33235" y="208535"/>
                  <a:pt x="33235" y="211083"/>
                </a:quadBezTo>
                <a:quadBezTo>
                  <a:pt x="33235" y="217990"/>
                  <a:pt x="39467" y="217990"/>
                </a:quadBezTo>
                <a:quadBezTo>
                  <a:pt x="44465" y="217990"/>
                  <a:pt x="51086" y="211351"/>
                </a:quadBezTo>
                <a:quadBezTo>
                  <a:pt x="57772" y="204646"/>
                  <a:pt x="73156" y="184061"/>
                </a:quadBezTo>
                <a:lnTo>
                  <a:pt x="78544" y="187078"/>
                </a:lnTo>
                <a:quadBezTo>
                  <a:pt x="59395" y="217118"/>
                  <a:pt x="47126" y="228048"/>
                </a:quadBezTo>
                <a:quadBezTo>
                  <a:pt x="34923" y="238977"/>
                  <a:pt x="19149" y="238977"/>
                </a:quadBezTo>
                <a:quadBezTo>
                  <a:pt x="0" y="238977"/>
                  <a:pt x="0" y="223153"/>
                </a:quadBezTo>
                <a:quadBezTo>
                  <a:pt x="0" y="218861"/>
                  <a:pt x="6686" y="191370"/>
                </a:quadBezTo>
                <a:lnTo>
                  <a:pt x="39077" y="64371"/>
                </a:lnTo>
                <a:lnTo>
                  <a:pt x="7919" y="64371"/>
                </a:lnTo>
                <a:lnTo>
                  <a:pt x="7465" y="61756"/>
                </a:lnTo>
                <a:quadBezTo>
                  <a:pt x="7465" y="54045"/>
                  <a:pt x="21226" y="51027"/>
                </a:quadBezTo>
                <a:quadBezTo>
                  <a:pt x="31612" y="48479"/>
                  <a:pt x="48619" y="34532"/>
                </a:quadBezTo>
                <a:quadBezTo>
                  <a:pt x="65627" y="20585"/>
                  <a:pt x="76467" y="3822"/>
                </a:quadBezTo>
                <a:quadBezTo>
                  <a:pt x="78934" y="0"/>
                  <a:pt x="82244" y="0"/>
                </a:quadBezTo>
                <a:quadBezTo>
                  <a:pt x="86009" y="0"/>
                  <a:pt x="86009" y="3420"/>
                </a:quadBezTo>
                <a:quadBezTo>
                  <a:pt x="86009" y="5565"/>
                  <a:pt x="85620" y="6437"/>
                </a:quadBezTo>
                <a:lnTo>
                  <a:pt x="73935" y="50625"/>
                </a:lnTo>
                <a:lnTo>
                  <a:pt x="107171" y="50625"/>
                </a:lnTo>
                <a:close/>
                <a:moveTo>
                  <a:pt x="238125" y="191919"/>
                </a:moveTo>
                <a:quadBezTo>
                  <a:pt x="238125" y="212055"/>
                  <a:pt x="234354" y="229938"/>
                </a:quadBezTo>
                <a:quadBezTo>
                  <a:pt x="230582" y="247775"/>
                  <a:pt x="223176" y="262794"/>
                </a:quadBezTo>
                <a:quadBezTo>
                  <a:pt x="215769" y="277814"/>
                  <a:pt x="202683" y="286545"/>
                </a:quadBezTo>
                <a:quadBezTo>
                  <a:pt x="189596" y="295275"/>
                  <a:pt x="172421" y="295275"/>
                </a:quadBezTo>
                <a:quadBezTo>
                  <a:pt x="154699" y="295275"/>
                  <a:pt x="141295" y="285981"/>
                </a:quadBezTo>
                <a:quadBezTo>
                  <a:pt x="127936" y="276641"/>
                  <a:pt x="120666" y="261011"/>
                </a:quadBezTo>
                <a:quadBezTo>
                  <a:pt x="113396" y="245381"/>
                  <a:pt x="110033" y="227685"/>
                </a:quadBezTo>
                <a:quadBezTo>
                  <a:pt x="106716" y="209943"/>
                  <a:pt x="106716" y="190136"/>
                </a:quadBezTo>
                <a:quadBezTo>
                  <a:pt x="106716" y="162161"/>
                  <a:pt x="113396" y="139819"/>
                </a:quadBezTo>
                <a:quadBezTo>
                  <a:pt x="120075" y="117430"/>
                  <a:pt x="135615" y="102739"/>
                </a:quadBezTo>
                <a:quadBezTo>
                  <a:pt x="151201" y="88000"/>
                  <a:pt x="173602" y="88000"/>
                </a:quadBezTo>
                <a:quadBezTo>
                  <a:pt x="202092" y="88000"/>
                  <a:pt x="220086" y="116820"/>
                </a:quadBezTo>
                <a:quadBezTo>
                  <a:pt x="238125" y="145639"/>
                  <a:pt x="238125" y="191919"/>
                </a:quadBezTo>
                <a:close/>
                <a:moveTo>
                  <a:pt x="210226" y="193421"/>
                </a:moveTo>
                <a:quadBezTo>
                  <a:pt x="210226" y="145968"/>
                  <a:pt x="200456" y="120903"/>
                </a:quadBezTo>
                <a:quadBezTo>
                  <a:pt x="190732" y="95792"/>
                  <a:pt x="171830" y="95792"/>
                </a:quadBezTo>
                <a:quadBezTo>
                  <a:pt x="153791" y="95792"/>
                  <a:pt x="144203" y="121044"/>
                </a:quadBezTo>
                <a:quadBezTo>
                  <a:pt x="134616" y="146250"/>
                  <a:pt x="134616" y="192201"/>
                </a:quadBezTo>
                <a:quadBezTo>
                  <a:pt x="134616" y="238481"/>
                  <a:pt x="144203" y="262982"/>
                </a:quadBezTo>
                <a:quadBezTo>
                  <a:pt x="153791" y="287436"/>
                  <a:pt x="172421" y="287436"/>
                </a:quadBezTo>
                <a:quadBezTo>
                  <a:pt x="190732" y="287436"/>
                  <a:pt x="200456" y="262982"/>
                </a:quadBezTo>
                <a:quadBezTo>
                  <a:pt x="210226" y="238481"/>
                  <a:pt x="210226" y="193421"/>
                </a:quadBez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31" name="t1-label">
            <a:extLst xmlns:a="http://schemas.openxmlformats.org/drawingml/2006/main">
              <a:ext uri="{FF2B5EF4-FFF2-40B4-BE49-F238E27FC236}">
                <a16:creationId xmlns:a16="http://schemas.microsoft.com/office/drawing/2014/main" id="{E159D74D-08CB-449F-9E0D-BEF10A65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9150" y="3009900"/>
            <a:ext cx="238125" cy="295275"/>
          </a:xfrm>
          <a:custGeom xmlns:a="http://schemas.openxmlformats.org/drawingml/2006/main">
            <a:pathLst>
              <a:path w="238125" h="295275">
                <a:moveTo>
                  <a:pt x="119077" y="51360"/>
                </a:moveTo>
                <a:lnTo>
                  <a:pt x="116769" y="65305"/>
                </a:lnTo>
                <a:lnTo>
                  <a:pt x="78038" y="65305"/>
                </a:lnTo>
                <a:lnTo>
                  <a:pt x="37865" y="208092"/>
                </a:lnTo>
                <a:quadBezTo>
                  <a:pt x="36928" y="211562"/>
                  <a:pt x="36928" y="214147"/>
                </a:quadBezTo>
                <a:quadBezTo>
                  <a:pt x="36928" y="221154"/>
                  <a:pt x="43851" y="221154"/>
                </a:quadBezTo>
                <a:quadBezTo>
                  <a:pt x="49405" y="221154"/>
                  <a:pt x="56762" y="214419"/>
                </a:quadBezTo>
                <a:quadBezTo>
                  <a:pt x="64190" y="207616"/>
                  <a:pt x="81284" y="186732"/>
                </a:quadBezTo>
                <a:lnTo>
                  <a:pt x="87270" y="189793"/>
                </a:lnTo>
                <a:quadBezTo>
                  <a:pt x="65994" y="220269"/>
                  <a:pt x="52362" y="231357"/>
                </a:quadBezTo>
                <a:quadBezTo>
                  <a:pt x="38803" y="242446"/>
                  <a:pt x="21277" y="242446"/>
                </a:quadBezTo>
                <a:quadBezTo>
                  <a:pt x="0" y="242446"/>
                  <a:pt x="0" y="226392"/>
                </a:quadBezTo>
                <a:quadBezTo>
                  <a:pt x="0" y="222038"/>
                  <a:pt x="7429" y="194147"/>
                </a:quadBezTo>
                <a:lnTo>
                  <a:pt x="43419" y="65305"/>
                </a:lnTo>
                <a:lnTo>
                  <a:pt x="8799" y="65305"/>
                </a:lnTo>
                <a:lnTo>
                  <a:pt x="8294" y="62652"/>
                </a:lnTo>
                <a:quadBezTo>
                  <a:pt x="8294" y="54829"/>
                  <a:pt x="23585" y="51768"/>
                </a:quadBezTo>
                <a:quadBezTo>
                  <a:pt x="35124" y="49183"/>
                  <a:pt x="54021" y="35034"/>
                </a:quadBezTo>
                <a:quadBezTo>
                  <a:pt x="72918" y="20884"/>
                  <a:pt x="84962" y="3877"/>
                </a:quadBezTo>
                <a:quadBezTo>
                  <a:pt x="87703" y="0"/>
                  <a:pt x="91381" y="0"/>
                </a:quadBezTo>
                <a:quadBezTo>
                  <a:pt x="95564" y="0"/>
                  <a:pt x="95564" y="3469"/>
                </a:quadBezTo>
                <a:quadBezTo>
                  <a:pt x="95564" y="5646"/>
                  <a:pt x="95132" y="6531"/>
                </a:quadBezTo>
                <a:lnTo>
                  <a:pt x="82149" y="51360"/>
                </a:lnTo>
                <a:lnTo>
                  <a:pt x="119077" y="51360"/>
                </a:lnTo>
                <a:close/>
                <a:moveTo>
                  <a:pt x="238125" y="295275"/>
                </a:moveTo>
                <a:lnTo>
                  <a:pt x="148915" y="295275"/>
                </a:lnTo>
                <a:lnTo>
                  <a:pt x="148915" y="290704"/>
                </a:lnTo>
                <a:quadBezTo>
                  <a:pt x="166686" y="289799"/>
                  <a:pt x="173148" y="284466"/>
                </a:quadBezTo>
                <a:quadBezTo>
                  <a:pt x="179611" y="279132"/>
                  <a:pt x="179611" y="266323"/>
                </a:quadBezTo>
                <a:lnTo>
                  <a:pt x="179611" y="129468"/>
                </a:lnTo>
                <a:quadBezTo>
                  <a:pt x="179611" y="114563"/>
                  <a:pt x="169917" y="114563"/>
                </a:quadBezTo>
                <a:quadBezTo>
                  <a:pt x="165424" y="114563"/>
                  <a:pt x="155377" y="118230"/>
                </a:quadBezTo>
                <a:lnTo>
                  <a:pt x="146643" y="121277"/>
                </a:lnTo>
                <a:lnTo>
                  <a:pt x="146643" y="116992"/>
                </a:lnTo>
                <a:lnTo>
                  <a:pt x="204501" y="89278"/>
                </a:lnTo>
                <a:lnTo>
                  <a:pt x="207429" y="90182"/>
                </a:lnTo>
                <a:lnTo>
                  <a:pt x="207429" y="272132"/>
                </a:lnTo>
                <a:quadBezTo>
                  <a:pt x="207429" y="282180"/>
                  <a:pt x="213891" y="286466"/>
                </a:quadBezTo>
                <a:quadBezTo>
                  <a:pt x="220354" y="290704"/>
                  <a:pt x="238125" y="290704"/>
                </a:quadBezTo>
                <a:lnTo>
                  <a:pt x="238125" y="29527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32" name="t0-guide">
            <a:extLst xmlns:a="http://schemas.openxmlformats.org/drawingml/2006/main">
              <a:ext uri="{FF2B5EF4-FFF2-40B4-BE49-F238E27FC236}">
                <a16:creationId xmlns:a16="http://schemas.microsoft.com/office/drawing/2014/main" id="{09CB5079-F9B0-4BB1-9460-5EA80C66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105900" cy="5943600"/>
          </a:xfrm>
          <a:custGeom xmlns:a="http://schemas.openxmlformats.org/drawingml/2006/main">
            <a:pathLst>
              <a:path w="9105900" h="5943600">
                <a:moveTo>
                  <a:pt x="3476625" y="3190875"/>
                </a:moveTo>
                <a:lnTo>
                  <a:pt x="3476625" y="58388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11111"/>
            </a:solidFill>
            <a:prstDash val="dash"/>
          </a:ln>
        </p:spPr>
      </p:sp>
      <p:sp>
        <p:nvSpPr>
          <p:cNvPr id="33" name="t1-guide">
            <a:extLst xmlns:a="http://schemas.openxmlformats.org/drawingml/2006/main">
              <a:ext uri="{FF2B5EF4-FFF2-40B4-BE49-F238E27FC236}">
                <a16:creationId xmlns:a16="http://schemas.microsoft.com/office/drawing/2014/main" id="{BD6889B0-8D18-480C-8F60-53EB8533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105900" cy="5943600"/>
          </a:xfrm>
          <a:custGeom xmlns:a="http://schemas.openxmlformats.org/drawingml/2006/main">
            <a:pathLst>
              <a:path w="9105900" h="5943600">
                <a:moveTo>
                  <a:pt x="3838575" y="3190875"/>
                </a:moveTo>
                <a:lnTo>
                  <a:pt x="3838575" y="58388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11111"/>
            </a:solidFill>
            <a:prstDash val="dash"/>
          </a:ln>
        </p:spPr>
      </p:sp>
      <p:sp>
        <p:nvSpPr>
          <p:cNvPr id="34" name="jitter0">
            <a:extLst xmlns:a="http://schemas.openxmlformats.org/drawingml/2006/main">
              <a:ext uri="{FF2B5EF4-FFF2-40B4-BE49-F238E27FC236}">
                <a16:creationId xmlns:a16="http://schemas.microsoft.com/office/drawing/2014/main" id="{DC9106C8-7F81-4CC1-9675-E02E11E6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105900" cy="5943600"/>
          </a:xfrm>
          <a:custGeom xmlns:a="http://schemas.openxmlformats.org/drawingml/2006/main">
            <a:pathLst>
              <a:path w="9105900" h="5943600">
                <a:moveTo>
                  <a:pt x="3133725" y="3524250"/>
                </a:moveTo>
                <a:lnTo>
                  <a:pt x="4343400" y="352425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111111"/>
            </a:solidFill>
            <a:prstDash val="solid"/>
          </a:ln>
        </p:spPr>
      </p:sp>
      <p:sp>
        <p:nvSpPr>
          <p:cNvPr id="35" name="jitter1">
            <a:extLst xmlns:a="http://schemas.openxmlformats.org/drawingml/2006/main">
              <a:ext uri="{FF2B5EF4-FFF2-40B4-BE49-F238E27FC236}">
                <a16:creationId xmlns:a16="http://schemas.microsoft.com/office/drawing/2014/main" id="{02C29C7F-0675-4171-A9C3-9626BF17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105900" cy="5943600"/>
          </a:xfrm>
          <a:custGeom xmlns:a="http://schemas.openxmlformats.org/drawingml/2006/main">
            <a:pathLst>
              <a:path w="9105900" h="5943600">
                <a:moveTo>
                  <a:pt x="3133725" y="3771900"/>
                </a:moveTo>
                <a:lnTo>
                  <a:pt x="3686175" y="377190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111111"/>
            </a:solidFill>
            <a:prstDash val="solid"/>
          </a:ln>
        </p:spPr>
      </p:sp>
      <p:sp>
        <p:nvSpPr>
          <p:cNvPr id="36" name="jitter2">
            <a:extLst xmlns:a="http://schemas.openxmlformats.org/drawingml/2006/main">
              <a:ext uri="{FF2B5EF4-FFF2-40B4-BE49-F238E27FC236}">
                <a16:creationId xmlns:a16="http://schemas.microsoft.com/office/drawing/2014/main" id="{C29CDCA1-9DED-4C65-B0DE-39144F6C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105900" cy="5943600"/>
          </a:xfrm>
          <a:custGeom xmlns:a="http://schemas.openxmlformats.org/drawingml/2006/main">
            <a:pathLst>
              <a:path w="9105900" h="5943600">
                <a:moveTo>
                  <a:pt x="2409825" y="4248150"/>
                </a:moveTo>
                <a:lnTo>
                  <a:pt x="3857625" y="424815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111111"/>
            </a:solidFill>
            <a:prstDash val="solid"/>
          </a:ln>
        </p:spPr>
      </p:sp>
      <p:sp>
        <p:nvSpPr>
          <p:cNvPr id="37" name="jitter3">
            <a:extLst xmlns:a="http://schemas.openxmlformats.org/drawingml/2006/main">
              <a:ext uri="{FF2B5EF4-FFF2-40B4-BE49-F238E27FC236}">
                <a16:creationId xmlns:a16="http://schemas.microsoft.com/office/drawing/2014/main" id="{125650BC-1060-47D6-A85A-6FDAF74B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105900" cy="5943600"/>
          </a:xfrm>
          <a:custGeom xmlns:a="http://schemas.openxmlformats.org/drawingml/2006/main">
            <a:pathLst>
              <a:path w="9105900" h="5943600">
                <a:moveTo>
                  <a:pt x="3352800" y="4495800"/>
                </a:moveTo>
                <a:lnTo>
                  <a:pt x="3876675" y="449580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111111"/>
            </a:solidFill>
            <a:prstDash val="solid"/>
          </a:ln>
        </p:spPr>
      </p:sp>
      <p:sp>
        <p:nvSpPr>
          <p:cNvPr id="38" name="jitter4">
            <a:extLst xmlns:a="http://schemas.openxmlformats.org/drawingml/2006/main">
              <a:ext uri="{FF2B5EF4-FFF2-40B4-BE49-F238E27FC236}">
                <a16:creationId xmlns:a16="http://schemas.microsoft.com/office/drawing/2014/main" id="{AAB2CC90-678E-4E30-B65A-6DF5997E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105900" cy="5943600"/>
          </a:xfrm>
          <a:custGeom xmlns:a="http://schemas.openxmlformats.org/drawingml/2006/main">
            <a:pathLst>
              <a:path w="9105900" h="5943600">
                <a:moveTo>
                  <a:pt x="2800350" y="4867275"/>
                </a:moveTo>
                <a:lnTo>
                  <a:pt x="4248150" y="4867275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111111"/>
            </a:solidFill>
            <a:prstDash val="solid"/>
          </a:ln>
        </p:spPr>
      </p:sp>
      <p:sp>
        <p:nvSpPr>
          <p:cNvPr id="39" name="jitter5">
            <a:extLst xmlns:a="http://schemas.openxmlformats.org/drawingml/2006/main">
              <a:ext uri="{FF2B5EF4-FFF2-40B4-BE49-F238E27FC236}">
                <a16:creationId xmlns:a16="http://schemas.microsoft.com/office/drawing/2014/main" id="{A15EE2B4-4739-4C76-A26E-7D6C28AA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105900" cy="5943600"/>
          </a:xfrm>
          <a:custGeom xmlns:a="http://schemas.openxmlformats.org/drawingml/2006/main">
            <a:pathLst>
              <a:path w="9105900" h="5943600">
                <a:moveTo>
                  <a:pt x="3228975" y="5219700"/>
                </a:moveTo>
                <a:lnTo>
                  <a:pt x="4191000" y="521970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111111"/>
            </a:solidFill>
            <a:prstDash val="solid"/>
          </a:ln>
        </p:spPr>
      </p:sp>
      <p:sp>
        <p:nvSpPr>
          <p:cNvPr id="40" name="jitter6">
            <a:extLst xmlns:a="http://schemas.openxmlformats.org/drawingml/2006/main">
              <a:ext uri="{FF2B5EF4-FFF2-40B4-BE49-F238E27FC236}">
                <a16:creationId xmlns:a16="http://schemas.microsoft.com/office/drawing/2014/main" id="{B1795FCE-775D-4A22-87D6-CEB30605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105900" cy="5943600"/>
          </a:xfrm>
          <a:custGeom xmlns:a="http://schemas.openxmlformats.org/drawingml/2006/main">
            <a:pathLst>
              <a:path w="9105900" h="5943600">
                <a:moveTo>
                  <a:pt x="2724150" y="5600700"/>
                </a:moveTo>
                <a:lnTo>
                  <a:pt x="3695700" y="560070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111111"/>
            </a:solidFill>
            <a:prstDash val="solid"/>
          </a:ln>
        </p:spPr>
      </p:sp>
      <p:sp>
        <p:nvSpPr>
          <p:cNvPr id="41" name="obs1">
            <a:extLst xmlns:a="http://schemas.openxmlformats.org/drawingml/2006/main">
              <a:ext uri="{FF2B5EF4-FFF2-40B4-BE49-F238E27FC236}">
                <a16:creationId xmlns:a16="http://schemas.microsoft.com/office/drawing/2014/main" id="{00345EE6-7E0E-49C4-BBF9-B548E535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3505200"/>
            <a:ext cx="1504950" cy="409575"/>
          </a:xfrm>
          <a:custGeom xmlns:a="http://schemas.openxmlformats.org/drawingml/2006/main">
            <a:pathLst>
              <a:path w="1504950" h="409575">
                <a:moveTo>
                  <a:pt x="83520" y="377615"/>
                </a:moveTo>
                <a:lnTo>
                  <a:pt x="79597" y="384876"/>
                </a:lnTo>
                <a:quadBezTo>
                  <a:pt x="41735" y="355054"/>
                  <a:pt x="20842" y="302740"/>
                </a:quadBezTo>
                <a:quadBezTo>
                  <a:pt x="0" y="250427"/>
                  <a:pt x="0" y="191275"/>
                </a:quadBezTo>
                <a:quadBezTo>
                  <a:pt x="0" y="66273"/>
                  <a:pt x="80565" y="0"/>
                </a:quadBezTo>
                <a:lnTo>
                  <a:pt x="83520" y="7191"/>
                </a:lnTo>
                <a:quadBezTo>
                  <a:pt x="50245" y="46462"/>
                  <a:pt x="39136" y="84604"/>
                </a:quadBezTo>
                <a:quadBezTo>
                  <a:pt x="28078" y="122675"/>
                  <a:pt x="28078" y="189935"/>
                </a:quadBezTo>
                <a:quadBezTo>
                  <a:pt x="28078" y="256702"/>
                  <a:pt x="39493" y="298228"/>
                </a:quadBezTo>
                <a:quadBezTo>
                  <a:pt x="50907" y="339754"/>
                  <a:pt x="83520" y="377615"/>
                </a:quadBezTo>
                <a:close/>
                <a:moveTo>
                  <a:pt x="245577" y="169207"/>
                </a:moveTo>
                <a:quadBezTo>
                  <a:pt x="245577" y="194871"/>
                  <a:pt x="236252" y="222649"/>
                </a:quadBezTo>
                <a:quadBezTo>
                  <a:pt x="226978" y="250427"/>
                  <a:pt x="211028" y="272494"/>
                </a:quadBezTo>
                <a:quadBezTo>
                  <a:pt x="183969" y="309932"/>
                  <a:pt x="149725" y="309932"/>
                </a:quadBezTo>
                <a:quadBezTo>
                  <a:pt x="126896" y="309932"/>
                  <a:pt x="114309" y="293504"/>
                </a:quadBezTo>
                <a:quadBezTo>
                  <a:pt x="101774" y="277007"/>
                  <a:pt x="101774" y="247254"/>
                </a:quadBezTo>
                <a:quadBezTo>
                  <a:pt x="101774" y="209817"/>
                  <a:pt x="118233" y="174143"/>
                </a:quadBezTo>
                <a:quadBezTo>
                  <a:pt x="134693" y="138468"/>
                  <a:pt x="160477" y="119573"/>
                </a:quadBezTo>
                <a:quadBezTo>
                  <a:pt x="178720" y="106037"/>
                  <a:pt x="199613" y="106037"/>
                </a:quadBezTo>
                <a:quadBezTo>
                  <a:pt x="219844" y="106037"/>
                  <a:pt x="232685" y="122957"/>
                </a:quadBezTo>
                <a:quadBezTo>
                  <a:pt x="245577" y="139878"/>
                  <a:pt x="245577" y="169207"/>
                </a:quadBezTo>
                <a:close/>
                <a:moveTo>
                  <a:pt x="218213" y="157927"/>
                </a:moveTo>
                <a:quadBezTo>
                  <a:pt x="218213" y="137622"/>
                  <a:pt x="211996" y="126553"/>
                </a:quadBezTo>
                <a:quadBezTo>
                  <a:pt x="205779" y="115484"/>
                  <a:pt x="195027" y="115484"/>
                </a:quadBezTo>
                <a:quadBezTo>
                  <a:pt x="173166" y="115484"/>
                  <a:pt x="153292" y="156517"/>
                </a:quadBezTo>
                <a:quadBezTo>
                  <a:pt x="129138" y="207561"/>
                  <a:pt x="129138" y="259451"/>
                </a:quadBezTo>
                <a:quadBezTo>
                  <a:pt x="129138" y="279263"/>
                  <a:pt x="135966" y="289909"/>
                </a:quadBezTo>
                <a:quadBezTo>
                  <a:pt x="142846" y="300484"/>
                  <a:pt x="154617" y="300484"/>
                </a:quadBezTo>
                <a:quadBezTo>
                  <a:pt x="174491" y="300484"/>
                  <a:pt x="194059" y="263047"/>
                </a:quadBezTo>
                <a:quadBezTo>
                  <a:pt x="205168" y="242249"/>
                  <a:pt x="211690" y="213201"/>
                </a:quadBezTo>
                <a:quadBezTo>
                  <a:pt x="218213" y="184084"/>
                  <a:pt x="218213" y="157927"/>
                </a:quadBezTo>
                <a:close/>
                <a:moveTo>
                  <a:pt x="323584" y="229509"/>
                </a:moveTo>
                <a:lnTo>
                  <a:pt x="322443" y="239626"/>
                </a:lnTo>
                <a:lnTo>
                  <a:pt x="303288" y="239626"/>
                </a:lnTo>
                <a:lnTo>
                  <a:pt x="283419" y="343216"/>
                </a:lnTo>
                <a:quadBezTo>
                  <a:pt x="282955" y="345733"/>
                  <a:pt x="282955" y="347608"/>
                </a:quadBezTo>
                <a:quadBezTo>
                  <a:pt x="282955" y="352692"/>
                  <a:pt x="286380" y="352692"/>
                </a:quadBezTo>
                <a:quadBezTo>
                  <a:pt x="289126" y="352692"/>
                  <a:pt x="292765" y="347806"/>
                </a:quadBezTo>
                <a:quadBezTo>
                  <a:pt x="296439" y="342871"/>
                  <a:pt x="304893" y="327720"/>
                </a:quadBezTo>
                <a:lnTo>
                  <a:pt x="307853" y="329940"/>
                </a:lnTo>
                <a:quadBezTo>
                  <a:pt x="297331" y="352050"/>
                  <a:pt x="290589" y="360095"/>
                </a:quadBezTo>
                <a:quadBezTo>
                  <a:pt x="283883" y="368139"/>
                  <a:pt x="275215" y="368139"/>
                </a:quadBezTo>
                <a:quadBezTo>
                  <a:pt x="264692" y="368139"/>
                  <a:pt x="264692" y="356492"/>
                </a:quadBezTo>
                <a:quadBezTo>
                  <a:pt x="264692" y="353333"/>
                  <a:pt x="268366" y="333099"/>
                </a:quadBezTo>
                <a:lnTo>
                  <a:pt x="286166" y="239626"/>
                </a:lnTo>
                <a:lnTo>
                  <a:pt x="269044" y="239626"/>
                </a:lnTo>
                <a:lnTo>
                  <a:pt x="268794" y="237701"/>
                </a:lnTo>
                <a:quadBezTo>
                  <a:pt x="268794" y="232026"/>
                  <a:pt x="276356" y="229805"/>
                </a:quadBezTo>
                <a:quadBezTo>
                  <a:pt x="282063" y="227929"/>
                  <a:pt x="291409" y="217664"/>
                </a:quadBezTo>
                <a:quadBezTo>
                  <a:pt x="300755" y="207399"/>
                  <a:pt x="306712" y="195061"/>
                </a:quadBezTo>
                <a:quadBezTo>
                  <a:pt x="308067" y="192248"/>
                  <a:pt x="309887" y="192248"/>
                </a:quadBezTo>
                <a:quadBezTo>
                  <a:pt x="311955" y="192248"/>
                  <a:pt x="311955" y="194765"/>
                </a:quadBezTo>
                <a:quadBezTo>
                  <a:pt x="311955" y="196344"/>
                  <a:pt x="311741" y="196986"/>
                </a:quadBezTo>
                <a:lnTo>
                  <a:pt x="305321" y="229509"/>
                </a:lnTo>
                <a:lnTo>
                  <a:pt x="323584" y="229509"/>
                </a:lnTo>
                <a:close/>
                <a:moveTo>
                  <a:pt x="395546" y="333504"/>
                </a:moveTo>
                <a:quadBezTo>
                  <a:pt x="395546" y="348324"/>
                  <a:pt x="393474" y="361486"/>
                </a:quadBezTo>
                <a:quadBezTo>
                  <a:pt x="391401" y="374614"/>
                  <a:pt x="387331" y="385669"/>
                </a:quadBezTo>
                <a:quadBezTo>
                  <a:pt x="383261" y="396724"/>
                  <a:pt x="376070" y="403149"/>
                </a:quadBezTo>
                <a:quadBezTo>
                  <a:pt x="368879" y="409575"/>
                  <a:pt x="359440" y="409575"/>
                </a:quadBezTo>
                <a:quadBezTo>
                  <a:pt x="349702" y="409575"/>
                  <a:pt x="342336" y="402735"/>
                </a:quadBezTo>
                <a:quadBezTo>
                  <a:pt x="334995" y="395860"/>
                  <a:pt x="331000" y="384356"/>
                </a:quadBezTo>
                <a:quadBezTo>
                  <a:pt x="327005" y="372852"/>
                  <a:pt x="325157" y="359828"/>
                </a:quadBezTo>
                <a:quadBezTo>
                  <a:pt x="323334" y="346769"/>
                  <a:pt x="323334" y="332191"/>
                </a:quadBezTo>
                <a:quadBezTo>
                  <a:pt x="323334" y="311601"/>
                  <a:pt x="327005" y="295157"/>
                </a:quadBezTo>
                <a:quadBezTo>
                  <a:pt x="330675" y="278678"/>
                  <a:pt x="339215" y="267865"/>
                </a:quadBezTo>
                <a:quadBezTo>
                  <a:pt x="347780" y="257018"/>
                  <a:pt x="360090" y="257018"/>
                </a:quadBezTo>
                <a:quadBezTo>
                  <a:pt x="375745" y="257018"/>
                  <a:pt x="385633" y="278229"/>
                </a:quadBezTo>
                <a:quadBezTo>
                  <a:pt x="395546" y="299441"/>
                  <a:pt x="395546" y="333504"/>
                </a:quadBezTo>
                <a:close/>
                <a:moveTo>
                  <a:pt x="380215" y="334609"/>
                </a:moveTo>
                <a:quadBezTo>
                  <a:pt x="380215" y="299683"/>
                  <a:pt x="374846" y="281235"/>
                </a:quadBezTo>
                <a:quadBezTo>
                  <a:pt x="369503" y="262752"/>
                  <a:pt x="359116" y="262752"/>
                </a:quadBezTo>
                <a:quadBezTo>
                  <a:pt x="349203" y="262752"/>
                  <a:pt x="343934" y="281338"/>
                </a:quadBezTo>
                <a:quadBezTo>
                  <a:pt x="338666" y="299890"/>
                  <a:pt x="338666" y="333711"/>
                </a:quadBezTo>
                <a:quadBezTo>
                  <a:pt x="338666" y="367774"/>
                  <a:pt x="343934" y="385807"/>
                </a:quadBezTo>
                <a:quadBezTo>
                  <a:pt x="349203" y="403806"/>
                  <a:pt x="359440" y="403806"/>
                </a:quadBezTo>
                <a:quadBezTo>
                  <a:pt x="369503" y="403806"/>
                  <a:pt x="374846" y="385807"/>
                </a:quadBezTo>
                <a:quadBezTo>
                  <a:pt x="380215" y="367774"/>
                  <a:pt x="380215" y="334609"/>
                </a:quadBezTo>
                <a:close/>
                <a:moveTo>
                  <a:pt x="482481" y="224919"/>
                </a:moveTo>
                <a:quadBezTo>
                  <a:pt x="486262" y="230150"/>
                  <a:pt x="486262" y="237405"/>
                </a:quadBezTo>
                <a:quadBezTo>
                  <a:pt x="486262" y="244660"/>
                  <a:pt x="482588" y="249743"/>
                </a:quadBezTo>
                <a:quadBezTo>
                  <a:pt x="478950" y="254777"/>
                  <a:pt x="473706" y="254777"/>
                </a:quadBezTo>
                <a:quadBezTo>
                  <a:pt x="468463" y="254777"/>
                  <a:pt x="464682" y="249595"/>
                </a:quadBezTo>
                <a:quadBezTo>
                  <a:pt x="460901" y="244364"/>
                  <a:pt x="460901" y="237405"/>
                </a:quadBezTo>
                <a:quadBezTo>
                  <a:pt x="460901" y="229805"/>
                  <a:pt x="464539" y="224771"/>
                </a:quadBezTo>
                <a:quadBezTo>
                  <a:pt x="468213" y="219688"/>
                  <a:pt x="473706" y="219688"/>
                </a:quadBezTo>
                <a:quadBezTo>
                  <a:pt x="478736" y="219688"/>
                  <a:pt x="482481" y="224919"/>
                </a:quadBezTo>
                <a:close/>
                <a:moveTo>
                  <a:pt x="486262" y="350767"/>
                </a:moveTo>
                <a:quadBezTo>
                  <a:pt x="486262" y="357726"/>
                  <a:pt x="482588" y="362957"/>
                </a:quadBezTo>
                <a:quadBezTo>
                  <a:pt x="478950" y="368139"/>
                  <a:pt x="473706" y="368139"/>
                </a:quadBezTo>
                <a:quadBezTo>
                  <a:pt x="468463" y="368139"/>
                  <a:pt x="464682" y="362957"/>
                </a:quadBezTo>
                <a:quadBezTo>
                  <a:pt x="460901" y="357726"/>
                  <a:pt x="460901" y="350767"/>
                </a:quadBezTo>
                <a:quadBezTo>
                  <a:pt x="460901" y="343216"/>
                  <a:pt x="464539" y="338182"/>
                </a:quadBezTo>
                <a:quadBezTo>
                  <a:pt x="468213" y="333099"/>
                  <a:pt x="473706" y="333099"/>
                </a:quadBezTo>
                <a:quadBezTo>
                  <a:pt x="478736" y="333099"/>
                  <a:pt x="482481" y="338330"/>
                </a:quadBezTo>
                <a:quadBezTo>
                  <a:pt x="486262" y="343512"/>
                  <a:pt x="486262" y="350767"/>
                </a:quadBezTo>
                <a:close/>
                <a:moveTo>
                  <a:pt x="606414" y="229509"/>
                </a:moveTo>
                <a:lnTo>
                  <a:pt x="605273" y="239626"/>
                </a:lnTo>
                <a:lnTo>
                  <a:pt x="586118" y="239626"/>
                </a:lnTo>
                <a:lnTo>
                  <a:pt x="566249" y="343216"/>
                </a:lnTo>
                <a:quadBezTo>
                  <a:pt x="565785" y="345733"/>
                  <a:pt x="565785" y="347608"/>
                </a:quadBezTo>
                <a:quadBezTo>
                  <a:pt x="565785" y="352692"/>
                  <a:pt x="569210" y="352692"/>
                </a:quadBezTo>
                <a:quadBezTo>
                  <a:pt x="571956" y="352692"/>
                  <a:pt x="575595" y="347806"/>
                </a:quadBezTo>
                <a:quadBezTo>
                  <a:pt x="579269" y="342871"/>
                  <a:pt x="587723" y="327720"/>
                </a:quadBezTo>
                <a:lnTo>
                  <a:pt x="590683" y="329940"/>
                </a:lnTo>
                <a:quadBezTo>
                  <a:pt x="580161" y="352050"/>
                  <a:pt x="573419" y="360095"/>
                </a:quadBezTo>
                <a:quadBezTo>
                  <a:pt x="566713" y="368139"/>
                  <a:pt x="558045" y="368139"/>
                </a:quadBezTo>
                <a:quadBezTo>
                  <a:pt x="547522" y="368139"/>
                  <a:pt x="547522" y="356492"/>
                </a:quadBezTo>
                <a:quadBezTo>
                  <a:pt x="547522" y="353333"/>
                  <a:pt x="551196" y="333099"/>
                </a:quadBezTo>
                <a:lnTo>
                  <a:pt x="568996" y="239626"/>
                </a:lnTo>
                <a:lnTo>
                  <a:pt x="551874" y="239626"/>
                </a:lnTo>
                <a:lnTo>
                  <a:pt x="551624" y="237701"/>
                </a:lnTo>
                <a:quadBezTo>
                  <a:pt x="551624" y="232026"/>
                  <a:pt x="559186" y="229805"/>
                </a:quadBezTo>
                <a:quadBezTo>
                  <a:pt x="564894" y="227929"/>
                  <a:pt x="574239" y="217664"/>
                </a:quadBezTo>
                <a:quadBezTo>
                  <a:pt x="583585" y="207399"/>
                  <a:pt x="589542" y="195061"/>
                </a:quadBezTo>
                <a:quadBezTo>
                  <a:pt x="590897" y="192248"/>
                  <a:pt x="592717" y="192248"/>
                </a:quadBezTo>
                <a:quadBezTo>
                  <a:pt x="594786" y="192248"/>
                  <a:pt x="594786" y="194765"/>
                </a:quadBezTo>
                <a:quadBezTo>
                  <a:pt x="594786" y="196344"/>
                  <a:pt x="594572" y="196986"/>
                </a:quadBezTo>
                <a:lnTo>
                  <a:pt x="588151" y="229509"/>
                </a:lnTo>
                <a:lnTo>
                  <a:pt x="606414" y="229509"/>
                </a:lnTo>
                <a:close/>
                <a:moveTo>
                  <a:pt x="665292" y="406466"/>
                </a:moveTo>
                <a:lnTo>
                  <a:pt x="621171" y="406466"/>
                </a:lnTo>
                <a:lnTo>
                  <a:pt x="621171" y="403149"/>
                </a:lnTo>
                <a:quadBezTo>
                  <a:pt x="629960" y="402493"/>
                  <a:pt x="633157" y="398624"/>
                </a:quadBezTo>
                <a:quadBezTo>
                  <a:pt x="636353" y="394755"/>
                  <a:pt x="636353" y="385462"/>
                </a:quadBezTo>
                <a:lnTo>
                  <a:pt x="636353" y="286175"/>
                </a:lnTo>
                <a:quadBezTo>
                  <a:pt x="636353" y="275362"/>
                  <a:pt x="631558" y="275362"/>
                </a:quadBezTo>
                <a:quadBezTo>
                  <a:pt x="629336" y="275362"/>
                  <a:pt x="624367" y="278022"/>
                </a:quadBezTo>
                <a:lnTo>
                  <a:pt x="620048" y="280233"/>
                </a:lnTo>
                <a:lnTo>
                  <a:pt x="620048" y="277124"/>
                </a:lnTo>
                <a:lnTo>
                  <a:pt x="648663" y="257018"/>
                </a:lnTo>
                <a:lnTo>
                  <a:pt x="650111" y="257674"/>
                </a:lnTo>
                <a:lnTo>
                  <a:pt x="650111" y="389676"/>
                </a:lnTo>
                <a:quadBezTo>
                  <a:pt x="650111" y="396966"/>
                  <a:pt x="653307" y="400075"/>
                </a:quadBezTo>
                <a:quadBezTo>
                  <a:pt x="656503" y="403149"/>
                  <a:pt x="665292" y="403149"/>
                </a:quadBezTo>
                <a:lnTo>
                  <a:pt x="665292" y="406466"/>
                </a:lnTo>
                <a:close/>
                <a:moveTo>
                  <a:pt x="870683" y="288238"/>
                </a:moveTo>
                <a:lnTo>
                  <a:pt x="810863" y="288238"/>
                </a:lnTo>
                <a:lnTo>
                  <a:pt x="810863" y="354271"/>
                </a:lnTo>
                <a:lnTo>
                  <a:pt x="795810" y="354271"/>
                </a:lnTo>
                <a:lnTo>
                  <a:pt x="795810" y="288238"/>
                </a:lnTo>
                <a:lnTo>
                  <a:pt x="736204" y="288238"/>
                </a:lnTo>
                <a:lnTo>
                  <a:pt x="736204" y="267411"/>
                </a:lnTo>
                <a:lnTo>
                  <a:pt x="795810" y="267411"/>
                </a:lnTo>
                <a:lnTo>
                  <a:pt x="795810" y="206116"/>
                </a:lnTo>
                <a:lnTo>
                  <a:pt x="810863" y="206116"/>
                </a:lnTo>
                <a:lnTo>
                  <a:pt x="810863" y="267411"/>
                </a:lnTo>
                <a:lnTo>
                  <a:pt x="870683" y="267411"/>
                </a:lnTo>
                <a:lnTo>
                  <a:pt x="870683" y="288238"/>
                </a:lnTo>
                <a:close/>
                <a:moveTo>
                  <a:pt x="870683" y="392173"/>
                </a:moveTo>
                <a:lnTo>
                  <a:pt x="736204" y="392173"/>
                </a:lnTo>
                <a:lnTo>
                  <a:pt x="736204" y="371297"/>
                </a:lnTo>
                <a:lnTo>
                  <a:pt x="870683" y="371297"/>
                </a:lnTo>
                <a:lnTo>
                  <a:pt x="870683" y="392173"/>
                </a:lnTo>
                <a:close/>
                <a:moveTo>
                  <a:pt x="1019828" y="229509"/>
                </a:moveTo>
                <a:lnTo>
                  <a:pt x="1019828" y="234543"/>
                </a:lnTo>
                <a:quadBezTo>
                  <a:pt x="1011623" y="235184"/>
                  <a:pt x="1002492" y="243870"/>
                </a:quadBezTo>
                <a:quadBezTo>
                  <a:pt x="993360" y="252556"/>
                  <a:pt x="968462" y="283204"/>
                </a:quadBezTo>
                <a:lnTo>
                  <a:pt x="976916" y="310989"/>
                </a:lnTo>
                <a:quadBezTo>
                  <a:pt x="989472" y="351754"/>
                  <a:pt x="995429" y="351754"/>
                </a:quadBezTo>
                <a:quadBezTo>
                  <a:pt x="1000209" y="351754"/>
                  <a:pt x="1005702" y="338478"/>
                </a:quadBezTo>
                <a:quadBezTo>
                  <a:pt x="1006843" y="335961"/>
                  <a:pt x="1009126" y="330236"/>
                </a:quadBezTo>
                <a:lnTo>
                  <a:pt x="1012551" y="333740"/>
                </a:lnTo>
                <a:quadBezTo>
                  <a:pt x="1004561" y="353629"/>
                  <a:pt x="999281" y="360884"/>
                </a:quadBezTo>
                <a:quadBezTo>
                  <a:pt x="994038" y="368139"/>
                  <a:pt x="987189" y="368139"/>
                </a:quadBezTo>
                <a:quadBezTo>
                  <a:pt x="982159" y="368139"/>
                  <a:pt x="978164" y="362611"/>
                </a:quadBezTo>
                <a:quadBezTo>
                  <a:pt x="974169" y="357084"/>
                  <a:pt x="968711" y="342278"/>
                </a:quadBezTo>
                <a:quadBezTo>
                  <a:pt x="961863" y="323919"/>
                  <a:pt x="955014" y="297713"/>
                </a:quadBezTo>
                <a:lnTo>
                  <a:pt x="945882" y="307831"/>
                </a:lnTo>
                <a:lnTo>
                  <a:pt x="934931" y="364684"/>
                </a:lnTo>
                <a:lnTo>
                  <a:pt x="917809" y="364684"/>
                </a:lnTo>
                <a:lnTo>
                  <a:pt x="949984" y="197923"/>
                </a:lnTo>
                <a:quadBezTo>
                  <a:pt x="953195" y="182131"/>
                  <a:pt x="954086" y="170138"/>
                </a:quadBezTo>
                <a:quadBezTo>
                  <a:pt x="953409" y="162538"/>
                  <a:pt x="942458" y="162538"/>
                </a:quadBezTo>
                <a:lnTo>
                  <a:pt x="938356" y="162538"/>
                </a:lnTo>
                <a:lnTo>
                  <a:pt x="938356" y="157504"/>
                </a:lnTo>
                <a:quadBezTo>
                  <a:pt x="955478" y="154641"/>
                  <a:pt x="974169" y="148966"/>
                </a:quadBezTo>
                <a:lnTo>
                  <a:pt x="975560" y="150841"/>
                </a:lnTo>
                <a:lnTo>
                  <a:pt x="948165" y="294900"/>
                </a:lnTo>
                <a:lnTo>
                  <a:pt x="957975" y="284438"/>
                </a:lnTo>
                <a:quadBezTo>
                  <a:pt x="990613" y="249694"/>
                  <a:pt x="990613" y="240218"/>
                </a:quadBezTo>
                <a:quadBezTo>
                  <a:pt x="990613" y="234543"/>
                  <a:pt x="982159" y="234543"/>
                </a:quadBezTo>
                <a:lnTo>
                  <a:pt x="978985" y="234543"/>
                </a:lnTo>
                <a:lnTo>
                  <a:pt x="978985" y="229509"/>
                </a:lnTo>
                <a:lnTo>
                  <a:pt x="1019828" y="229509"/>
                </a:lnTo>
                <a:close/>
                <a:moveTo>
                  <a:pt x="1078934" y="406466"/>
                </a:moveTo>
                <a:lnTo>
                  <a:pt x="1034813" y="406466"/>
                </a:lnTo>
                <a:lnTo>
                  <a:pt x="1034813" y="403149"/>
                </a:lnTo>
                <a:quadBezTo>
                  <a:pt x="1043602" y="402493"/>
                  <a:pt x="1046798" y="398624"/>
                </a:quadBezTo>
                <a:quadBezTo>
                  <a:pt x="1049994" y="394755"/>
                  <a:pt x="1049994" y="385462"/>
                </a:quadBezTo>
                <a:lnTo>
                  <a:pt x="1049994" y="286175"/>
                </a:lnTo>
                <a:quadBezTo>
                  <a:pt x="1049994" y="275362"/>
                  <a:pt x="1045200" y="275362"/>
                </a:quadBezTo>
                <a:quadBezTo>
                  <a:pt x="1042978" y="275362"/>
                  <a:pt x="1038009" y="278022"/>
                </a:quadBezTo>
                <a:lnTo>
                  <a:pt x="1033689" y="280233"/>
                </a:lnTo>
                <a:lnTo>
                  <a:pt x="1033689" y="277124"/>
                </a:lnTo>
                <a:lnTo>
                  <a:pt x="1062304" y="257018"/>
                </a:lnTo>
                <a:lnTo>
                  <a:pt x="1063752" y="257674"/>
                </a:lnTo>
                <a:lnTo>
                  <a:pt x="1063752" y="389676"/>
                </a:lnTo>
                <a:quadBezTo>
                  <a:pt x="1063752" y="396966"/>
                  <a:pt x="1066949" y="400075"/>
                </a:quadBezTo>
                <a:quadBezTo>
                  <a:pt x="1070145" y="403149"/>
                  <a:pt x="1078934" y="403149"/>
                </a:quadBezTo>
                <a:lnTo>
                  <a:pt x="1078934" y="406466"/>
                </a:lnTo>
                <a:close/>
                <a:moveTo>
                  <a:pt x="1147369" y="368590"/>
                </a:moveTo>
                <a:lnTo>
                  <a:pt x="1144107" y="360059"/>
                </a:lnTo>
                <a:quadBezTo>
                  <a:pt x="1171166" y="334749"/>
                  <a:pt x="1171166" y="311765"/>
                </a:quadBezTo>
                <a:quadBezTo>
                  <a:pt x="1171166" y="305913"/>
                  <a:pt x="1166631" y="305913"/>
                </a:quadBezTo>
                <a:quadBezTo>
                  <a:pt x="1165306" y="305913"/>
                  <a:pt x="1162197" y="306759"/>
                </a:quadBezTo>
                <a:quadBezTo>
                  <a:pt x="1159140" y="307675"/>
                  <a:pt x="1157153" y="307675"/>
                </a:quadBezTo>
                <a:quadBezTo>
                  <a:pt x="1138247" y="307675"/>
                  <a:pt x="1138247" y="284691"/>
                </a:quadBezTo>
                <a:quadBezTo>
                  <a:pt x="1138247" y="272988"/>
                  <a:pt x="1143598" y="266008"/>
                </a:quadBezTo>
                <a:quadBezTo>
                  <a:pt x="1148999" y="258958"/>
                  <a:pt x="1157815" y="258958"/>
                </a:quadBezTo>
                <a:quadBezTo>
                  <a:pt x="1168924" y="258958"/>
                  <a:pt x="1176415" y="270027"/>
                </a:quadBezTo>
                <a:quadBezTo>
                  <a:pt x="1183906" y="281096"/>
                  <a:pt x="1183906" y="298228"/>
                </a:quadBezTo>
                <a:quadBezTo>
                  <a:pt x="1183906" y="318956"/>
                  <a:pt x="1173969" y="338344"/>
                </a:quadBezTo>
                <a:quadBezTo>
                  <a:pt x="1164032" y="357803"/>
                  <a:pt x="1147369" y="368590"/>
                </a:quadBezTo>
                <a:close/>
                <a:moveTo>
                  <a:pt x="1404155" y="156094"/>
                </a:moveTo>
                <a:quadBezTo>
                  <a:pt x="1404155" y="186340"/>
                  <a:pt x="1399925" y="213201"/>
                </a:quadBezTo>
                <a:quadBezTo>
                  <a:pt x="1395696" y="239993"/>
                  <a:pt x="1387390" y="262554"/>
                </a:quadBezTo>
                <a:quadBezTo>
                  <a:pt x="1379083" y="285114"/>
                  <a:pt x="1364407" y="298228"/>
                </a:quadBezTo>
                <a:quadBezTo>
                  <a:pt x="1349732" y="311342"/>
                  <a:pt x="1330469" y="311342"/>
                </a:quadBezTo>
                <a:quadBezTo>
                  <a:pt x="1310596" y="311342"/>
                  <a:pt x="1295563" y="297382"/>
                </a:quadBezTo>
                <a:quadBezTo>
                  <a:pt x="1280581" y="283352"/>
                  <a:pt x="1272428" y="259874"/>
                </a:quadBezTo>
                <a:quadBezTo>
                  <a:pt x="1264275" y="236397"/>
                  <a:pt x="1260504" y="209817"/>
                </a:quadBezTo>
                <a:quadBezTo>
                  <a:pt x="1256784" y="183167"/>
                  <a:pt x="1256784" y="153415"/>
                </a:quadBezTo>
                <a:quadBezTo>
                  <a:pt x="1256784" y="111395"/>
                  <a:pt x="1264275" y="77835"/>
                </a:quadBezTo>
                <a:quadBezTo>
                  <a:pt x="1271766" y="44205"/>
                  <a:pt x="1289193" y="22138"/>
                </a:quadBezTo>
                <a:quadBezTo>
                  <a:pt x="1306672" y="0"/>
                  <a:pt x="1331794" y="0"/>
                </a:quadBezTo>
                <a:quadBezTo>
                  <a:pt x="1363745" y="0"/>
                  <a:pt x="1383924" y="43289"/>
                </a:quadBezTo>
                <a:quadBezTo>
                  <a:pt x="1404155" y="86578"/>
                  <a:pt x="1404155" y="156094"/>
                </a:quadBezTo>
                <a:close/>
                <a:moveTo>
                  <a:pt x="1372867" y="158350"/>
                </a:moveTo>
                <a:quadBezTo>
                  <a:pt x="1372867" y="87071"/>
                  <a:pt x="1361911" y="49423"/>
                </a:quadBezTo>
                <a:quadBezTo>
                  <a:pt x="1351005" y="11704"/>
                  <a:pt x="1329807" y="11704"/>
                </a:quadBezTo>
                <a:quadBezTo>
                  <a:pt x="1309577" y="11704"/>
                  <a:pt x="1298824" y="49634"/>
                </a:quadBezTo>
                <a:quadBezTo>
                  <a:pt x="1288072" y="87494"/>
                  <a:pt x="1288072" y="156517"/>
                </a:quadBezTo>
                <a:quadBezTo>
                  <a:pt x="1288072" y="226033"/>
                  <a:pt x="1298824" y="262836"/>
                </a:quadBezTo>
                <a:quadBezTo>
                  <a:pt x="1309577" y="299568"/>
                  <a:pt x="1330469" y="299568"/>
                </a:quadBezTo>
                <a:quadBezTo>
                  <a:pt x="1351005" y="299568"/>
                  <a:pt x="1361911" y="262836"/>
                </a:quadBezTo>
                <a:quadBezTo>
                  <a:pt x="1372867" y="226033"/>
                  <a:pt x="1372867" y="158350"/>
                </a:quadBezTo>
                <a:close/>
                <a:moveTo>
                  <a:pt x="1421481" y="7191"/>
                </a:moveTo>
                <a:lnTo>
                  <a:pt x="1425353" y="0"/>
                </a:lnTo>
                <a:quadBezTo>
                  <a:pt x="1462553" y="30669"/>
                  <a:pt x="1483751" y="83053"/>
                </a:quadBezTo>
                <a:quadBezTo>
                  <a:pt x="1504950" y="135366"/>
                  <a:pt x="1504950" y="193531"/>
                </a:quadBezTo>
                <a:quadBezTo>
                  <a:pt x="1504950" y="316700"/>
                  <a:pt x="1424385" y="384876"/>
                </a:quadBezTo>
                <a:lnTo>
                  <a:pt x="1421481" y="377615"/>
                </a:lnTo>
                <a:quadBezTo>
                  <a:pt x="1455062" y="339261"/>
                  <a:pt x="1465967" y="301189"/>
                </a:quadBezTo>
                <a:quadBezTo>
                  <a:pt x="1476923" y="263047"/>
                  <a:pt x="1476923" y="194871"/>
                </a:quadBezTo>
                <a:quadBezTo>
                  <a:pt x="1476923" y="126342"/>
                  <a:pt x="1465967" y="85027"/>
                </a:quadBezTo>
                <a:quadBezTo>
                  <a:pt x="1455062" y="43712"/>
                  <a:pt x="1421481" y="7191"/>
                </a:quadBez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2" name="obs2">
            <a:extLst xmlns:a="http://schemas.openxmlformats.org/drawingml/2006/main">
              <a:ext uri="{FF2B5EF4-FFF2-40B4-BE49-F238E27FC236}">
                <a16:creationId xmlns:a16="http://schemas.microsoft.com/office/drawing/2014/main" id="{9C2B2A4B-26D2-40A5-8E85-0AA297BF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6275" y="4229100"/>
            <a:ext cx="1524000" cy="409575"/>
          </a:xfrm>
          <a:custGeom xmlns:a="http://schemas.openxmlformats.org/drawingml/2006/main">
            <a:pathLst>
              <a:path w="1524000" h="409575">
                <a:moveTo>
                  <a:pt x="84578" y="377615"/>
                </a:moveTo>
                <a:lnTo>
                  <a:pt x="80604" y="384876"/>
                </a:lnTo>
                <a:quadBezTo>
                  <a:pt x="42263" y="355054"/>
                  <a:pt x="21106" y="302740"/>
                </a:quadBezTo>
                <a:quadBezTo>
                  <a:pt x="0" y="250427"/>
                  <a:pt x="0" y="191275"/>
                </a:quadBezTo>
                <a:quadBezTo>
                  <a:pt x="0" y="66273"/>
                  <a:pt x="81585" y="0"/>
                </a:quadBezTo>
                <a:lnTo>
                  <a:pt x="84578" y="7191"/>
                </a:lnTo>
                <a:quadBezTo>
                  <a:pt x="50881" y="46462"/>
                  <a:pt x="39631" y="84604"/>
                </a:quadBezTo>
                <a:quadBezTo>
                  <a:pt x="28433" y="122675"/>
                  <a:pt x="28433" y="189935"/>
                </a:quadBezTo>
                <a:quadBezTo>
                  <a:pt x="28433" y="256702"/>
                  <a:pt x="39992" y="298228"/>
                </a:quadBezTo>
                <a:quadBezTo>
                  <a:pt x="51552" y="339754"/>
                  <a:pt x="84578" y="377615"/>
                </a:quadBezTo>
                <a:close/>
                <a:moveTo>
                  <a:pt x="248686" y="169207"/>
                </a:moveTo>
                <a:quadBezTo>
                  <a:pt x="248686" y="194871"/>
                  <a:pt x="239243" y="222649"/>
                </a:quadBezTo>
                <a:quadBezTo>
                  <a:pt x="229851" y="250427"/>
                  <a:pt x="213699" y="272494"/>
                </a:quadBezTo>
                <a:quadBezTo>
                  <a:pt x="186298" y="309932"/>
                  <a:pt x="151620" y="309932"/>
                </a:quadBezTo>
                <a:quadBezTo>
                  <a:pt x="128502" y="309932"/>
                  <a:pt x="115756" y="293504"/>
                </a:quadBezTo>
                <a:quadBezTo>
                  <a:pt x="103062" y="277007"/>
                  <a:pt x="103062" y="247254"/>
                </a:quadBezTo>
                <a:quadBezTo>
                  <a:pt x="103062" y="209817"/>
                  <a:pt x="119730" y="174143"/>
                </a:quadBezTo>
                <a:quadBezTo>
                  <a:pt x="136398" y="138468"/>
                  <a:pt x="162509" y="119573"/>
                </a:quadBezTo>
                <a:quadBezTo>
                  <a:pt x="180983" y="106037"/>
                  <a:pt x="202140" y="106037"/>
                </a:quadBezTo>
                <a:quadBezTo>
                  <a:pt x="222626" y="106037"/>
                  <a:pt x="235630" y="122957"/>
                </a:quadBezTo>
                <a:quadBezTo>
                  <a:pt x="248686" y="139878"/>
                  <a:pt x="248686" y="169207"/>
                </a:quadBezTo>
                <a:close/>
                <a:moveTo>
                  <a:pt x="220975" y="157927"/>
                </a:moveTo>
                <a:quadBezTo>
                  <a:pt x="220975" y="137622"/>
                  <a:pt x="214680" y="126553"/>
                </a:quadBezTo>
                <a:quadBezTo>
                  <a:pt x="208384" y="115484"/>
                  <a:pt x="197496" y="115484"/>
                </a:quadBezTo>
                <a:quadBezTo>
                  <a:pt x="175358" y="115484"/>
                  <a:pt x="155233" y="156517"/>
                </a:quadBezTo>
                <a:quadBezTo>
                  <a:pt x="130773" y="207561"/>
                  <a:pt x="130773" y="259451"/>
                </a:quadBezTo>
                <a:quadBezTo>
                  <a:pt x="130773" y="279263"/>
                  <a:pt x="137688" y="289909"/>
                </a:quadBezTo>
                <a:quadBezTo>
                  <a:pt x="144654" y="300484"/>
                  <a:pt x="156574" y="300484"/>
                </a:quadBezTo>
                <a:quadBezTo>
                  <a:pt x="176700" y="300484"/>
                  <a:pt x="196515" y="263047"/>
                </a:quadBezTo>
                <a:quadBezTo>
                  <a:pt x="207765" y="242249"/>
                  <a:pt x="214370" y="213201"/>
                </a:quadBezTo>
                <a:quadBezTo>
                  <a:pt x="220975" y="184084"/>
                  <a:pt x="220975" y="157927"/>
                </a:quadBezTo>
                <a:close/>
                <a:moveTo>
                  <a:pt x="327680" y="229509"/>
                </a:moveTo>
                <a:lnTo>
                  <a:pt x="326524" y="239626"/>
                </a:lnTo>
                <a:lnTo>
                  <a:pt x="307127" y="239626"/>
                </a:lnTo>
                <a:lnTo>
                  <a:pt x="287007" y="343216"/>
                </a:lnTo>
                <a:quadBezTo>
                  <a:pt x="286537" y="345733"/>
                  <a:pt x="286537" y="347608"/>
                </a:quadBezTo>
                <a:quadBezTo>
                  <a:pt x="286537" y="352692"/>
                  <a:pt x="290005" y="352692"/>
                </a:quadBezTo>
                <a:quadBezTo>
                  <a:pt x="292786" y="352692"/>
                  <a:pt x="296471" y="347806"/>
                </a:quadBezTo>
                <a:quadBezTo>
                  <a:pt x="300191" y="342871"/>
                  <a:pt x="308752" y="327720"/>
                </a:quadBezTo>
                <a:lnTo>
                  <a:pt x="311750" y="329940"/>
                </a:lnTo>
                <a:quadBezTo>
                  <a:pt x="301094" y="352050"/>
                  <a:pt x="294267" y="360095"/>
                </a:quadBezTo>
                <a:quadBezTo>
                  <a:pt x="287476" y="368139"/>
                  <a:pt x="278698" y="368139"/>
                </a:quadBezTo>
                <a:quadBezTo>
                  <a:pt x="268042" y="368139"/>
                  <a:pt x="268042" y="356492"/>
                </a:quadBezTo>
                <a:quadBezTo>
                  <a:pt x="268042" y="353333"/>
                  <a:pt x="271763" y="333099"/>
                </a:quadBezTo>
                <a:lnTo>
                  <a:pt x="289788" y="239626"/>
                </a:lnTo>
                <a:lnTo>
                  <a:pt x="272449" y="239626"/>
                </a:lnTo>
                <a:lnTo>
                  <a:pt x="272196" y="237701"/>
                </a:lnTo>
                <a:quadBezTo>
                  <a:pt x="272196" y="232026"/>
                  <a:pt x="279854" y="229805"/>
                </a:quadBezTo>
                <a:quadBezTo>
                  <a:pt x="285634" y="227929"/>
                  <a:pt x="295098" y="217664"/>
                </a:quadBezTo>
                <a:quadBezTo>
                  <a:pt x="304562" y="207399"/>
                  <a:pt x="310594" y="195061"/>
                </a:quadBezTo>
                <a:quadBezTo>
                  <a:pt x="311967" y="192248"/>
                  <a:pt x="313809" y="192248"/>
                </a:quadBezTo>
                <a:quadBezTo>
                  <a:pt x="315904" y="192248"/>
                  <a:pt x="315904" y="194765"/>
                </a:quadBezTo>
                <a:quadBezTo>
                  <a:pt x="315904" y="196344"/>
                  <a:pt x="315688" y="196986"/>
                </a:quadBezTo>
                <a:lnTo>
                  <a:pt x="309186" y="229509"/>
                </a:lnTo>
                <a:lnTo>
                  <a:pt x="327680" y="229509"/>
                </a:lnTo>
                <a:close/>
                <a:moveTo>
                  <a:pt x="400553" y="333504"/>
                </a:moveTo>
                <a:quadBezTo>
                  <a:pt x="400553" y="348324"/>
                  <a:pt x="398454" y="361486"/>
                </a:quadBezTo>
                <a:quadBezTo>
                  <a:pt x="396356" y="374614"/>
                  <a:pt x="392234" y="385669"/>
                </a:quadBezTo>
                <a:quadBezTo>
                  <a:pt x="388113" y="396724"/>
                  <a:pt x="380830" y="403149"/>
                </a:quadBezTo>
                <a:quadBezTo>
                  <a:pt x="373548" y="409575"/>
                  <a:pt x="363990" y="409575"/>
                </a:quadBezTo>
                <a:quadBezTo>
                  <a:pt x="354129" y="409575"/>
                  <a:pt x="346670" y="402735"/>
                </a:quadBezTo>
                <a:quadBezTo>
                  <a:pt x="339236" y="395860"/>
                  <a:pt x="335190" y="384356"/>
                </a:quadBezTo>
                <a:quadBezTo>
                  <a:pt x="331144" y="372852"/>
                  <a:pt x="329273" y="359828"/>
                </a:quadBezTo>
                <a:quadBezTo>
                  <a:pt x="327427" y="346769"/>
                  <a:pt x="327427" y="332191"/>
                </a:quadBezTo>
                <a:quadBezTo>
                  <a:pt x="327427" y="311601"/>
                  <a:pt x="331144" y="295157"/>
                </a:quadBezTo>
                <a:quadBezTo>
                  <a:pt x="334861" y="278678"/>
                  <a:pt x="343509" y="267865"/>
                </a:quadBezTo>
                <a:quadBezTo>
                  <a:pt x="352182" y="257018"/>
                  <a:pt x="364648" y="257018"/>
                </a:quadBezTo>
                <a:quadBezTo>
                  <a:pt x="380502" y="257018"/>
                  <a:pt x="390515" y="278229"/>
                </a:quadBezTo>
                <a:quadBezTo>
                  <a:pt x="400553" y="299441"/>
                  <a:pt x="400553" y="333504"/>
                </a:quadBezTo>
                <a:close/>
                <a:moveTo>
                  <a:pt x="385028" y="334609"/>
                </a:moveTo>
                <a:quadBezTo>
                  <a:pt x="385028" y="299683"/>
                  <a:pt x="379591" y="281235"/>
                </a:quadBezTo>
                <a:quadBezTo>
                  <a:pt x="374180" y="262752"/>
                  <a:pt x="363661" y="262752"/>
                </a:quadBezTo>
                <a:quadBezTo>
                  <a:pt x="353623" y="262752"/>
                  <a:pt x="348288" y="281338"/>
                </a:quadBezTo>
                <a:quadBezTo>
                  <a:pt x="342953" y="299890"/>
                  <a:pt x="342953" y="333711"/>
                </a:quadBezTo>
                <a:quadBezTo>
                  <a:pt x="342953" y="367774"/>
                  <a:pt x="348288" y="385807"/>
                </a:quadBezTo>
                <a:quadBezTo>
                  <a:pt x="353623" y="403806"/>
                  <a:pt x="363990" y="403806"/>
                </a:quadBezTo>
                <a:quadBezTo>
                  <a:pt x="374180" y="403806"/>
                  <a:pt x="379591" y="385807"/>
                </a:quadBezTo>
                <a:quadBezTo>
                  <a:pt x="385028" y="367774"/>
                  <a:pt x="385028" y="334609"/>
                </a:quadBezTo>
                <a:close/>
                <a:moveTo>
                  <a:pt x="595294" y="288238"/>
                </a:moveTo>
                <a:lnTo>
                  <a:pt x="534717" y="288238"/>
                </a:lnTo>
                <a:lnTo>
                  <a:pt x="534717" y="354271"/>
                </a:lnTo>
                <a:lnTo>
                  <a:pt x="519473" y="354271"/>
                </a:lnTo>
                <a:lnTo>
                  <a:pt x="519473" y="288238"/>
                </a:lnTo>
                <a:lnTo>
                  <a:pt x="459113" y="288238"/>
                </a:lnTo>
                <a:lnTo>
                  <a:pt x="459113" y="267411"/>
                </a:lnTo>
                <a:lnTo>
                  <a:pt x="519473" y="267411"/>
                </a:lnTo>
                <a:lnTo>
                  <a:pt x="519473" y="206116"/>
                </a:lnTo>
                <a:lnTo>
                  <a:pt x="534717" y="206116"/>
                </a:lnTo>
                <a:lnTo>
                  <a:pt x="534717" y="267411"/>
                </a:lnTo>
                <a:lnTo>
                  <a:pt x="595294" y="267411"/>
                </a:lnTo>
                <a:lnTo>
                  <a:pt x="595294" y="288238"/>
                </a:lnTo>
                <a:close/>
                <a:moveTo>
                  <a:pt x="595294" y="392173"/>
                </a:moveTo>
                <a:lnTo>
                  <a:pt x="459113" y="392173"/>
                </a:lnTo>
                <a:lnTo>
                  <a:pt x="459113" y="371297"/>
                </a:lnTo>
                <a:lnTo>
                  <a:pt x="595294" y="371297"/>
                </a:lnTo>
                <a:lnTo>
                  <a:pt x="595294" y="392173"/>
                </a:lnTo>
                <a:close/>
                <a:moveTo>
                  <a:pt x="746327" y="229509"/>
                </a:moveTo>
                <a:lnTo>
                  <a:pt x="746327" y="234543"/>
                </a:lnTo>
                <a:quadBezTo>
                  <a:pt x="738018" y="235184"/>
                  <a:pt x="728771" y="243870"/>
                </a:quadBezTo>
                <a:quadBezTo>
                  <a:pt x="719524" y="252556"/>
                  <a:pt x="694311" y="283204"/>
                </a:quadBezTo>
                <a:lnTo>
                  <a:pt x="702872" y="310989"/>
                </a:lnTo>
                <a:quadBezTo>
                  <a:pt x="715587" y="351754"/>
                  <a:pt x="721619" y="351754"/>
                </a:quadBezTo>
                <a:quadBezTo>
                  <a:pt x="726459" y="351754"/>
                  <a:pt x="732022" y="338478"/>
                </a:quadBezTo>
                <a:quadBezTo>
                  <a:pt x="733178" y="335961"/>
                  <a:pt x="735490" y="330236"/>
                </a:quadBezTo>
                <a:lnTo>
                  <a:pt x="738958" y="333740"/>
                </a:lnTo>
                <a:quadBezTo>
                  <a:pt x="730866" y="353629"/>
                  <a:pt x="725520" y="360884"/>
                </a:quadBezTo>
                <a:quadBezTo>
                  <a:pt x="720210" y="368139"/>
                  <a:pt x="713275" y="368139"/>
                </a:quadBezTo>
                <a:quadBezTo>
                  <a:pt x="708182" y="368139"/>
                  <a:pt x="704136" y="362611"/>
                </a:quadBezTo>
                <a:quadBezTo>
                  <a:pt x="700090" y="357084"/>
                  <a:pt x="694563" y="342278"/>
                </a:quadBezTo>
                <a:quadBezTo>
                  <a:pt x="687628" y="323919"/>
                  <a:pt x="680692" y="297713"/>
                </a:quadBezTo>
                <a:lnTo>
                  <a:pt x="671445" y="307831"/>
                </a:lnTo>
                <a:lnTo>
                  <a:pt x="660356" y="364684"/>
                </a:lnTo>
                <a:lnTo>
                  <a:pt x="643017" y="364684"/>
                </a:lnTo>
                <a:lnTo>
                  <a:pt x="675599" y="197923"/>
                </a:lnTo>
                <a:quadBezTo>
                  <a:pt x="678850" y="182131"/>
                  <a:pt x="679753" y="170138"/>
                </a:quadBezTo>
                <a:quadBezTo>
                  <a:pt x="679067" y="162538"/>
                  <a:pt x="667977" y="162538"/>
                </a:quadBezTo>
                <a:lnTo>
                  <a:pt x="663823" y="162538"/>
                </a:lnTo>
                <a:lnTo>
                  <a:pt x="663823" y="157504"/>
                </a:lnTo>
                <a:quadBezTo>
                  <a:pt x="681162" y="154641"/>
                  <a:pt x="700090" y="148966"/>
                </a:quadBezTo>
                <a:lnTo>
                  <a:pt x="701499" y="150841"/>
                </a:lnTo>
                <a:lnTo>
                  <a:pt x="673757" y="294900"/>
                </a:lnTo>
                <a:lnTo>
                  <a:pt x="683691" y="284438"/>
                </a:lnTo>
                <a:quadBezTo>
                  <a:pt x="716742" y="249694"/>
                  <a:pt x="716742" y="240218"/>
                </a:quadBezTo>
                <a:quadBezTo>
                  <a:pt x="716742" y="234543"/>
                  <a:pt x="708182" y="234543"/>
                </a:quadBezTo>
                <a:lnTo>
                  <a:pt x="704967" y="234543"/>
                </a:lnTo>
                <a:lnTo>
                  <a:pt x="704967" y="229509"/>
                </a:lnTo>
                <a:lnTo>
                  <a:pt x="746327" y="229509"/>
                </a:lnTo>
                <a:close/>
                <a:moveTo>
                  <a:pt x="819127" y="376169"/>
                </a:moveTo>
                <a:lnTo>
                  <a:pt x="810379" y="406466"/>
                </a:lnTo>
                <a:lnTo>
                  <a:pt x="747114" y="406466"/>
                </a:lnTo>
                <a:lnTo>
                  <a:pt x="747114" y="403806"/>
                </a:lnTo>
                <a:lnTo>
                  <a:pt x="775914" y="362039"/>
                </a:lnTo>
                <a:quadBezTo>
                  <a:pt x="787242" y="345871"/>
                  <a:pt x="792097" y="332398"/>
                </a:quadBezTo>
                <a:quadBezTo>
                  <a:pt x="796952" y="318925"/>
                  <a:pt x="796952" y="304554"/>
                </a:quadBezTo>
                <a:quadBezTo>
                  <a:pt x="796952" y="289733"/>
                  <a:pt x="790959" y="281546"/>
                </a:quadBezTo>
                <a:quadBezTo>
                  <a:pt x="784967" y="273358"/>
                  <a:pt x="774448" y="273358"/>
                </a:quadBezTo>
                <a:quadBezTo>
                  <a:pt x="765724" y="273358"/>
                  <a:pt x="760617" y="279576"/>
                </a:quadBezTo>
                <a:quadBezTo>
                  <a:pt x="755509" y="285760"/>
                  <a:pt x="750654" y="302101"/>
                </a:quadBezTo>
                <a:lnTo>
                  <a:pt x="747266" y="300995"/>
                </a:lnTo>
                <a:quadBezTo>
                  <a:pt x="750022" y="280440"/>
                  <a:pt x="758341" y="268729"/>
                </a:quadBezTo>
                <a:quadBezTo>
                  <a:pt x="766685" y="257018"/>
                  <a:pt x="780921" y="257018"/>
                </a:quadBezTo>
                <a:quadBezTo>
                  <a:pt x="794347" y="257018"/>
                  <a:pt x="802591" y="268072"/>
                </a:quadBezTo>
                <a:quadBezTo>
                  <a:pt x="810859" y="279127"/>
                  <a:pt x="810859" y="295917"/>
                </a:quadBezTo>
                <a:quadBezTo>
                  <a:pt x="810859" y="320894"/>
                  <a:pt x="790150" y="350742"/>
                </a:quadBezTo>
                <a:lnTo>
                  <a:pt x="763449" y="389676"/>
                </a:lnTo>
                <a:lnTo>
                  <a:pt x="801326" y="389676"/>
                </a:lnTo>
                <a:quadBezTo>
                  <a:pt x="806662" y="389676"/>
                  <a:pt x="809797" y="386809"/>
                </a:quadBezTo>
                <a:quadBezTo>
                  <a:pt x="812958" y="383907"/>
                  <a:pt x="816852" y="374856"/>
                </a:quadBezTo>
                <a:lnTo>
                  <a:pt x="819127" y="376169"/>
                </a:lnTo>
                <a:close/>
                <a:moveTo>
                  <a:pt x="907466" y="224919"/>
                </a:moveTo>
                <a:quadBezTo>
                  <a:pt x="911295" y="230150"/>
                  <a:pt x="911295" y="237405"/>
                </a:quadBezTo>
                <a:quadBezTo>
                  <a:pt x="911295" y="244660"/>
                  <a:pt x="907575" y="249743"/>
                </a:quadBezTo>
                <a:quadBezTo>
                  <a:pt x="903890" y="254777"/>
                  <a:pt x="898580" y="254777"/>
                </a:quadBezTo>
                <a:quadBezTo>
                  <a:pt x="893270" y="254777"/>
                  <a:pt x="889441" y="249595"/>
                </a:quadBezTo>
                <a:quadBezTo>
                  <a:pt x="885612" y="244364"/>
                  <a:pt x="885612" y="237405"/>
                </a:quadBezTo>
                <a:quadBezTo>
                  <a:pt x="885612" y="229805"/>
                  <a:pt x="889297" y="224771"/>
                </a:quadBezTo>
                <a:quadBezTo>
                  <a:pt x="893017" y="219688"/>
                  <a:pt x="898580" y="219688"/>
                </a:quadBezTo>
                <a:quadBezTo>
                  <a:pt x="903674" y="219688"/>
                  <a:pt x="907466" y="224919"/>
                </a:quadBezTo>
                <a:close/>
                <a:moveTo>
                  <a:pt x="911295" y="350767"/>
                </a:moveTo>
                <a:quadBezTo>
                  <a:pt x="911295" y="357726"/>
                  <a:pt x="907575" y="362957"/>
                </a:quadBezTo>
                <a:quadBezTo>
                  <a:pt x="903890" y="368139"/>
                  <a:pt x="898580" y="368139"/>
                </a:quadBezTo>
                <a:quadBezTo>
                  <a:pt x="893270" y="368139"/>
                  <a:pt x="889441" y="362957"/>
                </a:quadBezTo>
                <a:quadBezTo>
                  <a:pt x="885612" y="357726"/>
                  <a:pt x="885612" y="350767"/>
                </a:quadBezTo>
                <a:quadBezTo>
                  <a:pt x="885612" y="343216"/>
                  <a:pt x="889297" y="338182"/>
                </a:quadBezTo>
                <a:quadBezTo>
                  <a:pt x="893017" y="333099"/>
                  <a:pt x="898580" y="333099"/>
                </a:quadBezTo>
                <a:quadBezTo>
                  <a:pt x="903674" y="333099"/>
                  <a:pt x="907466" y="338330"/>
                </a:quadBezTo>
                <a:quadBezTo>
                  <a:pt x="911295" y="343512"/>
                  <a:pt x="911295" y="350767"/>
                </a:quadBezTo>
                <a:close/>
                <a:moveTo>
                  <a:pt x="1032968" y="229509"/>
                </a:moveTo>
                <a:lnTo>
                  <a:pt x="1031812" y="239626"/>
                </a:lnTo>
                <a:lnTo>
                  <a:pt x="1012414" y="239626"/>
                </a:lnTo>
                <a:lnTo>
                  <a:pt x="992294" y="343216"/>
                </a:lnTo>
                <a:quadBezTo>
                  <a:pt x="991825" y="345733"/>
                  <a:pt x="991825" y="347608"/>
                </a:quadBezTo>
                <a:quadBezTo>
                  <a:pt x="991825" y="352692"/>
                  <a:pt x="995292" y="352692"/>
                </a:quadBezTo>
                <a:quadBezTo>
                  <a:pt x="998074" y="352692"/>
                  <a:pt x="1001758" y="347806"/>
                </a:quadBezTo>
                <a:quadBezTo>
                  <a:pt x="1005479" y="342871"/>
                  <a:pt x="1014040" y="327720"/>
                </a:quadBezTo>
                <a:lnTo>
                  <a:pt x="1017038" y="329940"/>
                </a:lnTo>
                <a:quadBezTo>
                  <a:pt x="1006382" y="352050"/>
                  <a:pt x="999555" y="360095"/>
                </a:quadBezTo>
                <a:quadBezTo>
                  <a:pt x="992764" y="368139"/>
                  <a:pt x="983986" y="368139"/>
                </a:quadBezTo>
                <a:quadBezTo>
                  <a:pt x="973330" y="368139"/>
                  <a:pt x="973330" y="356492"/>
                </a:quadBezTo>
                <a:quadBezTo>
                  <a:pt x="973330" y="353333"/>
                  <a:pt x="977051" y="333099"/>
                </a:quadBezTo>
                <a:lnTo>
                  <a:pt x="995076" y="239626"/>
                </a:lnTo>
                <a:lnTo>
                  <a:pt x="977737" y="239626"/>
                </a:lnTo>
                <a:lnTo>
                  <a:pt x="977484" y="237701"/>
                </a:lnTo>
                <a:quadBezTo>
                  <a:pt x="977484" y="232026"/>
                  <a:pt x="985142" y="229805"/>
                </a:quadBezTo>
                <a:quadBezTo>
                  <a:pt x="990922" y="227929"/>
                  <a:pt x="1000386" y="217664"/>
                </a:quadBezTo>
                <a:quadBezTo>
                  <a:pt x="1009850" y="207399"/>
                  <a:pt x="1015882" y="195061"/>
                </a:quadBezTo>
                <a:quadBezTo>
                  <a:pt x="1017255" y="192248"/>
                  <a:pt x="1019097" y="192248"/>
                </a:quadBezTo>
                <a:quadBezTo>
                  <a:pt x="1021192" y="192248"/>
                  <a:pt x="1021192" y="194765"/>
                </a:quadBezTo>
                <a:quadBezTo>
                  <a:pt x="1021192" y="196344"/>
                  <a:pt x="1020975" y="196986"/>
                </a:quadBezTo>
                <a:lnTo>
                  <a:pt x="1014473" y="229509"/>
                </a:lnTo>
                <a:lnTo>
                  <a:pt x="1032968" y="229509"/>
                </a:lnTo>
                <a:close/>
                <a:moveTo>
                  <a:pt x="1092591" y="406466"/>
                </a:moveTo>
                <a:lnTo>
                  <a:pt x="1047912" y="406466"/>
                </a:lnTo>
                <a:lnTo>
                  <a:pt x="1047912" y="403149"/>
                </a:lnTo>
                <a:quadBezTo>
                  <a:pt x="1056812" y="402493"/>
                  <a:pt x="1060049" y="398624"/>
                </a:quadBezTo>
                <a:quadBezTo>
                  <a:pt x="1063285" y="394755"/>
                  <a:pt x="1063285" y="385462"/>
                </a:quadBezTo>
                <a:lnTo>
                  <a:pt x="1063285" y="286175"/>
                </a:lnTo>
                <a:quadBezTo>
                  <a:pt x="1063285" y="275362"/>
                  <a:pt x="1058431" y="275362"/>
                </a:quadBezTo>
                <a:quadBezTo>
                  <a:pt x="1056180" y="275362"/>
                  <a:pt x="1051148" y="278022"/>
                </a:quadBezTo>
                <a:lnTo>
                  <a:pt x="1046774" y="280233"/>
                </a:lnTo>
                <a:lnTo>
                  <a:pt x="1046774" y="277124"/>
                </a:lnTo>
                <a:lnTo>
                  <a:pt x="1075751" y="257018"/>
                </a:lnTo>
                <a:lnTo>
                  <a:pt x="1077218" y="257674"/>
                </a:lnTo>
                <a:lnTo>
                  <a:pt x="1077218" y="389676"/>
                </a:lnTo>
                <a:quadBezTo>
                  <a:pt x="1077218" y="396966"/>
                  <a:pt x="1080454" y="400075"/>
                </a:quadBezTo>
                <a:quadBezTo>
                  <a:pt x="1083691" y="403149"/>
                  <a:pt x="1092591" y="403149"/>
                </a:quadBezTo>
                <a:lnTo>
                  <a:pt x="1092591" y="406466"/>
                </a:lnTo>
                <a:close/>
                <a:moveTo>
                  <a:pt x="1161892" y="368590"/>
                </a:moveTo>
                <a:lnTo>
                  <a:pt x="1158590" y="360059"/>
                </a:lnTo>
                <a:quadBezTo>
                  <a:pt x="1185991" y="334749"/>
                  <a:pt x="1185991" y="311765"/>
                </a:quadBezTo>
                <a:quadBezTo>
                  <a:pt x="1185991" y="305913"/>
                  <a:pt x="1181398" y="305913"/>
                </a:quadBezTo>
                <a:quadBezTo>
                  <a:pt x="1180057" y="305913"/>
                  <a:pt x="1176909" y="306759"/>
                </a:quadBezTo>
                <a:quadBezTo>
                  <a:pt x="1173813" y="307675"/>
                  <a:pt x="1171800" y="307675"/>
                </a:quadBezTo>
                <a:quadBezTo>
                  <a:pt x="1152655" y="307675"/>
                  <a:pt x="1152655" y="284691"/>
                </a:quadBezTo>
                <a:quadBezTo>
                  <a:pt x="1152655" y="272988"/>
                  <a:pt x="1158074" y="266008"/>
                </a:quadBezTo>
                <a:quadBezTo>
                  <a:pt x="1163544" y="258958"/>
                  <a:pt x="1172471" y="258958"/>
                </a:quadBezTo>
                <a:quadBezTo>
                  <a:pt x="1183720" y="258958"/>
                  <a:pt x="1191306" y="270027"/>
                </a:quadBezTo>
                <a:quadBezTo>
                  <a:pt x="1198892" y="281096"/>
                  <a:pt x="1198892" y="298228"/>
                </a:quadBezTo>
                <a:quadBezTo>
                  <a:pt x="1198892" y="318956"/>
                  <a:pt x="1188829" y="338344"/>
                </a:quadBezTo>
                <a:quadBezTo>
                  <a:pt x="1178767" y="357803"/>
                  <a:pt x="1161892" y="368590"/>
                </a:quadBezTo>
                <a:close/>
                <a:moveTo>
                  <a:pt x="1421929" y="156094"/>
                </a:moveTo>
                <a:quadBezTo>
                  <a:pt x="1421929" y="186340"/>
                  <a:pt x="1417646" y="213201"/>
                </a:quadBezTo>
                <a:quadBezTo>
                  <a:pt x="1413363" y="239993"/>
                  <a:pt x="1404951" y="262554"/>
                </a:quadBezTo>
                <a:quadBezTo>
                  <a:pt x="1396540" y="285114"/>
                  <a:pt x="1381678" y="298228"/>
                </a:quadBezTo>
                <a:quadBezTo>
                  <a:pt x="1366817" y="311342"/>
                  <a:pt x="1347311" y="311342"/>
                </a:quadBezTo>
                <a:quadBezTo>
                  <a:pt x="1327185" y="311342"/>
                  <a:pt x="1311963" y="297382"/>
                </a:quadBezTo>
                <a:quadBezTo>
                  <a:pt x="1296791" y="283352"/>
                  <a:pt x="1288535" y="259874"/>
                </a:quadBezTo>
                <a:quadBezTo>
                  <a:pt x="1280278" y="236397"/>
                  <a:pt x="1276460" y="209817"/>
                </a:quadBezTo>
                <a:quadBezTo>
                  <a:pt x="1272693" y="183167"/>
                  <a:pt x="1272693" y="153415"/>
                </a:quadBezTo>
                <a:quadBezTo>
                  <a:pt x="1272693" y="111395"/>
                  <a:pt x="1280278" y="77835"/>
                </a:quadBezTo>
                <a:quadBezTo>
                  <a:pt x="1287864" y="44205"/>
                  <a:pt x="1305512" y="22138"/>
                </a:quadBezTo>
                <a:quadBezTo>
                  <a:pt x="1323212" y="0"/>
                  <a:pt x="1348652" y="0"/>
                </a:quadBezTo>
                <a:quadBezTo>
                  <a:pt x="1381008" y="0"/>
                  <a:pt x="1401442" y="43289"/>
                </a:quadBezTo>
                <a:quadBezTo>
                  <a:pt x="1421929" y="86578"/>
                  <a:pt x="1421929" y="156094"/>
                </a:quadBezTo>
                <a:close/>
                <a:moveTo>
                  <a:pt x="1390245" y="158350"/>
                </a:moveTo>
                <a:quadBezTo>
                  <a:pt x="1390245" y="87071"/>
                  <a:pt x="1379150" y="49423"/>
                </a:quadBezTo>
                <a:quadBezTo>
                  <a:pt x="1368107" y="11704"/>
                  <a:pt x="1346640" y="11704"/>
                </a:quadBezTo>
                <a:quadBezTo>
                  <a:pt x="1326153" y="11704"/>
                  <a:pt x="1315265" y="49634"/>
                </a:quadBezTo>
                <a:quadBezTo>
                  <a:pt x="1304377" y="87494"/>
                  <a:pt x="1304377" y="156517"/>
                </a:quadBezTo>
                <a:quadBezTo>
                  <a:pt x="1304377" y="226033"/>
                  <a:pt x="1315265" y="262836"/>
                </a:quadBezTo>
                <a:quadBezTo>
                  <a:pt x="1326153" y="299568"/>
                  <a:pt x="1347311" y="299568"/>
                </a:quadBezTo>
                <a:quadBezTo>
                  <a:pt x="1368107" y="299568"/>
                  <a:pt x="1379150" y="262836"/>
                </a:quadBezTo>
                <a:quadBezTo>
                  <a:pt x="1390245" y="226033"/>
                  <a:pt x="1390245" y="158350"/>
                </a:quadBezTo>
                <a:close/>
                <a:moveTo>
                  <a:pt x="1439474" y="7191"/>
                </a:moveTo>
                <a:lnTo>
                  <a:pt x="1443396" y="0"/>
                </a:lnTo>
                <a:quadBezTo>
                  <a:pt x="1481066" y="30669"/>
                  <a:pt x="1502533" y="83053"/>
                </a:quadBezTo>
                <a:quadBezTo>
                  <a:pt x="1524000" y="135366"/>
                  <a:pt x="1524000" y="193531"/>
                </a:quadBezTo>
                <a:quadBezTo>
                  <a:pt x="1524000" y="316700"/>
                  <a:pt x="1442415" y="384876"/>
                </a:quadBezTo>
                <a:lnTo>
                  <a:pt x="1439474" y="377615"/>
                </a:lnTo>
                <a:quadBezTo>
                  <a:pt x="1473480" y="339261"/>
                  <a:pt x="1484524" y="301189"/>
                </a:quadBezTo>
                <a:quadBezTo>
                  <a:pt x="1495618" y="263047"/>
                  <a:pt x="1495618" y="194871"/>
                </a:quadBezTo>
                <a:quadBezTo>
                  <a:pt x="1495618" y="126342"/>
                  <a:pt x="1484524" y="85027"/>
                </a:quadBezTo>
                <a:quadBezTo>
                  <a:pt x="1473480" y="43712"/>
                  <a:pt x="1439474" y="7191"/>
                </a:quadBez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3" name="obs3">
            <a:extLst xmlns:a="http://schemas.openxmlformats.org/drawingml/2006/main">
              <a:ext uri="{FF2B5EF4-FFF2-40B4-BE49-F238E27FC236}">
                <a16:creationId xmlns:a16="http://schemas.microsoft.com/office/drawing/2014/main" id="{4622E850-0FD5-423B-A361-7A42C0E9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" y="4733925"/>
            <a:ext cx="1924050" cy="409575"/>
          </a:xfrm>
          <a:custGeom xmlns:a="http://schemas.openxmlformats.org/drawingml/2006/main">
            <a:pathLst>
              <a:path w="1924050" h="409575">
                <a:moveTo>
                  <a:pt x="83758" y="377615"/>
                </a:moveTo>
                <a:lnTo>
                  <a:pt x="79823" y="384876"/>
                </a:lnTo>
                <a:quadBezTo>
                  <a:pt x="41853" y="355054"/>
                  <a:pt x="20901" y="302740"/>
                </a:quadBezTo>
                <a:quadBezTo>
                  <a:pt x="0" y="250427"/>
                  <a:pt x="0" y="191275"/>
                </a:quadBezTo>
                <a:quadBezTo>
                  <a:pt x="0" y="66273"/>
                  <a:pt x="80794" y="0"/>
                </a:quadBezTo>
                <a:lnTo>
                  <a:pt x="83758" y="7191"/>
                </a:lnTo>
                <a:quadBezTo>
                  <a:pt x="50388" y="46462"/>
                  <a:pt x="39247" y="84604"/>
                </a:quadBezTo>
                <a:quadBezTo>
                  <a:pt x="28158" y="122675"/>
                  <a:pt x="28158" y="189935"/>
                </a:quadBezTo>
                <a:quadBezTo>
                  <a:pt x="28158" y="256702"/>
                  <a:pt x="39605" y="298228"/>
                </a:quadBezTo>
                <a:quadBezTo>
                  <a:pt x="51052" y="339754"/>
                  <a:pt x="83758" y="377615"/>
                </a:quadBezTo>
                <a:close/>
                <a:moveTo>
                  <a:pt x="246276" y="169207"/>
                </a:moveTo>
                <a:quadBezTo>
                  <a:pt x="246276" y="194871"/>
                  <a:pt x="236924" y="222649"/>
                </a:quadBezTo>
                <a:quadBezTo>
                  <a:pt x="227623" y="250427"/>
                  <a:pt x="211628" y="272494"/>
                </a:quadBezTo>
                <a:quadBezTo>
                  <a:pt x="184492" y="309932"/>
                  <a:pt x="150151" y="309932"/>
                </a:quadBezTo>
                <a:quadBezTo>
                  <a:pt x="127257" y="309932"/>
                  <a:pt x="114634" y="293504"/>
                </a:quadBezTo>
                <a:quadBezTo>
                  <a:pt x="102063" y="277007"/>
                  <a:pt x="102063" y="247254"/>
                </a:quadBezTo>
                <a:quadBezTo>
                  <a:pt x="102063" y="209817"/>
                  <a:pt x="118569" y="174143"/>
                </a:quadBezTo>
                <a:quadBezTo>
                  <a:pt x="135076" y="138468"/>
                  <a:pt x="160934" y="119573"/>
                </a:quadBezTo>
                <a:quadBezTo>
                  <a:pt x="179229" y="106037"/>
                  <a:pt x="200181" y="106037"/>
                </a:quadBezTo>
                <a:quadBezTo>
                  <a:pt x="220469" y="106037"/>
                  <a:pt x="233347" y="122957"/>
                </a:quadBezTo>
                <a:quadBezTo>
                  <a:pt x="246276" y="139878"/>
                  <a:pt x="246276" y="169207"/>
                </a:quadBezTo>
                <a:close/>
                <a:moveTo>
                  <a:pt x="218834" y="157927"/>
                </a:moveTo>
                <a:quadBezTo>
                  <a:pt x="218834" y="137622"/>
                  <a:pt x="212599" y="126553"/>
                </a:quadBezTo>
                <a:quadBezTo>
                  <a:pt x="206365" y="115484"/>
                  <a:pt x="195582" y="115484"/>
                </a:quadBezTo>
                <a:quadBezTo>
                  <a:pt x="173659" y="115484"/>
                  <a:pt x="153728" y="156517"/>
                </a:quadBezTo>
                <a:quadBezTo>
                  <a:pt x="129505" y="207561"/>
                  <a:pt x="129505" y="259451"/>
                </a:quadBezTo>
                <a:quadBezTo>
                  <a:pt x="129505" y="279263"/>
                  <a:pt x="136353" y="289909"/>
                </a:quadBezTo>
                <a:quadBezTo>
                  <a:pt x="143252" y="300484"/>
                  <a:pt x="155057" y="300484"/>
                </a:quadBezTo>
                <a:quadBezTo>
                  <a:pt x="174987" y="300484"/>
                  <a:pt x="194611" y="263047"/>
                </a:quadBezTo>
                <a:quadBezTo>
                  <a:pt x="205751" y="242249"/>
                  <a:pt x="212293" y="213201"/>
                </a:quadBezTo>
                <a:quadBezTo>
                  <a:pt x="218834" y="184084"/>
                  <a:pt x="218834" y="157927"/>
                </a:quadBezTo>
                <a:close/>
                <a:moveTo>
                  <a:pt x="324505" y="229509"/>
                </a:moveTo>
                <a:lnTo>
                  <a:pt x="323360" y="239626"/>
                </a:lnTo>
                <a:lnTo>
                  <a:pt x="304150" y="239626"/>
                </a:lnTo>
                <a:lnTo>
                  <a:pt x="284225" y="343216"/>
                </a:lnTo>
                <a:quadBezTo>
                  <a:pt x="283760" y="345733"/>
                  <a:pt x="283760" y="347608"/>
                </a:quadBezTo>
                <a:quadBezTo>
                  <a:pt x="283760" y="352692"/>
                  <a:pt x="287194" y="352692"/>
                </a:quadBezTo>
                <a:quadBezTo>
                  <a:pt x="289949" y="352692"/>
                  <a:pt x="293598" y="347806"/>
                </a:quadBezTo>
                <a:quadBezTo>
                  <a:pt x="297282" y="342871"/>
                  <a:pt x="305760" y="327720"/>
                </a:quadBezTo>
                <a:lnTo>
                  <a:pt x="308729" y="329940"/>
                </a:lnTo>
                <a:quadBezTo>
                  <a:pt x="298176" y="352050"/>
                  <a:pt x="291415" y="360095"/>
                </a:quadBezTo>
                <a:quadBezTo>
                  <a:pt x="284690" y="368139"/>
                  <a:pt x="275998" y="368139"/>
                </a:quadBezTo>
                <a:quadBezTo>
                  <a:pt x="265445" y="368139"/>
                  <a:pt x="265445" y="356492"/>
                </a:quadBezTo>
                <a:quadBezTo>
                  <a:pt x="265445" y="353333"/>
                  <a:pt x="269129" y="333099"/>
                </a:quadBezTo>
                <a:lnTo>
                  <a:pt x="286980" y="239626"/>
                </a:lnTo>
                <a:lnTo>
                  <a:pt x="269809" y="239626"/>
                </a:lnTo>
                <a:lnTo>
                  <a:pt x="269559" y="237701"/>
                </a:lnTo>
                <a:quadBezTo>
                  <a:pt x="269559" y="232026"/>
                  <a:pt x="277142" y="229805"/>
                </a:quadBezTo>
                <a:quadBezTo>
                  <a:pt x="282866" y="227929"/>
                  <a:pt x="292238" y="217664"/>
                </a:quadBezTo>
                <a:quadBezTo>
                  <a:pt x="301611" y="207399"/>
                  <a:pt x="307584" y="195061"/>
                </a:quadBezTo>
                <a:quadBezTo>
                  <a:pt x="308944" y="192248"/>
                  <a:pt x="310768" y="192248"/>
                </a:quadBezTo>
                <a:quadBezTo>
                  <a:pt x="312843" y="192248"/>
                  <a:pt x="312843" y="194765"/>
                </a:quadBezTo>
                <a:quadBezTo>
                  <a:pt x="312843" y="196344"/>
                  <a:pt x="312628" y="196986"/>
                </a:quadBezTo>
                <a:lnTo>
                  <a:pt x="306189" y="229509"/>
                </a:lnTo>
                <a:lnTo>
                  <a:pt x="324505" y="229509"/>
                </a:lnTo>
                <a:close/>
                <a:moveTo>
                  <a:pt x="396672" y="333504"/>
                </a:moveTo>
                <a:quadBezTo>
                  <a:pt x="396672" y="348324"/>
                  <a:pt x="394593" y="361486"/>
                </a:quadBezTo>
                <a:quadBezTo>
                  <a:pt x="392515" y="374614"/>
                  <a:pt x="388433" y="385669"/>
                </a:quadBezTo>
                <a:quadBezTo>
                  <a:pt x="384352" y="396724"/>
                  <a:pt x="377140" y="403149"/>
                </a:quadBezTo>
                <a:quadBezTo>
                  <a:pt x="369928" y="409575"/>
                  <a:pt x="360463" y="409575"/>
                </a:quadBezTo>
                <a:quadBezTo>
                  <a:pt x="350697" y="409575"/>
                  <a:pt x="343310" y="402735"/>
                </a:quadBezTo>
                <a:quadBezTo>
                  <a:pt x="335948" y="395860"/>
                  <a:pt x="331942" y="384356"/>
                </a:quadBezTo>
                <a:quadBezTo>
                  <a:pt x="327935" y="372852"/>
                  <a:pt x="326082" y="359828"/>
                </a:quadBezTo>
                <a:quadBezTo>
                  <a:pt x="324254" y="346769"/>
                  <a:pt x="324254" y="332191"/>
                </a:quadBezTo>
                <a:quadBezTo>
                  <a:pt x="324254" y="311601"/>
                  <a:pt x="327935" y="295157"/>
                </a:quadBezTo>
                <a:quadBezTo>
                  <a:pt x="331616" y="278678"/>
                  <a:pt x="340180" y="267865"/>
                </a:quadBezTo>
                <a:quadBezTo>
                  <a:pt x="348769" y="257018"/>
                  <a:pt x="361114" y="257018"/>
                </a:quadBezTo>
                <a:quadBezTo>
                  <a:pt x="376814" y="257018"/>
                  <a:pt x="386730" y="278229"/>
                </a:quadBezTo>
                <a:quadBezTo>
                  <a:pt x="396672" y="299441"/>
                  <a:pt x="396672" y="333504"/>
                </a:quadBezTo>
                <a:close/>
                <a:moveTo>
                  <a:pt x="381297" y="334609"/>
                </a:moveTo>
                <a:quadBezTo>
                  <a:pt x="381297" y="299683"/>
                  <a:pt x="375913" y="281235"/>
                </a:quadBezTo>
                <a:quadBezTo>
                  <a:pt x="370554" y="262752"/>
                  <a:pt x="360137" y="262752"/>
                </a:quadBezTo>
                <a:quadBezTo>
                  <a:pt x="350196" y="262752"/>
                  <a:pt x="344913" y="281338"/>
                </a:quadBezTo>
                <a:quadBezTo>
                  <a:pt x="339629" y="299890"/>
                  <a:pt x="339629" y="333711"/>
                </a:quadBezTo>
                <a:quadBezTo>
                  <a:pt x="339629" y="367774"/>
                  <a:pt x="344913" y="385807"/>
                </a:quadBezTo>
                <a:quadBezTo>
                  <a:pt x="350196" y="403806"/>
                  <a:pt x="360463" y="403806"/>
                </a:quadBezTo>
                <a:quadBezTo>
                  <a:pt x="370554" y="403806"/>
                  <a:pt x="375913" y="385807"/>
                </a:quadBezTo>
                <a:quadBezTo>
                  <a:pt x="381297" y="367774"/>
                  <a:pt x="381297" y="334609"/>
                </a:quadBezTo>
                <a:close/>
                <a:moveTo>
                  <a:pt x="585841" y="295196"/>
                </a:moveTo>
                <a:lnTo>
                  <a:pt x="458348" y="295196"/>
                </a:lnTo>
                <a:lnTo>
                  <a:pt x="458348" y="274370"/>
                </a:lnTo>
                <a:lnTo>
                  <a:pt x="585841" y="274370"/>
                </a:lnTo>
                <a:lnTo>
                  <a:pt x="585841" y="295196"/>
                </a:lnTo>
                <a:close/>
                <a:moveTo>
                  <a:pt x="739094" y="229509"/>
                </a:moveTo>
                <a:lnTo>
                  <a:pt x="739094" y="234543"/>
                </a:lnTo>
                <a:quadBezTo>
                  <a:pt x="730867" y="235184"/>
                  <a:pt x="721709" y="243870"/>
                </a:quadBezTo>
                <a:quadBezTo>
                  <a:pt x="712551" y="252556"/>
                  <a:pt x="687582" y="283204"/>
                </a:quadBezTo>
                <a:lnTo>
                  <a:pt x="696060" y="310989"/>
                </a:lnTo>
                <a:quadBezTo>
                  <a:pt x="708652" y="351754"/>
                  <a:pt x="714626" y="351754"/>
                </a:quadBezTo>
                <a:quadBezTo>
                  <a:pt x="719420" y="351754"/>
                  <a:pt x="724928" y="338478"/>
                </a:quadBezTo>
                <a:quadBezTo>
                  <a:pt x="726073" y="335961"/>
                  <a:pt x="728363" y="330236"/>
                </a:quadBezTo>
                <a:lnTo>
                  <a:pt x="731797" y="333740"/>
                </a:lnTo>
                <a:quadBezTo>
                  <a:pt x="723784" y="353629"/>
                  <a:pt x="718489" y="360884"/>
                </a:quadBezTo>
                <a:quadBezTo>
                  <a:pt x="713231" y="368139"/>
                  <a:pt x="706363" y="368139"/>
                </a:quadBezTo>
                <a:quadBezTo>
                  <a:pt x="701319" y="368139"/>
                  <a:pt x="697312" y="362611"/>
                </a:quadBezTo>
                <a:quadBezTo>
                  <a:pt x="693306" y="357084"/>
                  <a:pt x="687833" y="342278"/>
                </a:quadBezTo>
                <a:quadBezTo>
                  <a:pt x="680964" y="323919"/>
                  <a:pt x="674096" y="297713"/>
                </a:quadBezTo>
                <a:lnTo>
                  <a:pt x="664939" y="307831"/>
                </a:lnTo>
                <a:lnTo>
                  <a:pt x="653956" y="364684"/>
                </a:lnTo>
                <a:lnTo>
                  <a:pt x="636786" y="364684"/>
                </a:lnTo>
                <a:lnTo>
                  <a:pt x="669052" y="197923"/>
                </a:lnTo>
                <a:quadBezTo>
                  <a:pt x="672272" y="182131"/>
                  <a:pt x="673166" y="170138"/>
                </a:quadBezTo>
                <a:quadBezTo>
                  <a:pt x="672486" y="162538"/>
                  <a:pt x="661504" y="162538"/>
                </a:quadBezTo>
                <a:lnTo>
                  <a:pt x="657391" y="162538"/>
                </a:lnTo>
                <a:lnTo>
                  <a:pt x="657391" y="157504"/>
                </a:lnTo>
                <a:quadBezTo>
                  <a:pt x="674561" y="154641"/>
                  <a:pt x="693306" y="148966"/>
                </a:quadBezTo>
                <a:lnTo>
                  <a:pt x="694701" y="150841"/>
                </a:lnTo>
                <a:lnTo>
                  <a:pt x="667228" y="294900"/>
                </a:lnTo>
                <a:lnTo>
                  <a:pt x="677065" y="284438"/>
                </a:lnTo>
                <a:quadBezTo>
                  <a:pt x="709797" y="249694"/>
                  <a:pt x="709797" y="240218"/>
                </a:quadBezTo>
                <a:quadBezTo>
                  <a:pt x="709797" y="234543"/>
                  <a:pt x="701319" y="234543"/>
                </a:quadBezTo>
                <a:lnTo>
                  <a:pt x="698135" y="234543"/>
                </a:lnTo>
                <a:lnTo>
                  <a:pt x="698135" y="229509"/>
                </a:lnTo>
                <a:lnTo>
                  <a:pt x="739094" y="229509"/>
                </a:lnTo>
                <a:close/>
                <a:moveTo>
                  <a:pt x="744982" y="293706"/>
                </a:moveTo>
                <a:lnTo>
                  <a:pt x="742428" y="292808"/>
                </a:lnTo>
                <a:quadBezTo>
                  <a:pt x="746109" y="276225"/>
                  <a:pt x="753947" y="266622"/>
                </a:quadBezTo>
                <a:quadBezTo>
                  <a:pt x="761810" y="257018"/>
                  <a:pt x="773829" y="257018"/>
                </a:quadBezTo>
                <a:quadBezTo>
                  <a:pt x="785047" y="257018"/>
                  <a:pt x="791933" y="265412"/>
                </a:quadBezTo>
                <a:quadBezTo>
                  <a:pt x="798845" y="273807"/>
                  <a:pt x="798845" y="287280"/>
                </a:quadBezTo>
                <a:quadBezTo>
                  <a:pt x="798845" y="305417"/>
                  <a:pt x="783945" y="317819"/>
                </a:quadBezTo>
                <a:quadBezTo>
                  <a:pt x="792760" y="323105"/>
                  <a:pt x="797242" y="329531"/>
                </a:quadBezTo>
                <a:quadBezTo>
                  <a:pt x="804278" y="340344"/>
                  <a:pt x="804278" y="358032"/>
                </a:quadBezTo>
                <a:quadBezTo>
                  <a:pt x="804278" y="375719"/>
                  <a:pt x="796916" y="388985"/>
                </a:quadBezTo>
                <a:quadBezTo>
                  <a:pt x="791458" y="399176"/>
                  <a:pt x="781291" y="404393"/>
                </a:quadBezTo>
                <a:quadBezTo>
                  <a:pt x="771125" y="409575"/>
                  <a:pt x="759731" y="409575"/>
                </a:quadBezTo>
                <a:quadBezTo>
                  <a:pt x="741777" y="409575"/>
                  <a:pt x="741777" y="396966"/>
                </a:quadBezTo>
                <a:quadBezTo>
                  <a:pt x="741777" y="393407"/>
                  <a:pt x="743705" y="391196"/>
                </a:quadBezTo>
                <a:quadBezTo>
                  <a:pt x="745633" y="388985"/>
                  <a:pt x="748363" y="388985"/>
                </a:quadBezTo>
                <a:quadBezTo>
                  <a:pt x="752369" y="388985"/>
                  <a:pt x="758129" y="394755"/>
                </a:quadBezTo>
                <a:quadBezTo>
                  <a:pt x="765190" y="401595"/>
                  <a:pt x="771926" y="401595"/>
                </a:quadBezTo>
                <a:quadBezTo>
                  <a:pt x="780740" y="401595"/>
                  <a:pt x="786750" y="391784"/>
                </a:quadBezTo>
                <a:quadBezTo>
                  <a:pt x="792760" y="381938"/>
                  <a:pt x="792760" y="367774"/>
                </a:quadBezTo>
                <a:quadBezTo>
                  <a:pt x="792760" y="342347"/>
                  <a:pt x="776083" y="335715"/>
                </a:quadBezTo>
                <a:quadBezTo>
                  <a:pt x="771125" y="333504"/>
                  <a:pt x="759731" y="333504"/>
                </a:quadBezTo>
                <a:lnTo>
                  <a:pt x="759731" y="330394"/>
                </a:lnTo>
                <a:quadBezTo>
                  <a:pt x="768721" y="326214"/>
                  <a:pt x="773203" y="322449"/>
                </a:quadBezTo>
                <a:quadBezTo>
                  <a:pt x="786174" y="312292"/>
                  <a:pt x="786174" y="292808"/>
                </a:quadBezTo>
                <a:quadBezTo>
                  <a:pt x="786174" y="281753"/>
                  <a:pt x="781592" y="276018"/>
                </a:quadBezTo>
                <a:quadBezTo>
                  <a:pt x="777034" y="270283"/>
                  <a:pt x="768871" y="270283"/>
                </a:quadBezTo>
                <a:quadBezTo>
                  <a:pt x="754448" y="270283"/>
                  <a:pt x="744982" y="293706"/>
                </a:quadBezTo>
                <a:close/>
                <a:moveTo>
                  <a:pt x="898672" y="224919"/>
                </a:moveTo>
                <a:quadBezTo>
                  <a:pt x="902464" y="230150"/>
                  <a:pt x="902464" y="237405"/>
                </a:quadBezTo>
                <a:quadBezTo>
                  <a:pt x="902464" y="244660"/>
                  <a:pt x="898780" y="249743"/>
                </a:quadBezTo>
                <a:quadBezTo>
                  <a:pt x="895131" y="254777"/>
                  <a:pt x="889873" y="254777"/>
                </a:quadBezTo>
                <a:quadBezTo>
                  <a:pt x="884614" y="254777"/>
                  <a:pt x="880822" y="249595"/>
                </a:quadBezTo>
                <a:quadBezTo>
                  <a:pt x="877030" y="244364"/>
                  <a:pt x="877030" y="237405"/>
                </a:quadBezTo>
                <a:quadBezTo>
                  <a:pt x="877030" y="229805"/>
                  <a:pt x="880679" y="224771"/>
                </a:quadBezTo>
                <a:quadBezTo>
                  <a:pt x="884364" y="219688"/>
                  <a:pt x="889873" y="219688"/>
                </a:quadBezTo>
                <a:quadBezTo>
                  <a:pt x="894916" y="219688"/>
                  <a:pt x="898672" y="224919"/>
                </a:quadBezTo>
                <a:close/>
                <a:moveTo>
                  <a:pt x="902464" y="350767"/>
                </a:moveTo>
                <a:quadBezTo>
                  <a:pt x="902464" y="357726"/>
                  <a:pt x="898780" y="362957"/>
                </a:quadBezTo>
                <a:quadBezTo>
                  <a:pt x="895131" y="368139"/>
                  <a:pt x="889873" y="368139"/>
                </a:quadBezTo>
                <a:quadBezTo>
                  <a:pt x="884614" y="368139"/>
                  <a:pt x="880822" y="362957"/>
                </a:quadBezTo>
                <a:quadBezTo>
                  <a:pt x="877030" y="357726"/>
                  <a:pt x="877030" y="350767"/>
                </a:quadBezTo>
                <a:quadBezTo>
                  <a:pt x="877030" y="343216"/>
                  <a:pt x="880679" y="338182"/>
                </a:quadBezTo>
                <a:quadBezTo>
                  <a:pt x="884364" y="333099"/>
                  <a:pt x="889873" y="333099"/>
                </a:quadBezTo>
                <a:quadBezTo>
                  <a:pt x="894916" y="333099"/>
                  <a:pt x="898672" y="338330"/>
                </a:quadBezTo>
                <a:quadBezTo>
                  <a:pt x="902464" y="343512"/>
                  <a:pt x="902464" y="350767"/>
                </a:quadBezTo>
                <a:close/>
                <a:moveTo>
                  <a:pt x="1022958" y="229509"/>
                </a:moveTo>
                <a:lnTo>
                  <a:pt x="1021813" y="239626"/>
                </a:lnTo>
                <a:lnTo>
                  <a:pt x="1002604" y="239626"/>
                </a:lnTo>
                <a:lnTo>
                  <a:pt x="982678" y="343216"/>
                </a:lnTo>
                <a:quadBezTo>
                  <a:pt x="982213" y="345733"/>
                  <a:pt x="982213" y="347608"/>
                </a:quadBezTo>
                <a:quadBezTo>
                  <a:pt x="982213" y="352692"/>
                  <a:pt x="985648" y="352692"/>
                </a:quadBezTo>
                <a:quadBezTo>
                  <a:pt x="988402" y="352692"/>
                  <a:pt x="992051" y="347806"/>
                </a:quadBezTo>
                <a:quadBezTo>
                  <a:pt x="995735" y="342871"/>
                  <a:pt x="1004213" y="327720"/>
                </a:quadBezTo>
                <a:lnTo>
                  <a:pt x="1007182" y="329940"/>
                </a:lnTo>
                <a:quadBezTo>
                  <a:pt x="996630" y="352050"/>
                  <a:pt x="989869" y="360095"/>
                </a:quadBezTo>
                <a:quadBezTo>
                  <a:pt x="983143" y="368139"/>
                  <a:pt x="974451" y="368139"/>
                </a:quadBezTo>
                <a:quadBezTo>
                  <a:pt x="963898" y="368139"/>
                  <a:pt x="963898" y="356492"/>
                </a:quadBezTo>
                <a:quadBezTo>
                  <a:pt x="963898" y="353333"/>
                  <a:pt x="967583" y="333099"/>
                </a:quadBezTo>
                <a:lnTo>
                  <a:pt x="985433" y="239626"/>
                </a:lnTo>
                <a:lnTo>
                  <a:pt x="968262" y="239626"/>
                </a:lnTo>
                <a:lnTo>
                  <a:pt x="968012" y="237701"/>
                </a:lnTo>
                <a:quadBezTo>
                  <a:pt x="968012" y="232026"/>
                  <a:pt x="975596" y="229805"/>
                </a:quadBezTo>
                <a:quadBezTo>
                  <a:pt x="981319" y="227929"/>
                  <a:pt x="990691" y="217664"/>
                </a:quadBezTo>
                <a:quadBezTo>
                  <a:pt x="1000064" y="207399"/>
                  <a:pt x="1006038" y="195061"/>
                </a:quadBezTo>
                <a:quadBezTo>
                  <a:pt x="1007397" y="192248"/>
                  <a:pt x="1009221" y="192248"/>
                </a:quadBezTo>
                <a:quadBezTo>
                  <a:pt x="1011296" y="192248"/>
                  <a:pt x="1011296" y="194765"/>
                </a:quadBezTo>
                <a:quadBezTo>
                  <a:pt x="1011296" y="196344"/>
                  <a:pt x="1011082" y="196986"/>
                </a:quadBezTo>
                <a:lnTo>
                  <a:pt x="1004643" y="229509"/>
                </a:lnTo>
                <a:lnTo>
                  <a:pt x="1022958" y="229509"/>
                </a:lnTo>
                <a:close/>
                <a:moveTo>
                  <a:pt x="1082003" y="406466"/>
                </a:moveTo>
                <a:lnTo>
                  <a:pt x="1037757" y="406466"/>
                </a:lnTo>
                <a:lnTo>
                  <a:pt x="1037757" y="403149"/>
                </a:lnTo>
                <a:quadBezTo>
                  <a:pt x="1046571" y="402493"/>
                  <a:pt x="1049776" y="398624"/>
                </a:quadBezTo>
                <a:quadBezTo>
                  <a:pt x="1052981" y="394755"/>
                  <a:pt x="1052981" y="385462"/>
                </a:quadBezTo>
                <a:lnTo>
                  <a:pt x="1052981" y="286175"/>
                </a:lnTo>
                <a:quadBezTo>
                  <a:pt x="1052981" y="275362"/>
                  <a:pt x="1048174" y="275362"/>
                </a:quadBezTo>
                <a:quadBezTo>
                  <a:pt x="1045945" y="275362"/>
                  <a:pt x="1040962" y="278022"/>
                </a:quadBezTo>
                <a:lnTo>
                  <a:pt x="1036630" y="280233"/>
                </a:lnTo>
                <a:lnTo>
                  <a:pt x="1036630" y="277124"/>
                </a:lnTo>
                <a:lnTo>
                  <a:pt x="1065326" y="257018"/>
                </a:lnTo>
                <a:lnTo>
                  <a:pt x="1066779" y="257674"/>
                </a:lnTo>
                <a:lnTo>
                  <a:pt x="1066779" y="389676"/>
                </a:lnTo>
                <a:quadBezTo>
                  <a:pt x="1066779" y="396966"/>
                  <a:pt x="1069984" y="400075"/>
                </a:quadBezTo>
                <a:quadBezTo>
                  <a:pt x="1073189" y="403149"/>
                  <a:pt x="1082003" y="403149"/>
                </a:quadBezTo>
                <a:lnTo>
                  <a:pt x="1082003" y="406466"/>
                </a:lnTo>
                <a:close/>
                <a:moveTo>
                  <a:pt x="1287728" y="295196"/>
                </a:moveTo>
                <a:lnTo>
                  <a:pt x="1227988" y="295196"/>
                </a:lnTo>
                <a:lnTo>
                  <a:pt x="1227988" y="377615"/>
                </a:lnTo>
                <a:lnTo>
                  <a:pt x="1212892" y="377615"/>
                </a:lnTo>
                <a:lnTo>
                  <a:pt x="1212892" y="295196"/>
                </a:lnTo>
                <a:lnTo>
                  <a:pt x="1153117" y="295196"/>
                </a:lnTo>
                <a:lnTo>
                  <a:pt x="1153117" y="274370"/>
                </a:lnTo>
                <a:lnTo>
                  <a:pt x="1212892" y="274370"/>
                </a:lnTo>
                <a:lnTo>
                  <a:pt x="1212892" y="191902"/>
                </a:lnTo>
                <a:lnTo>
                  <a:pt x="1227988" y="191902"/>
                </a:lnTo>
                <a:lnTo>
                  <a:pt x="1227988" y="274370"/>
                </a:lnTo>
                <a:lnTo>
                  <a:pt x="1287728" y="274370"/>
                </a:lnTo>
                <a:lnTo>
                  <a:pt x="1287728" y="295196"/>
                </a:lnTo>
                <a:close/>
                <a:moveTo>
                  <a:pt x="1437547" y="229509"/>
                </a:moveTo>
                <a:lnTo>
                  <a:pt x="1437547" y="234543"/>
                </a:lnTo>
                <a:quadBezTo>
                  <a:pt x="1429320" y="235184"/>
                  <a:pt x="1420162" y="243870"/>
                </a:quadBezTo>
                <a:quadBezTo>
                  <a:pt x="1411004" y="252556"/>
                  <a:pt x="1386035" y="283204"/>
                </a:quadBezTo>
                <a:lnTo>
                  <a:pt x="1394513" y="310989"/>
                </a:lnTo>
                <a:quadBezTo>
                  <a:pt x="1407105" y="351754"/>
                  <a:pt x="1413079" y="351754"/>
                </a:quadBezTo>
                <a:quadBezTo>
                  <a:pt x="1417873" y="351754"/>
                  <a:pt x="1423382" y="338478"/>
                </a:quadBezTo>
                <a:quadBezTo>
                  <a:pt x="1424526" y="335961"/>
                  <a:pt x="1426816" y="330236"/>
                </a:quadBezTo>
                <a:lnTo>
                  <a:pt x="1430250" y="333740"/>
                </a:lnTo>
                <a:quadBezTo>
                  <a:pt x="1422237" y="353629"/>
                  <a:pt x="1416943" y="360884"/>
                </a:quadBezTo>
                <a:quadBezTo>
                  <a:pt x="1411684" y="368139"/>
                  <a:pt x="1404816" y="368139"/>
                </a:quadBezTo>
                <a:quadBezTo>
                  <a:pt x="1399772" y="368139"/>
                  <a:pt x="1395765" y="362611"/>
                </a:quadBezTo>
                <a:quadBezTo>
                  <a:pt x="1391759" y="357084"/>
                  <a:pt x="1386286" y="342278"/>
                </a:quadBezTo>
                <a:quadBezTo>
                  <a:pt x="1379418" y="323919"/>
                  <a:pt x="1372549" y="297713"/>
                </a:quadBezTo>
                <a:lnTo>
                  <a:pt x="1363392" y="307831"/>
                </a:lnTo>
                <a:lnTo>
                  <a:pt x="1352410" y="364684"/>
                </a:lnTo>
                <a:lnTo>
                  <a:pt x="1335239" y="364684"/>
                </a:lnTo>
                <a:lnTo>
                  <a:pt x="1367505" y="197923"/>
                </a:lnTo>
                <a:quadBezTo>
                  <a:pt x="1370725" y="182131"/>
                  <a:pt x="1371619" y="170138"/>
                </a:quadBezTo>
                <a:quadBezTo>
                  <a:pt x="1370940" y="162538"/>
                  <a:pt x="1359958" y="162538"/>
                </a:quadBezTo>
                <a:lnTo>
                  <a:pt x="1355844" y="162538"/>
                </a:lnTo>
                <a:lnTo>
                  <a:pt x="1355844" y="157504"/>
                </a:lnTo>
                <a:quadBezTo>
                  <a:pt x="1373014" y="154641"/>
                  <a:pt x="1391759" y="148966"/>
                </a:quadBezTo>
                <a:lnTo>
                  <a:pt x="1393154" y="150841"/>
                </a:lnTo>
                <a:lnTo>
                  <a:pt x="1365681" y="294900"/>
                </a:lnTo>
                <a:lnTo>
                  <a:pt x="1375518" y="284438"/>
                </a:lnTo>
                <a:quadBezTo>
                  <a:pt x="1408250" y="249694"/>
                  <a:pt x="1408250" y="240218"/>
                </a:quadBezTo>
                <a:quadBezTo>
                  <a:pt x="1408250" y="234543"/>
                  <a:pt x="1399772" y="234543"/>
                </a:quadBezTo>
                <a:lnTo>
                  <a:pt x="1396588" y="234543"/>
                </a:lnTo>
                <a:lnTo>
                  <a:pt x="1396588" y="229509"/>
                </a:lnTo>
                <a:lnTo>
                  <a:pt x="1437547" y="229509"/>
                </a:lnTo>
                <a:close/>
                <a:moveTo>
                  <a:pt x="1509467" y="369536"/>
                </a:moveTo>
                <a:lnTo>
                  <a:pt x="1492966" y="369536"/>
                </a:lnTo>
                <a:lnTo>
                  <a:pt x="1492966" y="406466"/>
                </a:lnTo>
                <a:lnTo>
                  <a:pt x="1480470" y="406466"/>
                </a:lnTo>
                <a:lnTo>
                  <a:pt x="1480470" y="369536"/>
                </a:lnTo>
                <a:lnTo>
                  <a:pt x="1435598" y="369536"/>
                </a:lnTo>
                <a:lnTo>
                  <a:pt x="1435598" y="355406"/>
                </a:lnTo>
                <a:lnTo>
                  <a:pt x="1485904" y="257018"/>
                </a:lnTo>
                <a:lnTo>
                  <a:pt x="1492966" y="257018"/>
                </a:lnTo>
                <a:lnTo>
                  <a:pt x="1492966" y="355406"/>
                </a:lnTo>
                <a:lnTo>
                  <a:pt x="1509467" y="355406"/>
                </a:lnTo>
                <a:lnTo>
                  <a:pt x="1509467" y="369536"/>
                </a:lnTo>
                <a:close/>
                <a:moveTo>
                  <a:pt x="1480470" y="355406"/>
                </a:moveTo>
                <a:lnTo>
                  <a:pt x="1480470" y="279542"/>
                </a:lnTo>
                <a:lnTo>
                  <a:pt x="1442008" y="355406"/>
                </a:lnTo>
                <a:lnTo>
                  <a:pt x="1480470" y="355406"/>
                </a:lnTo>
                <a:close/>
                <a:moveTo>
                  <a:pt x="1565451" y="368590"/>
                </a:moveTo>
                <a:lnTo>
                  <a:pt x="1562181" y="360059"/>
                </a:lnTo>
                <a:quadBezTo>
                  <a:pt x="1589316" y="334749"/>
                  <a:pt x="1589316" y="311765"/>
                </a:quadBezTo>
                <a:quadBezTo>
                  <a:pt x="1589316" y="305913"/>
                  <a:pt x="1584768" y="305913"/>
                </a:quadBezTo>
                <a:quadBezTo>
                  <a:pt x="1583440" y="305913"/>
                  <a:pt x="1580322" y="306759"/>
                </a:quadBezTo>
                <a:quadBezTo>
                  <a:pt x="1577256" y="307675"/>
                  <a:pt x="1575263" y="307675"/>
                </a:quadBezTo>
                <a:quadBezTo>
                  <a:pt x="1556304" y="307675"/>
                  <a:pt x="1556304" y="284691"/>
                </a:quadBezTo>
                <a:quadBezTo>
                  <a:pt x="1556304" y="272988"/>
                  <a:pt x="1561670" y="266008"/>
                </a:quadBezTo>
                <a:quadBezTo>
                  <a:pt x="1567087" y="258958"/>
                  <a:pt x="1575927" y="258958"/>
                </a:quadBezTo>
                <a:quadBezTo>
                  <a:pt x="1587068" y="258958"/>
                  <a:pt x="1594580" y="270027"/>
                </a:quadBezTo>
                <a:quadBezTo>
                  <a:pt x="1602092" y="281096"/>
                  <a:pt x="1602092" y="298228"/>
                </a:quadBezTo>
                <a:quadBezTo>
                  <a:pt x="1602092" y="318956"/>
                  <a:pt x="1592127" y="338344"/>
                </a:quadBezTo>
                <a:quadBezTo>
                  <a:pt x="1582162" y="357803"/>
                  <a:pt x="1565451" y="368590"/>
                </a:quadBezTo>
                <a:close/>
                <a:moveTo>
                  <a:pt x="1822968" y="156094"/>
                </a:moveTo>
                <a:quadBezTo>
                  <a:pt x="1822968" y="186340"/>
                  <a:pt x="1818727" y="213201"/>
                </a:quadBezTo>
                <a:quadBezTo>
                  <a:pt x="1814485" y="239993"/>
                  <a:pt x="1806155" y="262554"/>
                </a:quadBezTo>
                <a:quadBezTo>
                  <a:pt x="1797825" y="285114"/>
                  <a:pt x="1783108" y="298228"/>
                </a:quadBezTo>
                <a:quadBezTo>
                  <a:pt x="1768390" y="311342"/>
                  <a:pt x="1749073" y="311342"/>
                </a:quadBezTo>
                <a:quadBezTo>
                  <a:pt x="1729143" y="311342"/>
                  <a:pt x="1714067" y="297382"/>
                </a:quadBezTo>
                <a:quadBezTo>
                  <a:pt x="1699043" y="283352"/>
                  <a:pt x="1690867" y="259874"/>
                </a:quadBezTo>
                <a:quadBezTo>
                  <a:pt x="1682690" y="236397"/>
                  <a:pt x="1678908" y="209817"/>
                </a:quadBezTo>
                <a:quadBezTo>
                  <a:pt x="1675178" y="183167"/>
                  <a:pt x="1675178" y="153415"/>
                </a:quadBezTo>
                <a:quadBezTo>
                  <a:pt x="1675178" y="111395"/>
                  <a:pt x="1682690" y="77835"/>
                </a:quadBezTo>
                <a:quadBezTo>
                  <a:pt x="1690202" y="44205"/>
                  <a:pt x="1707679" y="22138"/>
                </a:quadBezTo>
                <a:quadBezTo>
                  <a:pt x="1725208" y="0"/>
                  <a:pt x="1750402" y="0"/>
                </a:quadBezTo>
                <a:quadBezTo>
                  <a:pt x="1782443" y="0"/>
                  <a:pt x="1802680" y="43289"/>
                </a:quadBezTo>
                <a:quadBezTo>
                  <a:pt x="1822968" y="86578"/>
                  <a:pt x="1822968" y="156094"/>
                </a:quadBezTo>
                <a:close/>
                <a:moveTo>
                  <a:pt x="1791591" y="158350"/>
                </a:moveTo>
                <a:quadBezTo>
                  <a:pt x="1791591" y="87071"/>
                  <a:pt x="1780604" y="49423"/>
                </a:quadBezTo>
                <a:quadBezTo>
                  <a:pt x="1769668" y="11704"/>
                  <a:pt x="1748409" y="11704"/>
                </a:quadBezTo>
                <a:quadBezTo>
                  <a:pt x="1728121" y="11704"/>
                  <a:pt x="1717338" y="49634"/>
                </a:quadBezTo>
                <a:quadBezTo>
                  <a:pt x="1706555" y="87494"/>
                  <a:pt x="1706555" y="156517"/>
                </a:quadBezTo>
                <a:quadBezTo>
                  <a:pt x="1706555" y="226033"/>
                  <a:pt x="1717338" y="262836"/>
                </a:quadBezTo>
                <a:quadBezTo>
                  <a:pt x="1728121" y="299568"/>
                  <a:pt x="1749073" y="299568"/>
                </a:quadBezTo>
                <a:quadBezTo>
                  <a:pt x="1769668" y="299568"/>
                  <a:pt x="1780604" y="262836"/>
                </a:quadBezTo>
                <a:quadBezTo>
                  <a:pt x="1791591" y="226033"/>
                  <a:pt x="1791591" y="158350"/>
                </a:quadBezTo>
                <a:close/>
                <a:moveTo>
                  <a:pt x="1840343" y="7191"/>
                </a:moveTo>
                <a:lnTo>
                  <a:pt x="1844227" y="0"/>
                </a:lnTo>
                <a:quadBezTo>
                  <a:pt x="1881532" y="30669"/>
                  <a:pt x="1902791" y="83053"/>
                </a:quadBezTo>
                <a:quadBezTo>
                  <a:pt x="1924050" y="135366"/>
                  <a:pt x="1924050" y="193531"/>
                </a:quadBezTo>
                <a:quadBezTo>
                  <a:pt x="1924050" y="316700"/>
                  <a:pt x="1843256" y="384876"/>
                </a:quadBezTo>
                <a:lnTo>
                  <a:pt x="1840343" y="377615"/>
                </a:lnTo>
                <a:quadBezTo>
                  <a:pt x="1874020" y="339261"/>
                  <a:pt x="1884956" y="301189"/>
                </a:quadBezTo>
                <a:quadBezTo>
                  <a:pt x="1895943" y="263047"/>
                  <a:pt x="1895943" y="194871"/>
                </a:quadBezTo>
                <a:quadBezTo>
                  <a:pt x="1895943" y="126342"/>
                  <a:pt x="1884956" y="85027"/>
                </a:quadBezTo>
                <a:quadBezTo>
                  <a:pt x="1874020" y="43712"/>
                  <a:pt x="1840343" y="7191"/>
                </a:quadBez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4" name="obs4">
            <a:extLst xmlns:a="http://schemas.openxmlformats.org/drawingml/2006/main">
              <a:ext uri="{FF2B5EF4-FFF2-40B4-BE49-F238E27FC236}">
                <a16:creationId xmlns:a16="http://schemas.microsoft.com/office/drawing/2014/main" id="{DCCEC8D3-205C-491D-AD5A-D50A8D52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5067300"/>
            <a:ext cx="1895475" cy="409575"/>
          </a:xfrm>
          <a:custGeom xmlns:a="http://schemas.openxmlformats.org/drawingml/2006/main">
            <a:pathLst>
              <a:path w="1895475" h="409575">
                <a:moveTo>
                  <a:pt x="85451" y="377615"/>
                </a:moveTo>
                <a:lnTo>
                  <a:pt x="81436" y="384876"/>
                </a:lnTo>
                <a:quadBezTo>
                  <a:pt x="42699" y="355054"/>
                  <a:pt x="21324" y="302740"/>
                </a:quadBezTo>
                <a:quadBezTo>
                  <a:pt x="0" y="250427"/>
                  <a:pt x="0" y="191275"/>
                </a:quadBezTo>
                <a:quadBezTo>
                  <a:pt x="0" y="66273"/>
                  <a:pt x="82427" y="0"/>
                </a:quadBezTo>
                <a:lnTo>
                  <a:pt x="85451" y="7191"/>
                </a:lnTo>
                <a:quadBezTo>
                  <a:pt x="51406" y="46462"/>
                  <a:pt x="40040" y="84604"/>
                </a:quadBezTo>
                <a:quadBezTo>
                  <a:pt x="28727" y="122675"/>
                  <a:pt x="28727" y="189935"/>
                </a:quadBezTo>
                <a:quadBezTo>
                  <a:pt x="28727" y="256702"/>
                  <a:pt x="40405" y="298228"/>
                </a:quadBezTo>
                <a:quadBezTo>
                  <a:pt x="52084" y="339754"/>
                  <a:pt x="85451" y="377615"/>
                </a:quadBezTo>
                <a:close/>
                <a:moveTo>
                  <a:pt x="251253" y="169207"/>
                </a:moveTo>
                <a:quadBezTo>
                  <a:pt x="251253" y="194871"/>
                  <a:pt x="241712" y="222649"/>
                </a:quadBezTo>
                <a:quadBezTo>
                  <a:pt x="232223" y="250427"/>
                  <a:pt x="215905" y="272494"/>
                </a:quadBezTo>
                <a:quadBezTo>
                  <a:pt x="188221" y="309932"/>
                  <a:pt x="153185" y="309932"/>
                </a:quadBezTo>
                <a:quadBezTo>
                  <a:pt x="129828" y="309932"/>
                  <a:pt x="116951" y="293504"/>
                </a:quadBezTo>
                <a:quadBezTo>
                  <a:pt x="104126" y="277007"/>
                  <a:pt x="104126" y="247254"/>
                </a:quadBezTo>
                <a:quadBezTo>
                  <a:pt x="104126" y="209817"/>
                  <a:pt x="120965" y="174143"/>
                </a:quadBezTo>
                <a:quadBezTo>
                  <a:pt x="137805" y="138468"/>
                  <a:pt x="164186" y="119573"/>
                </a:quadBezTo>
                <a:quadBezTo>
                  <a:pt x="182851" y="106037"/>
                  <a:pt x="204226" y="106037"/>
                </a:quadBezTo>
                <a:quadBezTo>
                  <a:pt x="224924" y="106037"/>
                  <a:pt x="238062" y="122957"/>
                </a:quadBezTo>
                <a:quadBezTo>
                  <a:pt x="251253" y="139878"/>
                  <a:pt x="251253" y="169207"/>
                </a:quadBezTo>
                <a:close/>
                <a:moveTo>
                  <a:pt x="223256" y="157927"/>
                </a:moveTo>
                <a:quadBezTo>
                  <a:pt x="223256" y="137622"/>
                  <a:pt x="216895" y="126553"/>
                </a:quadBezTo>
                <a:quadBezTo>
                  <a:pt x="210535" y="115484"/>
                  <a:pt x="199534" y="115484"/>
                </a:quadBezTo>
                <a:quadBezTo>
                  <a:pt x="177168" y="115484"/>
                  <a:pt x="156835" y="156517"/>
                </a:quadBezTo>
                <a:quadBezTo>
                  <a:pt x="132122" y="207561"/>
                  <a:pt x="132122" y="259451"/>
                </a:quadBezTo>
                <a:quadBezTo>
                  <a:pt x="132122" y="279263"/>
                  <a:pt x="139109" y="289909"/>
                </a:quadBezTo>
                <a:quadBezTo>
                  <a:pt x="146147" y="300484"/>
                  <a:pt x="158190" y="300484"/>
                </a:quadBezTo>
                <a:quadBezTo>
                  <a:pt x="178523" y="300484"/>
                  <a:pt x="198543" y="263047"/>
                </a:quadBezTo>
                <a:quadBezTo>
                  <a:pt x="209909" y="242249"/>
                  <a:pt x="216582" y="213201"/>
                </a:quadBezTo>
                <a:quadBezTo>
                  <a:pt x="223256" y="184084"/>
                  <a:pt x="223256" y="157927"/>
                </a:quadBezTo>
                <a:close/>
                <a:moveTo>
                  <a:pt x="331062" y="229509"/>
                </a:moveTo>
                <a:lnTo>
                  <a:pt x="329894" y="239626"/>
                </a:lnTo>
                <a:lnTo>
                  <a:pt x="310296" y="239626"/>
                </a:lnTo>
                <a:lnTo>
                  <a:pt x="289969" y="343216"/>
                </a:lnTo>
                <a:quadBezTo>
                  <a:pt x="289494" y="345733"/>
                  <a:pt x="289494" y="347608"/>
                </a:quadBezTo>
                <a:quadBezTo>
                  <a:pt x="289494" y="352692"/>
                  <a:pt x="292998" y="352692"/>
                </a:quadBezTo>
                <a:quadBezTo>
                  <a:pt x="295808" y="352692"/>
                  <a:pt x="299530" y="347806"/>
                </a:quadBezTo>
                <a:quadBezTo>
                  <a:pt x="303289" y="342871"/>
                  <a:pt x="311939" y="327720"/>
                </a:quadBezTo>
                <a:lnTo>
                  <a:pt x="314968" y="329940"/>
                </a:lnTo>
                <a:quadBezTo>
                  <a:pt x="304202" y="352050"/>
                  <a:pt x="297304" y="360095"/>
                </a:quadBezTo>
                <a:quadBezTo>
                  <a:pt x="290443" y="368139"/>
                  <a:pt x="281575" y="368139"/>
                </a:quadBezTo>
                <a:quadBezTo>
                  <a:pt x="270809" y="368139"/>
                  <a:pt x="270809" y="356492"/>
                </a:quadBezTo>
                <a:quadBezTo>
                  <a:pt x="270809" y="353333"/>
                  <a:pt x="274568" y="333099"/>
                </a:quadBezTo>
                <a:lnTo>
                  <a:pt x="292779" y="239626"/>
                </a:lnTo>
                <a:lnTo>
                  <a:pt x="275261" y="239626"/>
                </a:lnTo>
                <a:lnTo>
                  <a:pt x="275006" y="237701"/>
                </a:lnTo>
                <a:quadBezTo>
                  <a:pt x="275006" y="232026"/>
                  <a:pt x="282743" y="229805"/>
                </a:quadBezTo>
                <a:quadBezTo>
                  <a:pt x="288582" y="227929"/>
                  <a:pt x="298144" y="217664"/>
                </a:quadBezTo>
                <a:quadBezTo>
                  <a:pt x="307705" y="207399"/>
                  <a:pt x="313800" y="195061"/>
                </a:quadBezTo>
                <a:quadBezTo>
                  <a:pt x="315187" y="192248"/>
                  <a:pt x="317048" y="192248"/>
                </a:quadBezTo>
                <a:quadBezTo>
                  <a:pt x="319165" y="192248"/>
                  <a:pt x="319165" y="194765"/>
                </a:quadBezTo>
                <a:quadBezTo>
                  <a:pt x="319165" y="196344"/>
                  <a:pt x="318946" y="196986"/>
                </a:quadBezTo>
                <a:lnTo>
                  <a:pt x="312377" y="229509"/>
                </a:lnTo>
                <a:lnTo>
                  <a:pt x="331062" y="229509"/>
                </a:lnTo>
                <a:close/>
                <a:moveTo>
                  <a:pt x="404687" y="333504"/>
                </a:moveTo>
                <a:quadBezTo>
                  <a:pt x="404687" y="348324"/>
                  <a:pt x="402567" y="361486"/>
                </a:quadBezTo>
                <a:quadBezTo>
                  <a:pt x="400446" y="374614"/>
                  <a:pt x="396282" y="385669"/>
                </a:quadBezTo>
                <a:quadBezTo>
                  <a:pt x="392118" y="396724"/>
                  <a:pt x="384761" y="403149"/>
                </a:quadBezTo>
                <a:quadBezTo>
                  <a:pt x="377403" y="409575"/>
                  <a:pt x="367747" y="409575"/>
                </a:quadBezTo>
                <a:quadBezTo>
                  <a:pt x="357784" y="409575"/>
                  <a:pt x="350247" y="402735"/>
                </a:quadBezTo>
                <a:quadBezTo>
                  <a:pt x="342737" y="395860"/>
                  <a:pt x="338649" y="384356"/>
                </a:quadBezTo>
                <a:quadBezTo>
                  <a:pt x="334562" y="372852"/>
                  <a:pt x="332671" y="359828"/>
                </a:quadBezTo>
                <a:quadBezTo>
                  <a:pt x="330807" y="346769"/>
                  <a:pt x="330807" y="332191"/>
                </a:quadBezTo>
                <a:quadBezTo>
                  <a:pt x="330807" y="311601"/>
                  <a:pt x="334562" y="295157"/>
                </a:quadBezTo>
                <a:quadBezTo>
                  <a:pt x="338317" y="278678"/>
                  <a:pt x="347054" y="267865"/>
                </a:quadBezTo>
                <a:quadBezTo>
                  <a:pt x="355817" y="257018"/>
                  <a:pt x="368411" y="257018"/>
                </a:quadBezTo>
                <a:quadBezTo>
                  <a:pt x="384429" y="257018"/>
                  <a:pt x="394545" y="278229"/>
                </a:quadBezTo>
                <a:quadBezTo>
                  <a:pt x="404687" y="299441"/>
                  <a:pt x="404687" y="333504"/>
                </a:quadBezTo>
                <a:close/>
                <a:moveTo>
                  <a:pt x="389002" y="334609"/>
                </a:moveTo>
                <a:quadBezTo>
                  <a:pt x="389002" y="299683"/>
                  <a:pt x="383509" y="281235"/>
                </a:quadBezTo>
                <a:quadBezTo>
                  <a:pt x="378042" y="262752"/>
                  <a:pt x="367415" y="262752"/>
                </a:quadBezTo>
                <a:quadBezTo>
                  <a:pt x="357273" y="262752"/>
                  <a:pt x="351882" y="281338"/>
                </a:quadBezTo>
                <a:quadBezTo>
                  <a:pt x="346492" y="299890"/>
                  <a:pt x="346492" y="333711"/>
                </a:quadBezTo>
                <a:quadBezTo>
                  <a:pt x="346492" y="367774"/>
                  <a:pt x="351882" y="385807"/>
                </a:quadBezTo>
                <a:quadBezTo>
                  <a:pt x="357273" y="403806"/>
                  <a:pt x="367747" y="403806"/>
                </a:quadBezTo>
                <a:quadBezTo>
                  <a:pt x="378042" y="403806"/>
                  <a:pt x="383509" y="385807"/>
                </a:quadBezTo>
                <a:quadBezTo>
                  <a:pt x="389002" y="367774"/>
                  <a:pt x="389002" y="334609"/>
                </a:quadBezTo>
                <a:close/>
                <a:moveTo>
                  <a:pt x="493631" y="224919"/>
                </a:moveTo>
                <a:quadBezTo>
                  <a:pt x="497500" y="230150"/>
                  <a:pt x="497500" y="237405"/>
                </a:quadBezTo>
                <a:quadBezTo>
                  <a:pt x="497500" y="244660"/>
                  <a:pt x="493741" y="249743"/>
                </a:quadBezTo>
                <a:quadBezTo>
                  <a:pt x="490018" y="254777"/>
                  <a:pt x="484654" y="254777"/>
                </a:quadBezTo>
                <a:quadBezTo>
                  <a:pt x="479289" y="254777"/>
                  <a:pt x="475420" y="249595"/>
                </a:quadBezTo>
                <a:quadBezTo>
                  <a:pt x="471552" y="244364"/>
                  <a:pt x="471552" y="237405"/>
                </a:quadBezTo>
                <a:quadBezTo>
                  <a:pt x="471552" y="229805"/>
                  <a:pt x="475274" y="224771"/>
                </a:quadBezTo>
                <a:quadBezTo>
                  <a:pt x="479033" y="219688"/>
                  <a:pt x="484654" y="219688"/>
                </a:quadBezTo>
                <a:quadBezTo>
                  <a:pt x="489799" y="219688"/>
                  <a:pt x="493631" y="224919"/>
                </a:quadBezTo>
                <a:close/>
                <a:moveTo>
                  <a:pt x="497500" y="350767"/>
                </a:moveTo>
                <a:quadBezTo>
                  <a:pt x="497500" y="357726"/>
                  <a:pt x="493741" y="362957"/>
                </a:quadBezTo>
                <a:quadBezTo>
                  <a:pt x="490018" y="368139"/>
                  <a:pt x="484654" y="368139"/>
                </a:quadBezTo>
                <a:quadBezTo>
                  <a:pt x="479289" y="368139"/>
                  <a:pt x="475420" y="362957"/>
                </a:quadBezTo>
                <a:quadBezTo>
                  <a:pt x="471552" y="357726"/>
                  <a:pt x="471552" y="350767"/>
                </a:quadBezTo>
                <a:quadBezTo>
                  <a:pt x="471552" y="343216"/>
                  <a:pt x="475274" y="338182"/>
                </a:quadBezTo>
                <a:quadBezTo>
                  <a:pt x="479033" y="333099"/>
                  <a:pt x="484654" y="333099"/>
                </a:quadBezTo>
                <a:quadBezTo>
                  <a:pt x="489799" y="333099"/>
                  <a:pt x="493631" y="338330"/>
                </a:quadBezTo>
                <a:quadBezTo>
                  <a:pt x="497500" y="343512"/>
                  <a:pt x="497500" y="350767"/>
                </a:quadBezTo>
                <a:close/>
                <a:moveTo>
                  <a:pt x="699841" y="295196"/>
                </a:moveTo>
                <a:lnTo>
                  <a:pt x="638895" y="295196"/>
                </a:lnTo>
                <a:lnTo>
                  <a:pt x="638895" y="377615"/>
                </a:lnTo>
                <a:lnTo>
                  <a:pt x="623494" y="377615"/>
                </a:lnTo>
                <a:lnTo>
                  <a:pt x="623494" y="295196"/>
                </a:lnTo>
                <a:lnTo>
                  <a:pt x="562511" y="295196"/>
                </a:lnTo>
                <a:lnTo>
                  <a:pt x="562511" y="274370"/>
                </a:lnTo>
                <a:lnTo>
                  <a:pt x="623494" y="274370"/>
                </a:lnTo>
                <a:lnTo>
                  <a:pt x="623494" y="191902"/>
                </a:lnTo>
                <a:lnTo>
                  <a:pt x="638895" y="191902"/>
                </a:lnTo>
                <a:lnTo>
                  <a:pt x="638895" y="274370"/>
                </a:lnTo>
                <a:lnTo>
                  <a:pt x="699841" y="274370"/>
                </a:lnTo>
                <a:lnTo>
                  <a:pt x="699841" y="295196"/>
                </a:lnTo>
                <a:close/>
                <a:moveTo>
                  <a:pt x="818961" y="229509"/>
                </a:moveTo>
                <a:lnTo>
                  <a:pt x="818961" y="234543"/>
                </a:lnTo>
                <a:quadBezTo>
                  <a:pt x="810567" y="235184"/>
                  <a:pt x="801225" y="243870"/>
                </a:quadBezTo>
                <a:quadBezTo>
                  <a:pt x="791882" y="252556"/>
                  <a:pt x="766408" y="283204"/>
                </a:quadBezTo>
                <a:lnTo>
                  <a:pt x="775058" y="310989"/>
                </a:lnTo>
                <a:quadBezTo>
                  <a:pt x="787904" y="351754"/>
                  <a:pt x="793999" y="351754"/>
                </a:quadBezTo>
                <a:quadBezTo>
                  <a:pt x="798889" y="351754"/>
                  <a:pt x="804509" y="338478"/>
                </a:quadBezTo>
                <a:quadBezTo>
                  <a:pt x="805677" y="335961"/>
                  <a:pt x="808013" y="330236"/>
                </a:quadBezTo>
                <a:lnTo>
                  <a:pt x="811516" y="333740"/>
                </a:lnTo>
                <a:quadBezTo>
                  <a:pt x="803341" y="353629"/>
                  <a:pt x="797940" y="360884"/>
                </a:quadBezTo>
                <a:quadBezTo>
                  <a:pt x="792575" y="368139"/>
                  <a:pt x="785568" y="368139"/>
                </a:quadBezTo>
                <a:quadBezTo>
                  <a:pt x="780422" y="368139"/>
                  <a:pt x="776335" y="362611"/>
                </a:quadBezTo>
                <a:quadBezTo>
                  <a:pt x="772247" y="357084"/>
                  <a:pt x="766664" y="342278"/>
                </a:quadBezTo>
                <a:quadBezTo>
                  <a:pt x="759657" y="323919"/>
                  <a:pt x="752650" y="297713"/>
                </a:quadBezTo>
                <a:lnTo>
                  <a:pt x="743307" y="307831"/>
                </a:lnTo>
                <a:lnTo>
                  <a:pt x="732103" y="364684"/>
                </a:lnTo>
                <a:lnTo>
                  <a:pt x="714585" y="364684"/>
                </a:lnTo>
                <a:lnTo>
                  <a:pt x="747504" y="197923"/>
                </a:lnTo>
                <a:quadBezTo>
                  <a:pt x="750788" y="182131"/>
                  <a:pt x="751701" y="170138"/>
                </a:quadBezTo>
                <a:quadBezTo>
                  <a:pt x="751007" y="162538"/>
                  <a:pt x="739803" y="162538"/>
                </a:quadBezTo>
                <a:lnTo>
                  <a:pt x="735606" y="162538"/>
                </a:lnTo>
                <a:lnTo>
                  <a:pt x="735606" y="157504"/>
                </a:lnTo>
                <a:quadBezTo>
                  <a:pt x="753124" y="154641"/>
                  <a:pt x="772247" y="148966"/>
                </a:quadBezTo>
                <a:lnTo>
                  <a:pt x="773671" y="150841"/>
                </a:lnTo>
                <a:lnTo>
                  <a:pt x="745643" y="294900"/>
                </a:lnTo>
                <a:lnTo>
                  <a:pt x="755679" y="284438"/>
                </a:lnTo>
                <a:quadBezTo>
                  <a:pt x="789072" y="249694"/>
                  <a:pt x="789072" y="240218"/>
                </a:quadBezTo>
                <a:quadBezTo>
                  <a:pt x="789072" y="234543"/>
                  <a:pt x="780422" y="234543"/>
                </a:quadBezTo>
                <a:lnTo>
                  <a:pt x="777174" y="234543"/>
                </a:lnTo>
                <a:lnTo>
                  <a:pt x="777174" y="229509"/>
                </a:lnTo>
                <a:lnTo>
                  <a:pt x="818961" y="229509"/>
                </a:lnTo>
                <a:close/>
                <a:moveTo>
                  <a:pt x="886612" y="255912"/>
                </a:moveTo>
                <a:lnTo>
                  <a:pt x="880736" y="274705"/>
                </a:lnTo>
                <a:quadBezTo>
                  <a:pt x="879740" y="277573"/>
                  <a:pt x="876317" y="277573"/>
                </a:quadBezTo>
                <a:lnTo>
                  <a:pt x="844588" y="277573"/>
                </a:lnTo>
                <a:lnTo>
                  <a:pt x="838048" y="296366"/>
                </a:lnTo>
                <a:quadBezTo>
                  <a:pt x="856033" y="300995"/>
                  <a:pt x="864054" y="306419"/>
                </a:quadBezTo>
                <a:quadBezTo>
                  <a:pt x="872076" y="311843"/>
                  <a:pt x="878922" y="324660"/>
                </a:quadBezTo>
                <a:quadBezTo>
                  <a:pt x="884645" y="335265"/>
                  <a:pt x="884645" y="352746"/>
                </a:quadBezTo>
                <a:quadBezTo>
                  <a:pt x="884645" y="368672"/>
                  <a:pt x="880813" y="379520"/>
                </a:quadBezTo>
                <a:quadBezTo>
                  <a:pt x="876981" y="390333"/>
                  <a:pt x="868627" y="398727"/>
                </a:quadBezTo>
                <a:quadBezTo>
                  <a:pt x="857514" y="409575"/>
                  <a:pt x="840833" y="409575"/>
                </a:quadBezTo>
                <a:quadBezTo>
                  <a:pt x="831508" y="409575"/>
                  <a:pt x="825786" y="405809"/>
                </a:quadBezTo>
                <a:quadBezTo>
                  <a:pt x="820063" y="402044"/>
                  <a:pt x="820063" y="395860"/>
                </a:quadBezTo>
                <a:quadBezTo>
                  <a:pt x="820063" y="387465"/>
                  <a:pt x="827421" y="387465"/>
                </a:quadBezTo>
                <a:quadBezTo>
                  <a:pt x="833322" y="387465"/>
                  <a:pt x="839530" y="394305"/>
                </a:quadBezTo>
                <a:quadBezTo>
                  <a:pt x="845916" y="401387"/>
                  <a:pt x="851128" y="401387"/>
                </a:quadBezTo>
                <a:quadBezTo>
                  <a:pt x="859635" y="401387"/>
                  <a:pt x="866405" y="389883"/>
                </a:quadBezTo>
                <a:quadBezTo>
                  <a:pt x="873200" y="378379"/>
                  <a:pt x="873200" y="364008"/>
                </a:quadBezTo>
                <a:quadBezTo>
                  <a:pt x="873200" y="342797"/>
                  <a:pt x="862266" y="330843"/>
                </a:quadBezTo>
                <a:quadBezTo>
                  <a:pt x="848037" y="315367"/>
                  <a:pt x="827421" y="315367"/>
                </a:quadBezTo>
                <a:quadBezTo>
                  <a:pt x="825479" y="315367"/>
                  <a:pt x="825479" y="313605"/>
                </a:quadBezTo>
                <a:lnTo>
                  <a:pt x="825632" y="312499"/>
                </a:lnTo>
                <a:lnTo>
                  <a:pt x="843464" y="260092"/>
                </a:lnTo>
                <a:lnTo>
                  <a:pt x="877288" y="260092"/>
                </a:lnTo>
                <a:quadBezTo>
                  <a:pt x="880072" y="260092"/>
                  <a:pt x="881630" y="258987"/>
                </a:quadBezTo>
                <a:quadBezTo>
                  <a:pt x="883189" y="257881"/>
                  <a:pt x="885156" y="254358"/>
                </a:quadBezTo>
                <a:lnTo>
                  <a:pt x="886612" y="255912"/>
                </a:lnTo>
                <a:close/>
                <a:moveTo>
                  <a:pt x="976174" y="229509"/>
                </a:moveTo>
                <a:lnTo>
                  <a:pt x="975007" y="239626"/>
                </a:lnTo>
                <a:lnTo>
                  <a:pt x="955409" y="239626"/>
                </a:lnTo>
                <a:lnTo>
                  <a:pt x="935081" y="343216"/>
                </a:lnTo>
                <a:quadBezTo>
                  <a:pt x="934607" y="345733"/>
                  <a:pt x="934607" y="347608"/>
                </a:quadBezTo>
                <a:quadBezTo>
                  <a:pt x="934607" y="352692"/>
                  <a:pt x="938110" y="352692"/>
                </a:quadBezTo>
                <a:quadBezTo>
                  <a:pt x="940920" y="352692"/>
                  <a:pt x="944643" y="347806"/>
                </a:quadBezTo>
                <a:quadBezTo>
                  <a:pt x="948402" y="342871"/>
                  <a:pt x="957051" y="327720"/>
                </a:quadBezTo>
                <a:lnTo>
                  <a:pt x="960080" y="329940"/>
                </a:lnTo>
                <a:quadBezTo>
                  <a:pt x="949314" y="352050"/>
                  <a:pt x="942417" y="360095"/>
                </a:quadBezTo>
                <a:quadBezTo>
                  <a:pt x="935555" y="368139"/>
                  <a:pt x="926687" y="368139"/>
                </a:quadBezTo>
                <a:quadBezTo>
                  <a:pt x="915921" y="368139"/>
                  <a:pt x="915921" y="356492"/>
                </a:quadBezTo>
                <a:quadBezTo>
                  <a:pt x="915921" y="353333"/>
                  <a:pt x="919680" y="333099"/>
                </a:quadBezTo>
                <a:lnTo>
                  <a:pt x="937891" y="239626"/>
                </a:lnTo>
                <a:lnTo>
                  <a:pt x="920374" y="239626"/>
                </a:lnTo>
                <a:lnTo>
                  <a:pt x="920118" y="237701"/>
                </a:lnTo>
                <a:quadBezTo>
                  <a:pt x="920118" y="232026"/>
                  <a:pt x="927855" y="229805"/>
                </a:quadBezTo>
                <a:quadBezTo>
                  <a:pt x="933694" y="227929"/>
                  <a:pt x="943256" y="217664"/>
                </a:quadBezTo>
                <a:quadBezTo>
                  <a:pt x="952818" y="207399"/>
                  <a:pt x="958912" y="195061"/>
                </a:quadBezTo>
                <a:quadBezTo>
                  <a:pt x="960299" y="192248"/>
                  <a:pt x="962160" y="192248"/>
                </a:quadBezTo>
                <a:quadBezTo>
                  <a:pt x="964277" y="192248"/>
                  <a:pt x="964277" y="194765"/>
                </a:quadBezTo>
                <a:quadBezTo>
                  <a:pt x="964277" y="196344"/>
                  <a:pt x="964058" y="196986"/>
                </a:quadBezTo>
                <a:lnTo>
                  <a:pt x="957489" y="229509"/>
                </a:lnTo>
                <a:lnTo>
                  <a:pt x="976174" y="229509"/>
                </a:lnTo>
                <a:close/>
                <a:moveTo>
                  <a:pt x="1036413" y="406466"/>
                </a:moveTo>
                <a:lnTo>
                  <a:pt x="991272" y="406466"/>
                </a:lnTo>
                <a:lnTo>
                  <a:pt x="991272" y="403149"/>
                </a:lnTo>
                <a:quadBezTo>
                  <a:pt x="1000265" y="402493"/>
                  <a:pt x="1003535" y="398624"/>
                </a:quadBezTo>
                <a:quadBezTo>
                  <a:pt x="1006805" y="394755"/>
                  <a:pt x="1006805" y="385462"/>
                </a:quadBezTo>
                <a:lnTo>
                  <a:pt x="1006805" y="286175"/>
                </a:lnTo>
                <a:quadBezTo>
                  <a:pt x="1006805" y="275362"/>
                  <a:pt x="1001900" y="275362"/>
                </a:quadBezTo>
                <a:quadBezTo>
                  <a:pt x="999626" y="275362"/>
                  <a:pt x="994542" y="278022"/>
                </a:quadBezTo>
                <a:lnTo>
                  <a:pt x="990123" y="280233"/>
                </a:lnTo>
                <a:lnTo>
                  <a:pt x="990123" y="277124"/>
                </a:lnTo>
                <a:lnTo>
                  <a:pt x="1019399" y="257018"/>
                </a:lnTo>
                <a:lnTo>
                  <a:pt x="1020881" y="257674"/>
                </a:lnTo>
                <a:lnTo>
                  <a:pt x="1020881" y="389676"/>
                </a:lnTo>
                <a:quadBezTo>
                  <a:pt x="1020881" y="396966"/>
                  <a:pt x="1024151" y="400075"/>
                </a:quadBezTo>
                <a:quadBezTo>
                  <a:pt x="1027421" y="403149"/>
                  <a:pt x="1036413" y="403149"/>
                </a:quadBezTo>
                <a:lnTo>
                  <a:pt x="1036413" y="406466"/>
                </a:lnTo>
                <a:close/>
                <a:moveTo>
                  <a:pt x="1246295" y="295196"/>
                </a:moveTo>
                <a:lnTo>
                  <a:pt x="1185348" y="295196"/>
                </a:lnTo>
                <a:lnTo>
                  <a:pt x="1185348" y="377615"/>
                </a:lnTo>
                <a:lnTo>
                  <a:pt x="1169947" y="377615"/>
                </a:lnTo>
                <a:lnTo>
                  <a:pt x="1169947" y="295196"/>
                </a:lnTo>
                <a:lnTo>
                  <a:pt x="1108964" y="295196"/>
                </a:lnTo>
                <a:lnTo>
                  <a:pt x="1108964" y="274370"/>
                </a:lnTo>
                <a:lnTo>
                  <a:pt x="1169947" y="274370"/>
                </a:lnTo>
                <a:lnTo>
                  <a:pt x="1169947" y="191902"/>
                </a:lnTo>
                <a:lnTo>
                  <a:pt x="1185348" y="191902"/>
                </a:lnTo>
                <a:lnTo>
                  <a:pt x="1185348" y="274370"/>
                </a:lnTo>
                <a:lnTo>
                  <a:pt x="1246295" y="274370"/>
                </a:lnTo>
                <a:lnTo>
                  <a:pt x="1246295" y="295196"/>
                </a:lnTo>
                <a:close/>
                <a:moveTo>
                  <a:pt x="1399142" y="229509"/>
                </a:moveTo>
                <a:lnTo>
                  <a:pt x="1399142" y="234543"/>
                </a:lnTo>
                <a:quadBezTo>
                  <a:pt x="1390748" y="235184"/>
                  <a:pt x="1381405" y="243870"/>
                </a:quadBezTo>
                <a:quadBezTo>
                  <a:pt x="1372062" y="252556"/>
                  <a:pt x="1346589" y="283204"/>
                </a:quadBezTo>
                <a:lnTo>
                  <a:pt x="1355238" y="310989"/>
                </a:lnTo>
                <a:quadBezTo>
                  <a:pt x="1368084" y="351754"/>
                  <a:pt x="1374179" y="351754"/>
                </a:quadBezTo>
                <a:quadBezTo>
                  <a:pt x="1379069" y="351754"/>
                  <a:pt x="1384690" y="338478"/>
                </a:quadBezTo>
                <a:quadBezTo>
                  <a:pt x="1385857" y="335961"/>
                  <a:pt x="1388193" y="330236"/>
                </a:quadBezTo>
                <a:lnTo>
                  <a:pt x="1391697" y="333740"/>
                </a:lnTo>
                <a:quadBezTo>
                  <a:pt x="1383522" y="353629"/>
                  <a:pt x="1378120" y="360884"/>
                </a:quadBezTo>
                <a:quadBezTo>
                  <a:pt x="1372756" y="368139"/>
                  <a:pt x="1365749" y="368139"/>
                </a:quadBezTo>
                <a:quadBezTo>
                  <a:pt x="1360603" y="368139"/>
                  <a:pt x="1356515" y="362611"/>
                </a:quadBezTo>
                <a:quadBezTo>
                  <a:pt x="1352428" y="357084"/>
                  <a:pt x="1346844" y="342278"/>
                </a:quadBezTo>
                <a:quadBezTo>
                  <a:pt x="1339837" y="323919"/>
                  <a:pt x="1332830" y="297713"/>
                </a:quadBezTo>
                <a:lnTo>
                  <a:pt x="1323487" y="307831"/>
                </a:lnTo>
                <a:lnTo>
                  <a:pt x="1312283" y="364684"/>
                </a:lnTo>
                <a:lnTo>
                  <a:pt x="1294766" y="364684"/>
                </a:lnTo>
                <a:lnTo>
                  <a:pt x="1327684" y="197923"/>
                </a:lnTo>
                <a:quadBezTo>
                  <a:pt x="1330969" y="182131"/>
                  <a:pt x="1331881" y="170138"/>
                </a:quadBezTo>
                <a:quadBezTo>
                  <a:pt x="1331188" y="162538"/>
                  <a:pt x="1319984" y="162538"/>
                </a:quadBezTo>
                <a:lnTo>
                  <a:pt x="1315787" y="162538"/>
                </a:lnTo>
                <a:lnTo>
                  <a:pt x="1315787" y="157504"/>
                </a:lnTo>
                <a:quadBezTo>
                  <a:pt x="1333305" y="154641"/>
                  <a:pt x="1352428" y="148966"/>
                </a:quadBezTo>
                <a:lnTo>
                  <a:pt x="1353851" y="150841"/>
                </a:lnTo>
                <a:lnTo>
                  <a:pt x="1325823" y="294900"/>
                </a:lnTo>
                <a:lnTo>
                  <a:pt x="1335859" y="284438"/>
                </a:lnTo>
                <a:quadBezTo>
                  <a:pt x="1369252" y="249694"/>
                  <a:pt x="1369252" y="240218"/>
                </a:quadBezTo>
                <a:quadBezTo>
                  <a:pt x="1369252" y="234543"/>
                  <a:pt x="1360603" y="234543"/>
                </a:quadBezTo>
                <a:lnTo>
                  <a:pt x="1357355" y="234543"/>
                </a:lnTo>
                <a:lnTo>
                  <a:pt x="1357355" y="229509"/>
                </a:lnTo>
                <a:lnTo>
                  <a:pt x="1399142" y="229509"/>
                </a:lnTo>
                <a:close/>
                <a:moveTo>
                  <a:pt x="1466792" y="255912"/>
                </a:moveTo>
                <a:lnTo>
                  <a:pt x="1460917" y="274705"/>
                </a:lnTo>
                <a:quadBezTo>
                  <a:pt x="1459920" y="277573"/>
                  <a:pt x="1456497" y="277573"/>
                </a:quadBezTo>
                <a:lnTo>
                  <a:pt x="1424768" y="277573"/>
                </a:lnTo>
                <a:lnTo>
                  <a:pt x="1418228" y="296366"/>
                </a:lnTo>
                <a:quadBezTo>
                  <a:pt x="1436213" y="300995"/>
                  <a:pt x="1444235" y="306419"/>
                </a:quadBezTo>
                <a:quadBezTo>
                  <a:pt x="1452256" y="311843"/>
                  <a:pt x="1459103" y="324660"/>
                </a:quadBezTo>
                <a:quadBezTo>
                  <a:pt x="1464825" y="335265"/>
                  <a:pt x="1464825" y="352746"/>
                </a:quadBezTo>
                <a:quadBezTo>
                  <a:pt x="1464825" y="368672"/>
                  <a:pt x="1460993" y="379520"/>
                </a:quadBezTo>
                <a:quadBezTo>
                  <a:pt x="1457161" y="390333"/>
                  <a:pt x="1448808" y="398727"/>
                </a:quadBezTo>
                <a:quadBezTo>
                  <a:pt x="1437695" y="409575"/>
                  <a:pt x="1421013" y="409575"/>
                </a:quadBezTo>
                <a:quadBezTo>
                  <a:pt x="1411689" y="409575"/>
                  <a:pt x="1405966" y="405809"/>
                </a:quadBezTo>
                <a:quadBezTo>
                  <a:pt x="1400244" y="402044"/>
                  <a:pt x="1400244" y="395860"/>
                </a:quadBezTo>
                <a:quadBezTo>
                  <a:pt x="1400244" y="387465"/>
                  <a:pt x="1407601" y="387465"/>
                </a:quadBezTo>
                <a:quadBezTo>
                  <a:pt x="1413502" y="387465"/>
                  <a:pt x="1419710" y="394305"/>
                </a:quadBezTo>
                <a:quadBezTo>
                  <a:pt x="1426097" y="401387"/>
                  <a:pt x="1431308" y="401387"/>
                </a:quadBezTo>
                <a:quadBezTo>
                  <a:pt x="1439815" y="401387"/>
                  <a:pt x="1446585" y="389883"/>
                </a:quadBezTo>
                <a:quadBezTo>
                  <a:pt x="1453381" y="378379"/>
                  <a:pt x="1453381" y="364008"/>
                </a:quadBezTo>
                <a:quadBezTo>
                  <a:pt x="1453381" y="342797"/>
                  <a:pt x="1442447" y="330843"/>
                </a:quadBezTo>
                <a:quadBezTo>
                  <a:pt x="1428217" y="315367"/>
                  <a:pt x="1407601" y="315367"/>
                </a:quadBezTo>
                <a:quadBezTo>
                  <a:pt x="1405660" y="315367"/>
                  <a:pt x="1405660" y="313605"/>
                </a:quadBezTo>
                <a:lnTo>
                  <a:pt x="1405813" y="312499"/>
                </a:lnTo>
                <a:lnTo>
                  <a:pt x="1423644" y="260092"/>
                </a:lnTo>
                <a:lnTo>
                  <a:pt x="1457468" y="260092"/>
                </a:lnTo>
                <a:quadBezTo>
                  <a:pt x="1460253" y="260092"/>
                  <a:pt x="1461811" y="258987"/>
                </a:quadBezTo>
                <a:quadBezTo>
                  <a:pt x="1463369" y="257881"/>
                  <a:pt x="1465336" y="254358"/>
                </a:quadBezTo>
                <a:lnTo>
                  <a:pt x="1466792" y="255912"/>
                </a:lnTo>
                <a:close/>
                <a:moveTo>
                  <a:pt x="1529630" y="368590"/>
                </a:moveTo>
                <a:lnTo>
                  <a:pt x="1526293" y="360059"/>
                </a:lnTo>
                <a:quadBezTo>
                  <a:pt x="1553977" y="334749"/>
                  <a:pt x="1553977" y="311765"/>
                </a:quadBezTo>
                <a:quadBezTo>
                  <a:pt x="1553977" y="305913"/>
                  <a:pt x="1549337" y="305913"/>
                </a:quadBezTo>
                <a:quadBezTo>
                  <a:pt x="1547982" y="305913"/>
                  <a:pt x="1544802" y="306759"/>
                </a:quadBezTo>
                <a:quadBezTo>
                  <a:pt x="1541673" y="307675"/>
                  <a:pt x="1539640" y="307675"/>
                </a:quadBezTo>
                <a:quadBezTo>
                  <a:pt x="1520298" y="307675"/>
                  <a:pt x="1520298" y="284691"/>
                </a:quadBezTo>
                <a:quadBezTo>
                  <a:pt x="1520298" y="272988"/>
                  <a:pt x="1525772" y="266008"/>
                </a:quadBezTo>
                <a:quadBezTo>
                  <a:pt x="1531298" y="258958"/>
                  <a:pt x="1540318" y="258958"/>
                </a:quadBezTo>
                <a:quadBezTo>
                  <a:pt x="1551684" y="258958"/>
                  <a:pt x="1559347" y="270027"/>
                </a:quadBezTo>
                <a:quadBezTo>
                  <a:pt x="1567011" y="281096"/>
                  <a:pt x="1567011" y="298228"/>
                </a:quadBezTo>
                <a:quadBezTo>
                  <a:pt x="1567011" y="318956"/>
                  <a:pt x="1556845" y="338344"/>
                </a:quadBezTo>
                <a:quadBezTo>
                  <a:pt x="1546678" y="357803"/>
                  <a:pt x="1529630" y="368590"/>
                </a:quadBezTo>
                <a:close/>
                <a:moveTo>
                  <a:pt x="1792351" y="156094"/>
                </a:moveTo>
                <a:quadBezTo>
                  <a:pt x="1792351" y="186340"/>
                  <a:pt x="1788023" y="213201"/>
                </a:quadBezTo>
                <a:quadBezTo>
                  <a:pt x="1783696" y="239993"/>
                  <a:pt x="1775198" y="262554"/>
                </a:quadBezTo>
                <a:quadBezTo>
                  <a:pt x="1766700" y="285114"/>
                  <a:pt x="1751685" y="298228"/>
                </a:quadBezTo>
                <a:quadBezTo>
                  <a:pt x="1736670" y="311342"/>
                  <a:pt x="1716962" y="311342"/>
                </a:quadBezTo>
                <a:quadBezTo>
                  <a:pt x="1696629" y="311342"/>
                  <a:pt x="1681249" y="297382"/>
                </a:quadBezTo>
                <a:quadBezTo>
                  <a:pt x="1665921" y="283352"/>
                  <a:pt x="1657580" y="259874"/>
                </a:quadBezTo>
                <a:quadBezTo>
                  <a:pt x="1649238" y="236397"/>
                  <a:pt x="1645380" y="209817"/>
                </a:quadBezTo>
                <a:quadBezTo>
                  <a:pt x="1641574" y="183167"/>
                  <a:pt x="1641574" y="153415"/>
                </a:quadBezTo>
                <a:quadBezTo>
                  <a:pt x="1641574" y="111395"/>
                  <a:pt x="1649238" y="77835"/>
                </a:quadBezTo>
                <a:quadBezTo>
                  <a:pt x="1656902" y="44205"/>
                  <a:pt x="1674732" y="22138"/>
                </a:quadBezTo>
                <a:quadBezTo>
                  <a:pt x="1692615" y="0"/>
                  <a:pt x="1718318" y="0"/>
                </a:quadBezTo>
                <a:quadBezTo>
                  <a:pt x="1751007" y="0"/>
                  <a:pt x="1771653" y="43289"/>
                </a:quadBezTo>
                <a:quadBezTo>
                  <a:pt x="1792351" y="86578"/>
                  <a:pt x="1792351" y="156094"/>
                </a:quadBezTo>
                <a:close/>
                <a:moveTo>
                  <a:pt x="1760339" y="158350"/>
                </a:moveTo>
                <a:quadBezTo>
                  <a:pt x="1760339" y="87071"/>
                  <a:pt x="1749130" y="49423"/>
                </a:quadBezTo>
                <a:quadBezTo>
                  <a:pt x="1737973" y="11704"/>
                  <a:pt x="1716284" y="11704"/>
                </a:quadBezTo>
                <a:quadBezTo>
                  <a:pt x="1695587" y="11704"/>
                  <a:pt x="1684586" y="49634"/>
                </a:quadBezTo>
                <a:quadBezTo>
                  <a:pt x="1673585" y="87494"/>
                  <a:pt x="1673585" y="156517"/>
                </a:quadBezTo>
                <a:quadBezTo>
                  <a:pt x="1673585" y="226033"/>
                  <a:pt x="1684586" y="262836"/>
                </a:quadBezTo>
                <a:quadBezTo>
                  <a:pt x="1695587" y="299568"/>
                  <a:pt x="1716962" y="299568"/>
                </a:quadBezTo>
                <a:quadBezTo>
                  <a:pt x="1737973" y="299568"/>
                  <a:pt x="1749130" y="262836"/>
                </a:quadBezTo>
                <a:quadBezTo>
                  <a:pt x="1760339" y="226033"/>
                  <a:pt x="1760339" y="158350"/>
                </a:quadBezTo>
                <a:close/>
                <a:moveTo>
                  <a:pt x="1810077" y="7191"/>
                </a:moveTo>
                <a:lnTo>
                  <a:pt x="1814039" y="0"/>
                </a:lnTo>
                <a:quadBezTo>
                  <a:pt x="1852098" y="30669"/>
                  <a:pt x="1873787" y="83053"/>
                </a:quadBezTo>
                <a:quadBezTo>
                  <a:pt x="1895475" y="135366"/>
                  <a:pt x="1895475" y="193531"/>
                </a:quadBezTo>
                <a:quadBezTo>
                  <a:pt x="1895475" y="316700"/>
                  <a:pt x="1813048" y="384876"/>
                </a:quadBezTo>
                <a:lnTo>
                  <a:pt x="1810077" y="377615"/>
                </a:lnTo>
                <a:quadBezTo>
                  <a:pt x="1844434" y="339261"/>
                  <a:pt x="1855591" y="301189"/>
                </a:quadBezTo>
                <a:quadBezTo>
                  <a:pt x="1866800" y="263047"/>
                  <a:pt x="1866800" y="194871"/>
                </a:quadBezTo>
                <a:quadBezTo>
                  <a:pt x="1866800" y="126342"/>
                  <a:pt x="1855591" y="85027"/>
                </a:quadBezTo>
                <a:quadBezTo>
                  <a:pt x="1844434" y="43712"/>
                  <a:pt x="1810077" y="7191"/>
                </a:quadBez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5" name="obs5">
            <a:extLst xmlns:a="http://schemas.openxmlformats.org/drawingml/2006/main">
              <a:ext uri="{FF2B5EF4-FFF2-40B4-BE49-F238E27FC236}">
                <a16:creationId xmlns:a16="http://schemas.microsoft.com/office/drawing/2014/main" id="{09B98C09-7CA2-4A7E-A561-15D61A4C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5448300"/>
            <a:ext cx="1914525" cy="400050"/>
          </a:xfrm>
          <a:custGeom xmlns:a="http://schemas.openxmlformats.org/drawingml/2006/main">
            <a:pathLst>
              <a:path w="1914525" h="400050">
                <a:moveTo>
                  <a:pt x="83343" y="368833"/>
                </a:moveTo>
                <a:lnTo>
                  <a:pt x="79428" y="375926"/>
                </a:lnTo>
                <a:quadBezTo>
                  <a:pt x="41646" y="346796"/>
                  <a:pt x="20798" y="295700"/>
                </a:quadBezTo>
                <a:quadBezTo>
                  <a:pt x="0" y="244603"/>
                  <a:pt x="0" y="186827"/>
                </a:quadBezTo>
                <a:quadBezTo>
                  <a:pt x="0" y="64732"/>
                  <a:pt x="80394" y="0"/>
                </a:quadBezTo>
                <a:lnTo>
                  <a:pt x="83343" y="7024"/>
                </a:lnTo>
                <a:quadBezTo>
                  <a:pt x="50138" y="45381"/>
                  <a:pt x="39053" y="82636"/>
                </a:quadBezTo>
                <a:quadBezTo>
                  <a:pt x="28018" y="119822"/>
                  <a:pt x="28018" y="185518"/>
                </a:quadBezTo>
                <a:quadBezTo>
                  <a:pt x="28018" y="250732"/>
                  <a:pt x="39409" y="291293"/>
                </a:quadBezTo>
                <a:quadBezTo>
                  <a:pt x="50799" y="331853"/>
                  <a:pt x="83343" y="368833"/>
                </a:quadBezTo>
                <a:close/>
                <a:moveTo>
                  <a:pt x="245057" y="165272"/>
                </a:moveTo>
                <a:quadBezTo>
                  <a:pt x="245057" y="190339"/>
                  <a:pt x="235751" y="217471"/>
                </a:quadBezTo>
                <a:quadBezTo>
                  <a:pt x="226497" y="244603"/>
                  <a:pt x="210581" y="266157"/>
                </a:quadBezTo>
                <a:quadBezTo>
                  <a:pt x="183579" y="302724"/>
                  <a:pt x="149408" y="302724"/>
                </a:quadBezTo>
                <a:quadBezTo>
                  <a:pt x="126627" y="302724"/>
                  <a:pt x="114067" y="286679"/>
                </a:quadBezTo>
                <a:quadBezTo>
                  <a:pt x="101558" y="270565"/>
                  <a:pt x="101558" y="241504"/>
                </a:quadBezTo>
                <a:quadBezTo>
                  <a:pt x="101558" y="204938"/>
                  <a:pt x="117982" y="170093"/>
                </a:quadBezTo>
                <a:quadBezTo>
                  <a:pt x="134407" y="135248"/>
                  <a:pt x="160137" y="116792"/>
                </a:quadBezTo>
                <a:quadBezTo>
                  <a:pt x="178342" y="103571"/>
                  <a:pt x="199190" y="103571"/>
                </a:quadBezTo>
                <a:quadBezTo>
                  <a:pt x="219378" y="103571"/>
                  <a:pt x="232192" y="120098"/>
                </a:quadBezTo>
                <a:quadBezTo>
                  <a:pt x="245057" y="136625"/>
                  <a:pt x="245057" y="165272"/>
                </a:quadBezTo>
                <a:close/>
                <a:moveTo>
                  <a:pt x="217750" y="154254"/>
                </a:moveTo>
                <a:quadBezTo>
                  <a:pt x="217750" y="134422"/>
                  <a:pt x="211547" y="123610"/>
                </a:quadBezTo>
                <a:quadBezTo>
                  <a:pt x="205343" y="112798"/>
                  <a:pt x="194614" y="112798"/>
                </a:quadBezTo>
                <a:quadBezTo>
                  <a:pt x="172799" y="112798"/>
                  <a:pt x="152967" y="152877"/>
                </a:quadBezTo>
                <a:quadBezTo>
                  <a:pt x="128864" y="202734"/>
                  <a:pt x="128864" y="253418"/>
                </a:quadBezTo>
                <a:quadBezTo>
                  <a:pt x="128864" y="272768"/>
                  <a:pt x="135678" y="283167"/>
                </a:quadBezTo>
                <a:quadBezTo>
                  <a:pt x="142543" y="293496"/>
                  <a:pt x="154289" y="293496"/>
                </a:quadBezTo>
                <a:quadBezTo>
                  <a:pt x="174121" y="293496"/>
                  <a:pt x="193647" y="256930"/>
                </a:quadBezTo>
                <a:quadBezTo>
                  <a:pt x="204733" y="236615"/>
                  <a:pt x="211242" y="208243"/>
                </a:quadBezTo>
                <a:quadBezTo>
                  <a:pt x="217750" y="179803"/>
                  <a:pt x="217750" y="154254"/>
                </a:quadBezTo>
                <a:close/>
                <a:moveTo>
                  <a:pt x="322898" y="224171"/>
                </a:moveTo>
                <a:lnTo>
                  <a:pt x="321759" y="234053"/>
                </a:lnTo>
                <a:lnTo>
                  <a:pt x="302645" y="234053"/>
                </a:lnTo>
                <a:lnTo>
                  <a:pt x="282818" y="335234"/>
                </a:lnTo>
                <a:quadBezTo>
                  <a:pt x="282355" y="337693"/>
                  <a:pt x="282355" y="339525"/>
                </a:quadBezTo>
                <a:quadBezTo>
                  <a:pt x="282355" y="344490"/>
                  <a:pt x="285773" y="344490"/>
                </a:quadBezTo>
                <a:quadBezTo>
                  <a:pt x="288513" y="344490"/>
                  <a:pt x="292144" y="339717"/>
                </a:quadBezTo>
                <a:quadBezTo>
                  <a:pt x="295810" y="334897"/>
                  <a:pt x="304246" y="320098"/>
                </a:quadBezTo>
                <a:lnTo>
                  <a:pt x="307201" y="322267"/>
                </a:lnTo>
                <a:quadBezTo>
                  <a:pt x="296700" y="343863"/>
                  <a:pt x="289973" y="351720"/>
                </a:quadBezTo>
                <a:quadBezTo>
                  <a:pt x="283281" y="359578"/>
                  <a:pt x="274631" y="359578"/>
                </a:quadBezTo>
                <a:quadBezTo>
                  <a:pt x="264131" y="359578"/>
                  <a:pt x="264131" y="348201"/>
                </a:quadBezTo>
                <a:quadBezTo>
                  <a:pt x="264131" y="345116"/>
                  <a:pt x="267797" y="325352"/>
                </a:quadBezTo>
                <a:lnTo>
                  <a:pt x="285559" y="234053"/>
                </a:lnTo>
                <a:lnTo>
                  <a:pt x="268473" y="234053"/>
                </a:lnTo>
                <a:lnTo>
                  <a:pt x="268224" y="232173"/>
                </a:lnTo>
                <a:quadBezTo>
                  <a:pt x="268224" y="226630"/>
                  <a:pt x="275770" y="224461"/>
                </a:quadBezTo>
                <a:quadBezTo>
                  <a:pt x="281466" y="222629"/>
                  <a:pt x="290791" y="212602"/>
                </a:quadBezTo>
                <a:quadBezTo>
                  <a:pt x="300117" y="202576"/>
                  <a:pt x="306062" y="190525"/>
                </a:quadBezTo>
                <a:quadBezTo>
                  <a:pt x="307414" y="187777"/>
                  <a:pt x="309230" y="187777"/>
                </a:quadBezTo>
                <a:quadBezTo>
                  <a:pt x="311294" y="187777"/>
                  <a:pt x="311294" y="190235"/>
                </a:quadBezTo>
                <a:quadBezTo>
                  <a:pt x="311294" y="191778"/>
                  <a:pt x="311081" y="192405"/>
                </a:quadBezTo>
                <a:lnTo>
                  <a:pt x="304674" y="224171"/>
                </a:lnTo>
                <a:lnTo>
                  <a:pt x="322898" y="224171"/>
                </a:lnTo>
                <a:close/>
                <a:moveTo>
                  <a:pt x="394708" y="325748"/>
                </a:moveTo>
                <a:quadBezTo>
                  <a:pt x="394708" y="340223"/>
                  <a:pt x="392640" y="353080"/>
                </a:quadBezTo>
                <a:quadBezTo>
                  <a:pt x="390572" y="365902"/>
                  <a:pt x="386510" y="376700"/>
                </a:quadBezTo>
                <a:quadBezTo>
                  <a:pt x="382449" y="387498"/>
                  <a:pt x="375273" y="393774"/>
                </a:quadBezTo>
                <a:quadBezTo>
                  <a:pt x="368097" y="400050"/>
                  <a:pt x="358678" y="400050"/>
                </a:quadBezTo>
                <a:quadBezTo>
                  <a:pt x="348961" y="400050"/>
                  <a:pt x="341611" y="393369"/>
                </a:quadBezTo>
                <a:quadBezTo>
                  <a:pt x="334285" y="386654"/>
                  <a:pt x="330298" y="375418"/>
                </a:quadBezTo>
                <a:quadBezTo>
                  <a:pt x="326312" y="364181"/>
                  <a:pt x="324468" y="351460"/>
                </a:quadBezTo>
                <a:quadBezTo>
                  <a:pt x="322649" y="338705"/>
                  <a:pt x="322649" y="324465"/>
                </a:quadBezTo>
                <a:quadBezTo>
                  <a:pt x="322649" y="304355"/>
                  <a:pt x="326312" y="288293"/>
                </a:quadBezTo>
                <a:quadBezTo>
                  <a:pt x="329975" y="272197"/>
                  <a:pt x="338496" y="261636"/>
                </a:quadBezTo>
                <a:quadBezTo>
                  <a:pt x="347042" y="251040"/>
                  <a:pt x="359326" y="251040"/>
                </a:quadBezTo>
                <a:quadBezTo>
                  <a:pt x="374949" y="251040"/>
                  <a:pt x="384816" y="271759"/>
                </a:quadBezTo>
                <a:quadBezTo>
                  <a:pt x="394708" y="292477"/>
                  <a:pt x="394708" y="325748"/>
                </a:quadBezTo>
                <a:close/>
                <a:moveTo>
                  <a:pt x="379409" y="326827"/>
                </a:moveTo>
                <a:quadBezTo>
                  <a:pt x="379409" y="292713"/>
                  <a:pt x="374052" y="274694"/>
                </a:quadBezTo>
                <a:quadBezTo>
                  <a:pt x="368720" y="256642"/>
                  <a:pt x="358355" y="256642"/>
                </a:quadBezTo>
                <a:quadBezTo>
                  <a:pt x="348463" y="256642"/>
                  <a:pt x="343205" y="274796"/>
                </a:quadBezTo>
                <a:quadBezTo>
                  <a:pt x="337948" y="292916"/>
                  <a:pt x="337948" y="325950"/>
                </a:quadBezTo>
                <a:quadBezTo>
                  <a:pt x="337948" y="359221"/>
                  <a:pt x="343205" y="376835"/>
                </a:quadBezTo>
                <a:quadBezTo>
                  <a:pt x="348463" y="394415"/>
                  <a:pt x="358678" y="394415"/>
                </a:quadBezTo>
                <a:quadBezTo>
                  <a:pt x="368720" y="394415"/>
                  <a:pt x="374052" y="376835"/>
                </a:quadBezTo>
                <a:quadBezTo>
                  <a:pt x="379409" y="359221"/>
                  <a:pt x="379409" y="326827"/>
                </a:quadBezTo>
                <a:close/>
                <a:moveTo>
                  <a:pt x="582940" y="288331"/>
                </a:moveTo>
                <a:lnTo>
                  <a:pt x="456079" y="288331"/>
                </a:lnTo>
                <a:lnTo>
                  <a:pt x="456079" y="267989"/>
                </a:lnTo>
                <a:lnTo>
                  <a:pt x="582940" y="267989"/>
                </a:lnTo>
                <a:lnTo>
                  <a:pt x="582940" y="288331"/>
                </a:lnTo>
                <a:close/>
                <a:moveTo>
                  <a:pt x="735435" y="224171"/>
                </a:moveTo>
                <a:lnTo>
                  <a:pt x="735435" y="229088"/>
                </a:lnTo>
                <a:quadBezTo>
                  <a:pt x="727248" y="229715"/>
                  <a:pt x="718136" y="238199"/>
                </a:quadBezTo>
                <a:quadBezTo>
                  <a:pt x="709024" y="246683"/>
                  <a:pt x="684178" y="276618"/>
                </a:quadBezTo>
                <a:lnTo>
                  <a:pt x="692614" y="303757"/>
                </a:lnTo>
                <a:quadBezTo>
                  <a:pt x="705144" y="343574"/>
                  <a:pt x="711088" y="343574"/>
                </a:quadBezTo>
                <a:quadBezTo>
                  <a:pt x="715858" y="343574"/>
                  <a:pt x="721340" y="330607"/>
                </a:quadBezTo>
                <a:quadBezTo>
                  <a:pt x="722479" y="328148"/>
                  <a:pt x="724757" y="322557"/>
                </a:quadBezTo>
                <a:lnTo>
                  <a:pt x="728174" y="325979"/>
                </a:lnTo>
                <a:quadBezTo>
                  <a:pt x="720201" y="345405"/>
                  <a:pt x="714933" y="352492"/>
                </a:quadBezTo>
                <a:quadBezTo>
                  <a:pt x="709700" y="359578"/>
                  <a:pt x="702866" y="359578"/>
                </a:quadBezTo>
                <a:quadBezTo>
                  <a:pt x="697847" y="359578"/>
                  <a:pt x="693860" y="354179"/>
                </a:quadBezTo>
                <a:quadBezTo>
                  <a:pt x="689874" y="348780"/>
                  <a:pt x="684428" y="334318"/>
                </a:quadBezTo>
                <a:quadBezTo>
                  <a:pt x="677593" y="316386"/>
                  <a:pt x="670759" y="290790"/>
                </a:quadBezTo>
                <a:lnTo>
                  <a:pt x="661647" y="300672"/>
                </a:lnTo>
                <a:lnTo>
                  <a:pt x="650719" y="356203"/>
                </a:lnTo>
                <a:lnTo>
                  <a:pt x="633633" y="356203"/>
                </a:lnTo>
                <a:lnTo>
                  <a:pt x="665740" y="193320"/>
                </a:lnTo>
                <a:quadBezTo>
                  <a:pt x="668944" y="177895"/>
                  <a:pt x="669834" y="166181"/>
                </a:quadBezTo>
                <a:quadBezTo>
                  <a:pt x="669157" y="158758"/>
                  <a:pt x="658230" y="158758"/>
                </a:quadBezTo>
                <a:lnTo>
                  <a:pt x="654136" y="158758"/>
                </a:lnTo>
                <a:lnTo>
                  <a:pt x="654136" y="153841"/>
                </a:lnTo>
                <a:quadBezTo>
                  <a:pt x="671222" y="151045"/>
                  <a:pt x="689874" y="145502"/>
                </a:quadBezTo>
                <a:lnTo>
                  <a:pt x="691262" y="147333"/>
                </a:lnTo>
                <a:lnTo>
                  <a:pt x="663925" y="288042"/>
                </a:lnTo>
                <a:lnTo>
                  <a:pt x="673713" y="277823"/>
                </a:lnTo>
                <a:quadBezTo>
                  <a:pt x="706283" y="243887"/>
                  <a:pt x="706283" y="234632"/>
                </a:quadBezTo>
                <a:quadBezTo>
                  <a:pt x="706283" y="229088"/>
                  <a:pt x="697847" y="229088"/>
                </a:quadBezTo>
                <a:lnTo>
                  <a:pt x="694679" y="229088"/>
                </a:lnTo>
                <a:lnTo>
                  <a:pt x="694679" y="224171"/>
                </a:lnTo>
                <a:lnTo>
                  <a:pt x="735435" y="224171"/>
                </a:lnTo>
                <a:close/>
                <a:moveTo>
                  <a:pt x="802689" y="249286"/>
                </a:moveTo>
                <a:lnTo>
                  <a:pt x="803013" y="252761"/>
                </a:lnTo>
                <a:quadBezTo>
                  <a:pt x="784201" y="256844"/>
                  <a:pt x="771593" y="273378"/>
                </a:quadBezTo>
                <a:quadBezTo>
                  <a:pt x="759010" y="289913"/>
                  <a:pt x="755821" y="314309"/>
                </a:quadBezTo>
                <a:quadBezTo>
                  <a:pt x="765065" y="304591"/>
                  <a:pt x="776078" y="304591"/>
                </a:quadBezTo>
                <a:quadBezTo>
                  <a:pt x="790106" y="304591"/>
                  <a:pt x="798154" y="316705"/>
                </a:quadBezTo>
                <a:quadBezTo>
                  <a:pt x="806202" y="328785"/>
                  <a:pt x="806202" y="349705"/>
                </a:quadBezTo>
                <a:quadBezTo>
                  <a:pt x="806202" y="370896"/>
                  <a:pt x="798079" y="384258"/>
                </a:quadBezTo>
                <a:quadBezTo>
                  <a:pt x="788661" y="400050"/>
                  <a:pt x="772714" y="400050"/>
                </a:quadBezTo>
                <a:quadBezTo>
                  <a:pt x="753254" y="400050"/>
                  <a:pt x="744484" y="378218"/>
                </a:quadBezTo>
                <a:quadBezTo>
                  <a:pt x="737009" y="359660"/>
                  <a:pt x="737009" y="336748"/>
                </a:quadBezTo>
                <a:quadBezTo>
                  <a:pt x="737009" y="301351"/>
                  <a:pt x="754375" y="277158"/>
                </a:quadBezTo>
                <a:quadBezTo>
                  <a:pt x="764267" y="263323"/>
                  <a:pt x="774707" y="257620"/>
                </a:quadBezTo>
                <a:quadBezTo>
                  <a:pt x="785147" y="251884"/>
                  <a:pt x="802689" y="249286"/>
                </a:quadBezTo>
                <a:close/>
                <a:moveTo>
                  <a:pt x="791850" y="356420"/>
                </a:moveTo>
                <a:quadBezTo>
                  <a:pt x="791850" y="314511"/>
                  <a:pt x="770322" y="314511"/>
                </a:quadBezTo>
                <a:quadBezTo>
                  <a:pt x="762349" y="314511"/>
                  <a:pt x="757091" y="320248"/>
                </a:quadBezTo>
                <a:quadBezTo>
                  <a:pt x="751834" y="325950"/>
                  <a:pt x="751834" y="339582"/>
                </a:quadBezTo>
                <a:quadBezTo>
                  <a:pt x="751834" y="364822"/>
                  <a:pt x="757640" y="379399"/>
                </a:quadBezTo>
                <a:quadBezTo>
                  <a:pt x="763470" y="393976"/>
                  <a:pt x="774483" y="393976"/>
                </a:quadBezTo>
                <a:quadBezTo>
                  <a:pt x="782930" y="393976"/>
                  <a:pt x="787390" y="383718"/>
                </a:quadBezTo>
                <a:quadBezTo>
                  <a:pt x="791850" y="373460"/>
                  <a:pt x="791850" y="356420"/>
                </a:quadBezTo>
                <a:close/>
                <a:moveTo>
                  <a:pt x="894224" y="219688"/>
                </a:moveTo>
                <a:quadBezTo>
                  <a:pt x="897997" y="224798"/>
                  <a:pt x="897997" y="231884"/>
                </a:quadBezTo>
                <a:quadBezTo>
                  <a:pt x="897997" y="238970"/>
                  <a:pt x="894330" y="243935"/>
                </a:quadBezTo>
                <a:quadBezTo>
                  <a:pt x="890700" y="248852"/>
                  <a:pt x="885467" y="248852"/>
                </a:quadBezTo>
                <a:quadBezTo>
                  <a:pt x="880235" y="248852"/>
                  <a:pt x="876462" y="243790"/>
                </a:quadBezTo>
                <a:quadBezTo>
                  <a:pt x="872689" y="238681"/>
                  <a:pt x="872689" y="231884"/>
                </a:quadBezTo>
                <a:quadBezTo>
                  <a:pt x="872689" y="224461"/>
                  <a:pt x="876319" y="219544"/>
                </a:quadBezTo>
                <a:quadBezTo>
                  <a:pt x="879986" y="214579"/>
                  <a:pt x="885467" y="214579"/>
                </a:quadBezTo>
                <a:quadBezTo>
                  <a:pt x="890486" y="214579"/>
                  <a:pt x="894224" y="219688"/>
                </a:quadBezTo>
                <a:close/>
                <a:moveTo>
                  <a:pt x="897997" y="342610"/>
                </a:moveTo>
                <a:quadBezTo>
                  <a:pt x="897997" y="349406"/>
                  <a:pt x="894330" y="354516"/>
                </a:quadBezTo>
                <a:quadBezTo>
                  <a:pt x="890700" y="359578"/>
                  <a:pt x="885467" y="359578"/>
                </a:quadBezTo>
                <a:quadBezTo>
                  <a:pt x="880235" y="359578"/>
                  <a:pt x="876462" y="354516"/>
                </a:quadBezTo>
                <a:quadBezTo>
                  <a:pt x="872689" y="349406"/>
                  <a:pt x="872689" y="342610"/>
                </a:quadBezTo>
                <a:quadBezTo>
                  <a:pt x="872689" y="335234"/>
                  <a:pt x="876319" y="330317"/>
                </a:quadBezTo>
                <a:quadBezTo>
                  <a:pt x="879986" y="325352"/>
                  <a:pt x="885467" y="325352"/>
                </a:quadBezTo>
                <a:quadBezTo>
                  <a:pt x="890486" y="325352"/>
                  <a:pt x="894224" y="330462"/>
                </a:quadBezTo>
                <a:quadBezTo>
                  <a:pt x="897997" y="335524"/>
                  <a:pt x="897997" y="342610"/>
                </a:quadBezTo>
                <a:close/>
                <a:moveTo>
                  <a:pt x="1017894" y="224171"/>
                </a:moveTo>
                <a:lnTo>
                  <a:pt x="1016755" y="234053"/>
                </a:lnTo>
                <a:lnTo>
                  <a:pt x="997640" y="234053"/>
                </a:lnTo>
                <a:lnTo>
                  <a:pt x="977814" y="335234"/>
                </a:lnTo>
                <a:quadBezTo>
                  <a:pt x="977351" y="337693"/>
                  <a:pt x="977351" y="339525"/>
                </a:quadBezTo>
                <a:quadBezTo>
                  <a:pt x="977351" y="344490"/>
                  <a:pt x="980768" y="344490"/>
                </a:quadBezTo>
                <a:quadBezTo>
                  <a:pt x="983509" y="344490"/>
                  <a:pt x="987140" y="339717"/>
                </a:quadBezTo>
                <a:quadBezTo>
                  <a:pt x="990806" y="334897"/>
                  <a:pt x="999242" y="320098"/>
                </a:quadBezTo>
                <a:lnTo>
                  <a:pt x="1002196" y="322267"/>
                </a:lnTo>
                <a:quadBezTo>
                  <a:pt x="991696" y="343863"/>
                  <a:pt x="984968" y="351720"/>
                </a:quadBezTo>
                <a:quadBezTo>
                  <a:pt x="978276" y="359578"/>
                  <a:pt x="969627" y="359578"/>
                </a:quadBezTo>
                <a:quadBezTo>
                  <a:pt x="959126" y="359578"/>
                  <a:pt x="959126" y="348201"/>
                </a:quadBezTo>
                <a:quadBezTo>
                  <a:pt x="959126" y="345116"/>
                  <a:pt x="962793" y="325352"/>
                </a:quadBezTo>
                <a:lnTo>
                  <a:pt x="980554" y="234053"/>
                </a:lnTo>
                <a:lnTo>
                  <a:pt x="963469" y="234053"/>
                </a:lnTo>
                <a:lnTo>
                  <a:pt x="963220" y="232173"/>
                </a:lnTo>
                <a:quadBezTo>
                  <a:pt x="963220" y="226630"/>
                  <a:pt x="970766" y="224461"/>
                </a:quadBezTo>
                <a:quadBezTo>
                  <a:pt x="976461" y="222629"/>
                  <a:pt x="985787" y="212602"/>
                </a:quadBezTo>
                <a:quadBezTo>
                  <a:pt x="995113" y="202576"/>
                  <a:pt x="1001057" y="190525"/>
                </a:quadBezTo>
                <a:quadBezTo>
                  <a:pt x="1002410" y="187777"/>
                  <a:pt x="1004225" y="187777"/>
                </a:quadBezTo>
                <a:quadBezTo>
                  <a:pt x="1006290" y="187777"/>
                  <a:pt x="1006290" y="190235"/>
                </a:quadBezTo>
                <a:quadBezTo>
                  <a:pt x="1006290" y="191778"/>
                  <a:pt x="1006076" y="192405"/>
                </a:quadBezTo>
                <a:lnTo>
                  <a:pt x="999669" y="224171"/>
                </a:lnTo>
                <a:lnTo>
                  <a:pt x="1017894" y="224171"/>
                </a:lnTo>
                <a:close/>
                <a:moveTo>
                  <a:pt x="1076647" y="397013"/>
                </a:moveTo>
                <a:lnTo>
                  <a:pt x="1032619" y="397013"/>
                </a:lnTo>
                <a:lnTo>
                  <a:pt x="1032619" y="393774"/>
                </a:lnTo>
                <a:quadBezTo>
                  <a:pt x="1041390" y="393133"/>
                  <a:pt x="1044579" y="389353"/>
                </a:quadBezTo>
                <a:quadBezTo>
                  <a:pt x="1047769" y="385574"/>
                  <a:pt x="1047769" y="376497"/>
                </a:quadBezTo>
                <a:lnTo>
                  <a:pt x="1047769" y="279520"/>
                </a:lnTo>
                <a:quadBezTo>
                  <a:pt x="1047769" y="268958"/>
                  <a:pt x="1042985" y="268958"/>
                </a:quadBezTo>
                <a:quadBezTo>
                  <a:pt x="1040767" y="268958"/>
                  <a:pt x="1035809" y="271556"/>
                </a:quadBezTo>
                <a:lnTo>
                  <a:pt x="1031498" y="273716"/>
                </a:lnTo>
                <a:lnTo>
                  <a:pt x="1031498" y="270679"/>
                </a:lnTo>
                <a:lnTo>
                  <a:pt x="1060053" y="251040"/>
                </a:lnTo>
                <a:lnTo>
                  <a:pt x="1061498" y="251682"/>
                </a:lnTo>
                <a:lnTo>
                  <a:pt x="1061498" y="380614"/>
                </a:lnTo>
                <a:quadBezTo>
                  <a:pt x="1061498" y="387734"/>
                  <a:pt x="1064687" y="390771"/>
                </a:quadBezTo>
                <a:quadBezTo>
                  <a:pt x="1067876" y="393774"/>
                  <a:pt x="1076647" y="393774"/>
                </a:quadBezTo>
                <a:lnTo>
                  <a:pt x="1076647" y="397013"/>
                </a:lnTo>
                <a:close/>
                <a:moveTo>
                  <a:pt x="1277936" y="288331"/>
                </a:moveTo>
                <a:lnTo>
                  <a:pt x="1151075" y="288331"/>
                </a:lnTo>
                <a:lnTo>
                  <a:pt x="1151075" y="267989"/>
                </a:lnTo>
                <a:lnTo>
                  <a:pt x="1277936" y="267989"/>
                </a:lnTo>
                <a:lnTo>
                  <a:pt x="1277936" y="288331"/>
                </a:lnTo>
                <a:close/>
                <a:moveTo>
                  <a:pt x="1430431" y="224171"/>
                </a:moveTo>
                <a:lnTo>
                  <a:pt x="1430431" y="229088"/>
                </a:lnTo>
                <a:quadBezTo>
                  <a:pt x="1422244" y="229715"/>
                  <a:pt x="1413132" y="238199"/>
                </a:quadBezTo>
                <a:quadBezTo>
                  <a:pt x="1404019" y="246683"/>
                  <a:pt x="1379174" y="276618"/>
                </a:quadBezTo>
                <a:lnTo>
                  <a:pt x="1387610" y="303757"/>
                </a:lnTo>
                <a:quadBezTo>
                  <a:pt x="1400139" y="343574"/>
                  <a:pt x="1406084" y="343574"/>
                </a:quadBezTo>
                <a:quadBezTo>
                  <a:pt x="1410854" y="343574"/>
                  <a:pt x="1416335" y="330607"/>
                </a:quadBezTo>
                <a:quadBezTo>
                  <a:pt x="1417474" y="328148"/>
                  <a:pt x="1419752" y="322557"/>
                </a:quadBezTo>
                <a:lnTo>
                  <a:pt x="1423169" y="325979"/>
                </a:lnTo>
                <a:quadBezTo>
                  <a:pt x="1415196" y="345405"/>
                  <a:pt x="1409928" y="352492"/>
                </a:quadBezTo>
                <a:quadBezTo>
                  <a:pt x="1404696" y="359578"/>
                  <a:pt x="1397861" y="359578"/>
                </a:quadBezTo>
                <a:quadBezTo>
                  <a:pt x="1392842" y="359578"/>
                  <a:pt x="1388856" y="354179"/>
                </a:quadBezTo>
                <a:quadBezTo>
                  <a:pt x="1384869" y="348780"/>
                  <a:pt x="1379423" y="334318"/>
                </a:quadBezTo>
                <a:quadBezTo>
                  <a:pt x="1372589" y="316386"/>
                  <a:pt x="1365755" y="290790"/>
                </a:quadBezTo>
                <a:lnTo>
                  <a:pt x="1356642" y="300672"/>
                </a:lnTo>
                <a:lnTo>
                  <a:pt x="1345715" y="356203"/>
                </a:lnTo>
                <a:lnTo>
                  <a:pt x="1328629" y="356203"/>
                </a:lnTo>
                <a:lnTo>
                  <a:pt x="1360736" y="193320"/>
                </a:lnTo>
                <a:quadBezTo>
                  <a:pt x="1363939" y="177895"/>
                  <a:pt x="1364829" y="166181"/>
                </a:quadBezTo>
                <a:quadBezTo>
                  <a:pt x="1364153" y="158758"/>
                  <a:pt x="1353225" y="158758"/>
                </a:quadBezTo>
                <a:lnTo>
                  <a:pt x="1349132" y="158758"/>
                </a:lnTo>
                <a:lnTo>
                  <a:pt x="1349132" y="153841"/>
                </a:lnTo>
                <a:quadBezTo>
                  <a:pt x="1366217" y="151045"/>
                  <a:pt x="1384869" y="145502"/>
                </a:quadBezTo>
                <a:lnTo>
                  <a:pt x="1386257" y="147333"/>
                </a:lnTo>
                <a:lnTo>
                  <a:pt x="1358920" y="288042"/>
                </a:lnTo>
                <a:lnTo>
                  <a:pt x="1368709" y="277823"/>
                </a:lnTo>
                <a:quadBezTo>
                  <a:pt x="1401278" y="243887"/>
                  <a:pt x="1401278" y="234632"/>
                </a:quadBezTo>
                <a:quadBezTo>
                  <a:pt x="1401278" y="229088"/>
                  <a:pt x="1392842" y="229088"/>
                </a:quadBezTo>
                <a:lnTo>
                  <a:pt x="1389674" y="229088"/>
                </a:lnTo>
                <a:lnTo>
                  <a:pt x="1389674" y="224171"/>
                </a:lnTo>
                <a:lnTo>
                  <a:pt x="1430431" y="224171"/>
                </a:lnTo>
                <a:close/>
                <a:moveTo>
                  <a:pt x="1497684" y="249286"/>
                </a:moveTo>
                <a:lnTo>
                  <a:pt x="1498008" y="252761"/>
                </a:lnTo>
                <a:quadBezTo>
                  <a:pt x="1479196" y="256844"/>
                  <a:pt x="1466588" y="273378"/>
                </a:quadBezTo>
                <a:quadBezTo>
                  <a:pt x="1454005" y="289913"/>
                  <a:pt x="1450816" y="314309"/>
                </a:quadBezTo>
                <a:quadBezTo>
                  <a:pt x="1460060" y="304591"/>
                  <a:pt x="1471073" y="304591"/>
                </a:quadBezTo>
                <a:quadBezTo>
                  <a:pt x="1485101" y="304591"/>
                  <a:pt x="1493149" y="316705"/>
                </a:quadBezTo>
                <a:quadBezTo>
                  <a:pt x="1501197" y="328785"/>
                  <a:pt x="1501197" y="349705"/>
                </a:quadBezTo>
                <a:quadBezTo>
                  <a:pt x="1501197" y="370896"/>
                  <a:pt x="1493075" y="384258"/>
                </a:quadBezTo>
                <a:quadBezTo>
                  <a:pt x="1483656" y="400050"/>
                  <a:pt x="1467710" y="400050"/>
                </a:quadBezTo>
                <a:quadBezTo>
                  <a:pt x="1448250" y="400050"/>
                  <a:pt x="1439479" y="378218"/>
                </a:quadBezTo>
                <a:quadBezTo>
                  <a:pt x="1432004" y="359660"/>
                  <a:pt x="1432004" y="336748"/>
                </a:quadBezTo>
                <a:quadBezTo>
                  <a:pt x="1432004" y="301351"/>
                  <a:pt x="1449371" y="277158"/>
                </a:quadBezTo>
                <a:quadBezTo>
                  <a:pt x="1459263" y="263323"/>
                  <a:pt x="1469703" y="257620"/>
                </a:quadBezTo>
                <a:quadBezTo>
                  <a:pt x="1480143" y="251884"/>
                  <a:pt x="1497684" y="249286"/>
                </a:quadBezTo>
                <a:close/>
                <a:moveTo>
                  <a:pt x="1486845" y="356420"/>
                </a:moveTo>
                <a:quadBezTo>
                  <a:pt x="1486845" y="314511"/>
                  <a:pt x="1465318" y="314511"/>
                </a:quadBezTo>
                <a:quadBezTo>
                  <a:pt x="1457344" y="314511"/>
                  <a:pt x="1452087" y="320248"/>
                </a:quadBezTo>
                <a:quadBezTo>
                  <a:pt x="1446829" y="325950"/>
                  <a:pt x="1446829" y="339582"/>
                </a:quadBezTo>
                <a:quadBezTo>
                  <a:pt x="1446829" y="364822"/>
                  <a:pt x="1452635" y="379399"/>
                </a:quadBezTo>
                <a:quadBezTo>
                  <a:pt x="1458466" y="393976"/>
                  <a:pt x="1469479" y="393976"/>
                </a:quadBezTo>
                <a:quadBezTo>
                  <a:pt x="1477925" y="393976"/>
                  <a:pt x="1482385" y="383718"/>
                </a:quadBezTo>
                <a:quadBezTo>
                  <a:pt x="1486845" y="373460"/>
                  <a:pt x="1486845" y="356420"/>
                </a:quadBezTo>
                <a:close/>
                <a:moveTo>
                  <a:pt x="1557702" y="360018"/>
                </a:moveTo>
                <a:lnTo>
                  <a:pt x="1554447" y="351686"/>
                </a:lnTo>
                <a:quadBezTo>
                  <a:pt x="1581449" y="326964"/>
                  <a:pt x="1581449" y="304514"/>
                </a:quadBezTo>
                <a:quadBezTo>
                  <a:pt x="1581449" y="298799"/>
                  <a:pt x="1576923" y="298799"/>
                </a:quadBezTo>
                <a:quadBezTo>
                  <a:pt x="1575601" y="298799"/>
                  <a:pt x="1572499" y="299625"/>
                </a:quadBezTo>
                <a:quadBezTo>
                  <a:pt x="1569448" y="300520"/>
                  <a:pt x="1567465" y="300520"/>
                </a:quadBezTo>
                <a:quadBezTo>
                  <a:pt x="1548599" y="300520"/>
                  <a:pt x="1548599" y="278071"/>
                </a:quadBezTo>
                <a:quadBezTo>
                  <a:pt x="1548599" y="266639"/>
                  <a:pt x="1553939" y="259822"/>
                </a:quadBezTo>
                <a:quadBezTo>
                  <a:pt x="1559329" y="252936"/>
                  <a:pt x="1568126" y="252936"/>
                </a:quadBezTo>
                <a:quadBezTo>
                  <a:pt x="1579211" y="252936"/>
                  <a:pt x="1586686" y="263747"/>
                </a:quadBezTo>
                <a:quadBezTo>
                  <a:pt x="1594161" y="274559"/>
                  <a:pt x="1594161" y="291293"/>
                </a:quadBezTo>
                <a:quadBezTo>
                  <a:pt x="1594161" y="311538"/>
                  <a:pt x="1584245" y="330476"/>
                </a:quadBezTo>
                <a:quadBezTo>
                  <a:pt x="1574330" y="349482"/>
                  <a:pt x="1557702" y="360018"/>
                </a:quadBezTo>
                <a:close/>
                <a:moveTo>
                  <a:pt x="1813943" y="152464"/>
                </a:moveTo>
                <a:quadBezTo>
                  <a:pt x="1813943" y="182006"/>
                  <a:pt x="1809723" y="208243"/>
                </a:quadBezTo>
                <a:quadBezTo>
                  <a:pt x="1805502" y="234411"/>
                  <a:pt x="1797214" y="256448"/>
                </a:quadBezTo>
                <a:quadBezTo>
                  <a:pt x="1788925" y="278484"/>
                  <a:pt x="1774280" y="291293"/>
                </a:quadBezTo>
                <a:quadBezTo>
                  <a:pt x="1759636" y="304101"/>
                  <a:pt x="1740414" y="304101"/>
                </a:quadBezTo>
                <a:quadBezTo>
                  <a:pt x="1720583" y="304101"/>
                  <a:pt x="1705582" y="290466"/>
                </a:quadBezTo>
                <a:quadBezTo>
                  <a:pt x="1690632" y="276762"/>
                  <a:pt x="1682496" y="253831"/>
                </a:quadBezTo>
                <a:quadBezTo>
                  <a:pt x="1674360" y="230899"/>
                  <a:pt x="1670597" y="204938"/>
                </a:quadBezTo>
                <a:quadBezTo>
                  <a:pt x="1666885" y="178907"/>
                  <a:pt x="1666885" y="149847"/>
                </a:quadBezTo>
                <a:quadBezTo>
                  <a:pt x="1666885" y="108804"/>
                  <a:pt x="1674360" y="76025"/>
                </a:quadBezTo>
                <a:quadBezTo>
                  <a:pt x="1681835" y="43177"/>
                  <a:pt x="1699226" y="21623"/>
                </a:quadBezTo>
                <a:quadBezTo>
                  <a:pt x="1716667" y="0"/>
                  <a:pt x="1741736" y="0"/>
                </a:quadBezTo>
                <a:quadBezTo>
                  <a:pt x="1773619" y="0"/>
                  <a:pt x="1793756" y="42282"/>
                </a:quadBezTo>
                <a:quadBezTo>
                  <a:pt x="1813943" y="84564"/>
                  <a:pt x="1813943" y="152464"/>
                </a:quadBezTo>
                <a:close/>
                <a:moveTo>
                  <a:pt x="1782721" y="154667"/>
                </a:moveTo>
                <a:quadBezTo>
                  <a:pt x="1782721" y="85046"/>
                  <a:pt x="1771789" y="48273"/>
                </a:quadBezTo>
                <a:quadBezTo>
                  <a:pt x="1760907" y="11431"/>
                  <a:pt x="1739753" y="11431"/>
                </a:quadBezTo>
                <a:quadBezTo>
                  <a:pt x="1719566" y="11431"/>
                  <a:pt x="1708836" y="48480"/>
                </a:quadBezTo>
                <a:quadBezTo>
                  <a:pt x="1698107" y="85460"/>
                  <a:pt x="1698107" y="152877"/>
                </a:quadBezTo>
                <a:quadBezTo>
                  <a:pt x="1698107" y="220776"/>
                  <a:pt x="1708836" y="256723"/>
                </a:quadBezTo>
                <a:quadBezTo>
                  <a:pt x="1719566" y="292601"/>
                  <a:pt x="1740414" y="292601"/>
                </a:quadBezTo>
                <a:quadBezTo>
                  <a:pt x="1760907" y="292601"/>
                  <a:pt x="1771789" y="256723"/>
                </a:quadBezTo>
                <a:quadBezTo>
                  <a:pt x="1782721" y="220776"/>
                  <a:pt x="1782721" y="154667"/>
                </a:quadBezTo>
                <a:close/>
                <a:moveTo>
                  <a:pt x="1831232" y="7024"/>
                </a:moveTo>
                <a:lnTo>
                  <a:pt x="1835097" y="0"/>
                </a:lnTo>
                <a:quadBezTo>
                  <a:pt x="1872218" y="29956"/>
                  <a:pt x="1893371" y="81121"/>
                </a:quadBezTo>
                <a:quadBezTo>
                  <a:pt x="1914525" y="132218"/>
                  <a:pt x="1914525" y="189030"/>
                </a:quadBezTo>
                <a:quadBezTo>
                  <a:pt x="1914525" y="309335"/>
                  <a:pt x="1834131" y="375926"/>
                </a:quadBezTo>
                <a:lnTo>
                  <a:pt x="1831232" y="368833"/>
                </a:lnTo>
                <a:quadBezTo>
                  <a:pt x="1864743" y="331371"/>
                  <a:pt x="1875625" y="294185"/>
                </a:quadBezTo>
                <a:quadBezTo>
                  <a:pt x="1886557" y="256930"/>
                  <a:pt x="1886557" y="190339"/>
                </a:quadBezTo>
                <a:quadBezTo>
                  <a:pt x="1886557" y="123403"/>
                  <a:pt x="1875625" y="83049"/>
                </a:quadBezTo>
                <a:quadBezTo>
                  <a:pt x="1864743" y="42695"/>
                  <a:pt x="1831232" y="7024"/>
                </a:quadBez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4288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10555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2026-10-09T21:30:55.0370000Z</dcterms:created>
  <dcterms:modified xsi:type="dcterms:W3CDTF">2026-10-09T21:30:55.0370000Z</dcterms:modified>
</coreProperties>
</file>